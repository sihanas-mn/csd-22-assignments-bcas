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sldIdLst>
    <p:sldId id="256" r:id="rId2"/>
    <p:sldId id="322" r:id="rId3"/>
    <p:sldId id="340" r:id="rId4"/>
    <p:sldId id="342" r:id="rId5"/>
    <p:sldId id="327" r:id="rId6"/>
    <p:sldId id="328" r:id="rId7"/>
    <p:sldId id="336" r:id="rId8"/>
    <p:sldId id="338" r:id="rId9"/>
    <p:sldId id="329" r:id="rId10"/>
    <p:sldId id="330" r:id="rId11"/>
    <p:sldId id="334" r:id="rId12"/>
    <p:sldId id="331" r:id="rId13"/>
    <p:sldId id="332" r:id="rId14"/>
    <p:sldId id="344" r:id="rId15"/>
    <p:sldId id="346" r:id="rId16"/>
    <p:sldId id="348" r:id="rId17"/>
    <p:sldId id="350" r:id="rId18"/>
    <p:sldId id="352" r:id="rId19"/>
    <p:sldId id="355" r:id="rId20"/>
    <p:sldId id="357" r:id="rId21"/>
    <p:sldId id="358" r:id="rId22"/>
    <p:sldId id="364" r:id="rId23"/>
    <p:sldId id="365" r:id="rId24"/>
    <p:sldId id="360" r:id="rId25"/>
    <p:sldId id="361" r:id="rId26"/>
    <p:sldId id="362" r:id="rId27"/>
    <p:sldId id="370" r:id="rId28"/>
    <p:sldId id="367" r:id="rId29"/>
    <p:sldId id="369" r:id="rId30"/>
    <p:sldId id="326" r:id="rId31"/>
    <p:sldId id="264" r:id="rId32"/>
    <p:sldId id="284"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DFFAA2-E7D6-429A-A6B2-148B5B10B818}" v="130" dt="2025-02-23T05:14:29.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739" y="72"/>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yar Lebbey Fathima Sajeetha" userId="S::sajeetha@bcas.lk::0556f7fc-8b45-4322-ac5a-e871e4d727c3" providerId="AD" clId="Web-{599280C3-D31A-7A0A-1AA2-A01DE294A465}"/>
    <pc:docChg chg="modSld">
      <pc:chgData name="Aliyar Lebbey Fathima Sajeetha" userId="S::sajeetha@bcas.lk::0556f7fc-8b45-4322-ac5a-e871e4d727c3" providerId="AD" clId="Web-{599280C3-D31A-7A0A-1AA2-A01DE294A465}" dt="2025-02-04T07:38:20.560" v="26" actId="20577"/>
      <pc:docMkLst>
        <pc:docMk/>
      </pc:docMkLst>
      <pc:sldChg chg="modSp">
        <pc:chgData name="Aliyar Lebbey Fathima Sajeetha" userId="S::sajeetha@bcas.lk::0556f7fc-8b45-4322-ac5a-e871e4d727c3" providerId="AD" clId="Web-{599280C3-D31A-7A0A-1AA2-A01DE294A465}" dt="2025-02-04T07:38:20.560" v="26" actId="20577"/>
        <pc:sldMkLst>
          <pc:docMk/>
          <pc:sldMk cId="2019341643" sldId="322"/>
        </pc:sldMkLst>
        <pc:spChg chg="mod">
          <ac:chgData name="Aliyar Lebbey Fathima Sajeetha" userId="S::sajeetha@bcas.lk::0556f7fc-8b45-4322-ac5a-e871e4d727c3" providerId="AD" clId="Web-{599280C3-D31A-7A0A-1AA2-A01DE294A465}" dt="2025-02-04T07:38:20.560" v="26" actId="20577"/>
          <ac:spMkLst>
            <pc:docMk/>
            <pc:sldMk cId="2019341643" sldId="322"/>
            <ac:spMk id="3" creationId="{7CB860C7-93AD-4311-8CD4-4580644B47DD}"/>
          </ac:spMkLst>
        </pc:spChg>
      </pc:sldChg>
    </pc:docChg>
  </pc:docChgLst>
  <pc:docChgLst>
    <pc:chgData name="Mohammed Naseer Sihanas" userId="baf10d46-ca0e-4f93-8b9a-bd1fa4bc7e8f" providerId="ADAL" clId="{FEDFFAA2-E7D6-429A-A6B2-148B5B10B818}"/>
    <pc:docChg chg="undo redo custSel addSld delSld modSld modMainMaster">
      <pc:chgData name="Mohammed Naseer Sihanas" userId="baf10d46-ca0e-4f93-8b9a-bd1fa4bc7e8f" providerId="ADAL" clId="{FEDFFAA2-E7D6-429A-A6B2-148B5B10B818}" dt="2025-02-23T05:16:46.664" v="3382" actId="14734"/>
      <pc:docMkLst>
        <pc:docMk/>
      </pc:docMkLst>
      <pc:sldChg chg="modSp mod modTransition">
        <pc:chgData name="Mohammed Naseer Sihanas" userId="baf10d46-ca0e-4f93-8b9a-bd1fa4bc7e8f" providerId="ADAL" clId="{FEDFFAA2-E7D6-429A-A6B2-148B5B10B818}" dt="2025-02-20T13:54:10.354" v="92"/>
        <pc:sldMkLst>
          <pc:docMk/>
          <pc:sldMk cId="586279802" sldId="256"/>
        </pc:sldMkLst>
        <pc:spChg chg="mod">
          <ac:chgData name="Mohammed Naseer Sihanas" userId="baf10d46-ca0e-4f93-8b9a-bd1fa4bc7e8f" providerId="ADAL" clId="{FEDFFAA2-E7D6-429A-A6B2-148B5B10B818}" dt="2025-02-20T06:25:07.613" v="88" actId="13926"/>
          <ac:spMkLst>
            <pc:docMk/>
            <pc:sldMk cId="586279802" sldId="256"/>
            <ac:spMk id="2" creationId="{4A3FDA4B-B8D0-411B-9352-91737DF3F812}"/>
          </ac:spMkLst>
        </pc:spChg>
        <pc:spChg chg="mod">
          <ac:chgData name="Mohammed Naseer Sihanas" userId="baf10d46-ca0e-4f93-8b9a-bd1fa4bc7e8f" providerId="ADAL" clId="{FEDFFAA2-E7D6-429A-A6B2-148B5B10B818}" dt="2025-02-20T06:23:41.669" v="81" actId="20577"/>
          <ac:spMkLst>
            <pc:docMk/>
            <pc:sldMk cId="586279802" sldId="256"/>
            <ac:spMk id="3" creationId="{06594787-82F1-457D-A305-66ECDCF187DC}"/>
          </ac:spMkLst>
        </pc:spChg>
      </pc:sldChg>
      <pc:sldChg chg="modTransition">
        <pc:chgData name="Mohammed Naseer Sihanas" userId="baf10d46-ca0e-4f93-8b9a-bd1fa4bc7e8f" providerId="ADAL" clId="{FEDFFAA2-E7D6-429A-A6B2-148B5B10B818}" dt="2025-02-20T13:54:10.354" v="92"/>
        <pc:sldMkLst>
          <pc:docMk/>
          <pc:sldMk cId="1151785945" sldId="264"/>
        </pc:sldMkLst>
      </pc:sldChg>
      <pc:sldChg chg="modTransition">
        <pc:chgData name="Mohammed Naseer Sihanas" userId="baf10d46-ca0e-4f93-8b9a-bd1fa4bc7e8f" providerId="ADAL" clId="{FEDFFAA2-E7D6-429A-A6B2-148B5B10B818}" dt="2025-02-20T13:54:10.354" v="92"/>
        <pc:sldMkLst>
          <pc:docMk/>
          <pc:sldMk cId="822589109" sldId="284"/>
        </pc:sldMkLst>
      </pc:sldChg>
      <pc:sldChg chg="modTransition">
        <pc:chgData name="Mohammed Naseer Sihanas" userId="baf10d46-ca0e-4f93-8b9a-bd1fa4bc7e8f" providerId="ADAL" clId="{FEDFFAA2-E7D6-429A-A6B2-148B5B10B818}" dt="2025-02-20T13:54:10.354" v="92"/>
        <pc:sldMkLst>
          <pc:docMk/>
          <pc:sldMk cId="2019341643" sldId="322"/>
        </pc:sldMkLst>
      </pc:sldChg>
      <pc:sldChg chg="addSp delSp modSp mod modTransition">
        <pc:chgData name="Mohammed Naseer Sihanas" userId="baf10d46-ca0e-4f93-8b9a-bd1fa4bc7e8f" providerId="ADAL" clId="{FEDFFAA2-E7D6-429A-A6B2-148B5B10B818}" dt="2025-02-22T07:42:06.154" v="3290" actId="1076"/>
        <pc:sldMkLst>
          <pc:docMk/>
          <pc:sldMk cId="741349727" sldId="326"/>
        </pc:sldMkLst>
        <pc:spChg chg="add mod">
          <ac:chgData name="Mohammed Naseer Sihanas" userId="baf10d46-ca0e-4f93-8b9a-bd1fa4bc7e8f" providerId="ADAL" clId="{FEDFFAA2-E7D6-429A-A6B2-148B5B10B818}" dt="2025-02-22T06:41:06.214" v="3212" actId="403"/>
          <ac:spMkLst>
            <pc:docMk/>
            <pc:sldMk cId="741349727" sldId="326"/>
            <ac:spMk id="6" creationId="{AB94CAC3-65A5-C6A2-0F13-38D702297182}"/>
          </ac:spMkLst>
        </pc:spChg>
        <pc:spChg chg="add del">
          <ac:chgData name="Mohammed Naseer Sihanas" userId="baf10d46-ca0e-4f93-8b9a-bd1fa4bc7e8f" providerId="ADAL" clId="{FEDFFAA2-E7D6-429A-A6B2-148B5B10B818}" dt="2025-02-22T07:42:02.104" v="3289" actId="478"/>
          <ac:spMkLst>
            <pc:docMk/>
            <pc:sldMk cId="741349727" sldId="326"/>
            <ac:spMk id="9" creationId="{4E17AE17-4C12-A01A-0A81-E1538DF90548}"/>
          </ac:spMkLst>
        </pc:spChg>
        <pc:picChg chg="add mod">
          <ac:chgData name="Mohammed Naseer Sihanas" userId="baf10d46-ca0e-4f93-8b9a-bd1fa4bc7e8f" providerId="ADAL" clId="{FEDFFAA2-E7D6-429A-A6B2-148B5B10B818}" dt="2025-02-22T07:42:06.154" v="3290" actId="1076"/>
          <ac:picMkLst>
            <pc:docMk/>
            <pc:sldMk cId="741349727" sldId="326"/>
            <ac:picMk id="8" creationId="{324AC82D-878E-EAEE-8EA8-BF810FC4886A}"/>
          </ac:picMkLst>
        </pc:picChg>
      </pc:sldChg>
      <pc:sldChg chg="modTransition">
        <pc:chgData name="Mohammed Naseer Sihanas" userId="baf10d46-ca0e-4f93-8b9a-bd1fa4bc7e8f" providerId="ADAL" clId="{FEDFFAA2-E7D6-429A-A6B2-148B5B10B818}" dt="2025-02-20T13:54:10.354" v="92"/>
        <pc:sldMkLst>
          <pc:docMk/>
          <pc:sldMk cId="692805454" sldId="327"/>
        </pc:sldMkLst>
      </pc:sldChg>
      <pc:sldChg chg="modSp mod modTransition">
        <pc:chgData name="Mohammed Naseer Sihanas" userId="baf10d46-ca0e-4f93-8b9a-bd1fa4bc7e8f" providerId="ADAL" clId="{FEDFFAA2-E7D6-429A-A6B2-148B5B10B818}" dt="2025-02-22T03:55:35.560" v="113" actId="113"/>
        <pc:sldMkLst>
          <pc:docMk/>
          <pc:sldMk cId="1120326709" sldId="328"/>
        </pc:sldMkLst>
        <pc:spChg chg="mod">
          <ac:chgData name="Mohammed Naseer Sihanas" userId="baf10d46-ca0e-4f93-8b9a-bd1fa4bc7e8f" providerId="ADAL" clId="{FEDFFAA2-E7D6-429A-A6B2-148B5B10B818}" dt="2025-02-22T03:55:35.560" v="113" actId="113"/>
          <ac:spMkLst>
            <pc:docMk/>
            <pc:sldMk cId="1120326709" sldId="32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61252214" sldId="329"/>
        </pc:sldMkLst>
      </pc:sldChg>
      <pc:sldChg chg="addSp modSp mod modTransition">
        <pc:chgData name="Mohammed Naseer Sihanas" userId="baf10d46-ca0e-4f93-8b9a-bd1fa4bc7e8f" providerId="ADAL" clId="{FEDFFAA2-E7D6-429A-A6B2-148B5B10B818}" dt="2025-02-22T04:01:35.407" v="178" actId="5793"/>
        <pc:sldMkLst>
          <pc:docMk/>
          <pc:sldMk cId="3562125749" sldId="330"/>
        </pc:sldMkLst>
        <pc:spChg chg="add">
          <ac:chgData name="Mohammed Naseer Sihanas" userId="baf10d46-ca0e-4f93-8b9a-bd1fa4bc7e8f" providerId="ADAL" clId="{FEDFFAA2-E7D6-429A-A6B2-148B5B10B818}" dt="2025-02-22T03:59:49.313" v="158"/>
          <ac:spMkLst>
            <pc:docMk/>
            <pc:sldMk cId="3562125749" sldId="330"/>
            <ac:spMk id="2" creationId="{C58C4504-0151-32A4-F5E5-8631166A5D8B}"/>
          </ac:spMkLst>
        </pc:spChg>
        <pc:spChg chg="mod">
          <ac:chgData name="Mohammed Naseer Sihanas" userId="baf10d46-ca0e-4f93-8b9a-bd1fa4bc7e8f" providerId="ADAL" clId="{FEDFFAA2-E7D6-429A-A6B2-148B5B10B818}" dt="2025-02-22T04:01:35.407" v="178" actId="5793"/>
          <ac:spMkLst>
            <pc:docMk/>
            <pc:sldMk cId="3562125749" sldId="33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2758065626" sldId="331"/>
        </pc:sldMkLst>
      </pc:sldChg>
      <pc:sldChg chg="modSp mod modTransition">
        <pc:chgData name="Mohammed Naseer Sihanas" userId="baf10d46-ca0e-4f93-8b9a-bd1fa4bc7e8f" providerId="ADAL" clId="{FEDFFAA2-E7D6-429A-A6B2-148B5B10B818}" dt="2025-02-22T04:04:02.999" v="194" actId="113"/>
        <pc:sldMkLst>
          <pc:docMk/>
          <pc:sldMk cId="74280043" sldId="332"/>
        </pc:sldMkLst>
        <pc:spChg chg="mod">
          <ac:chgData name="Mohammed Naseer Sihanas" userId="baf10d46-ca0e-4f93-8b9a-bd1fa4bc7e8f" providerId="ADAL" clId="{FEDFFAA2-E7D6-429A-A6B2-148B5B10B818}" dt="2025-02-22T04:04:02.999" v="194" actId="113"/>
          <ac:spMkLst>
            <pc:docMk/>
            <pc:sldMk cId="74280043" sldId="332"/>
            <ac:spMk id="3" creationId="{7CB860C7-93AD-4311-8CD4-4580644B47DD}"/>
          </ac:spMkLst>
        </pc:spChg>
      </pc:sldChg>
      <pc:sldChg chg="addSp delSp modSp mod modTransition">
        <pc:chgData name="Mohammed Naseer Sihanas" userId="baf10d46-ca0e-4f93-8b9a-bd1fa4bc7e8f" providerId="ADAL" clId="{FEDFFAA2-E7D6-429A-A6B2-148B5B10B818}" dt="2025-02-22T04:02:07.760" v="186"/>
        <pc:sldMkLst>
          <pc:docMk/>
          <pc:sldMk cId="3936374435" sldId="334"/>
        </pc:sldMkLst>
        <pc:spChg chg="add del mod">
          <ac:chgData name="Mohammed Naseer Sihanas" userId="baf10d46-ca0e-4f93-8b9a-bd1fa4bc7e8f" providerId="ADAL" clId="{FEDFFAA2-E7D6-429A-A6B2-148B5B10B818}" dt="2025-02-22T04:01:41.382" v="181" actId="478"/>
          <ac:spMkLst>
            <pc:docMk/>
            <pc:sldMk cId="3936374435" sldId="334"/>
            <ac:spMk id="2" creationId="{6D004C78-5340-59F6-6654-54A4A0C2AC22}"/>
          </ac:spMkLst>
        </pc:spChg>
        <pc:spChg chg="add del mod">
          <ac:chgData name="Mohammed Naseer Sihanas" userId="baf10d46-ca0e-4f93-8b9a-bd1fa4bc7e8f" providerId="ADAL" clId="{FEDFFAA2-E7D6-429A-A6B2-148B5B10B818}" dt="2025-02-22T04:02:07.760" v="186"/>
          <ac:spMkLst>
            <pc:docMk/>
            <pc:sldMk cId="3936374435" sldId="334"/>
            <ac:spMk id="3" creationId="{7CB860C7-93AD-4311-8CD4-4580644B47DD}"/>
          </ac:spMkLst>
        </pc:spChg>
        <pc:spChg chg="add del mod">
          <ac:chgData name="Mohammed Naseer Sihanas" userId="baf10d46-ca0e-4f93-8b9a-bd1fa4bc7e8f" providerId="ADAL" clId="{FEDFFAA2-E7D6-429A-A6B2-148B5B10B818}" dt="2025-02-22T04:01:48.883" v="182" actId="478"/>
          <ac:spMkLst>
            <pc:docMk/>
            <pc:sldMk cId="3936374435" sldId="334"/>
            <ac:spMk id="7" creationId="{4CD359FC-600F-F29B-68B5-347135A3438D}"/>
          </ac:spMkLst>
        </pc:spChg>
      </pc:sldChg>
      <pc:sldChg chg="modTransition">
        <pc:chgData name="Mohammed Naseer Sihanas" userId="baf10d46-ca0e-4f93-8b9a-bd1fa4bc7e8f" providerId="ADAL" clId="{FEDFFAA2-E7D6-429A-A6B2-148B5B10B818}" dt="2025-02-20T13:54:10.354" v="92"/>
        <pc:sldMkLst>
          <pc:docMk/>
          <pc:sldMk cId="3896243069" sldId="336"/>
        </pc:sldMkLst>
      </pc:sldChg>
      <pc:sldChg chg="modSp mod modTransition">
        <pc:chgData name="Mohammed Naseer Sihanas" userId="baf10d46-ca0e-4f93-8b9a-bd1fa4bc7e8f" providerId="ADAL" clId="{FEDFFAA2-E7D6-429A-A6B2-148B5B10B818}" dt="2025-02-22T03:57:30.721" v="130" actId="113"/>
        <pc:sldMkLst>
          <pc:docMk/>
          <pc:sldMk cId="73318650" sldId="338"/>
        </pc:sldMkLst>
        <pc:spChg chg="mod">
          <ac:chgData name="Mohammed Naseer Sihanas" userId="baf10d46-ca0e-4f93-8b9a-bd1fa4bc7e8f" providerId="ADAL" clId="{FEDFFAA2-E7D6-429A-A6B2-148B5B10B818}" dt="2025-02-22T03:57:30.721" v="130" actId="113"/>
          <ac:spMkLst>
            <pc:docMk/>
            <pc:sldMk cId="73318650" sldId="33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4678449" sldId="340"/>
        </pc:sldMkLst>
      </pc:sldChg>
      <pc:sldChg chg="modSp mod modTransition">
        <pc:chgData name="Mohammed Naseer Sihanas" userId="baf10d46-ca0e-4f93-8b9a-bd1fa4bc7e8f" providerId="ADAL" clId="{FEDFFAA2-E7D6-429A-A6B2-148B5B10B818}" dt="2025-02-22T03:51:03.389" v="107" actId="404"/>
        <pc:sldMkLst>
          <pc:docMk/>
          <pc:sldMk cId="2100183469" sldId="342"/>
        </pc:sldMkLst>
        <pc:spChg chg="mod">
          <ac:chgData name="Mohammed Naseer Sihanas" userId="baf10d46-ca0e-4f93-8b9a-bd1fa4bc7e8f" providerId="ADAL" clId="{FEDFFAA2-E7D6-429A-A6B2-148B5B10B818}" dt="2025-02-22T03:51:03.389" v="107" actId="404"/>
          <ac:spMkLst>
            <pc:docMk/>
            <pc:sldMk cId="2100183469" sldId="342"/>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3343424140" sldId="344"/>
        </pc:sldMkLst>
      </pc:sldChg>
      <pc:sldChg chg="modSp mod modTransition">
        <pc:chgData name="Mohammed Naseer Sihanas" userId="baf10d46-ca0e-4f93-8b9a-bd1fa4bc7e8f" providerId="ADAL" clId="{FEDFFAA2-E7D6-429A-A6B2-148B5B10B818}" dt="2025-02-22T04:04:28.897" v="197"/>
        <pc:sldMkLst>
          <pc:docMk/>
          <pc:sldMk cId="4275002848" sldId="346"/>
        </pc:sldMkLst>
        <pc:spChg chg="mod">
          <ac:chgData name="Mohammed Naseer Sihanas" userId="baf10d46-ca0e-4f93-8b9a-bd1fa4bc7e8f" providerId="ADAL" clId="{FEDFFAA2-E7D6-429A-A6B2-148B5B10B818}" dt="2025-02-22T04:04:28.897" v="197"/>
          <ac:spMkLst>
            <pc:docMk/>
            <pc:sldMk cId="4275002848" sldId="346"/>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515819914" sldId="348"/>
        </pc:sldMkLst>
      </pc:sldChg>
      <pc:sldChg chg="modSp mod modTransition">
        <pc:chgData name="Mohammed Naseer Sihanas" userId="baf10d46-ca0e-4f93-8b9a-bd1fa4bc7e8f" providerId="ADAL" clId="{FEDFFAA2-E7D6-429A-A6B2-148B5B10B818}" dt="2025-02-22T04:08:27.731" v="234" actId="12"/>
        <pc:sldMkLst>
          <pc:docMk/>
          <pc:sldMk cId="1129763718" sldId="350"/>
        </pc:sldMkLst>
        <pc:spChg chg="mod">
          <ac:chgData name="Mohammed Naseer Sihanas" userId="baf10d46-ca0e-4f93-8b9a-bd1fa4bc7e8f" providerId="ADAL" clId="{FEDFFAA2-E7D6-429A-A6B2-148B5B10B818}" dt="2025-02-22T04:08:27.731" v="234" actId="12"/>
          <ac:spMkLst>
            <pc:docMk/>
            <pc:sldMk cId="1129763718" sldId="35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236290676" sldId="352"/>
        </pc:sldMkLst>
      </pc:sldChg>
      <pc:sldChg chg="addSp delSp modSp mod modTransition">
        <pc:chgData name="Mohammed Naseer Sihanas" userId="baf10d46-ca0e-4f93-8b9a-bd1fa4bc7e8f" providerId="ADAL" clId="{FEDFFAA2-E7D6-429A-A6B2-148B5B10B818}" dt="2025-02-22T07:39:21.703" v="3284" actId="20577"/>
        <pc:sldMkLst>
          <pc:docMk/>
          <pc:sldMk cId="3152455815" sldId="355"/>
        </pc:sldMkLst>
        <pc:spChg chg="add del mod">
          <ac:chgData name="Mohammed Naseer Sihanas" userId="baf10d46-ca0e-4f93-8b9a-bd1fa4bc7e8f" providerId="ADAL" clId="{FEDFFAA2-E7D6-429A-A6B2-148B5B10B818}" dt="2025-02-22T04:28:57.427" v="529" actId="3680"/>
          <ac:spMkLst>
            <pc:docMk/>
            <pc:sldMk cId="3152455815" sldId="355"/>
            <ac:spMk id="3" creationId="{9EDDDF06-0209-1A1D-7472-DB4F26A6C0D9}"/>
          </ac:spMkLst>
        </pc:spChg>
        <pc:graphicFrameChg chg="add mod ord modGraphic">
          <ac:chgData name="Mohammed Naseer Sihanas" userId="baf10d46-ca0e-4f93-8b9a-bd1fa4bc7e8f" providerId="ADAL" clId="{FEDFFAA2-E7D6-429A-A6B2-148B5B10B818}" dt="2025-02-22T07:39:21.703" v="3284" actId="20577"/>
          <ac:graphicFrameMkLst>
            <pc:docMk/>
            <pc:sldMk cId="3152455815" sldId="355"/>
            <ac:graphicFrameMk id="7" creationId="{BDA173CF-344C-BBAD-62AC-8D618C6F2E8B}"/>
          </ac:graphicFrameMkLst>
        </pc:graphicFrameChg>
        <pc:picChg chg="del">
          <ac:chgData name="Mohammed Naseer Sihanas" userId="baf10d46-ca0e-4f93-8b9a-bd1fa4bc7e8f" providerId="ADAL" clId="{FEDFFAA2-E7D6-429A-A6B2-148B5B10B818}" dt="2025-02-22T04:28:43.909" v="527" actId="478"/>
          <ac:picMkLst>
            <pc:docMk/>
            <pc:sldMk cId="3152455815" sldId="355"/>
            <ac:picMk id="8" creationId="{00000000-0000-0000-0000-000000000000}"/>
          </ac:picMkLst>
        </pc:picChg>
      </pc:sldChg>
      <pc:sldChg chg="modTransition">
        <pc:chgData name="Mohammed Naseer Sihanas" userId="baf10d46-ca0e-4f93-8b9a-bd1fa4bc7e8f" providerId="ADAL" clId="{FEDFFAA2-E7D6-429A-A6B2-148B5B10B818}" dt="2025-02-20T13:54:10.354" v="92"/>
        <pc:sldMkLst>
          <pc:docMk/>
          <pc:sldMk cId="2810002984" sldId="357"/>
        </pc:sldMkLst>
      </pc:sldChg>
      <pc:sldChg chg="addSp delSp modSp mod modTransition setBg">
        <pc:chgData name="Mohammed Naseer Sihanas" userId="baf10d46-ca0e-4f93-8b9a-bd1fa4bc7e8f" providerId="ADAL" clId="{FEDFFAA2-E7D6-429A-A6B2-148B5B10B818}" dt="2025-02-22T05:32:14.805" v="638" actId="14100"/>
        <pc:sldMkLst>
          <pc:docMk/>
          <pc:sldMk cId="1838708753" sldId="358"/>
        </pc:sldMkLst>
        <pc:spChg chg="add del mod">
          <ac:chgData name="Mohammed Naseer Sihanas" userId="baf10d46-ca0e-4f93-8b9a-bd1fa4bc7e8f" providerId="ADAL" clId="{FEDFFAA2-E7D6-429A-A6B2-148B5B10B818}" dt="2025-02-22T05:31:57.268" v="630" actId="931"/>
          <ac:spMkLst>
            <pc:docMk/>
            <pc:sldMk cId="1838708753" sldId="358"/>
            <ac:spMk id="3" creationId="{2F40AF6E-14CC-BBA4-09A7-A65EFA04719D}"/>
          </ac:spMkLst>
        </pc:spChg>
        <pc:spChg chg="mod">
          <ac:chgData name="Mohammed Naseer Sihanas" userId="baf10d46-ca0e-4f93-8b9a-bd1fa4bc7e8f" providerId="ADAL" clId="{FEDFFAA2-E7D6-429A-A6B2-148B5B10B818}" dt="2025-02-22T05:32:04.573" v="634" actId="26606"/>
          <ac:spMkLst>
            <pc:docMk/>
            <pc:sldMk cId="1838708753" sldId="358"/>
            <ac:spMk id="4"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5"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6" creationId="{00000000-0000-0000-0000-000000000000}"/>
          </ac:spMkLst>
        </pc:spChg>
        <pc:spChg chg="add">
          <ac:chgData name="Mohammed Naseer Sihanas" userId="baf10d46-ca0e-4f93-8b9a-bd1fa4bc7e8f" providerId="ADAL" clId="{FEDFFAA2-E7D6-429A-A6B2-148B5B10B818}" dt="2025-02-22T05:32:04.573" v="634" actId="26606"/>
          <ac:spMkLst>
            <pc:docMk/>
            <pc:sldMk cId="1838708753" sldId="358"/>
            <ac:spMk id="14" creationId="{F3060C83-F051-4F0E-ABAD-AA0DFC48B218}"/>
          </ac:spMkLst>
        </pc:spChg>
        <pc:spChg chg="add">
          <ac:chgData name="Mohammed Naseer Sihanas" userId="baf10d46-ca0e-4f93-8b9a-bd1fa4bc7e8f" providerId="ADAL" clId="{FEDFFAA2-E7D6-429A-A6B2-148B5B10B818}" dt="2025-02-22T05:32:04.573" v="634" actId="26606"/>
          <ac:spMkLst>
            <pc:docMk/>
            <pc:sldMk cId="1838708753" sldId="358"/>
            <ac:spMk id="16" creationId="{83C98ABE-055B-441F-B07E-44F97F083C39}"/>
          </ac:spMkLst>
        </pc:spChg>
        <pc:spChg chg="add">
          <ac:chgData name="Mohammed Naseer Sihanas" userId="baf10d46-ca0e-4f93-8b9a-bd1fa4bc7e8f" providerId="ADAL" clId="{FEDFFAA2-E7D6-429A-A6B2-148B5B10B818}" dt="2025-02-22T05:32:04.573" v="634" actId="26606"/>
          <ac:spMkLst>
            <pc:docMk/>
            <pc:sldMk cId="1838708753" sldId="358"/>
            <ac:spMk id="18" creationId="{29FDB030-9B49-4CED-8CCD-4D99382388AC}"/>
          </ac:spMkLst>
        </pc:spChg>
        <pc:spChg chg="add">
          <ac:chgData name="Mohammed Naseer Sihanas" userId="baf10d46-ca0e-4f93-8b9a-bd1fa4bc7e8f" providerId="ADAL" clId="{FEDFFAA2-E7D6-429A-A6B2-148B5B10B818}" dt="2025-02-22T05:32:04.573" v="634" actId="26606"/>
          <ac:spMkLst>
            <pc:docMk/>
            <pc:sldMk cId="1838708753" sldId="358"/>
            <ac:spMk id="20" creationId="{3783CA14-24A1-485C-8B30-D6A5D87987AD}"/>
          </ac:spMkLst>
        </pc:spChg>
        <pc:spChg chg="add">
          <ac:chgData name="Mohammed Naseer Sihanas" userId="baf10d46-ca0e-4f93-8b9a-bd1fa4bc7e8f" providerId="ADAL" clId="{FEDFFAA2-E7D6-429A-A6B2-148B5B10B818}" dt="2025-02-22T05:32:04.573" v="634" actId="26606"/>
          <ac:spMkLst>
            <pc:docMk/>
            <pc:sldMk cId="1838708753" sldId="358"/>
            <ac:spMk id="22" creationId="{9A97C86A-04D6-40F7-AE84-31AB43E6A846}"/>
          </ac:spMkLst>
        </pc:spChg>
        <pc:spChg chg="add">
          <ac:chgData name="Mohammed Naseer Sihanas" userId="baf10d46-ca0e-4f93-8b9a-bd1fa4bc7e8f" providerId="ADAL" clId="{FEDFFAA2-E7D6-429A-A6B2-148B5B10B818}" dt="2025-02-22T05:32:04.573" v="634" actId="26606"/>
          <ac:spMkLst>
            <pc:docMk/>
            <pc:sldMk cId="1838708753" sldId="358"/>
            <ac:spMk id="24" creationId="{FF9F2414-84E8-453E-B1F3-389FDE8192D9}"/>
          </ac:spMkLst>
        </pc:spChg>
        <pc:spChg chg="add">
          <ac:chgData name="Mohammed Naseer Sihanas" userId="baf10d46-ca0e-4f93-8b9a-bd1fa4bc7e8f" providerId="ADAL" clId="{FEDFFAA2-E7D6-429A-A6B2-148B5B10B818}" dt="2025-02-22T05:32:04.573" v="634" actId="26606"/>
          <ac:spMkLst>
            <pc:docMk/>
            <pc:sldMk cId="1838708753" sldId="358"/>
            <ac:spMk id="26" creationId="{3ECA69A1-7536-43AC-85EF-C7106179F5ED}"/>
          </ac:spMkLst>
        </pc:spChg>
        <pc:picChg chg="del mod">
          <ac:chgData name="Mohammed Naseer Sihanas" userId="baf10d46-ca0e-4f93-8b9a-bd1fa4bc7e8f" providerId="ADAL" clId="{FEDFFAA2-E7D6-429A-A6B2-148B5B10B818}" dt="2025-02-22T05:31:47.298" v="629" actId="478"/>
          <ac:picMkLst>
            <pc:docMk/>
            <pc:sldMk cId="1838708753" sldId="358"/>
            <ac:picMk id="7" creationId="{00000000-0000-0000-0000-000000000000}"/>
          </ac:picMkLst>
        </pc:picChg>
        <pc:picChg chg="add mod">
          <ac:chgData name="Mohammed Naseer Sihanas" userId="baf10d46-ca0e-4f93-8b9a-bd1fa4bc7e8f" providerId="ADAL" clId="{FEDFFAA2-E7D6-429A-A6B2-148B5B10B818}" dt="2025-02-22T05:32:14.805" v="638" actId="14100"/>
          <ac:picMkLst>
            <pc:docMk/>
            <pc:sldMk cId="1838708753" sldId="358"/>
            <ac:picMk id="9" creationId="{9CC34B12-AC6D-1D36-B637-50C8F7909394}"/>
          </ac:picMkLst>
        </pc:picChg>
      </pc:sldChg>
      <pc:sldChg chg="modTransition">
        <pc:chgData name="Mohammed Naseer Sihanas" userId="baf10d46-ca0e-4f93-8b9a-bd1fa4bc7e8f" providerId="ADAL" clId="{FEDFFAA2-E7D6-429A-A6B2-148B5B10B818}" dt="2025-02-20T13:54:10.354" v="92"/>
        <pc:sldMkLst>
          <pc:docMk/>
          <pc:sldMk cId="3963173477" sldId="360"/>
        </pc:sldMkLst>
      </pc:sldChg>
      <pc:sldChg chg="addSp delSp modSp mod modTransition">
        <pc:chgData name="Mohammed Naseer Sihanas" userId="baf10d46-ca0e-4f93-8b9a-bd1fa4bc7e8f" providerId="ADAL" clId="{FEDFFAA2-E7D6-429A-A6B2-148B5B10B818}" dt="2025-02-23T05:04:50.500" v="3305" actId="20577"/>
        <pc:sldMkLst>
          <pc:docMk/>
          <pc:sldMk cId="780469627" sldId="361"/>
        </pc:sldMkLst>
        <pc:spChg chg="mod">
          <ac:chgData name="Mohammed Naseer Sihanas" userId="baf10d46-ca0e-4f93-8b9a-bd1fa4bc7e8f" providerId="ADAL" clId="{FEDFFAA2-E7D6-429A-A6B2-148B5B10B818}" dt="2025-02-23T05:04:50.500" v="3305" actId="20577"/>
          <ac:spMkLst>
            <pc:docMk/>
            <pc:sldMk cId="780469627" sldId="361"/>
            <ac:spMk id="3" creationId="{88F82F8E-F63A-203F-E813-64D9A761AAB3}"/>
          </ac:spMkLst>
        </pc:spChg>
        <pc:spChg chg="add del mod">
          <ac:chgData name="Mohammed Naseer Sihanas" userId="baf10d46-ca0e-4f93-8b9a-bd1fa4bc7e8f" providerId="ADAL" clId="{FEDFFAA2-E7D6-429A-A6B2-148B5B10B818}" dt="2025-02-22T05:41:47.493" v="648" actId="478"/>
          <ac:spMkLst>
            <pc:docMk/>
            <pc:sldMk cId="780469627" sldId="361"/>
            <ac:spMk id="8" creationId="{62F08FD4-F418-CA2B-7326-CA091F8F7D04}"/>
          </ac:spMkLst>
        </pc:spChg>
        <pc:spChg chg="add del">
          <ac:chgData name="Mohammed Naseer Sihanas" userId="baf10d46-ca0e-4f93-8b9a-bd1fa4bc7e8f" providerId="ADAL" clId="{FEDFFAA2-E7D6-429A-A6B2-148B5B10B818}" dt="2025-02-22T05:41:54.262" v="649" actId="478"/>
          <ac:spMkLst>
            <pc:docMk/>
            <pc:sldMk cId="780469627" sldId="361"/>
            <ac:spMk id="9" creationId="{0355FE1A-13EA-8885-0342-D6AD01AFDFAF}"/>
          </ac:spMkLst>
        </pc:spChg>
        <pc:spChg chg="add mod">
          <ac:chgData name="Mohammed Naseer Sihanas" userId="baf10d46-ca0e-4f93-8b9a-bd1fa4bc7e8f" providerId="ADAL" clId="{FEDFFAA2-E7D6-429A-A6B2-148B5B10B818}" dt="2025-02-22T06:06:16.815" v="1200" actId="1035"/>
          <ac:spMkLst>
            <pc:docMk/>
            <pc:sldMk cId="780469627" sldId="361"/>
            <ac:spMk id="10" creationId="{9B3D276C-B3D2-1BAE-D27D-BA467A1CDA6D}"/>
          </ac:spMkLst>
        </pc:spChg>
        <pc:spChg chg="add mod">
          <ac:chgData name="Mohammed Naseer Sihanas" userId="baf10d46-ca0e-4f93-8b9a-bd1fa4bc7e8f" providerId="ADAL" clId="{FEDFFAA2-E7D6-429A-A6B2-148B5B10B818}" dt="2025-02-22T06:06:16.815" v="1200" actId="1035"/>
          <ac:spMkLst>
            <pc:docMk/>
            <pc:sldMk cId="780469627" sldId="361"/>
            <ac:spMk id="11" creationId="{CDE3479C-A65E-7880-3571-5A41817003E9}"/>
          </ac:spMkLst>
        </pc:spChg>
        <pc:spChg chg="add mod">
          <ac:chgData name="Mohammed Naseer Sihanas" userId="baf10d46-ca0e-4f93-8b9a-bd1fa4bc7e8f" providerId="ADAL" clId="{FEDFFAA2-E7D6-429A-A6B2-148B5B10B818}" dt="2025-02-22T06:06:16.815" v="1200" actId="1035"/>
          <ac:spMkLst>
            <pc:docMk/>
            <pc:sldMk cId="780469627" sldId="361"/>
            <ac:spMk id="12" creationId="{602922B3-2B31-7CA8-6CF4-516CA1BDEF9B}"/>
          </ac:spMkLst>
        </pc:spChg>
        <pc:spChg chg="add mod">
          <ac:chgData name="Mohammed Naseer Sihanas" userId="baf10d46-ca0e-4f93-8b9a-bd1fa4bc7e8f" providerId="ADAL" clId="{FEDFFAA2-E7D6-429A-A6B2-148B5B10B818}" dt="2025-02-22T06:06:16.815" v="1200" actId="1035"/>
          <ac:spMkLst>
            <pc:docMk/>
            <pc:sldMk cId="780469627" sldId="361"/>
            <ac:spMk id="13" creationId="{E0FECF72-C647-963F-D925-D7DAF0A58C79}"/>
          </ac:spMkLst>
        </pc:spChg>
        <pc:spChg chg="add mod">
          <ac:chgData name="Mohammed Naseer Sihanas" userId="baf10d46-ca0e-4f93-8b9a-bd1fa4bc7e8f" providerId="ADAL" clId="{FEDFFAA2-E7D6-429A-A6B2-148B5B10B818}" dt="2025-02-22T06:07:19.117" v="1220" actId="1038"/>
          <ac:spMkLst>
            <pc:docMk/>
            <pc:sldMk cId="780469627" sldId="361"/>
            <ac:spMk id="14" creationId="{D3B95477-39CE-A2E6-4557-1CB100AE553F}"/>
          </ac:spMkLst>
        </pc:spChg>
        <pc:spChg chg="add mod">
          <ac:chgData name="Mohammed Naseer Sihanas" userId="baf10d46-ca0e-4f93-8b9a-bd1fa4bc7e8f" providerId="ADAL" clId="{FEDFFAA2-E7D6-429A-A6B2-148B5B10B818}" dt="2025-02-22T06:06:16.815" v="1200" actId="1035"/>
          <ac:spMkLst>
            <pc:docMk/>
            <pc:sldMk cId="780469627" sldId="361"/>
            <ac:spMk id="15" creationId="{66AFB0A0-32EB-AE88-FE77-0FD0E0668DA1}"/>
          </ac:spMkLst>
        </pc:spChg>
        <pc:spChg chg="add mod">
          <ac:chgData name="Mohammed Naseer Sihanas" userId="baf10d46-ca0e-4f93-8b9a-bd1fa4bc7e8f" providerId="ADAL" clId="{FEDFFAA2-E7D6-429A-A6B2-148B5B10B818}" dt="2025-02-22T06:06:16.815" v="1200" actId="1035"/>
          <ac:spMkLst>
            <pc:docMk/>
            <pc:sldMk cId="780469627" sldId="361"/>
            <ac:spMk id="44" creationId="{DE67A987-AE9F-50BC-3031-D5ED5EA7BA40}"/>
          </ac:spMkLst>
        </pc:spChg>
        <pc:spChg chg="add mod">
          <ac:chgData name="Mohammed Naseer Sihanas" userId="baf10d46-ca0e-4f93-8b9a-bd1fa4bc7e8f" providerId="ADAL" clId="{FEDFFAA2-E7D6-429A-A6B2-148B5B10B818}" dt="2025-02-22T06:06:16.815" v="1200" actId="1035"/>
          <ac:spMkLst>
            <pc:docMk/>
            <pc:sldMk cId="780469627" sldId="361"/>
            <ac:spMk id="45" creationId="{6E3467E9-B125-24F9-62E2-CE95DAE8F8F3}"/>
          </ac:spMkLst>
        </pc:spChg>
        <pc:spChg chg="add mod">
          <ac:chgData name="Mohammed Naseer Sihanas" userId="baf10d46-ca0e-4f93-8b9a-bd1fa4bc7e8f" providerId="ADAL" clId="{FEDFFAA2-E7D6-429A-A6B2-148B5B10B818}" dt="2025-02-22T06:06:16.815" v="1200" actId="1035"/>
          <ac:spMkLst>
            <pc:docMk/>
            <pc:sldMk cId="780469627" sldId="361"/>
            <ac:spMk id="46" creationId="{160CE1AA-5D46-D4DD-8B9B-F28EDF378C55}"/>
          </ac:spMkLst>
        </pc:spChg>
        <pc:spChg chg="add mod">
          <ac:chgData name="Mohammed Naseer Sihanas" userId="baf10d46-ca0e-4f93-8b9a-bd1fa4bc7e8f" providerId="ADAL" clId="{FEDFFAA2-E7D6-429A-A6B2-148B5B10B818}" dt="2025-02-22T06:06:42.901" v="1203" actId="207"/>
          <ac:spMkLst>
            <pc:docMk/>
            <pc:sldMk cId="780469627" sldId="361"/>
            <ac:spMk id="78" creationId="{CEB85383-93A2-A6CC-BDCF-7AB734A1D5FF}"/>
          </ac:spMkLst>
        </pc:spChg>
        <pc:picChg chg="del">
          <ac:chgData name="Mohammed Naseer Sihanas" userId="baf10d46-ca0e-4f93-8b9a-bd1fa4bc7e8f" providerId="ADAL" clId="{FEDFFAA2-E7D6-429A-A6B2-148B5B10B818}" dt="2025-02-22T05:41:28.729" v="646" actId="478"/>
          <ac:picMkLst>
            <pc:docMk/>
            <pc:sldMk cId="780469627" sldId="361"/>
            <ac:picMk id="7" creationId="{00000000-0000-0000-0000-000000000000}"/>
          </ac:picMkLst>
        </pc:picChg>
        <pc:cxnChg chg="add mod">
          <ac:chgData name="Mohammed Naseer Sihanas" userId="baf10d46-ca0e-4f93-8b9a-bd1fa4bc7e8f" providerId="ADAL" clId="{FEDFFAA2-E7D6-429A-A6B2-148B5B10B818}" dt="2025-02-22T06:06:16.815" v="1200" actId="1035"/>
          <ac:cxnSpMkLst>
            <pc:docMk/>
            <pc:sldMk cId="780469627" sldId="361"/>
            <ac:cxnSpMk id="17" creationId="{6B287175-6CE7-E51C-0B3C-741FA3A50478}"/>
          </ac:cxnSpMkLst>
        </pc:cxnChg>
        <pc:cxnChg chg="add mod">
          <ac:chgData name="Mohammed Naseer Sihanas" userId="baf10d46-ca0e-4f93-8b9a-bd1fa4bc7e8f" providerId="ADAL" clId="{FEDFFAA2-E7D6-429A-A6B2-148B5B10B818}" dt="2025-02-22T06:07:19.117" v="1220" actId="1038"/>
          <ac:cxnSpMkLst>
            <pc:docMk/>
            <pc:sldMk cId="780469627" sldId="361"/>
            <ac:cxnSpMk id="18" creationId="{7E0B4CDA-9CA5-C907-617C-273470C02317}"/>
          </ac:cxnSpMkLst>
        </pc:cxnChg>
        <pc:cxnChg chg="add mod">
          <ac:chgData name="Mohammed Naseer Sihanas" userId="baf10d46-ca0e-4f93-8b9a-bd1fa4bc7e8f" providerId="ADAL" clId="{FEDFFAA2-E7D6-429A-A6B2-148B5B10B818}" dt="2025-02-22T06:07:19.117" v="1220" actId="1038"/>
          <ac:cxnSpMkLst>
            <pc:docMk/>
            <pc:sldMk cId="780469627" sldId="361"/>
            <ac:cxnSpMk id="20" creationId="{F904009D-1B12-B504-0CE5-15E927BCA958}"/>
          </ac:cxnSpMkLst>
        </pc:cxnChg>
        <pc:cxnChg chg="add mod">
          <ac:chgData name="Mohammed Naseer Sihanas" userId="baf10d46-ca0e-4f93-8b9a-bd1fa4bc7e8f" providerId="ADAL" clId="{FEDFFAA2-E7D6-429A-A6B2-148B5B10B818}" dt="2025-02-22T06:06:16.815" v="1200" actId="1035"/>
          <ac:cxnSpMkLst>
            <pc:docMk/>
            <pc:sldMk cId="780469627" sldId="361"/>
            <ac:cxnSpMk id="24" creationId="{B398ED6C-DBC7-2C9D-0C09-2697F82B6EAB}"/>
          </ac:cxnSpMkLst>
        </pc:cxnChg>
        <pc:cxnChg chg="add mod">
          <ac:chgData name="Mohammed Naseer Sihanas" userId="baf10d46-ca0e-4f93-8b9a-bd1fa4bc7e8f" providerId="ADAL" clId="{FEDFFAA2-E7D6-429A-A6B2-148B5B10B818}" dt="2025-02-22T06:06:16.815" v="1200" actId="1035"/>
          <ac:cxnSpMkLst>
            <pc:docMk/>
            <pc:sldMk cId="780469627" sldId="361"/>
            <ac:cxnSpMk id="27" creationId="{75A2E673-E3EC-5446-7EF0-ED1E51CB126F}"/>
          </ac:cxnSpMkLst>
        </pc:cxnChg>
        <pc:cxnChg chg="add mod">
          <ac:chgData name="Mohammed Naseer Sihanas" userId="baf10d46-ca0e-4f93-8b9a-bd1fa4bc7e8f" providerId="ADAL" clId="{FEDFFAA2-E7D6-429A-A6B2-148B5B10B818}" dt="2025-02-22T06:06:16.815" v="1200" actId="1035"/>
          <ac:cxnSpMkLst>
            <pc:docMk/>
            <pc:sldMk cId="780469627" sldId="361"/>
            <ac:cxnSpMk id="47" creationId="{B830BB67-110E-75D7-C5EB-AF877A261BA0}"/>
          </ac:cxnSpMkLst>
        </pc:cxnChg>
        <pc:cxnChg chg="add mod">
          <ac:chgData name="Mohammed Naseer Sihanas" userId="baf10d46-ca0e-4f93-8b9a-bd1fa4bc7e8f" providerId="ADAL" clId="{FEDFFAA2-E7D6-429A-A6B2-148B5B10B818}" dt="2025-02-22T06:06:16.815" v="1200" actId="1035"/>
          <ac:cxnSpMkLst>
            <pc:docMk/>
            <pc:sldMk cId="780469627" sldId="361"/>
            <ac:cxnSpMk id="50" creationId="{509429CD-93C8-CE3C-723F-E8FE3D00CA5C}"/>
          </ac:cxnSpMkLst>
        </pc:cxnChg>
        <pc:cxnChg chg="add mod">
          <ac:chgData name="Mohammed Naseer Sihanas" userId="baf10d46-ca0e-4f93-8b9a-bd1fa4bc7e8f" providerId="ADAL" clId="{FEDFFAA2-E7D6-429A-A6B2-148B5B10B818}" dt="2025-02-22T06:06:16.815" v="1200" actId="1035"/>
          <ac:cxnSpMkLst>
            <pc:docMk/>
            <pc:sldMk cId="780469627" sldId="361"/>
            <ac:cxnSpMk id="53" creationId="{C8A28068-4CCA-FCCC-37A8-2EE179E1F039}"/>
          </ac:cxnSpMkLst>
        </pc:cxnChg>
        <pc:cxnChg chg="add mod">
          <ac:chgData name="Mohammed Naseer Sihanas" userId="baf10d46-ca0e-4f93-8b9a-bd1fa4bc7e8f" providerId="ADAL" clId="{FEDFFAA2-E7D6-429A-A6B2-148B5B10B818}" dt="2025-02-22T06:06:55.851" v="1208" actId="33986"/>
          <ac:cxnSpMkLst>
            <pc:docMk/>
            <pc:sldMk cId="780469627" sldId="361"/>
            <ac:cxnSpMk id="81" creationId="{0E5BE24F-57F6-553F-58FF-A3BD0359D3C5}"/>
          </ac:cxnSpMkLst>
        </pc:cxnChg>
      </pc:sldChg>
      <pc:sldChg chg="addSp delSp modSp mod modTransition">
        <pc:chgData name="Mohammed Naseer Sihanas" userId="baf10d46-ca0e-4f93-8b9a-bd1fa4bc7e8f" providerId="ADAL" clId="{FEDFFAA2-E7D6-429A-A6B2-148B5B10B818}" dt="2025-02-22T06:34:52.922" v="3021" actId="1037"/>
        <pc:sldMkLst>
          <pc:docMk/>
          <pc:sldMk cId="3006426970" sldId="362"/>
        </pc:sldMkLst>
        <pc:spChg chg="mod">
          <ac:chgData name="Mohammed Naseer Sihanas" userId="baf10d46-ca0e-4f93-8b9a-bd1fa4bc7e8f" providerId="ADAL" clId="{FEDFFAA2-E7D6-429A-A6B2-148B5B10B818}" dt="2025-02-22T06:10:56.888" v="1287" actId="1035"/>
          <ac:spMkLst>
            <pc:docMk/>
            <pc:sldMk cId="3006426970" sldId="362"/>
            <ac:spMk id="3" creationId="{B2FEAD27-CAAF-181C-D6A1-A53E5956CEC4}"/>
          </ac:spMkLst>
        </pc:spChg>
        <pc:spChg chg="add del mod">
          <ac:chgData name="Mohammed Naseer Sihanas" userId="baf10d46-ca0e-4f93-8b9a-bd1fa4bc7e8f" providerId="ADAL" clId="{FEDFFAA2-E7D6-429A-A6B2-148B5B10B818}" dt="2025-02-22T06:08:15.331" v="1222" actId="478"/>
          <ac:spMkLst>
            <pc:docMk/>
            <pc:sldMk cId="3006426970" sldId="362"/>
            <ac:spMk id="7" creationId="{4AE3D42E-F84C-727E-FB78-8F956C47BBB3}"/>
          </ac:spMkLst>
        </pc:spChg>
        <pc:spChg chg="add mod">
          <ac:chgData name="Mohammed Naseer Sihanas" userId="baf10d46-ca0e-4f93-8b9a-bd1fa4bc7e8f" providerId="ADAL" clId="{FEDFFAA2-E7D6-429A-A6B2-148B5B10B818}" dt="2025-02-22T06:30:50.382" v="1612" actId="1076"/>
          <ac:spMkLst>
            <pc:docMk/>
            <pc:sldMk cId="3006426970" sldId="362"/>
            <ac:spMk id="9" creationId="{90F3C8BE-3D01-6300-5C32-7EC2928E782C}"/>
          </ac:spMkLst>
        </pc:spChg>
        <pc:spChg chg="add mod">
          <ac:chgData name="Mohammed Naseer Sihanas" userId="baf10d46-ca0e-4f93-8b9a-bd1fa4bc7e8f" providerId="ADAL" clId="{FEDFFAA2-E7D6-429A-A6B2-148B5B10B818}" dt="2025-02-22T06:25:39.463" v="1587" actId="1036"/>
          <ac:spMkLst>
            <pc:docMk/>
            <pc:sldMk cId="3006426970" sldId="362"/>
            <ac:spMk id="10" creationId="{49A04708-CF3F-D937-70AE-23C8AE7AE726}"/>
          </ac:spMkLst>
        </pc:spChg>
        <pc:spChg chg="add mod">
          <ac:chgData name="Mohammed Naseer Sihanas" userId="baf10d46-ca0e-4f93-8b9a-bd1fa4bc7e8f" providerId="ADAL" clId="{FEDFFAA2-E7D6-429A-A6B2-148B5B10B818}" dt="2025-02-22T06:25:39.463" v="1587" actId="1036"/>
          <ac:spMkLst>
            <pc:docMk/>
            <pc:sldMk cId="3006426970" sldId="362"/>
            <ac:spMk id="11" creationId="{9FFE5F49-F537-2C7B-3F83-FB773637E3B9}"/>
          </ac:spMkLst>
        </pc:spChg>
        <pc:spChg chg="add mod">
          <ac:chgData name="Mohammed Naseer Sihanas" userId="baf10d46-ca0e-4f93-8b9a-bd1fa4bc7e8f" providerId="ADAL" clId="{FEDFFAA2-E7D6-429A-A6B2-148B5B10B818}" dt="2025-02-22T06:25:39.463" v="1587" actId="1036"/>
          <ac:spMkLst>
            <pc:docMk/>
            <pc:sldMk cId="3006426970" sldId="362"/>
            <ac:spMk id="12" creationId="{008E4715-0CE9-A90A-8C54-024BE520D190}"/>
          </ac:spMkLst>
        </pc:spChg>
        <pc:spChg chg="add mod">
          <ac:chgData name="Mohammed Naseer Sihanas" userId="baf10d46-ca0e-4f93-8b9a-bd1fa4bc7e8f" providerId="ADAL" clId="{FEDFFAA2-E7D6-429A-A6B2-148B5B10B818}" dt="2025-02-22T06:25:39.463" v="1587" actId="1036"/>
          <ac:spMkLst>
            <pc:docMk/>
            <pc:sldMk cId="3006426970" sldId="362"/>
            <ac:spMk id="13" creationId="{F538E16E-D5AA-EE5E-8F00-4104DF32D273}"/>
          </ac:spMkLst>
        </pc:spChg>
        <pc:spChg chg="add mod">
          <ac:chgData name="Mohammed Naseer Sihanas" userId="baf10d46-ca0e-4f93-8b9a-bd1fa4bc7e8f" providerId="ADAL" clId="{FEDFFAA2-E7D6-429A-A6B2-148B5B10B818}" dt="2025-02-22T06:25:39.463" v="1587" actId="1036"/>
          <ac:spMkLst>
            <pc:docMk/>
            <pc:sldMk cId="3006426970" sldId="362"/>
            <ac:spMk id="14" creationId="{3410CE5D-382A-5CF8-AE4D-B28FBB14ACD0}"/>
          </ac:spMkLst>
        </pc:spChg>
        <pc:spChg chg="add mod">
          <ac:chgData name="Mohammed Naseer Sihanas" userId="baf10d46-ca0e-4f93-8b9a-bd1fa4bc7e8f" providerId="ADAL" clId="{FEDFFAA2-E7D6-429A-A6B2-148B5B10B818}" dt="2025-02-22T06:25:39.463" v="1587" actId="1036"/>
          <ac:spMkLst>
            <pc:docMk/>
            <pc:sldMk cId="3006426970" sldId="362"/>
            <ac:spMk id="15" creationId="{5E648D31-A53E-E454-92C6-765C134613CB}"/>
          </ac:spMkLst>
        </pc:spChg>
        <pc:spChg chg="add mod">
          <ac:chgData name="Mohammed Naseer Sihanas" userId="baf10d46-ca0e-4f93-8b9a-bd1fa4bc7e8f" providerId="ADAL" clId="{FEDFFAA2-E7D6-429A-A6B2-148B5B10B818}" dt="2025-02-22T06:25:39.463" v="1587" actId="1036"/>
          <ac:spMkLst>
            <pc:docMk/>
            <pc:sldMk cId="3006426970" sldId="362"/>
            <ac:spMk id="16" creationId="{DE71347D-02CA-029D-B04A-54412B0208E4}"/>
          </ac:spMkLst>
        </pc:spChg>
        <pc:spChg chg="add mod">
          <ac:chgData name="Mohammed Naseer Sihanas" userId="baf10d46-ca0e-4f93-8b9a-bd1fa4bc7e8f" providerId="ADAL" clId="{FEDFFAA2-E7D6-429A-A6B2-148B5B10B818}" dt="2025-02-22T06:25:39.463" v="1587" actId="1036"/>
          <ac:spMkLst>
            <pc:docMk/>
            <pc:sldMk cId="3006426970" sldId="362"/>
            <ac:spMk id="17" creationId="{6A7CAC4C-BFDD-F1C3-C86A-F56AF0FF1FF4}"/>
          </ac:spMkLst>
        </pc:spChg>
        <pc:spChg chg="add mod">
          <ac:chgData name="Mohammed Naseer Sihanas" userId="baf10d46-ca0e-4f93-8b9a-bd1fa4bc7e8f" providerId="ADAL" clId="{FEDFFAA2-E7D6-429A-A6B2-148B5B10B818}" dt="2025-02-22T06:25:39.463" v="1587" actId="1036"/>
          <ac:spMkLst>
            <pc:docMk/>
            <pc:sldMk cId="3006426970" sldId="362"/>
            <ac:spMk id="18" creationId="{D45ED179-CE68-BF15-F01C-778FC95A042E}"/>
          </ac:spMkLst>
        </pc:spChg>
        <pc:spChg chg="add mod">
          <ac:chgData name="Mohammed Naseer Sihanas" userId="baf10d46-ca0e-4f93-8b9a-bd1fa4bc7e8f" providerId="ADAL" clId="{FEDFFAA2-E7D6-429A-A6B2-148B5B10B818}" dt="2025-02-22T06:25:39.463" v="1587" actId="1036"/>
          <ac:spMkLst>
            <pc:docMk/>
            <pc:sldMk cId="3006426970" sldId="362"/>
            <ac:spMk id="19" creationId="{184C664D-F782-4CC6-7598-FD284C77718B}"/>
          </ac:spMkLst>
        </pc:spChg>
        <pc:spChg chg="add mod">
          <ac:chgData name="Mohammed Naseer Sihanas" userId="baf10d46-ca0e-4f93-8b9a-bd1fa4bc7e8f" providerId="ADAL" clId="{FEDFFAA2-E7D6-429A-A6B2-148B5B10B818}" dt="2025-02-22T06:25:39.463" v="1587" actId="1036"/>
          <ac:spMkLst>
            <pc:docMk/>
            <pc:sldMk cId="3006426970" sldId="362"/>
            <ac:spMk id="20" creationId="{ECD29DAE-A137-C1D5-1E5B-1E03ACF4F75B}"/>
          </ac:spMkLst>
        </pc:spChg>
        <pc:spChg chg="add mod">
          <ac:chgData name="Mohammed Naseer Sihanas" userId="baf10d46-ca0e-4f93-8b9a-bd1fa4bc7e8f" providerId="ADAL" clId="{FEDFFAA2-E7D6-429A-A6B2-148B5B10B818}" dt="2025-02-22T06:25:39.463" v="1587" actId="1036"/>
          <ac:spMkLst>
            <pc:docMk/>
            <pc:sldMk cId="3006426970" sldId="362"/>
            <ac:spMk id="21" creationId="{341A12DB-F7D0-AFC6-B609-207118B158DD}"/>
          </ac:spMkLst>
        </pc:spChg>
        <pc:spChg chg="add mod">
          <ac:chgData name="Mohammed Naseer Sihanas" userId="baf10d46-ca0e-4f93-8b9a-bd1fa4bc7e8f" providerId="ADAL" clId="{FEDFFAA2-E7D6-429A-A6B2-148B5B10B818}" dt="2025-02-22T06:25:39.463" v="1587" actId="1036"/>
          <ac:spMkLst>
            <pc:docMk/>
            <pc:sldMk cId="3006426970" sldId="362"/>
            <ac:spMk id="22" creationId="{7BA06C50-4F6F-12C4-4D64-64BF0BC7699E}"/>
          </ac:spMkLst>
        </pc:spChg>
        <pc:spChg chg="add mod">
          <ac:chgData name="Mohammed Naseer Sihanas" userId="baf10d46-ca0e-4f93-8b9a-bd1fa4bc7e8f" providerId="ADAL" clId="{FEDFFAA2-E7D6-429A-A6B2-148B5B10B818}" dt="2025-02-22T06:25:39.463" v="1587" actId="1036"/>
          <ac:spMkLst>
            <pc:docMk/>
            <pc:sldMk cId="3006426970" sldId="362"/>
            <ac:spMk id="23" creationId="{35665448-885C-837C-4277-D3DB7185A082}"/>
          </ac:spMkLst>
        </pc:spChg>
        <pc:spChg chg="add del mod">
          <ac:chgData name="Mohammed Naseer Sihanas" userId="baf10d46-ca0e-4f93-8b9a-bd1fa4bc7e8f" providerId="ADAL" clId="{FEDFFAA2-E7D6-429A-A6B2-148B5B10B818}" dt="2025-02-22T06:21:04.366" v="1455" actId="478"/>
          <ac:spMkLst>
            <pc:docMk/>
            <pc:sldMk cId="3006426970" sldId="362"/>
            <ac:spMk id="24" creationId="{5C35BF34-5201-A7E6-32C1-2D6E25FECB73}"/>
          </ac:spMkLst>
        </pc:spChg>
        <pc:spChg chg="add del mod">
          <ac:chgData name="Mohammed Naseer Sihanas" userId="baf10d46-ca0e-4f93-8b9a-bd1fa4bc7e8f" providerId="ADAL" clId="{FEDFFAA2-E7D6-429A-A6B2-148B5B10B818}" dt="2025-02-22T06:21:05.942" v="1456" actId="478"/>
          <ac:spMkLst>
            <pc:docMk/>
            <pc:sldMk cId="3006426970" sldId="362"/>
            <ac:spMk id="25" creationId="{F428EDD5-9E9A-E0F3-5CC0-C6EEA821DFA3}"/>
          </ac:spMkLst>
        </pc:spChg>
        <pc:spChg chg="add mod">
          <ac:chgData name="Mohammed Naseer Sihanas" userId="baf10d46-ca0e-4f93-8b9a-bd1fa4bc7e8f" providerId="ADAL" clId="{FEDFFAA2-E7D6-429A-A6B2-148B5B10B818}" dt="2025-02-22T06:25:39.463" v="1587" actId="1036"/>
          <ac:spMkLst>
            <pc:docMk/>
            <pc:sldMk cId="3006426970" sldId="362"/>
            <ac:spMk id="26" creationId="{2C95BB15-4AE1-5C7F-CD25-B52DB1179559}"/>
          </ac:spMkLst>
        </pc:spChg>
        <pc:spChg chg="add mod">
          <ac:chgData name="Mohammed Naseer Sihanas" userId="baf10d46-ca0e-4f93-8b9a-bd1fa4bc7e8f" providerId="ADAL" clId="{FEDFFAA2-E7D6-429A-A6B2-148B5B10B818}" dt="2025-02-22T06:25:39.463" v="1587" actId="1036"/>
          <ac:spMkLst>
            <pc:docMk/>
            <pc:sldMk cId="3006426970" sldId="362"/>
            <ac:spMk id="27" creationId="{94D440B5-D525-551F-C6B8-D9EE1102DF6B}"/>
          </ac:spMkLst>
        </pc:spChg>
        <pc:spChg chg="add mod">
          <ac:chgData name="Mohammed Naseer Sihanas" userId="baf10d46-ca0e-4f93-8b9a-bd1fa4bc7e8f" providerId="ADAL" clId="{FEDFFAA2-E7D6-429A-A6B2-148B5B10B818}" dt="2025-02-22T06:34:52.922" v="3021" actId="1037"/>
          <ac:spMkLst>
            <pc:docMk/>
            <pc:sldMk cId="3006426970" sldId="362"/>
            <ac:spMk id="28" creationId="{696437CD-9D0D-0FAB-77B2-8F4BD66D985D}"/>
          </ac:spMkLst>
        </pc:spChg>
        <pc:spChg chg="add mod">
          <ac:chgData name="Mohammed Naseer Sihanas" userId="baf10d46-ca0e-4f93-8b9a-bd1fa4bc7e8f" providerId="ADAL" clId="{FEDFFAA2-E7D6-429A-A6B2-148B5B10B818}" dt="2025-02-22T06:25:39.463" v="1587" actId="1036"/>
          <ac:spMkLst>
            <pc:docMk/>
            <pc:sldMk cId="3006426970" sldId="362"/>
            <ac:spMk id="29" creationId="{C18FEC9A-5E32-BFD7-3332-5887AF2CE705}"/>
          </ac:spMkLst>
        </pc:spChg>
        <pc:spChg chg="add mod">
          <ac:chgData name="Mohammed Naseer Sihanas" userId="baf10d46-ca0e-4f93-8b9a-bd1fa4bc7e8f" providerId="ADAL" clId="{FEDFFAA2-E7D6-429A-A6B2-148B5B10B818}" dt="2025-02-22T06:25:39.463" v="1587" actId="1036"/>
          <ac:spMkLst>
            <pc:docMk/>
            <pc:sldMk cId="3006426970" sldId="362"/>
            <ac:spMk id="30" creationId="{AC1A3BA9-DEEC-149A-7AD9-157919591A81}"/>
          </ac:spMkLst>
        </pc:spChg>
        <pc:spChg chg="add mod">
          <ac:chgData name="Mohammed Naseer Sihanas" userId="baf10d46-ca0e-4f93-8b9a-bd1fa4bc7e8f" providerId="ADAL" clId="{FEDFFAA2-E7D6-429A-A6B2-148B5B10B818}" dt="2025-02-22T06:25:39.463" v="1587" actId="1036"/>
          <ac:spMkLst>
            <pc:docMk/>
            <pc:sldMk cId="3006426970" sldId="362"/>
            <ac:spMk id="31" creationId="{E04AF0A6-82DB-5D32-2108-B715DBFAD947}"/>
          </ac:spMkLst>
        </pc:spChg>
        <pc:spChg chg="add mod">
          <ac:chgData name="Mohammed Naseer Sihanas" userId="baf10d46-ca0e-4f93-8b9a-bd1fa4bc7e8f" providerId="ADAL" clId="{FEDFFAA2-E7D6-429A-A6B2-148B5B10B818}" dt="2025-02-22T06:25:39.463" v="1587" actId="1036"/>
          <ac:spMkLst>
            <pc:docMk/>
            <pc:sldMk cId="3006426970" sldId="362"/>
            <ac:spMk id="32" creationId="{791D417A-06E5-3FD5-E94B-65F0D951E361}"/>
          </ac:spMkLst>
        </pc:spChg>
        <pc:spChg chg="add mod">
          <ac:chgData name="Mohammed Naseer Sihanas" userId="baf10d46-ca0e-4f93-8b9a-bd1fa4bc7e8f" providerId="ADAL" clId="{FEDFFAA2-E7D6-429A-A6B2-148B5B10B818}" dt="2025-02-22T06:25:39.463" v="1587" actId="1036"/>
          <ac:spMkLst>
            <pc:docMk/>
            <pc:sldMk cId="3006426970" sldId="362"/>
            <ac:spMk id="33" creationId="{AA399F89-5D8B-FA60-C61E-EB6F6C9BCFB2}"/>
          </ac:spMkLst>
        </pc:spChg>
        <pc:spChg chg="add mod">
          <ac:chgData name="Mohammed Naseer Sihanas" userId="baf10d46-ca0e-4f93-8b9a-bd1fa4bc7e8f" providerId="ADAL" clId="{FEDFFAA2-E7D6-429A-A6B2-148B5B10B818}" dt="2025-02-22T06:28:57.851" v="1598" actId="1036"/>
          <ac:spMkLst>
            <pc:docMk/>
            <pc:sldMk cId="3006426970" sldId="362"/>
            <ac:spMk id="34" creationId="{BC629C6D-7628-2E2B-4CE2-4D9A7019E8DF}"/>
          </ac:spMkLst>
        </pc:spChg>
        <pc:picChg chg="del">
          <ac:chgData name="Mohammed Naseer Sihanas" userId="baf10d46-ca0e-4f93-8b9a-bd1fa4bc7e8f" providerId="ADAL" clId="{FEDFFAA2-E7D6-429A-A6B2-148B5B10B818}" dt="2025-02-22T06:08:11.780" v="1221" actId="478"/>
          <ac:picMkLst>
            <pc:docMk/>
            <pc:sldMk cId="3006426970" sldId="362"/>
            <ac:picMk id="8" creationId="{00000000-0000-0000-0000-000000000000}"/>
          </ac:picMkLst>
        </pc:picChg>
        <pc:cxnChg chg="add mod">
          <ac:chgData name="Mohammed Naseer Sihanas" userId="baf10d46-ca0e-4f93-8b9a-bd1fa4bc7e8f" providerId="ADAL" clId="{FEDFFAA2-E7D6-429A-A6B2-148B5B10B818}" dt="2025-02-22T06:30:06.390" v="1603" actId="208"/>
          <ac:cxnSpMkLst>
            <pc:docMk/>
            <pc:sldMk cId="3006426970" sldId="362"/>
            <ac:cxnSpMk id="36" creationId="{09FF5A06-0B93-CD38-7FE0-BFD8CEC5DABA}"/>
          </ac:cxnSpMkLst>
        </pc:cxnChg>
        <pc:cxnChg chg="add mod">
          <ac:chgData name="Mohammed Naseer Sihanas" userId="baf10d46-ca0e-4f93-8b9a-bd1fa4bc7e8f" providerId="ADAL" clId="{FEDFFAA2-E7D6-429A-A6B2-148B5B10B818}" dt="2025-02-22T06:30:37.885" v="1609" actId="14100"/>
          <ac:cxnSpMkLst>
            <pc:docMk/>
            <pc:sldMk cId="3006426970" sldId="362"/>
            <ac:cxnSpMk id="38" creationId="{CE1070D3-2304-B4C8-847A-96262708FC72}"/>
          </ac:cxnSpMkLst>
        </pc:cxnChg>
        <pc:cxnChg chg="add mod">
          <ac:chgData name="Mohammed Naseer Sihanas" userId="baf10d46-ca0e-4f93-8b9a-bd1fa4bc7e8f" providerId="ADAL" clId="{FEDFFAA2-E7D6-429A-A6B2-148B5B10B818}" dt="2025-02-22T06:30:50.382" v="1612" actId="1076"/>
          <ac:cxnSpMkLst>
            <pc:docMk/>
            <pc:sldMk cId="3006426970" sldId="362"/>
            <ac:cxnSpMk id="41" creationId="{2944C3CF-BC32-BAA2-3609-02CA9E1CBB39}"/>
          </ac:cxnSpMkLst>
        </pc:cxnChg>
        <pc:cxnChg chg="add mod">
          <ac:chgData name="Mohammed Naseer Sihanas" userId="baf10d46-ca0e-4f93-8b9a-bd1fa4bc7e8f" providerId="ADAL" clId="{FEDFFAA2-E7D6-429A-A6B2-148B5B10B818}" dt="2025-02-22T06:30:58.184" v="1658" actId="1036"/>
          <ac:cxnSpMkLst>
            <pc:docMk/>
            <pc:sldMk cId="3006426970" sldId="362"/>
            <ac:cxnSpMk id="45" creationId="{19C850A1-FE37-60E1-477F-91DA3B7EBCCC}"/>
          </ac:cxnSpMkLst>
        </pc:cxnChg>
        <pc:cxnChg chg="add mod">
          <ac:chgData name="Mohammed Naseer Sihanas" userId="baf10d46-ca0e-4f93-8b9a-bd1fa4bc7e8f" providerId="ADAL" clId="{FEDFFAA2-E7D6-429A-A6B2-148B5B10B818}" dt="2025-02-22T06:31:09.735" v="1724" actId="1036"/>
          <ac:cxnSpMkLst>
            <pc:docMk/>
            <pc:sldMk cId="3006426970" sldId="362"/>
            <ac:cxnSpMk id="46" creationId="{AB165D04-1057-2341-D07A-17AF40A106B3}"/>
          </ac:cxnSpMkLst>
        </pc:cxnChg>
        <pc:cxnChg chg="add mod">
          <ac:chgData name="Mohammed Naseer Sihanas" userId="baf10d46-ca0e-4f93-8b9a-bd1fa4bc7e8f" providerId="ADAL" clId="{FEDFFAA2-E7D6-429A-A6B2-148B5B10B818}" dt="2025-02-22T06:31:21.953" v="1768" actId="1037"/>
          <ac:cxnSpMkLst>
            <pc:docMk/>
            <pc:sldMk cId="3006426970" sldId="362"/>
            <ac:cxnSpMk id="47" creationId="{455D6550-0A86-C872-BC06-76273E21B6E6}"/>
          </ac:cxnSpMkLst>
        </pc:cxnChg>
        <pc:cxnChg chg="add mod">
          <ac:chgData name="Mohammed Naseer Sihanas" userId="baf10d46-ca0e-4f93-8b9a-bd1fa4bc7e8f" providerId="ADAL" clId="{FEDFFAA2-E7D6-429A-A6B2-148B5B10B818}" dt="2025-02-22T06:31:30.775" v="1816" actId="1036"/>
          <ac:cxnSpMkLst>
            <pc:docMk/>
            <pc:sldMk cId="3006426970" sldId="362"/>
            <ac:cxnSpMk id="48" creationId="{712F40A7-92D3-9E12-9B84-EE69B64BEDE4}"/>
          </ac:cxnSpMkLst>
        </pc:cxnChg>
        <pc:cxnChg chg="add mod">
          <ac:chgData name="Mohammed Naseer Sihanas" userId="baf10d46-ca0e-4f93-8b9a-bd1fa4bc7e8f" providerId="ADAL" clId="{FEDFFAA2-E7D6-429A-A6B2-148B5B10B818}" dt="2025-02-22T06:31:42.568" v="1882" actId="1035"/>
          <ac:cxnSpMkLst>
            <pc:docMk/>
            <pc:sldMk cId="3006426970" sldId="362"/>
            <ac:cxnSpMk id="49" creationId="{D04D7ABD-A31A-7660-A5BC-3B74A9ED73A2}"/>
          </ac:cxnSpMkLst>
        </pc:cxnChg>
        <pc:cxnChg chg="add mod">
          <ac:chgData name="Mohammed Naseer Sihanas" userId="baf10d46-ca0e-4f93-8b9a-bd1fa4bc7e8f" providerId="ADAL" clId="{FEDFFAA2-E7D6-429A-A6B2-148B5B10B818}" dt="2025-02-22T06:31:49.343" v="1923" actId="1037"/>
          <ac:cxnSpMkLst>
            <pc:docMk/>
            <pc:sldMk cId="3006426970" sldId="362"/>
            <ac:cxnSpMk id="50" creationId="{DAD61E8D-3A38-7DD4-F4D3-C16E123B790F}"/>
          </ac:cxnSpMkLst>
        </pc:cxnChg>
        <pc:cxnChg chg="add mod">
          <ac:chgData name="Mohammed Naseer Sihanas" userId="baf10d46-ca0e-4f93-8b9a-bd1fa4bc7e8f" providerId="ADAL" clId="{FEDFFAA2-E7D6-429A-A6B2-148B5B10B818}" dt="2025-02-22T06:31:59.544" v="1969" actId="14100"/>
          <ac:cxnSpMkLst>
            <pc:docMk/>
            <pc:sldMk cId="3006426970" sldId="362"/>
            <ac:cxnSpMk id="51" creationId="{C542EDE8-5346-BCBF-5B68-CD4E2F2A26E7}"/>
          </ac:cxnSpMkLst>
        </pc:cxnChg>
        <pc:cxnChg chg="add mod">
          <ac:chgData name="Mohammed Naseer Sihanas" userId="baf10d46-ca0e-4f93-8b9a-bd1fa4bc7e8f" providerId="ADAL" clId="{FEDFFAA2-E7D6-429A-A6B2-148B5B10B818}" dt="2025-02-22T06:32:07.724" v="2057" actId="1038"/>
          <ac:cxnSpMkLst>
            <pc:docMk/>
            <pc:sldMk cId="3006426970" sldId="362"/>
            <ac:cxnSpMk id="53" creationId="{3A18B8D2-D26E-5F64-B49F-E7D23E71E838}"/>
          </ac:cxnSpMkLst>
        </pc:cxnChg>
        <pc:cxnChg chg="add mod">
          <ac:chgData name="Mohammed Naseer Sihanas" userId="baf10d46-ca0e-4f93-8b9a-bd1fa4bc7e8f" providerId="ADAL" clId="{FEDFFAA2-E7D6-429A-A6B2-148B5B10B818}" dt="2025-02-22T06:32:22.483" v="2127" actId="1035"/>
          <ac:cxnSpMkLst>
            <pc:docMk/>
            <pc:sldMk cId="3006426970" sldId="362"/>
            <ac:cxnSpMk id="54" creationId="{96B6DC77-93E2-6827-A443-06FD3D3B6819}"/>
          </ac:cxnSpMkLst>
        </pc:cxnChg>
        <pc:cxnChg chg="add mod">
          <ac:chgData name="Mohammed Naseer Sihanas" userId="baf10d46-ca0e-4f93-8b9a-bd1fa4bc7e8f" providerId="ADAL" clId="{FEDFFAA2-E7D6-429A-A6B2-148B5B10B818}" dt="2025-02-22T06:32:28.175" v="2160" actId="1036"/>
          <ac:cxnSpMkLst>
            <pc:docMk/>
            <pc:sldMk cId="3006426970" sldId="362"/>
            <ac:cxnSpMk id="56" creationId="{48E64391-E421-71CE-9B22-438ECE59AE50}"/>
          </ac:cxnSpMkLst>
        </pc:cxnChg>
        <pc:cxnChg chg="add mod">
          <ac:chgData name="Mohammed Naseer Sihanas" userId="baf10d46-ca0e-4f93-8b9a-bd1fa4bc7e8f" providerId="ADAL" clId="{FEDFFAA2-E7D6-429A-A6B2-148B5B10B818}" dt="2025-02-22T06:32:34.039" v="2205" actId="1038"/>
          <ac:cxnSpMkLst>
            <pc:docMk/>
            <pc:sldMk cId="3006426970" sldId="362"/>
            <ac:cxnSpMk id="57" creationId="{B4AC77E1-54AD-1D6B-CA04-AE8B30DBA266}"/>
          </ac:cxnSpMkLst>
        </pc:cxnChg>
        <pc:cxnChg chg="add mod">
          <ac:chgData name="Mohammed Naseer Sihanas" userId="baf10d46-ca0e-4f93-8b9a-bd1fa4bc7e8f" providerId="ADAL" clId="{FEDFFAA2-E7D6-429A-A6B2-148B5B10B818}" dt="2025-02-22T06:32:40.452" v="2248" actId="1037"/>
          <ac:cxnSpMkLst>
            <pc:docMk/>
            <pc:sldMk cId="3006426970" sldId="362"/>
            <ac:cxnSpMk id="58" creationId="{1CAAA677-1598-8A5D-A0BE-AB42FAE7A050}"/>
          </ac:cxnSpMkLst>
        </pc:cxnChg>
        <pc:cxnChg chg="add mod">
          <ac:chgData name="Mohammed Naseer Sihanas" userId="baf10d46-ca0e-4f93-8b9a-bd1fa4bc7e8f" providerId="ADAL" clId="{FEDFFAA2-E7D6-429A-A6B2-148B5B10B818}" dt="2025-02-22T06:32:45.033" v="2283" actId="1037"/>
          <ac:cxnSpMkLst>
            <pc:docMk/>
            <pc:sldMk cId="3006426970" sldId="362"/>
            <ac:cxnSpMk id="59" creationId="{651B20C3-6BBC-7116-53C3-27EA03E3F011}"/>
          </ac:cxnSpMkLst>
        </pc:cxnChg>
        <pc:cxnChg chg="add mod">
          <ac:chgData name="Mohammed Naseer Sihanas" userId="baf10d46-ca0e-4f93-8b9a-bd1fa4bc7e8f" providerId="ADAL" clId="{FEDFFAA2-E7D6-429A-A6B2-148B5B10B818}" dt="2025-02-22T06:33:05.166" v="2384" actId="14100"/>
          <ac:cxnSpMkLst>
            <pc:docMk/>
            <pc:sldMk cId="3006426970" sldId="362"/>
            <ac:cxnSpMk id="60" creationId="{54E00BB5-E3ED-B2EB-AD7D-4F7B3A93AAF9}"/>
          </ac:cxnSpMkLst>
        </pc:cxnChg>
        <pc:cxnChg chg="add mod">
          <ac:chgData name="Mohammed Naseer Sihanas" userId="baf10d46-ca0e-4f93-8b9a-bd1fa4bc7e8f" providerId="ADAL" clId="{FEDFFAA2-E7D6-429A-A6B2-148B5B10B818}" dt="2025-02-22T06:33:15.808" v="2435" actId="1036"/>
          <ac:cxnSpMkLst>
            <pc:docMk/>
            <pc:sldMk cId="3006426970" sldId="362"/>
            <ac:cxnSpMk id="64" creationId="{26976C1A-01AB-CEF2-EF4C-91D3C86DF2E3}"/>
          </ac:cxnSpMkLst>
        </pc:cxnChg>
        <pc:cxnChg chg="add mod">
          <ac:chgData name="Mohammed Naseer Sihanas" userId="baf10d46-ca0e-4f93-8b9a-bd1fa4bc7e8f" providerId="ADAL" clId="{FEDFFAA2-E7D6-429A-A6B2-148B5B10B818}" dt="2025-02-22T06:33:28.215" v="2549" actId="1038"/>
          <ac:cxnSpMkLst>
            <pc:docMk/>
            <pc:sldMk cId="3006426970" sldId="362"/>
            <ac:cxnSpMk id="65" creationId="{18FB571A-B081-D398-228D-8965C2A86D6C}"/>
          </ac:cxnSpMkLst>
        </pc:cxnChg>
        <pc:cxnChg chg="add mod">
          <ac:chgData name="Mohammed Naseer Sihanas" userId="baf10d46-ca0e-4f93-8b9a-bd1fa4bc7e8f" providerId="ADAL" clId="{FEDFFAA2-E7D6-429A-A6B2-148B5B10B818}" dt="2025-02-22T06:33:36.942" v="2598" actId="1037"/>
          <ac:cxnSpMkLst>
            <pc:docMk/>
            <pc:sldMk cId="3006426970" sldId="362"/>
            <ac:cxnSpMk id="66" creationId="{08CE00C9-2C42-1374-912A-1F99CBB8647E}"/>
          </ac:cxnSpMkLst>
        </pc:cxnChg>
        <pc:cxnChg chg="add mod">
          <ac:chgData name="Mohammed Naseer Sihanas" userId="baf10d46-ca0e-4f93-8b9a-bd1fa4bc7e8f" providerId="ADAL" clId="{FEDFFAA2-E7D6-429A-A6B2-148B5B10B818}" dt="2025-02-22T06:33:56.683" v="2716" actId="14100"/>
          <ac:cxnSpMkLst>
            <pc:docMk/>
            <pc:sldMk cId="3006426970" sldId="362"/>
            <ac:cxnSpMk id="67" creationId="{3A638B64-1228-6DF6-A1BB-550B8BF30F1D}"/>
          </ac:cxnSpMkLst>
        </pc:cxnChg>
        <pc:cxnChg chg="add mod">
          <ac:chgData name="Mohammed Naseer Sihanas" userId="baf10d46-ca0e-4f93-8b9a-bd1fa4bc7e8f" providerId="ADAL" clId="{FEDFFAA2-E7D6-429A-A6B2-148B5B10B818}" dt="2025-02-22T06:34:16.178" v="2808" actId="14100"/>
          <ac:cxnSpMkLst>
            <pc:docMk/>
            <pc:sldMk cId="3006426970" sldId="362"/>
            <ac:cxnSpMk id="70" creationId="{11D5987A-C748-D081-74A3-473EAB4D7B2C}"/>
          </ac:cxnSpMkLst>
        </pc:cxnChg>
        <pc:cxnChg chg="add mod">
          <ac:chgData name="Mohammed Naseer Sihanas" userId="baf10d46-ca0e-4f93-8b9a-bd1fa4bc7e8f" providerId="ADAL" clId="{FEDFFAA2-E7D6-429A-A6B2-148B5B10B818}" dt="2025-02-22T06:34:23.424" v="2868" actId="1038"/>
          <ac:cxnSpMkLst>
            <pc:docMk/>
            <pc:sldMk cId="3006426970" sldId="362"/>
            <ac:cxnSpMk id="74" creationId="{1C78B807-E733-1B5E-C8D5-E018F41AFF56}"/>
          </ac:cxnSpMkLst>
        </pc:cxnChg>
        <pc:cxnChg chg="add mod">
          <ac:chgData name="Mohammed Naseer Sihanas" userId="baf10d46-ca0e-4f93-8b9a-bd1fa4bc7e8f" providerId="ADAL" clId="{FEDFFAA2-E7D6-429A-A6B2-148B5B10B818}" dt="2025-02-22T06:34:29.135" v="2912" actId="1038"/>
          <ac:cxnSpMkLst>
            <pc:docMk/>
            <pc:sldMk cId="3006426970" sldId="362"/>
            <ac:cxnSpMk id="75" creationId="{2BC663C3-4E56-0EA5-2EB8-A19AEE3E571C}"/>
          </ac:cxnSpMkLst>
        </pc:cxnChg>
        <pc:cxnChg chg="add mod">
          <ac:chgData name="Mohammed Naseer Sihanas" userId="baf10d46-ca0e-4f93-8b9a-bd1fa4bc7e8f" providerId="ADAL" clId="{FEDFFAA2-E7D6-429A-A6B2-148B5B10B818}" dt="2025-02-22T06:34:42.376" v="2955" actId="1035"/>
          <ac:cxnSpMkLst>
            <pc:docMk/>
            <pc:sldMk cId="3006426970" sldId="362"/>
            <ac:cxnSpMk id="76" creationId="{86C6DFCB-64F7-7184-3558-6A6CC1C13745}"/>
          </ac:cxnSpMkLst>
        </pc:cxnChg>
        <pc:cxnChg chg="add del mod">
          <ac:chgData name="Mohammed Naseer Sihanas" userId="baf10d46-ca0e-4f93-8b9a-bd1fa4bc7e8f" providerId="ADAL" clId="{FEDFFAA2-E7D6-429A-A6B2-148B5B10B818}" dt="2025-02-22T06:34:47.617" v="3008" actId="478"/>
          <ac:cxnSpMkLst>
            <pc:docMk/>
            <pc:sldMk cId="3006426970" sldId="362"/>
            <ac:cxnSpMk id="77" creationId="{2A4D69F2-05B1-EE6F-B58C-E4D23D2ADF49}"/>
          </ac:cxnSpMkLst>
        </pc:cxnChg>
      </pc:sldChg>
      <pc:sldChg chg="modTransition">
        <pc:chgData name="Mohammed Naseer Sihanas" userId="baf10d46-ca0e-4f93-8b9a-bd1fa4bc7e8f" providerId="ADAL" clId="{FEDFFAA2-E7D6-429A-A6B2-148B5B10B818}" dt="2025-02-20T13:54:10.354" v="92"/>
        <pc:sldMkLst>
          <pc:docMk/>
          <pc:sldMk cId="3133456486" sldId="364"/>
        </pc:sldMkLst>
      </pc:sldChg>
      <pc:sldChg chg="addSp delSp modSp mod modTransition">
        <pc:chgData name="Mohammed Naseer Sihanas" userId="baf10d46-ca0e-4f93-8b9a-bd1fa4bc7e8f" providerId="ADAL" clId="{FEDFFAA2-E7D6-429A-A6B2-148B5B10B818}" dt="2025-02-22T04:22:49.177" v="517" actId="14100"/>
        <pc:sldMkLst>
          <pc:docMk/>
          <pc:sldMk cId="3125452517" sldId="365"/>
        </pc:sldMkLst>
        <pc:spChg chg="add mod">
          <ac:chgData name="Mohammed Naseer Sihanas" userId="baf10d46-ca0e-4f93-8b9a-bd1fa4bc7e8f" providerId="ADAL" clId="{FEDFFAA2-E7D6-429A-A6B2-148B5B10B818}" dt="2025-02-22T04:22:46.446" v="516" actId="1076"/>
          <ac:spMkLst>
            <pc:docMk/>
            <pc:sldMk cId="3125452517" sldId="365"/>
            <ac:spMk id="2" creationId="{CCD965D7-0C66-320F-E8BA-0FD93A5E1790}"/>
          </ac:spMkLst>
        </pc:spChg>
        <pc:spChg chg="del">
          <ac:chgData name="Mohammed Naseer Sihanas" userId="baf10d46-ca0e-4f93-8b9a-bd1fa4bc7e8f" providerId="ADAL" clId="{FEDFFAA2-E7D6-429A-A6B2-148B5B10B818}" dt="2025-02-22T04:12:24.386" v="326" actId="478"/>
          <ac:spMkLst>
            <pc:docMk/>
            <pc:sldMk cId="3125452517" sldId="365"/>
            <ac:spMk id="9" creationId="{00000000-0000-0000-0000-000000000000}"/>
          </ac:spMkLst>
        </pc:spChg>
        <pc:graphicFrameChg chg="mod modGraphic">
          <ac:chgData name="Mohammed Naseer Sihanas" userId="baf10d46-ca0e-4f93-8b9a-bd1fa4bc7e8f" providerId="ADAL" clId="{FEDFFAA2-E7D6-429A-A6B2-148B5B10B818}" dt="2025-02-22T04:22:49.177" v="517" actId="14100"/>
          <ac:graphicFrameMkLst>
            <pc:docMk/>
            <pc:sldMk cId="3125452517" sldId="365"/>
            <ac:graphicFrameMk id="7" creationId="{00000000-0000-0000-0000-000000000000}"/>
          </ac:graphicFrameMkLst>
        </pc:graphicFrameChg>
        <pc:graphicFrameChg chg="del">
          <ac:chgData name="Mohammed Naseer Sihanas" userId="baf10d46-ca0e-4f93-8b9a-bd1fa4bc7e8f" providerId="ADAL" clId="{FEDFFAA2-E7D6-429A-A6B2-148B5B10B818}" dt="2025-02-22T04:15:02.944" v="367" actId="478"/>
          <ac:graphicFrameMkLst>
            <pc:docMk/>
            <pc:sldMk cId="3125452517" sldId="365"/>
            <ac:graphicFrameMk id="8" creationId="{00000000-0000-0000-0000-000000000000}"/>
          </ac:graphicFrameMkLst>
        </pc:graphicFrameChg>
      </pc:sldChg>
      <pc:sldChg chg="modTransition">
        <pc:chgData name="Mohammed Naseer Sihanas" userId="baf10d46-ca0e-4f93-8b9a-bd1fa4bc7e8f" providerId="ADAL" clId="{FEDFFAA2-E7D6-429A-A6B2-148B5B10B818}" dt="2025-02-20T13:54:10.354" v="92"/>
        <pc:sldMkLst>
          <pc:docMk/>
          <pc:sldMk cId="2314004391" sldId="367"/>
        </pc:sldMkLst>
      </pc:sldChg>
      <pc:sldChg chg="addSp modSp mod modTransition">
        <pc:chgData name="Mohammed Naseer Sihanas" userId="baf10d46-ca0e-4f93-8b9a-bd1fa4bc7e8f" providerId="ADAL" clId="{FEDFFAA2-E7D6-429A-A6B2-148B5B10B818}" dt="2025-02-22T04:24:10.200" v="526" actId="1076"/>
        <pc:sldMkLst>
          <pc:docMk/>
          <pc:sldMk cId="2151856869" sldId="369"/>
        </pc:sldMkLst>
        <pc:spChg chg="mod">
          <ac:chgData name="Mohammed Naseer Sihanas" userId="baf10d46-ca0e-4f93-8b9a-bd1fa4bc7e8f" providerId="ADAL" clId="{FEDFFAA2-E7D6-429A-A6B2-148B5B10B818}" dt="2025-02-22T04:24:10.200" v="526" actId="1076"/>
          <ac:spMkLst>
            <pc:docMk/>
            <pc:sldMk cId="2151856869" sldId="369"/>
            <ac:spMk id="3" creationId="{7CB860C7-93AD-4311-8CD4-4580644B47DD}"/>
          </ac:spMkLst>
        </pc:spChg>
        <pc:spChg chg="add">
          <ac:chgData name="Mohammed Naseer Sihanas" userId="baf10d46-ca0e-4f93-8b9a-bd1fa4bc7e8f" providerId="ADAL" clId="{FEDFFAA2-E7D6-429A-A6B2-148B5B10B818}" dt="2025-02-22T04:23:44.067" v="518"/>
          <ac:spMkLst>
            <pc:docMk/>
            <pc:sldMk cId="2151856869" sldId="369"/>
            <ac:spMk id="7" creationId="{45920795-1451-4CA5-CBEC-290329D5802B}"/>
          </ac:spMkLst>
        </pc:spChg>
      </pc:sldChg>
      <pc:sldChg chg="addSp delSp modSp del mod modTransition">
        <pc:chgData name="Mohammed Naseer Sihanas" userId="baf10d46-ca0e-4f93-8b9a-bd1fa4bc7e8f" providerId="ADAL" clId="{FEDFFAA2-E7D6-429A-A6B2-148B5B10B818}" dt="2025-02-22T04:37:30.863" v="628" actId="47"/>
        <pc:sldMkLst>
          <pc:docMk/>
          <pc:sldMk cId="30064835" sldId="370"/>
        </pc:sldMkLst>
        <pc:spChg chg="add mod">
          <ac:chgData name="Mohammed Naseer Sihanas" userId="baf10d46-ca0e-4f93-8b9a-bd1fa4bc7e8f" providerId="ADAL" clId="{FEDFFAA2-E7D6-429A-A6B2-148B5B10B818}" dt="2025-02-22T04:28:51.284" v="528" actId="478"/>
          <ac:spMkLst>
            <pc:docMk/>
            <pc:sldMk cId="30064835" sldId="370"/>
            <ac:spMk id="3" creationId="{61FA580E-3080-F0A0-41AA-A6F7CBBFE51D}"/>
          </ac:spMkLst>
        </pc:spChg>
        <pc:picChg chg="del">
          <ac:chgData name="Mohammed Naseer Sihanas" userId="baf10d46-ca0e-4f93-8b9a-bd1fa4bc7e8f" providerId="ADAL" clId="{FEDFFAA2-E7D6-429A-A6B2-148B5B10B818}" dt="2025-02-22T04:28:51.284" v="528" actId="478"/>
          <ac:picMkLst>
            <pc:docMk/>
            <pc:sldMk cId="30064835" sldId="370"/>
            <ac:picMk id="7" creationId="{00000000-0000-0000-0000-000000000000}"/>
          </ac:picMkLst>
        </pc:picChg>
      </pc:sldChg>
      <pc:sldChg chg="addSp delSp modSp new del mod">
        <pc:chgData name="Mohammed Naseer Sihanas" userId="baf10d46-ca0e-4f93-8b9a-bd1fa4bc7e8f" providerId="ADAL" clId="{FEDFFAA2-E7D6-429A-A6B2-148B5B10B818}" dt="2025-02-23T05:13:55.060" v="3338" actId="680"/>
        <pc:sldMkLst>
          <pc:docMk/>
          <pc:sldMk cId="1372729252" sldId="370"/>
        </pc:sldMkLst>
        <pc:spChg chg="add del">
          <ac:chgData name="Mohammed Naseer Sihanas" userId="baf10d46-ca0e-4f93-8b9a-bd1fa4bc7e8f" providerId="ADAL" clId="{FEDFFAA2-E7D6-429A-A6B2-148B5B10B818}" dt="2025-02-23T05:13:54.139" v="3336" actId="478"/>
          <ac:spMkLst>
            <pc:docMk/>
            <pc:sldMk cId="1372729252" sldId="370"/>
            <ac:spMk id="2" creationId="{7C633877-970D-F971-759E-40256CA8F26B}"/>
          </ac:spMkLst>
        </pc:spChg>
        <pc:spChg chg="add del">
          <ac:chgData name="Mohammed Naseer Sihanas" userId="baf10d46-ca0e-4f93-8b9a-bd1fa4bc7e8f" providerId="ADAL" clId="{FEDFFAA2-E7D6-429A-A6B2-148B5B10B818}" dt="2025-02-23T05:13:54.599" v="3337" actId="478"/>
          <ac:spMkLst>
            <pc:docMk/>
            <pc:sldMk cId="1372729252" sldId="370"/>
            <ac:spMk id="3" creationId="{43DF29B7-4027-8D66-A590-A2DF7525080F}"/>
          </ac:spMkLst>
        </pc:spChg>
        <pc:spChg chg="add del mod">
          <ac:chgData name="Mohammed Naseer Sihanas" userId="baf10d46-ca0e-4f93-8b9a-bd1fa4bc7e8f" providerId="ADAL" clId="{FEDFFAA2-E7D6-429A-A6B2-148B5B10B818}" dt="2025-02-23T05:13:53.696" v="3335" actId="22"/>
          <ac:spMkLst>
            <pc:docMk/>
            <pc:sldMk cId="1372729252" sldId="370"/>
            <ac:spMk id="8" creationId="{72AEC118-9A5A-D260-DE7F-F2B1D4B851AF}"/>
          </ac:spMkLst>
        </pc:spChg>
        <pc:graphicFrameChg chg="add mod">
          <ac:chgData name="Mohammed Naseer Sihanas" userId="baf10d46-ca0e-4f93-8b9a-bd1fa4bc7e8f" providerId="ADAL" clId="{FEDFFAA2-E7D6-429A-A6B2-148B5B10B818}" dt="2025-02-23T05:11:52.355" v="3314"/>
          <ac:graphicFrameMkLst>
            <pc:docMk/>
            <pc:sldMk cId="1372729252" sldId="370"/>
            <ac:graphicFrameMk id="9" creationId="{BE1C1145-C9FD-133E-78AC-CC53DFFDA50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0" creationId="{A0B39B43-0793-9F4F-2735-2532CED0DE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1" creationId="{12D0B533-3183-5167-3DA3-8622A3B412C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2" creationId="{7897E533-FF17-DFB0-0202-AA635FA4B921}"/>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3" creationId="{8C4D8769-3D73-3413-8B6A-F616B47AB4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4" creationId="{E9BD83CB-DA26-E195-4130-88BA049793E2}"/>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5" creationId="{F9B357BF-80E7-4E52-1100-15D5F140351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6" creationId="{D46B3992-6015-649A-5586-E45C034676F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7" creationId="{C5CAA298-1A73-6220-3E58-763CD5B4C38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8" creationId="{AC587D0E-576B-FB55-C824-63E3DFC95EE8}"/>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9" creationId="{F0E35D4B-A566-5599-DD56-70D008E5B5BF}"/>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0" creationId="{1636A360-A004-155A-74E0-EFDA5A3008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1" creationId="{675D55A5-D540-9BC5-C35A-DD261AA2F89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2" creationId="{215B4275-7092-B129-13A8-C2106A256D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3" creationId="{88013BB6-14F1-E06D-8207-378774CE0CFD}"/>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4" creationId="{2B6A9444-E182-B02D-311A-3BB6FF15014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5" creationId="{11ECE943-430A-DD18-7D74-8FDA277B3E7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6" creationId="{B0FE1613-175D-6013-A037-63FE7A64510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7" creationId="{F1DCA0A5-6ADF-50A2-56BF-0B11C7744FA5}"/>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8" creationId="{9FEFBA7A-0406-AF3B-7DB4-EA096293EB10}"/>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9" creationId="{136BD1AC-32C4-227D-511D-CBAF27E9F83E}"/>
          </ac:graphicFrameMkLst>
        </pc:graphicFrameChg>
        <pc:graphicFrameChg chg="add mod modGraphic">
          <ac:chgData name="Mohammed Naseer Sihanas" userId="baf10d46-ca0e-4f93-8b9a-bd1fa4bc7e8f" providerId="ADAL" clId="{FEDFFAA2-E7D6-429A-A6B2-148B5B10B818}" dt="2025-02-23T05:12:37.248" v="3328" actId="6549"/>
          <ac:graphicFrameMkLst>
            <pc:docMk/>
            <pc:sldMk cId="1372729252" sldId="370"/>
            <ac:graphicFrameMk id="30" creationId="{5E32DAE2-6AA8-2BF1-9E38-E61098BC174E}"/>
          </ac:graphicFrameMkLst>
        </pc:graphicFrameChg>
        <pc:graphicFrameChg chg="add del mod">
          <ac:chgData name="Mohammed Naseer Sihanas" userId="baf10d46-ca0e-4f93-8b9a-bd1fa4bc7e8f" providerId="ADAL" clId="{FEDFFAA2-E7D6-429A-A6B2-148B5B10B818}" dt="2025-02-23T05:12:37.415" v="3329" actId="478"/>
          <ac:graphicFrameMkLst>
            <pc:docMk/>
            <pc:sldMk cId="1372729252" sldId="370"/>
            <ac:graphicFrameMk id="31" creationId="{1E04593B-A6E9-F3F7-E43F-E811BD70E3D6}"/>
          </ac:graphicFrameMkLst>
        </pc:graphicFrameChg>
        <pc:graphicFrameChg chg="add del mod modGraphic">
          <ac:chgData name="Mohammed Naseer Sihanas" userId="baf10d46-ca0e-4f93-8b9a-bd1fa4bc7e8f" providerId="ADAL" clId="{FEDFFAA2-E7D6-429A-A6B2-148B5B10B818}" dt="2025-02-23T05:12:38.226" v="3332" actId="14100"/>
          <ac:graphicFrameMkLst>
            <pc:docMk/>
            <pc:sldMk cId="1372729252" sldId="370"/>
            <ac:graphicFrameMk id="32" creationId="{EFDA4E03-E03A-8699-5381-F005B527CC96}"/>
          </ac:graphicFrameMkLst>
        </pc:graphicFrameChg>
      </pc:sldChg>
      <pc:sldChg chg="addSp delSp modSp new mod">
        <pc:chgData name="Mohammed Naseer Sihanas" userId="baf10d46-ca0e-4f93-8b9a-bd1fa4bc7e8f" providerId="ADAL" clId="{FEDFFAA2-E7D6-429A-A6B2-148B5B10B818}" dt="2025-02-23T05:16:46.664" v="3382" actId="14734"/>
        <pc:sldMkLst>
          <pc:docMk/>
          <pc:sldMk cId="1730297890" sldId="370"/>
        </pc:sldMkLst>
        <pc:spChg chg="del">
          <ac:chgData name="Mohammed Naseer Sihanas" userId="baf10d46-ca0e-4f93-8b9a-bd1fa4bc7e8f" providerId="ADAL" clId="{FEDFFAA2-E7D6-429A-A6B2-148B5B10B818}" dt="2025-02-23T05:14:16.255" v="3350" actId="478"/>
          <ac:spMkLst>
            <pc:docMk/>
            <pc:sldMk cId="1730297890" sldId="370"/>
            <ac:spMk id="2" creationId="{54676130-88F6-C95F-A89F-ABC400320180}"/>
          </ac:spMkLst>
        </pc:spChg>
        <pc:spChg chg="del">
          <ac:chgData name="Mohammed Naseer Sihanas" userId="baf10d46-ca0e-4f93-8b9a-bd1fa4bc7e8f" providerId="ADAL" clId="{FEDFFAA2-E7D6-429A-A6B2-148B5B10B818}" dt="2025-02-23T05:14:17.375" v="3351" actId="478"/>
          <ac:spMkLst>
            <pc:docMk/>
            <pc:sldMk cId="1730297890" sldId="370"/>
            <ac:spMk id="3" creationId="{6A67726D-F235-EA6C-7083-304EC65C379B}"/>
          </ac:spMkLst>
        </pc:spChg>
        <pc:spChg chg="mod">
          <ac:chgData name="Mohammed Naseer Sihanas" userId="baf10d46-ca0e-4f93-8b9a-bd1fa4bc7e8f" providerId="ADAL" clId="{FEDFFAA2-E7D6-429A-A6B2-148B5B10B818}" dt="2025-02-23T05:14:12.999" v="3349" actId="403"/>
          <ac:spMkLst>
            <pc:docMk/>
            <pc:sldMk cId="1730297890" sldId="370"/>
            <ac:spMk id="6" creationId="{FD15EC2C-CBD3-548E-1A50-B7166AD0D648}"/>
          </ac:spMkLst>
        </pc:spChg>
        <pc:graphicFrameChg chg="add mod modGraphic">
          <ac:chgData name="Mohammed Naseer Sihanas" userId="baf10d46-ca0e-4f93-8b9a-bd1fa4bc7e8f" providerId="ADAL" clId="{FEDFFAA2-E7D6-429A-A6B2-148B5B10B818}" dt="2025-02-23T05:16:46.664" v="3382" actId="14734"/>
          <ac:graphicFrameMkLst>
            <pc:docMk/>
            <pc:sldMk cId="1730297890" sldId="370"/>
            <ac:graphicFrameMk id="7" creationId="{64E87A02-82A4-F611-C7C0-2DDCD39BBB36}"/>
          </ac:graphicFrameMkLst>
        </pc:graphicFrameChg>
      </pc:sldChg>
      <pc:sldMasterChg chg="modTransition modSldLayout">
        <pc:chgData name="Mohammed Naseer Sihanas" userId="baf10d46-ca0e-4f93-8b9a-bd1fa4bc7e8f" providerId="ADAL" clId="{FEDFFAA2-E7D6-429A-A6B2-148B5B10B818}" dt="2025-02-20T13:54:10.354" v="92"/>
        <pc:sldMasterMkLst>
          <pc:docMk/>
          <pc:sldMasterMk cId="1880927603" sldId="2147483660"/>
        </pc:sldMasterMkLst>
        <pc:sldLayoutChg chg="modTransition">
          <pc:chgData name="Mohammed Naseer Sihanas" userId="baf10d46-ca0e-4f93-8b9a-bd1fa4bc7e8f" providerId="ADAL" clId="{FEDFFAA2-E7D6-429A-A6B2-148B5B10B818}" dt="2025-02-20T13:54:10.354" v="92"/>
          <pc:sldLayoutMkLst>
            <pc:docMk/>
            <pc:sldMasterMk cId="1880927603" sldId="2147483660"/>
            <pc:sldLayoutMk cId="494970727" sldId="2147483661"/>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15007738" sldId="2147483662"/>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18369764" sldId="2147483663"/>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937998992" sldId="2147483664"/>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22471060" sldId="2147483665"/>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508792161" sldId="2147483666"/>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3547306422" sldId="2147483667"/>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436192745" sldId="2147483668"/>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454665329" sldId="2147483669"/>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45432501" sldId="2147483670"/>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631722381"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32</a:t>
            </a:fld>
            <a:endParaRPr lang="en-US"/>
          </a:p>
        </p:txBody>
      </p:sp>
    </p:spTree>
    <p:extLst>
      <p:ext uri="{BB962C8B-B14F-4D97-AF65-F5344CB8AC3E}">
        <p14:creationId xmlns:p14="http://schemas.microsoft.com/office/powerpoint/2010/main" val="113610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2/23/2025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2/23/2025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2/23/2025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2/23/2025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2/23/2025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2/23/2025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2/23/2025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1"/>
            <a:ext cx="7772400" cy="1504106"/>
          </a:xfrm>
        </p:spPr>
        <p:txBody>
          <a:bodyPr>
            <a:noAutofit/>
          </a:bodyPr>
          <a:lstStyle/>
          <a:p>
            <a:r>
              <a:rPr lang="en-GB" sz="3200" dirty="0">
                <a:solidFill>
                  <a:schemeClr val="tx1">
                    <a:lumMod val="95000"/>
                    <a:lumOff val="5000"/>
                  </a:schemeClr>
                </a:solidFill>
                <a:highlight>
                  <a:srgbClr val="FFFF00"/>
                </a:highlight>
              </a:rPr>
              <a:t>Evaluating the Performance of Object Detection Models for Accurate Sri Lankan Traffic Sign Detection</a:t>
            </a:r>
            <a:endParaRPr lang="en-US" sz="3200" dirty="0">
              <a:solidFill>
                <a:schemeClr val="tx1">
                  <a:lumMod val="95000"/>
                  <a:lumOff val="5000"/>
                </a:schemeClr>
              </a:solidFill>
              <a:highlight>
                <a:srgbClr val="FFFF00"/>
              </a:highlight>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3840801"/>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 MN. Sihanas</a:t>
            </a:r>
          </a:p>
          <a:p>
            <a:r>
              <a:rPr lang="en-GB" sz="1800" dirty="0">
                <a:latin typeface="Times New Roman" panose="02020603050405020304" pitchFamily="18" charset="0"/>
                <a:cs typeface="Times New Roman" panose="02020603050405020304" pitchFamily="18" charset="0"/>
              </a:rPr>
              <a:t>Student Id: 1030371</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HND in Computing - 22</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Mrs. ALF. Sajeetha</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Supervisor: Mrs. NF. Mafaza</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7838" y="2169402"/>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Aim of research.</a:t>
            </a:r>
            <a:endParaRPr lang="en-US" sz="1800" dirty="0">
              <a:ea typeface="SimSun"/>
              <a:cs typeface="Arial"/>
            </a:endParaRPr>
          </a:p>
          <a:p>
            <a:pPr marL="342900" indent="-342900" algn="just">
              <a:spcBef>
                <a:spcPts val="0"/>
              </a:spcBef>
              <a:spcAft>
                <a:spcPts val="1000"/>
              </a:spcAft>
              <a:buAutoNum type="arabicPeriod"/>
            </a:pPr>
            <a:r>
              <a:rPr lang="en-US" sz="1800" dirty="0">
                <a:effectLst/>
                <a:ea typeface="SimSun"/>
              </a:rPr>
              <a:t>Research question</a:t>
            </a:r>
            <a:r>
              <a:rPr lang="en-US" sz="1800" dirty="0">
                <a:ea typeface="SimSun"/>
              </a:rPr>
              <a:t> &amp; Hypothesis</a:t>
            </a:r>
            <a:r>
              <a:rPr lang="en-US" sz="1800" dirty="0">
                <a:effectLst/>
                <a:ea typeface="SimSun"/>
              </a:rPr>
              <a:t>.</a:t>
            </a:r>
            <a:r>
              <a:rPr lang="en-US" sz="1800" dirty="0">
                <a:ea typeface="SimSun"/>
              </a:rPr>
              <a:t> - IV,DV</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Objective of research.</a:t>
            </a:r>
            <a:endParaRPr lang="en-US" sz="1800" dirty="0">
              <a:ea typeface="SimSun"/>
              <a:cs typeface="Arial"/>
            </a:endParaRPr>
          </a:p>
          <a:p>
            <a:pPr marL="342900" indent="-342900" algn="just">
              <a:spcBef>
                <a:spcPts val="0"/>
              </a:spcBef>
              <a:spcAft>
                <a:spcPts val="1000"/>
              </a:spcAft>
              <a:buAutoNum type="arabicPeriod"/>
            </a:pPr>
            <a:r>
              <a:rPr lang="en-US" sz="1800">
                <a:ea typeface="SimSun"/>
                <a:cs typeface="Arial"/>
              </a:rPr>
              <a:t>Literature Review. </a:t>
            </a:r>
            <a:endParaRPr lang="en-US" sz="1800" dirty="0">
              <a:ea typeface="SimSun"/>
              <a:cs typeface="Arial" panose="020B0604020202020204"/>
            </a:endParaRPr>
          </a:p>
          <a:p>
            <a:pPr marL="342900" marR="0" indent="-342900" algn="just">
              <a:spcBef>
                <a:spcPts val="0"/>
              </a:spcBef>
              <a:spcAft>
                <a:spcPts val="1000"/>
              </a:spcAft>
              <a:buAutoNum type="arabicPeriod"/>
            </a:pPr>
            <a:r>
              <a:rPr lang="en-US" sz="1800" dirty="0">
                <a:effectLst/>
                <a:ea typeface="SimSun"/>
              </a:rPr>
              <a:t>Scope </a:t>
            </a:r>
            <a:r>
              <a:rPr lang="en-US" sz="1800" dirty="0">
                <a:ea typeface="SimSun"/>
              </a:rPr>
              <a:t>of research.</a:t>
            </a:r>
            <a:endParaRPr lang="en-US" sz="1800" dirty="0">
              <a:ea typeface="SimSun"/>
              <a:cs typeface="Arial"/>
            </a:endParaRPr>
          </a:p>
          <a:p>
            <a:pPr marL="342900" indent="-342900" algn="just">
              <a:spcBef>
                <a:spcPts val="0"/>
              </a:spcBef>
              <a:spcAft>
                <a:spcPts val="1000"/>
              </a:spcAft>
              <a:buAutoNum type="arabicPeriod"/>
            </a:pPr>
            <a:r>
              <a:rPr lang="en-US" sz="1800" dirty="0">
                <a:ea typeface="SimSun"/>
                <a:cs typeface="Arial"/>
              </a:rPr>
              <a:t>Top level architecture &amp; WBS.</a:t>
            </a:r>
          </a:p>
          <a:p>
            <a:pPr marL="342900" marR="0" indent="-342900" algn="just">
              <a:spcBef>
                <a:spcPts val="0"/>
              </a:spcBef>
              <a:spcAft>
                <a:spcPts val="1000"/>
              </a:spcAft>
              <a:buAutoNum type="arabicPeriod"/>
            </a:pPr>
            <a:r>
              <a:rPr lang="en-US" sz="1800" dirty="0">
                <a:ea typeface="SimSun"/>
                <a:cs typeface="Arial"/>
              </a:rPr>
              <a:t>Methodology. </a:t>
            </a:r>
          </a:p>
          <a:p>
            <a:pPr marL="342900" indent="-342900" algn="just">
              <a:spcBef>
                <a:spcPts val="0"/>
              </a:spcBef>
              <a:spcAft>
                <a:spcPts val="1000"/>
              </a:spcAft>
              <a:buAutoNum type="arabicPeriod"/>
            </a:pPr>
            <a:r>
              <a:rPr lang="en-US" sz="1800" dirty="0">
                <a:ea typeface="SimSun"/>
                <a:cs typeface="Arial"/>
              </a:rPr>
              <a:t>Limitations of research.</a:t>
            </a:r>
          </a:p>
          <a:p>
            <a:pPr marL="342900" marR="0" indent="-342900" algn="just">
              <a:spcBef>
                <a:spcPts val="0"/>
              </a:spcBef>
              <a:spcAft>
                <a:spcPts val="1000"/>
              </a:spcAft>
              <a:buAutoNum type="arabicPeriod"/>
            </a:pPr>
            <a:r>
              <a:rPr lang="en-US" sz="1800" dirty="0">
                <a:ea typeface="SimSun" panose="02010600030101010101" pitchFamily="2" charset="-122"/>
              </a:rPr>
              <a:t>Timeline.</a:t>
            </a:r>
            <a:endParaRPr lang="en-US" sz="1800" dirty="0">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Cost &amp; Benefit.</a:t>
            </a:r>
            <a:endParaRPr lang="en-US" sz="1800" dirty="0">
              <a:ea typeface="SimSun"/>
              <a:cs typeface="Arial"/>
            </a:endParaRP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marL="514350" indent="-514350" algn="ctr">
              <a:buAutoNum type="arabicPeriod"/>
            </a:pPr>
            <a:r>
              <a:rPr lang="en-US" sz="3500" dirty="0"/>
              <a:t>Introduction.</a:t>
            </a:r>
            <a:endParaRPr lang="en-US" dirty="0"/>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3</a:t>
            </a:fld>
            <a:endParaRPr lang="en-US" sz="1200" b="0" dirty="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467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GB" sz="2000" dirty="0">
                <a:cs typeface="Arial"/>
              </a:rPr>
              <a:t>Importance of traffic sign detection in AI and computer vision.</a:t>
            </a:r>
          </a:p>
          <a:p>
            <a:pPr>
              <a:lnSpc>
                <a:spcPct val="150000"/>
              </a:lnSpc>
            </a:pPr>
            <a:r>
              <a:rPr lang="en-GB" sz="2000" dirty="0">
                <a:cs typeface="Arial"/>
              </a:rPr>
              <a:t>Relevance to Sri Lankan road systems.</a:t>
            </a:r>
          </a:p>
          <a:p>
            <a:pPr>
              <a:lnSpc>
                <a:spcPct val="150000"/>
              </a:lnSpc>
            </a:pPr>
            <a:r>
              <a:rPr lang="en-GB" sz="2000" dirty="0">
                <a:cs typeface="Arial"/>
              </a:rPr>
              <a:t>Comparing YOLOv8, Faster R-CNN, and SSD using mAP.</a:t>
            </a:r>
          </a:p>
          <a:p>
            <a:pPr marL="0" indent="0">
              <a:lnSpc>
                <a:spcPct val="150000"/>
              </a:lnSpc>
              <a:buNone/>
            </a:pPr>
            <a:endParaRPr lang="en-US" sz="1800" dirty="0">
              <a:cs typeface="Arial"/>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C8C397A2-765E-4AE3-A9E7-46359EC11418}"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4</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Introduction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2. Aim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5</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69280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endParaRPr lang="en-GB" sz="1800" dirty="0"/>
          </a:p>
          <a:p>
            <a:pPr>
              <a:lnSpc>
                <a:spcPct val="150000"/>
              </a:lnSpc>
            </a:pPr>
            <a:r>
              <a:rPr lang="en-GB" sz="2000" dirty="0"/>
              <a:t>To compare the performance of YOLOv8, Faster R-CNN, and SSD for Sri Lankan traffic sign detection and identify the model with the highest mAP, contributing to improved automated traffic sign recognition and enhanced road safety in Sri Lanka using AI.</a:t>
            </a:r>
          </a:p>
          <a:p>
            <a:pPr marL="0" indent="0">
              <a:buNone/>
            </a:pPr>
            <a:endParaRPr lang="en-GB" sz="1800" dirty="0"/>
          </a:p>
          <a:p>
            <a:pPr marR="0" algn="just">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12F6DFE3-88EC-4E66-9523-87EA3C417268}"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6</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Aim</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26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3. Research Question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89624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GB" sz="1800" b="1" dirty="0">
                <a:cs typeface="Arial"/>
              </a:rPr>
              <a:t>Research Question: </a:t>
            </a:r>
            <a:r>
              <a:rPr lang="en-GB" sz="1800" dirty="0">
                <a:cs typeface="Arial"/>
              </a:rPr>
              <a:t>Which object detection model (YOLOv8, Faster R-CNN, or SSD) achieves the highest accuracy in detecting Sri Lankan traffic signs, as measured by mean Average Precision (mAP)?</a:t>
            </a:r>
            <a:endParaRPr lang="en-GB" sz="1800" dirty="0"/>
          </a:p>
          <a:p>
            <a:pPr>
              <a:lnSpc>
                <a:spcPct val="150000"/>
              </a:lnSpc>
            </a:pPr>
            <a:r>
              <a:rPr lang="en-GB" sz="1800" b="1" dirty="0">
                <a:cs typeface="Arial"/>
              </a:rPr>
              <a:t>Dependent Variables: </a:t>
            </a:r>
            <a:r>
              <a:rPr lang="en-GB" sz="1800" dirty="0">
                <a:cs typeface="Arial"/>
              </a:rPr>
              <a:t>Mean Average Precision (mAP) (the accuracy of the models).</a:t>
            </a:r>
          </a:p>
          <a:p>
            <a:pPr>
              <a:lnSpc>
                <a:spcPct val="150000"/>
              </a:lnSpc>
            </a:pPr>
            <a:r>
              <a:rPr lang="en-GB" sz="1800" b="1" dirty="0">
                <a:cs typeface="Arial"/>
              </a:rPr>
              <a:t>Independent Variable: </a:t>
            </a:r>
            <a:r>
              <a:rPr lang="en-GB" sz="1800" dirty="0">
                <a:cs typeface="Arial"/>
              </a:rPr>
              <a:t>The object detection model used (YOLOv8, Faster R-CNN, SSD).</a:t>
            </a:r>
            <a:endParaRPr lang="en-GB" sz="1800" dirty="0"/>
          </a:p>
          <a:p>
            <a:pPr marL="0" indent="0">
              <a:lnSpc>
                <a:spcPct val="150000"/>
              </a:lnSpc>
              <a:buNone/>
            </a:pPr>
            <a:endParaRPr lang="en-GB" sz="1800" dirty="0"/>
          </a:p>
          <a:p>
            <a:pPr marR="0">
              <a:lnSpc>
                <a:spcPct val="150000"/>
              </a:lnSpc>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77BE8CD8-B5C0-427D-BE8F-A30532367F74}"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8</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Research Question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1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4. Objective of Research </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A4042C5-0E2C-4FD3-A6EF-8C0BB8DE3BB1}"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9</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6125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marL="0" indent="0">
              <a:lnSpc>
                <a:spcPct val="150000"/>
              </a:lnSpc>
              <a:buNone/>
            </a:pPr>
            <a:r>
              <a:rPr lang="en-GB" sz="1800" b="1" dirty="0"/>
              <a:t>Sub Objectives: </a:t>
            </a:r>
          </a:p>
          <a:p>
            <a:pPr>
              <a:lnSpc>
                <a:spcPct val="150000"/>
              </a:lnSpc>
            </a:pPr>
            <a:r>
              <a:rPr lang="en-GB" sz="1800" dirty="0"/>
              <a:t>Review existing research on object detection models for traffic sign detection.</a:t>
            </a:r>
          </a:p>
          <a:p>
            <a:pPr>
              <a:lnSpc>
                <a:spcPct val="150000"/>
              </a:lnSpc>
            </a:pPr>
            <a:r>
              <a:rPr lang="en-GB" sz="1800" dirty="0"/>
              <a:t>Understand the strengths and weaknesses of YOLOv8, Faster R-CNN, and SSD.</a:t>
            </a:r>
          </a:p>
          <a:p>
            <a:pPr marL="0" indent="0">
              <a:lnSpc>
                <a:spcPct val="150000"/>
              </a:lnSpc>
              <a:buNone/>
            </a:pPr>
            <a:endParaRPr lang="en-GB" sz="1800" dirty="0"/>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AB304D7D-A11F-4C1E-9CA2-8E5EFE465FC1}"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10</a:t>
            </a:r>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a:ea typeface="Arial Unicode MS"/>
                <a:cs typeface="Times New Roman"/>
              </a:rPr>
              <a:t>Objective &amp; Sub objectives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12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4294967295"/>
          </p:nvPr>
        </p:nvSpPr>
        <p:spPr>
          <a:xfrm>
            <a:off x="3608388" y="252413"/>
            <a:ext cx="4916487" cy="6280150"/>
          </a:xfrm>
        </p:spPr>
        <p:txBody>
          <a:bodyPr anchor="ctr">
            <a:normAutofit/>
          </a:bodyPr>
          <a:lstStyle/>
          <a:p>
            <a:pPr>
              <a:lnSpc>
                <a:spcPct val="150000"/>
              </a:lnSpc>
            </a:pPr>
            <a:r>
              <a:rPr lang="en-GB" sz="1800" dirty="0"/>
              <a:t>To conduct a comprehensive comparison of existing object detection models (YOLOv8, Faster R-CNN, and SSD) in terms of their suitability for Sri Lankan traffic sign detection.</a:t>
            </a:r>
          </a:p>
          <a:p>
            <a:pPr>
              <a:lnSpc>
                <a:spcPct val="150000"/>
              </a:lnSpc>
            </a:pPr>
            <a:r>
              <a:rPr lang="en-GB" sz="1800" dirty="0"/>
              <a:t>To evaluate the performance of these models using the mean Average Precision (mAP) metric on a Sri Lankan traffic sign dataset.</a:t>
            </a:r>
          </a:p>
          <a:p>
            <a:pPr>
              <a:lnSpc>
                <a:spcPct val="150000"/>
              </a:lnSpc>
            </a:pPr>
            <a:r>
              <a:rPr lang="en-GB" sz="1800" dirty="0"/>
              <a:t>To compare and analyze the results, identifying the most effective model for accurate traffic sign detection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5FA1EC22-AA10-4EE1-A30B-F269FD4ED93A}"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11</a:t>
            </a:fld>
            <a:endParaRPr lang="en-US" sz="1200" b="0" dirty="0"/>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Objective</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374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5. Scope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44B029B9-4455-4E32-8B16-6D97F5FFAFAC}"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75806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Scope</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b="1" dirty="0">
                <a:ea typeface="Calibri" panose="020F0502020204030204" pitchFamily="34" charset="0"/>
                <a:cs typeface="Times New Roman"/>
              </a:rPr>
              <a:t>Focus Area: </a:t>
            </a:r>
            <a:r>
              <a:rPr lang="en-GB" sz="1800" dirty="0">
                <a:ea typeface="Calibri" panose="020F0502020204030204" pitchFamily="34" charset="0"/>
                <a:cs typeface="Times New Roman"/>
              </a:rPr>
              <a:t>Evaluating object detection models for Sri Lankan traffic sign detection.</a:t>
            </a:r>
          </a:p>
          <a:p>
            <a:pPr>
              <a:lnSpc>
                <a:spcPct val="150000"/>
              </a:lnSpc>
              <a:spcBef>
                <a:spcPts val="0"/>
              </a:spcBef>
              <a:spcAft>
                <a:spcPts val="1000"/>
              </a:spcAft>
            </a:pPr>
            <a:r>
              <a:rPr lang="en-GB" sz="1800" b="1" dirty="0">
                <a:ea typeface="Calibri" panose="020F0502020204030204" pitchFamily="34" charset="0"/>
                <a:cs typeface="Times New Roman"/>
              </a:rPr>
              <a:t>Models Considered: </a:t>
            </a:r>
            <a:r>
              <a:rPr lang="en-GB" sz="1800" dirty="0">
                <a:ea typeface="Calibri" panose="020F0502020204030204" pitchFamily="34" charset="0"/>
                <a:cs typeface="Times New Roman"/>
              </a:rPr>
              <a:t>YOLOv8, Faster R-CNN, and SSD.</a:t>
            </a:r>
          </a:p>
          <a:p>
            <a:pPr>
              <a:lnSpc>
                <a:spcPct val="150000"/>
              </a:lnSpc>
              <a:spcBef>
                <a:spcPts val="0"/>
              </a:spcBef>
              <a:spcAft>
                <a:spcPts val="1000"/>
              </a:spcAft>
            </a:pPr>
            <a:r>
              <a:rPr lang="en-GB" sz="1800" b="1" dirty="0">
                <a:ea typeface="Calibri" panose="020F0502020204030204" pitchFamily="34" charset="0"/>
                <a:cs typeface="Times New Roman"/>
              </a:rPr>
              <a:t>Dataset: </a:t>
            </a:r>
            <a:r>
              <a:rPr lang="en-GB" sz="1800" dirty="0">
                <a:ea typeface="Calibri" panose="020F0502020204030204" pitchFamily="34" charset="0"/>
                <a:cs typeface="Times New Roman"/>
              </a:rPr>
              <a:t>A dataset containing Sri Lankan traffic signs.</a:t>
            </a:r>
          </a:p>
          <a:p>
            <a:pPr>
              <a:lnSpc>
                <a:spcPct val="150000"/>
              </a:lnSpc>
              <a:spcBef>
                <a:spcPts val="0"/>
              </a:spcBef>
              <a:spcAft>
                <a:spcPts val="1000"/>
              </a:spcAft>
            </a:pPr>
            <a:r>
              <a:rPr lang="en-GB" sz="1800" b="1" dirty="0">
                <a:ea typeface="Calibri" panose="020F0502020204030204" pitchFamily="34" charset="0"/>
                <a:cs typeface="Times New Roman"/>
              </a:rPr>
              <a:t>Evaluation Metric: </a:t>
            </a:r>
            <a:r>
              <a:rPr lang="en-GB" sz="1800" dirty="0">
                <a:ea typeface="Calibri" panose="020F0502020204030204" pitchFamily="34" charset="0"/>
                <a:cs typeface="Times New Roman"/>
              </a:rPr>
              <a:t>Mean Average Precision (mAP) as the primary performance measure.</a:t>
            </a:r>
            <a:endParaRPr lang="en-US" sz="1800" dirty="0">
              <a:ea typeface="Calibri" panose="020F0502020204030204" pitchFamily="34" charset="0"/>
              <a:cs typeface="Times New Roman"/>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2A724328-5688-475E-8978-CA3EB6B8786F}"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13</a:t>
            </a:r>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7428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6.Limitations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AE9EAE-2DEE-466D-9183-756D733F6DAD}"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34342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Limitations</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dirty="0">
                <a:ea typeface="Calibri" panose="020F0502020204030204" pitchFamily="34" charset="0"/>
                <a:cs typeface="Times New Roman"/>
              </a:rPr>
              <a:t>The study focuses only on model evaluation, not implementation or fine-tuning.</a:t>
            </a:r>
          </a:p>
          <a:p>
            <a:pPr>
              <a:lnSpc>
                <a:spcPct val="150000"/>
              </a:lnSpc>
              <a:spcBef>
                <a:spcPts val="0"/>
              </a:spcBef>
              <a:spcAft>
                <a:spcPts val="1000"/>
              </a:spcAft>
            </a:pPr>
            <a:r>
              <a:rPr lang="en-GB" sz="1800" dirty="0">
                <a:ea typeface="Calibri" panose="020F0502020204030204" pitchFamily="34" charset="0"/>
                <a:cs typeface="Times New Roman" panose="02020603050405020304" pitchFamily="18" charset="0"/>
              </a:rPr>
              <a:t>Research is limited to Sri Lankan traffic signs and may not generalize to other regions.</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B8C1096F-ED07-4EE2-A280-F7C1436D1C64}"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15</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4275002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7. Methodology</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16</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51581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Methodology</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3" y="251791"/>
            <a:ext cx="5331033" cy="6281531"/>
          </a:xfrm>
        </p:spPr>
        <p:txBody>
          <a:bodyPr anchor="ctr">
            <a:normAutofit/>
          </a:bodyPr>
          <a:lstStyle/>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Research Design: </a:t>
            </a:r>
            <a:r>
              <a:rPr lang="en-US" sz="1800" dirty="0">
                <a:ea typeface="Calibri" panose="020F0502020204030204" pitchFamily="34" charset="0"/>
                <a:cs typeface="Times New Roman" panose="02020603050405020304" pitchFamily="18" charset="0"/>
              </a:rPr>
              <a:t>Quantitative research.</a:t>
            </a:r>
          </a:p>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Data Collection Method:</a:t>
            </a:r>
            <a:r>
              <a:rPr lang="en-US" sz="1800" dirty="0">
                <a:ea typeface="Calibri" panose="020F0502020204030204" pitchFamily="34" charset="0"/>
                <a:cs typeface="Times New Roman" panose="02020603050405020304" pitchFamily="18" charset="0"/>
              </a:rPr>
              <a:t> Secondary dataset (Sri Lankan traffic sign dataset).</a:t>
            </a: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Evaluation Approach:</a:t>
            </a:r>
            <a:r>
              <a:rPr lang="en-GB" sz="1800" dirty="0">
                <a:ea typeface="Calibri" panose="020F0502020204030204" pitchFamily="34" charset="0"/>
                <a:cs typeface="Times New Roman" panose="02020603050405020304" pitchFamily="18" charset="0"/>
              </a:rPr>
              <a:t> Analyze the performance of YOLOv8, Faster R-CNN, and SSD. Use mean Average Precision (mAP) as the key evaluation metric.</a:t>
            </a:r>
            <a:endParaRPr lang="en-US" sz="1800" dirty="0">
              <a:ea typeface="Calibri" panose="020F0502020204030204" pitchFamily="34" charset="0"/>
              <a:cs typeface="Times New Roman" panose="02020603050405020304" pitchFamily="18" charset="0"/>
            </a:endParaRP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Comparison &amp; Analysis: </a:t>
            </a:r>
            <a:r>
              <a:rPr lang="en-GB" sz="1800" dirty="0">
                <a:ea typeface="Calibri" panose="020F0502020204030204" pitchFamily="34" charset="0"/>
                <a:cs typeface="Times New Roman" panose="02020603050405020304" pitchFamily="18" charset="0"/>
              </a:rPr>
              <a:t>Compare the models based on mAP scores. Identify the most effective model for Sri Lankan traffic sign detection.</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83CF45C7-57A3-4163-A97E-CD11D5518937}"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17</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2976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Literature Review</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23629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FED002-D9B8-4055-B180-137EC510B2E1}"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19</a:t>
            </a:fld>
            <a:endParaRPr lang="en-US" sz="1200" dirty="0"/>
          </a:p>
        </p:txBody>
      </p:sp>
      <p:graphicFrame>
        <p:nvGraphicFramePr>
          <p:cNvPr id="7" name="Content Placeholder 6">
            <a:extLst>
              <a:ext uri="{FF2B5EF4-FFF2-40B4-BE49-F238E27FC236}">
                <a16:creationId xmlns:a16="http://schemas.microsoft.com/office/drawing/2014/main" id="{BDA173CF-344C-BBAD-62AC-8D618C6F2E8B}"/>
              </a:ext>
            </a:extLst>
          </p:cNvPr>
          <p:cNvGraphicFramePr>
            <a:graphicFrameLocks noGrp="1"/>
          </p:cNvGraphicFramePr>
          <p:nvPr>
            <p:ph idx="1"/>
            <p:extLst>
              <p:ext uri="{D42A27DB-BD31-4B8C-83A1-F6EECF244321}">
                <p14:modId xmlns:p14="http://schemas.microsoft.com/office/powerpoint/2010/main" val="2596885467"/>
              </p:ext>
            </p:extLst>
          </p:nvPr>
        </p:nvGraphicFramePr>
        <p:xfrm>
          <a:off x="103095" y="20320"/>
          <a:ext cx="8937810" cy="6796514"/>
        </p:xfrm>
        <a:graphic>
          <a:graphicData uri="http://schemas.openxmlformats.org/drawingml/2006/table">
            <a:tbl>
              <a:tblPr firstRow="1" bandRow="1">
                <a:tableStyleId>{5C22544A-7EE6-4342-B048-85BDC9FD1C3A}</a:tableStyleId>
              </a:tblPr>
              <a:tblGrid>
                <a:gridCol w="1787562">
                  <a:extLst>
                    <a:ext uri="{9D8B030D-6E8A-4147-A177-3AD203B41FA5}">
                      <a16:colId xmlns:a16="http://schemas.microsoft.com/office/drawing/2014/main" val="4022647933"/>
                    </a:ext>
                  </a:extLst>
                </a:gridCol>
                <a:gridCol w="1787562">
                  <a:extLst>
                    <a:ext uri="{9D8B030D-6E8A-4147-A177-3AD203B41FA5}">
                      <a16:colId xmlns:a16="http://schemas.microsoft.com/office/drawing/2014/main" val="1715188993"/>
                    </a:ext>
                  </a:extLst>
                </a:gridCol>
                <a:gridCol w="1787562">
                  <a:extLst>
                    <a:ext uri="{9D8B030D-6E8A-4147-A177-3AD203B41FA5}">
                      <a16:colId xmlns:a16="http://schemas.microsoft.com/office/drawing/2014/main" val="2763705049"/>
                    </a:ext>
                  </a:extLst>
                </a:gridCol>
                <a:gridCol w="1787562">
                  <a:extLst>
                    <a:ext uri="{9D8B030D-6E8A-4147-A177-3AD203B41FA5}">
                      <a16:colId xmlns:a16="http://schemas.microsoft.com/office/drawing/2014/main" val="3138891480"/>
                    </a:ext>
                  </a:extLst>
                </a:gridCol>
                <a:gridCol w="1787562">
                  <a:extLst>
                    <a:ext uri="{9D8B030D-6E8A-4147-A177-3AD203B41FA5}">
                      <a16:colId xmlns:a16="http://schemas.microsoft.com/office/drawing/2014/main" val="1451267758"/>
                    </a:ext>
                  </a:extLst>
                </a:gridCol>
              </a:tblGrid>
              <a:tr h="362091">
                <a:tc>
                  <a:txBody>
                    <a:bodyPr/>
                    <a:lstStyle/>
                    <a:p>
                      <a:r>
                        <a:rPr lang="en-US" dirty="0"/>
                        <a:t>Title</a:t>
                      </a:r>
                    </a:p>
                  </a:txBody>
                  <a:tcPr/>
                </a:tc>
                <a:tc>
                  <a:txBody>
                    <a:bodyPr/>
                    <a:lstStyle/>
                    <a:p>
                      <a:r>
                        <a:rPr lang="en-US" dirty="0"/>
                        <a:t>Aim</a:t>
                      </a:r>
                    </a:p>
                  </a:txBody>
                  <a:tcPr/>
                </a:tc>
                <a:tc>
                  <a:txBody>
                    <a:bodyPr/>
                    <a:lstStyle/>
                    <a:p>
                      <a:r>
                        <a:rPr lang="en-US" dirty="0"/>
                        <a:t>Results</a:t>
                      </a:r>
                    </a:p>
                  </a:txBody>
                  <a:tcPr/>
                </a:tc>
                <a:tc>
                  <a:txBody>
                    <a:bodyPr/>
                    <a:lstStyle/>
                    <a:p>
                      <a:r>
                        <a:rPr lang="en-US" dirty="0"/>
                        <a:t>Methodology</a:t>
                      </a:r>
                    </a:p>
                  </a:txBody>
                  <a:tcPr/>
                </a:tc>
                <a:tc>
                  <a:txBody>
                    <a:bodyPr/>
                    <a:lstStyle/>
                    <a:p>
                      <a:r>
                        <a:rPr lang="en-US" dirty="0"/>
                        <a:t>Research Gap</a:t>
                      </a:r>
                    </a:p>
                  </a:txBody>
                  <a:tcPr/>
                </a:tc>
                <a:extLst>
                  <a:ext uri="{0D108BD9-81ED-4DB2-BD59-A6C34878D82A}">
                    <a16:rowId xmlns:a16="http://schemas.microsoft.com/office/drawing/2014/main" val="3118700084"/>
                  </a:ext>
                </a:extLst>
              </a:tr>
              <a:tr h="2544554">
                <a:tc>
                  <a:txBody>
                    <a:bodyPr/>
                    <a:lstStyle/>
                    <a:p>
                      <a:r>
                        <a:rPr lang="en-GB" sz="1200" dirty="0"/>
                        <a:t>Performance Comparison of Object Detection Models for Road Sign Detection Under Different Conditions – 2024</a:t>
                      </a:r>
                    </a:p>
                    <a:p>
                      <a:r>
                        <a:rPr lang="en-GB" sz="900" dirty="0">
                          <a:solidFill>
                            <a:schemeClr val="accent1">
                              <a:lumMod val="75000"/>
                            </a:schemeClr>
                          </a:solidFill>
                        </a:rPr>
                        <a:t>(Fatima, Z. T. M. M. H. V. R. R. T. a. R. R., 2024. Performance Comparison of Object Detection Models for Road Sign Detection Under Different Conditions. International Journal of Advanced Computer Science and Applications, 15(12).)</a:t>
                      </a:r>
                      <a:endParaRPr lang="en-US" sz="900" dirty="0">
                        <a:solidFill>
                          <a:schemeClr val="accent1">
                            <a:lumMod val="75000"/>
                          </a:schemeClr>
                        </a:solidFill>
                      </a:endParaRPr>
                    </a:p>
                  </a:txBody>
                  <a:tcPr/>
                </a:tc>
                <a:tc>
                  <a:txBody>
                    <a:bodyPr/>
                    <a:lstStyle/>
                    <a:p>
                      <a:r>
                        <a:rPr lang="en-GB" sz="1200" dirty="0"/>
                        <a:t>state-of-the-art object detection models (YOLOv8, YOLOv9, RTMDet, Faster R-CNN, RetinaNet) for road sign detection.</a:t>
                      </a:r>
                      <a:endParaRPr lang="en-US" sz="1200" dirty="0"/>
                    </a:p>
                  </a:txBody>
                  <a:tcPr/>
                </a:tc>
                <a:tc>
                  <a:txBody>
                    <a:bodyPr/>
                    <a:lstStyle/>
                    <a:p>
                      <a:r>
                        <a:rPr lang="en-GB" sz="1200" dirty="0"/>
                        <a:t>YOLOv9 and YOLOv8 performed best in real-time detection, while RTMDet provided a balance of speed and accuracy. Faster R-CNN and RetinaNet had better precision but were slower.</a:t>
                      </a:r>
                      <a:endParaRPr lang="en-US" sz="1200" dirty="0"/>
                    </a:p>
                  </a:txBody>
                  <a:tcPr/>
                </a:tc>
                <a:tc>
                  <a:txBody>
                    <a:bodyPr/>
                    <a:lstStyle/>
                    <a:p>
                      <a:r>
                        <a:rPr lang="en-GB" sz="1200" dirty="0"/>
                        <a:t>Models were fine-tuned and evaluated on a large dataset using mAP, FPS, and total loss as key metrics. Training involved data </a:t>
                      </a:r>
                      <a:r>
                        <a:rPr lang="en-GB" sz="1200" dirty="0">
                          <a:solidFill>
                            <a:srgbClr val="FF0000"/>
                          </a:solidFill>
                        </a:rPr>
                        <a:t>augmentation and hyperparameter tuning</a:t>
                      </a:r>
                      <a:r>
                        <a:rPr lang="en-GB" sz="1200" dirty="0"/>
                        <a:t>.</a:t>
                      </a:r>
                      <a:endParaRPr lang="en-US" sz="1200" dirty="0"/>
                    </a:p>
                  </a:txBody>
                  <a:tcPr/>
                </a:tc>
                <a:tc>
                  <a:txBody>
                    <a:bodyPr/>
                    <a:lstStyle/>
                    <a:p>
                      <a:r>
                        <a:rPr lang="en-GB" sz="1200" dirty="0"/>
                        <a:t>Focused on general road sign detection but did not evaluate models on region-specific datasets.</a:t>
                      </a:r>
                      <a:endParaRPr lang="en-US" sz="1200" dirty="0"/>
                    </a:p>
                  </a:txBody>
                  <a:tcPr/>
                </a:tc>
                <a:extLst>
                  <a:ext uri="{0D108BD9-81ED-4DB2-BD59-A6C34878D82A}">
                    <a16:rowId xmlns:a16="http://schemas.microsoft.com/office/drawing/2014/main" val="1735767366"/>
                  </a:ext>
                </a:extLst>
              </a:tr>
              <a:tr h="1874935">
                <a:tc>
                  <a:txBody>
                    <a:bodyPr/>
                    <a:lstStyle/>
                    <a:p>
                      <a:r>
                        <a:rPr lang="en-GB" sz="1200" dirty="0"/>
                        <a:t>A Traffic-Sign Detection Algorithm Based on Improved Sparse R-CNN – 2017</a:t>
                      </a:r>
                    </a:p>
                    <a:p>
                      <a:r>
                        <a:rPr lang="en-US" sz="900" dirty="0">
                          <a:solidFill>
                            <a:schemeClr val="accent1">
                              <a:lumMod val="75000"/>
                            </a:schemeClr>
                          </a:solidFill>
                        </a:rPr>
                        <a:t>(</a:t>
                      </a:r>
                      <a:r>
                        <a:rPr lang="en-US" sz="900" dirty="0" err="1">
                          <a:solidFill>
                            <a:schemeClr val="accent1">
                              <a:lumMod val="75000"/>
                            </a:schemeClr>
                          </a:solidFill>
                        </a:rPr>
                        <a:t>Jinghao</a:t>
                      </a:r>
                      <a:r>
                        <a:rPr lang="en-US" sz="900" dirty="0">
                          <a:solidFill>
                            <a:schemeClr val="accent1">
                              <a:lumMod val="75000"/>
                            </a:schemeClr>
                          </a:solidFill>
                        </a:rPr>
                        <a:t> Cao, J. Z. X. J., 2021. A Traffic-Sign Detection Algorithm Based on Improved Sparse R-</a:t>
                      </a:r>
                      <a:r>
                        <a:rPr lang="en-US" sz="900" dirty="0" err="1">
                          <a:solidFill>
                            <a:schemeClr val="accent1">
                              <a:lumMod val="75000"/>
                            </a:schemeClr>
                          </a:solidFill>
                        </a:rPr>
                        <a:t>cnn</a:t>
                      </a:r>
                      <a:r>
                        <a:rPr lang="en-US" sz="900" dirty="0">
                          <a:solidFill>
                            <a:schemeClr val="accent1">
                              <a:lumMod val="75000"/>
                            </a:schemeClr>
                          </a:solidFill>
                        </a:rPr>
                        <a:t>. IEEE Access.)</a:t>
                      </a:r>
                    </a:p>
                  </a:txBody>
                  <a:tcPr/>
                </a:tc>
                <a:tc>
                  <a:txBody>
                    <a:bodyPr/>
                    <a:lstStyle/>
                    <a:p>
                      <a:r>
                        <a:rPr lang="en-GB" sz="1200" dirty="0"/>
                        <a:t>To enhance Sparse R-CNN for traffic sign detection using an improved backbone and attention mechanism.</a:t>
                      </a:r>
                      <a:endParaRPr lang="en-US" sz="1200" dirty="0"/>
                    </a:p>
                  </a:txBody>
                  <a:tcPr/>
                </a:tc>
                <a:tc>
                  <a:txBody>
                    <a:bodyPr/>
                    <a:lstStyle/>
                    <a:p>
                      <a:r>
                        <a:rPr lang="en-GB" sz="1200" dirty="0"/>
                        <a:t>Achieved improved mAP and robustness compared to traditional Sparse R-CNN. Res2Nest and improved DIIH enhanced detection, especially for small signs.</a:t>
                      </a:r>
                      <a:endParaRPr lang="en-US" sz="1200" dirty="0"/>
                    </a:p>
                  </a:txBody>
                  <a:tcPr/>
                </a:tc>
                <a:tc>
                  <a:txBody>
                    <a:bodyPr/>
                    <a:lstStyle/>
                    <a:p>
                      <a:r>
                        <a:rPr lang="en-GB" sz="1200" dirty="0"/>
                        <a:t>Proposed an improved ResNest-based backbone (Res2Nest) and Dynamic Instance Interactive Head (DIIH) for better multi-scale feature representation and accuracy. Evaluated using the </a:t>
                      </a:r>
                      <a:r>
                        <a:rPr lang="en-GB" sz="1200" dirty="0">
                          <a:solidFill>
                            <a:srgbClr val="FF0000"/>
                          </a:solidFill>
                        </a:rPr>
                        <a:t>TT100K dataset</a:t>
                      </a:r>
                      <a:r>
                        <a:rPr lang="en-GB" sz="1200" dirty="0"/>
                        <a:t>.</a:t>
                      </a:r>
                      <a:endParaRPr lang="en-US" sz="1200" dirty="0"/>
                    </a:p>
                  </a:txBody>
                  <a:tcPr/>
                </a:tc>
                <a:tc>
                  <a:txBody>
                    <a:bodyPr/>
                    <a:lstStyle/>
                    <a:p>
                      <a:r>
                        <a:rPr lang="en-GB" sz="1200" dirty="0"/>
                        <a:t>Needs optimization for lower computational cost while maintaining accuracy.</a:t>
                      </a:r>
                      <a:endParaRPr lang="en-US" sz="1200" dirty="0"/>
                    </a:p>
                  </a:txBody>
                  <a:tcPr/>
                </a:tc>
                <a:extLst>
                  <a:ext uri="{0D108BD9-81ED-4DB2-BD59-A6C34878D82A}">
                    <a16:rowId xmlns:a16="http://schemas.microsoft.com/office/drawing/2014/main" val="4135460380"/>
                  </a:ext>
                </a:extLst>
              </a:tr>
              <a:tr h="1919576">
                <a:tc>
                  <a:txBody>
                    <a:bodyPr/>
                    <a:lstStyle/>
                    <a:p>
                      <a:r>
                        <a:rPr lang="en-GB" sz="1200" dirty="0"/>
                        <a:t>Evaluating and Benchmarking Object Detection Models for Traffic Sign Detection – 2022</a:t>
                      </a:r>
                    </a:p>
                    <a:p>
                      <a:r>
                        <a:rPr lang="en-GB" sz="900" dirty="0">
                          <a:solidFill>
                            <a:schemeClr val="accent1">
                              <a:lumMod val="75000"/>
                            </a:schemeClr>
                          </a:solidFill>
                        </a:rPr>
                        <a:t>(Mishra, A. K. A. M. S. A. K. Z. J. S. S. a. T. A., 2022. Evaluating and Bench-marking Object Detection Models for Traffic Sign and Traffic Light Datasets, </a:t>
                      </a:r>
                      <a:r>
                        <a:rPr lang="en-GB" sz="900" dirty="0" err="1">
                          <a:solidFill>
                            <a:schemeClr val="accent1">
                              <a:lumMod val="75000"/>
                            </a:schemeClr>
                          </a:solidFill>
                        </a:rPr>
                        <a:t>s.l.</a:t>
                      </a:r>
                      <a:r>
                        <a:rPr lang="en-GB" sz="900" dirty="0">
                          <a:solidFill>
                            <a:schemeClr val="accent1">
                              <a:lumMod val="75000"/>
                            </a:schemeClr>
                          </a:solidFill>
                        </a:rPr>
                        <a:t>: Computer Vision Foundation.)</a:t>
                      </a:r>
                      <a:endParaRPr lang="en-US" sz="900" dirty="0">
                        <a:solidFill>
                          <a:schemeClr val="accent1">
                            <a:lumMod val="75000"/>
                          </a:schemeClr>
                        </a:solidFill>
                      </a:endParaRPr>
                    </a:p>
                  </a:txBody>
                  <a:tcPr/>
                </a:tc>
                <a:tc>
                  <a:txBody>
                    <a:bodyPr/>
                    <a:lstStyle/>
                    <a:p>
                      <a:r>
                        <a:rPr lang="en-US" sz="1200" dirty="0"/>
                        <a:t>To benchmark object detection models (Faster R-CNN, YOLOv3, SSD, RetinaNet, </a:t>
                      </a:r>
                      <a:r>
                        <a:rPr lang="en-US" sz="1200" dirty="0" err="1"/>
                        <a:t>CenterNet</a:t>
                      </a:r>
                      <a:r>
                        <a:rPr lang="en-US" sz="1200" dirty="0"/>
                        <a:t>, Cascade R-CNN) for traffic sign detection across multiple datasets.</a:t>
                      </a:r>
                    </a:p>
                  </a:txBody>
                  <a:tcPr/>
                </a:tc>
                <a:tc>
                  <a:txBody>
                    <a:bodyPr/>
                    <a:lstStyle/>
                    <a:p>
                      <a:r>
                        <a:rPr lang="en-GB" sz="1200" dirty="0" err="1"/>
                        <a:t>CenterNet</a:t>
                      </a:r>
                      <a:r>
                        <a:rPr lang="en-GB" sz="1200" dirty="0"/>
                        <a:t> and Cascade R-CNN performed best overall, with </a:t>
                      </a:r>
                      <a:r>
                        <a:rPr lang="en-GB" sz="1200" dirty="0" err="1"/>
                        <a:t>CenterNet</a:t>
                      </a:r>
                      <a:r>
                        <a:rPr lang="en-GB" sz="1200" dirty="0"/>
                        <a:t> excelling in small object detection. Faster R-CNN and YOLOv3 provided competitive results in specific datasets.</a:t>
                      </a:r>
                      <a:endParaRPr lang="en-US" sz="1200" dirty="0"/>
                    </a:p>
                  </a:txBody>
                  <a:tcPr/>
                </a:tc>
                <a:tc>
                  <a:txBody>
                    <a:bodyPr/>
                    <a:lstStyle/>
                    <a:p>
                      <a:r>
                        <a:rPr lang="en-GB" sz="1200" dirty="0"/>
                        <a:t>Models were evaluated using precision, recall, and mean average precision (mAP) on different datasets, including </a:t>
                      </a:r>
                      <a:r>
                        <a:rPr lang="en-GB" sz="1200" dirty="0">
                          <a:solidFill>
                            <a:srgbClr val="FF0000"/>
                          </a:solidFill>
                        </a:rPr>
                        <a:t>TT100K and GTSD.</a:t>
                      </a:r>
                      <a:endParaRPr lang="en-US" sz="1200" dirty="0">
                        <a:solidFill>
                          <a:srgbClr val="FF0000"/>
                        </a:solidFill>
                      </a:endParaRPr>
                    </a:p>
                  </a:txBody>
                  <a:tcPr/>
                </a:tc>
                <a:tc>
                  <a:txBody>
                    <a:bodyPr/>
                    <a:lstStyle/>
                    <a:p>
                      <a:r>
                        <a:rPr lang="en-GB" sz="1200" dirty="0"/>
                        <a:t>Existing models struggle under adverse weather and occlusions.</a:t>
                      </a:r>
                      <a:endParaRPr lang="en-US" sz="1200" dirty="0"/>
                    </a:p>
                  </a:txBody>
                  <a:tcPr/>
                </a:tc>
                <a:extLst>
                  <a:ext uri="{0D108BD9-81ED-4DB2-BD59-A6C34878D82A}">
                    <a16:rowId xmlns:a16="http://schemas.microsoft.com/office/drawing/2014/main" val="3962700926"/>
                  </a:ext>
                </a:extLst>
              </a:tr>
            </a:tbl>
          </a:graphicData>
        </a:graphic>
      </p:graphicFrame>
    </p:spTree>
    <p:extLst>
      <p:ext uri="{BB962C8B-B14F-4D97-AF65-F5344CB8AC3E}">
        <p14:creationId xmlns:p14="http://schemas.microsoft.com/office/powerpoint/2010/main" val="3152455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Timeline</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20</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81000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10"/>
          </p:nvPr>
        </p:nvSpPr>
        <p:spPr>
          <a:xfrm>
            <a:off x="482600" y="6356350"/>
            <a:ext cx="2057400" cy="365125"/>
          </a:xfrm>
        </p:spPr>
        <p:txBody>
          <a:bodyPr vert="horz" lIns="91440" tIns="45720" rIns="91440" bIns="45720" rtlCol="0" anchor="ctr">
            <a:normAutofit/>
          </a:bodyPr>
          <a:lstStyle/>
          <a:p>
            <a:pPr defTabSz="914400">
              <a:spcAft>
                <a:spcPts val="600"/>
              </a:spcAft>
            </a:pPr>
            <a:fld id="{B7679B16-301B-41D3-B5DE-31BD87D1D497}" type="datetime1">
              <a:rPr lang="en-US" smtClean="0"/>
              <a:pPr defTabSz="914400">
                <a:spcAft>
                  <a:spcPts val="600"/>
                </a:spcAft>
              </a:pPr>
              <a:t>2/23/2025</a:t>
            </a:fld>
            <a:endParaRPr lang="en-US"/>
          </a:p>
        </p:txBody>
      </p:sp>
      <p:sp>
        <p:nvSpPr>
          <p:cNvPr id="5" name="Footer Placeholder 4"/>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6" name="Slide Number Placeholder 5"/>
          <p:cNvSpPr>
            <a:spLocks noGrp="1"/>
          </p:cNvSpPr>
          <p:nvPr>
            <p:ph type="sldNum" sz="quarter" idx="12"/>
          </p:nvPr>
        </p:nvSpPr>
        <p:spPr>
          <a:xfrm>
            <a:off x="6603999"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21</a:t>
            </a:fld>
            <a:endParaRPr lang="en-US" sz="1200" b="0">
              <a:solidFill>
                <a:schemeClr val="tx1">
                  <a:tint val="75000"/>
                </a:schemeClr>
              </a:solidFill>
            </a:endParaRPr>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a:extLst>
              <a:ext uri="{FF2B5EF4-FFF2-40B4-BE49-F238E27FC236}">
                <a16:creationId xmlns:a16="http://schemas.microsoft.com/office/drawing/2014/main" id="{9CC34B12-AC6D-1D36-B637-50C8F79093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951" y="1647139"/>
            <a:ext cx="8808097" cy="4131655"/>
          </a:xfrm>
          <a:prstGeom prst="rect">
            <a:avLst/>
          </a:prstGeom>
          <a:ln>
            <a:noFill/>
          </a:ln>
        </p:spPr>
      </p:pic>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70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Cost &amp; Benefits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B051283D-A526-41C6-8C05-199FD45FCE24}"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13345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66239839"/>
              </p:ext>
            </p:extLst>
          </p:nvPr>
        </p:nvGraphicFramePr>
        <p:xfrm>
          <a:off x="654050" y="657483"/>
          <a:ext cx="7025044" cy="2617560"/>
        </p:xfrm>
        <a:graphic>
          <a:graphicData uri="http://schemas.openxmlformats.org/drawingml/2006/table">
            <a:tbl>
              <a:tblPr>
                <a:tableStyleId>{5C22544A-7EE6-4342-B048-85BDC9FD1C3A}</a:tableStyleId>
              </a:tblPr>
              <a:tblGrid>
                <a:gridCol w="4508050">
                  <a:extLst>
                    <a:ext uri="{9D8B030D-6E8A-4147-A177-3AD203B41FA5}">
                      <a16:colId xmlns:a16="http://schemas.microsoft.com/office/drawing/2014/main" val="20000"/>
                    </a:ext>
                  </a:extLst>
                </a:gridCol>
                <a:gridCol w="2516994">
                  <a:extLst>
                    <a:ext uri="{9D8B030D-6E8A-4147-A177-3AD203B41FA5}">
                      <a16:colId xmlns:a16="http://schemas.microsoft.com/office/drawing/2014/main" val="20001"/>
                    </a:ext>
                  </a:extLst>
                </a:gridCol>
              </a:tblGrid>
              <a:tr h="467919">
                <a:tc>
                  <a:txBody>
                    <a:bodyPr/>
                    <a:lstStyle/>
                    <a:p>
                      <a:pPr algn="l" fontAlgn="b"/>
                      <a:r>
                        <a:rPr lang="en-GB" sz="2000" b="0" i="0" u="none" strike="noStrike" dirty="0">
                          <a:solidFill>
                            <a:srgbClr val="000000"/>
                          </a:solidFill>
                          <a:effectLst/>
                          <a:latin typeface="Calibri" panose="020F0502020204030204" pitchFamily="34" charset="0"/>
                        </a:rPr>
                        <a:t>Description</a:t>
                      </a:r>
                    </a:p>
                  </a:txBody>
                  <a:tcPr marL="7620" marR="7620" marT="7620" marB="0" anchor="b"/>
                </a:tc>
                <a:tc>
                  <a:txBody>
                    <a:bodyPr/>
                    <a:lstStyle/>
                    <a:p>
                      <a:pPr algn="l" fontAlgn="b"/>
                      <a:r>
                        <a:rPr lang="en-GB" sz="2000" b="0" i="0" u="none" strike="noStrike" dirty="0">
                          <a:solidFill>
                            <a:srgbClr val="000000"/>
                          </a:solidFill>
                          <a:effectLst/>
                          <a:latin typeface="Calibri" panose="020F0502020204030204" pitchFamily="34" charset="0"/>
                        </a:rPr>
                        <a:t>Cost</a:t>
                      </a:r>
                      <a:endParaRPr lang="en-GB"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374335">
                <a:tc>
                  <a:txBody>
                    <a:bodyPr/>
                    <a:lstStyle/>
                    <a:p>
                      <a:pPr algn="l" fontAlgn="b"/>
                      <a:r>
                        <a:rPr lang="en-GB" sz="1400" u="none" strike="noStrike" dirty="0">
                          <a:effectLst/>
                        </a:rPr>
                        <a:t>Power Consumption</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1,800 LKR</a:t>
                      </a:r>
                    </a:p>
                  </a:txBody>
                  <a:tcPr marL="7620" marR="7620" marT="7620" marB="0" anchor="b"/>
                </a:tc>
                <a:extLst>
                  <a:ext uri="{0D108BD9-81ED-4DB2-BD59-A6C34878D82A}">
                    <a16:rowId xmlns:a16="http://schemas.microsoft.com/office/drawing/2014/main" val="10001"/>
                  </a:ext>
                </a:extLst>
              </a:tr>
              <a:tr h="374335">
                <a:tc>
                  <a:txBody>
                    <a:bodyPr/>
                    <a:lstStyle/>
                    <a:p>
                      <a:pPr algn="l" fontAlgn="b"/>
                      <a:r>
                        <a:rPr lang="en-GB" sz="1400" u="none" strike="noStrike" dirty="0">
                          <a:effectLst/>
                        </a:rPr>
                        <a:t>Computational resources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4,000 LKR</a:t>
                      </a:r>
                    </a:p>
                  </a:txBody>
                  <a:tcPr marL="7620" marR="7620" marT="7620" marB="0" anchor="b"/>
                </a:tc>
                <a:extLst>
                  <a:ext uri="{0D108BD9-81ED-4DB2-BD59-A6C34878D82A}">
                    <a16:rowId xmlns:a16="http://schemas.microsoft.com/office/drawing/2014/main" val="10002"/>
                  </a:ext>
                </a:extLst>
              </a:tr>
              <a:tr h="298325">
                <a:tc>
                  <a:txBody>
                    <a:bodyPr/>
                    <a:lstStyle/>
                    <a:p>
                      <a:pPr algn="l" fontAlgn="b"/>
                      <a:r>
                        <a:rPr lang="en-GB" sz="1400" u="none" strike="noStrike" dirty="0">
                          <a:effectLst/>
                        </a:rPr>
                        <a:t>Cloud services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5,500 LKR</a:t>
                      </a:r>
                    </a:p>
                  </a:txBody>
                  <a:tcPr marL="7620" marR="7620" marT="7620" marB="0" anchor="b"/>
                </a:tc>
                <a:extLst>
                  <a:ext uri="{0D108BD9-81ED-4DB2-BD59-A6C34878D82A}">
                    <a16:rowId xmlns:a16="http://schemas.microsoft.com/office/drawing/2014/main" val="10003"/>
                  </a:ext>
                </a:extLst>
              </a:tr>
              <a:tr h="374335">
                <a:tc>
                  <a:txBody>
                    <a:bodyPr/>
                    <a:lstStyle/>
                    <a:p>
                      <a:pPr algn="l" fontAlgn="b"/>
                      <a:r>
                        <a:rPr lang="en-GB" sz="1400" u="none" strike="noStrike" dirty="0">
                          <a:effectLst/>
                        </a:rPr>
                        <a:t>Infra Structure</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1,500 LKR</a:t>
                      </a:r>
                    </a:p>
                  </a:txBody>
                  <a:tcPr marL="7620" marR="7620" marT="7620" marB="0" anchor="b"/>
                </a:tc>
                <a:extLst>
                  <a:ext uri="{0D108BD9-81ED-4DB2-BD59-A6C34878D82A}">
                    <a16:rowId xmlns:a16="http://schemas.microsoft.com/office/drawing/2014/main" val="10004"/>
                  </a:ext>
                </a:extLst>
              </a:tr>
              <a:tr h="353976">
                <a:tc>
                  <a:txBody>
                    <a:bodyPr/>
                    <a:lstStyle/>
                    <a:p>
                      <a:pPr algn="l" fontAlgn="b"/>
                      <a:r>
                        <a:rPr lang="en-GB" sz="1400" b="0" u="none" strike="noStrike" dirty="0">
                          <a:effectLst/>
                        </a:rPr>
                        <a:t>Manpower</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3,700 LKR</a:t>
                      </a:r>
                    </a:p>
                  </a:txBody>
                  <a:tcPr marL="7620" marR="7620" marT="7620" marB="0" anchor="b"/>
                </a:tc>
                <a:extLst>
                  <a:ext uri="{0D108BD9-81ED-4DB2-BD59-A6C34878D82A}">
                    <a16:rowId xmlns:a16="http://schemas.microsoft.com/office/drawing/2014/main" val="10005"/>
                  </a:ext>
                </a:extLst>
              </a:tr>
              <a:tr h="374335">
                <a:tc>
                  <a:txBody>
                    <a:bodyPr/>
                    <a:lstStyle/>
                    <a:p>
                      <a:pPr algn="l" fontAlgn="b"/>
                      <a:r>
                        <a:rPr lang="en-GB" sz="1600" u="none" strike="noStrike" dirty="0">
                          <a:effectLst/>
                        </a:rPr>
                        <a:t>Total Cost</a:t>
                      </a:r>
                      <a:endParaRPr lang="en-GB"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600" u="none" strike="noStrike" dirty="0">
                          <a:effectLst/>
                        </a:rPr>
                        <a:t>16,500 LKR</a:t>
                      </a:r>
                      <a:endParaRPr lang="en-GB" sz="16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8"/>
                  </a:ext>
                </a:extLst>
              </a:tr>
            </a:tbl>
          </a:graphicData>
        </a:graphic>
      </p:graphicFrame>
      <p:sp>
        <p:nvSpPr>
          <p:cNvPr id="4" name="Date Placeholder 3"/>
          <p:cNvSpPr>
            <a:spLocks noGrp="1"/>
          </p:cNvSpPr>
          <p:nvPr>
            <p:ph type="dt" sz="half" idx="10"/>
          </p:nvPr>
        </p:nvSpPr>
        <p:spPr/>
        <p:txBody>
          <a:bodyPr/>
          <a:lstStyle/>
          <a:p>
            <a:fld id="{8795AD55-3F61-4350-97D6-D00F00F80D87}"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23</a:t>
            </a:fld>
            <a:endParaRPr lang="en-US" sz="1200" b="0" dirty="0"/>
          </a:p>
        </p:txBody>
      </p:sp>
      <p:sp>
        <p:nvSpPr>
          <p:cNvPr id="2" name="TextBox 1">
            <a:extLst>
              <a:ext uri="{FF2B5EF4-FFF2-40B4-BE49-F238E27FC236}">
                <a16:creationId xmlns:a16="http://schemas.microsoft.com/office/drawing/2014/main" id="{CCD965D7-0C66-320F-E8BA-0FD93A5E1790}"/>
              </a:ext>
            </a:extLst>
          </p:cNvPr>
          <p:cNvSpPr txBox="1"/>
          <p:nvPr/>
        </p:nvSpPr>
        <p:spPr>
          <a:xfrm>
            <a:off x="325768" y="3861783"/>
            <a:ext cx="8189582" cy="1564531"/>
          </a:xfrm>
          <a:prstGeom prst="rect">
            <a:avLst/>
          </a:prstGeom>
          <a:noFill/>
        </p:spPr>
        <p:txBody>
          <a:bodyPr wrap="square" rtlCol="0">
            <a:spAutoFit/>
          </a:bodyPr>
          <a:lstStyle/>
          <a:p>
            <a:r>
              <a:rPr lang="en-US" dirty="0"/>
              <a:t>Benefits: </a:t>
            </a:r>
          </a:p>
          <a:p>
            <a:pPr marL="285750" indent="-285750">
              <a:lnSpc>
                <a:spcPct val="150000"/>
              </a:lnSpc>
              <a:buFont typeface="Arial" panose="020B0604020202020204" pitchFamily="34" charset="0"/>
              <a:buChar char="•"/>
            </a:pPr>
            <a:r>
              <a:rPr lang="en-GB" dirty="0"/>
              <a:t>Helps optimize model selection for real-world applications in Sri Lanka’s transportation sector.</a:t>
            </a:r>
          </a:p>
          <a:p>
            <a:pPr marL="285750" indent="-285750">
              <a:lnSpc>
                <a:spcPct val="150000"/>
              </a:lnSpc>
              <a:buFont typeface="Arial" panose="020B0604020202020204" pitchFamily="34" charset="0"/>
              <a:buChar char="•"/>
            </a:pPr>
            <a:r>
              <a:rPr lang="en-GB" dirty="0"/>
              <a:t>Advances research in computer vision and AI for traffic management.</a:t>
            </a:r>
            <a:endParaRPr lang="en-US" dirty="0"/>
          </a:p>
        </p:txBody>
      </p:sp>
    </p:spTree>
    <p:extLst>
      <p:ext uri="{BB962C8B-B14F-4D97-AF65-F5344CB8AC3E}">
        <p14:creationId xmlns:p14="http://schemas.microsoft.com/office/powerpoint/2010/main" val="3125452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Top level architecture &amp; WBS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96317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999F29-DE97-4A51-84E4-33DD6462CD8B}"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25</a:t>
            </a:fld>
            <a:endParaRPr lang="en-US" sz="1200" b="0" dirty="0"/>
          </a:p>
        </p:txBody>
      </p:sp>
      <p:sp>
        <p:nvSpPr>
          <p:cNvPr id="3" name="Title 1">
            <a:extLst>
              <a:ext uri="{FF2B5EF4-FFF2-40B4-BE49-F238E27FC236}">
                <a16:creationId xmlns:a16="http://schemas.microsoft.com/office/drawing/2014/main" id="{88F82F8E-F63A-203F-E813-64D9A761AAB3}"/>
              </a:ext>
            </a:extLst>
          </p:cNvPr>
          <p:cNvSpPr>
            <a:spLocks noGrp="1"/>
          </p:cNvSpPr>
          <p:nvPr>
            <p:ph type="title"/>
          </p:nvPr>
        </p:nvSpPr>
        <p:spPr>
          <a:xfrm>
            <a:off x="1316381" y="3032"/>
            <a:ext cx="5989320" cy="868823"/>
          </a:xfrm>
        </p:spPr>
        <p:txBody>
          <a:bodyPr vert="horz" lIns="91440" tIns="45720" rIns="91440" bIns="45720" rtlCol="0" anchor="ctr">
            <a:normAutofit/>
          </a:bodyPr>
          <a:lstStyle/>
          <a:p>
            <a:pPr algn="ctr"/>
            <a:r>
              <a:rPr lang="en-US" sz="3500" dirty="0">
                <a:cs typeface="Arial"/>
              </a:rPr>
              <a:t>Research Design</a:t>
            </a:r>
          </a:p>
        </p:txBody>
      </p:sp>
      <p:sp>
        <p:nvSpPr>
          <p:cNvPr id="10" name="Rectangle: Rounded Corners 9">
            <a:extLst>
              <a:ext uri="{FF2B5EF4-FFF2-40B4-BE49-F238E27FC236}">
                <a16:creationId xmlns:a16="http://schemas.microsoft.com/office/drawing/2014/main" id="{9B3D276C-B3D2-1BAE-D27D-BA467A1CDA6D}"/>
              </a:ext>
            </a:extLst>
          </p:cNvPr>
          <p:cNvSpPr/>
          <p:nvPr/>
        </p:nvSpPr>
        <p:spPr>
          <a:xfrm>
            <a:off x="433873" y="2460017"/>
            <a:ext cx="2057400" cy="979715"/>
          </a:xfrm>
          <a:prstGeom prst="roundRect">
            <a:avLst/>
          </a:prstGeom>
          <a:solidFill>
            <a:schemeClr val="accent4">
              <a:lumMod val="40000"/>
              <a:lumOff val="6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Dataset (Sri Lankan Traffic Sign)</a:t>
            </a:r>
          </a:p>
        </p:txBody>
      </p:sp>
      <p:sp>
        <p:nvSpPr>
          <p:cNvPr id="11" name="Rectangle: Rounded Corners 10">
            <a:extLst>
              <a:ext uri="{FF2B5EF4-FFF2-40B4-BE49-F238E27FC236}">
                <a16:creationId xmlns:a16="http://schemas.microsoft.com/office/drawing/2014/main" id="{CDE3479C-A65E-7880-3571-5A41817003E9}"/>
              </a:ext>
            </a:extLst>
          </p:cNvPr>
          <p:cNvSpPr/>
          <p:nvPr/>
        </p:nvSpPr>
        <p:spPr>
          <a:xfrm>
            <a:off x="3105930" y="2460017"/>
            <a:ext cx="1969926" cy="979715"/>
          </a:xfrm>
          <a:prstGeom prst="roundRect">
            <a:avLst/>
          </a:prstGeom>
          <a:solidFill>
            <a:schemeClr val="accent1">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Preprocessing</a:t>
            </a:r>
          </a:p>
        </p:txBody>
      </p:sp>
      <p:sp>
        <p:nvSpPr>
          <p:cNvPr id="12" name="Rectangle: Rounded Corners 11">
            <a:extLst>
              <a:ext uri="{FF2B5EF4-FFF2-40B4-BE49-F238E27FC236}">
                <a16:creationId xmlns:a16="http://schemas.microsoft.com/office/drawing/2014/main" id="{602922B3-2B31-7CA8-6CF4-516CA1BDEF9B}"/>
              </a:ext>
            </a:extLst>
          </p:cNvPr>
          <p:cNvSpPr/>
          <p:nvPr/>
        </p:nvSpPr>
        <p:spPr>
          <a:xfrm>
            <a:off x="4331444" y="4099320"/>
            <a:ext cx="1759987" cy="979715"/>
          </a:xfrm>
          <a:prstGeom prst="roundRect">
            <a:avLst/>
          </a:prstGeom>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Comparison &amp; Analysis</a:t>
            </a:r>
          </a:p>
        </p:txBody>
      </p:sp>
      <p:sp>
        <p:nvSpPr>
          <p:cNvPr id="13" name="Rectangle: Rounded Corners 12">
            <a:extLst>
              <a:ext uri="{FF2B5EF4-FFF2-40B4-BE49-F238E27FC236}">
                <a16:creationId xmlns:a16="http://schemas.microsoft.com/office/drawing/2014/main" id="{E0FECF72-C647-963F-D925-D7DAF0A58C79}"/>
              </a:ext>
            </a:extLst>
          </p:cNvPr>
          <p:cNvSpPr/>
          <p:nvPr/>
        </p:nvSpPr>
        <p:spPr>
          <a:xfrm>
            <a:off x="2085686" y="4099645"/>
            <a:ext cx="1759987" cy="979715"/>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Best Model Selection</a:t>
            </a:r>
          </a:p>
        </p:txBody>
      </p:sp>
      <p:sp>
        <p:nvSpPr>
          <p:cNvPr id="14" name="Rectangle: Rounded Corners 13">
            <a:extLst>
              <a:ext uri="{FF2B5EF4-FFF2-40B4-BE49-F238E27FC236}">
                <a16:creationId xmlns:a16="http://schemas.microsoft.com/office/drawing/2014/main" id="{D3B95477-39CE-A2E6-4557-1CB100AE553F}"/>
              </a:ext>
            </a:extLst>
          </p:cNvPr>
          <p:cNvSpPr/>
          <p:nvPr/>
        </p:nvSpPr>
        <p:spPr>
          <a:xfrm>
            <a:off x="6196693" y="2374375"/>
            <a:ext cx="2263840" cy="1140149"/>
          </a:xfrm>
          <a:prstGeom prst="roundRect">
            <a:avLst/>
          </a:prstGeom>
          <a:solidFill>
            <a:schemeClr val="accent2">
              <a:lumMod val="40000"/>
              <a:lumOff val="6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a:solidFill>
                  <a:schemeClr val="tx1"/>
                </a:solidFill>
              </a:rPr>
              <a:t>Model Inference (YOLOv8, Faster R-CNN, SSD)</a:t>
            </a:r>
          </a:p>
        </p:txBody>
      </p:sp>
      <p:sp>
        <p:nvSpPr>
          <p:cNvPr id="15" name="Rectangle: Rounded Corners 14">
            <a:extLst>
              <a:ext uri="{FF2B5EF4-FFF2-40B4-BE49-F238E27FC236}">
                <a16:creationId xmlns:a16="http://schemas.microsoft.com/office/drawing/2014/main" id="{66AFB0A0-32EB-AE88-FE77-0FD0E0668DA1}"/>
              </a:ext>
            </a:extLst>
          </p:cNvPr>
          <p:cNvSpPr/>
          <p:nvPr/>
        </p:nvSpPr>
        <p:spPr>
          <a:xfrm>
            <a:off x="6457950" y="4094128"/>
            <a:ext cx="1759987" cy="979715"/>
          </a:xfrm>
          <a:prstGeom prst="roundRect">
            <a:avLst/>
          </a:prstGeom>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Evaluation (mAP)</a:t>
            </a:r>
          </a:p>
        </p:txBody>
      </p:sp>
      <p:cxnSp>
        <p:nvCxnSpPr>
          <p:cNvPr id="17" name="Straight Arrow Connector 16">
            <a:extLst>
              <a:ext uri="{FF2B5EF4-FFF2-40B4-BE49-F238E27FC236}">
                <a16:creationId xmlns:a16="http://schemas.microsoft.com/office/drawing/2014/main" id="{6B287175-6CE7-E51C-0B3C-741FA3A50478}"/>
              </a:ext>
            </a:extLst>
          </p:cNvPr>
          <p:cNvCxnSpPr>
            <a:cxnSpLocks/>
            <a:stCxn id="10" idx="3"/>
            <a:endCxn id="11" idx="1"/>
          </p:cNvCxnSpPr>
          <p:nvPr/>
        </p:nvCxnSpPr>
        <p:spPr>
          <a:xfrm>
            <a:off x="2491273" y="2949875"/>
            <a:ext cx="614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0B4CDA-9CA5-C907-617C-273470C02317}"/>
              </a:ext>
            </a:extLst>
          </p:cNvPr>
          <p:cNvCxnSpPr>
            <a:cxnSpLocks/>
            <a:stCxn id="11" idx="3"/>
            <a:endCxn id="14" idx="1"/>
          </p:cNvCxnSpPr>
          <p:nvPr/>
        </p:nvCxnSpPr>
        <p:spPr>
          <a:xfrm flipV="1">
            <a:off x="5075856" y="2944450"/>
            <a:ext cx="1120837" cy="5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04009D-1B12-B504-0CE5-15E927BCA958}"/>
              </a:ext>
            </a:extLst>
          </p:cNvPr>
          <p:cNvCxnSpPr>
            <a:cxnSpLocks/>
            <a:stCxn id="14" idx="2"/>
            <a:endCxn id="15" idx="0"/>
          </p:cNvCxnSpPr>
          <p:nvPr/>
        </p:nvCxnSpPr>
        <p:spPr>
          <a:xfrm rot="16200000" flipH="1">
            <a:off x="7043476" y="3799660"/>
            <a:ext cx="579604" cy="933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98ED6C-DBC7-2C9D-0C09-2697F82B6EAB}"/>
              </a:ext>
            </a:extLst>
          </p:cNvPr>
          <p:cNvCxnSpPr>
            <a:cxnSpLocks/>
            <a:stCxn id="15" idx="1"/>
            <a:endCxn id="12" idx="3"/>
          </p:cNvCxnSpPr>
          <p:nvPr/>
        </p:nvCxnSpPr>
        <p:spPr>
          <a:xfrm flipH="1">
            <a:off x="6091431" y="4583986"/>
            <a:ext cx="366519" cy="519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A2E673-E3EC-5446-7EF0-ED1E51CB126F}"/>
              </a:ext>
            </a:extLst>
          </p:cNvPr>
          <p:cNvCxnSpPr>
            <a:cxnSpLocks/>
            <a:stCxn id="12" idx="1"/>
            <a:endCxn id="13" idx="3"/>
          </p:cNvCxnSpPr>
          <p:nvPr/>
        </p:nvCxnSpPr>
        <p:spPr>
          <a:xfrm flipH="1">
            <a:off x="3845673" y="4589178"/>
            <a:ext cx="485771" cy="3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E67A987-AE9F-50BC-3031-D5ED5EA7BA40}"/>
              </a:ext>
            </a:extLst>
          </p:cNvPr>
          <p:cNvSpPr/>
          <p:nvPr/>
        </p:nvSpPr>
        <p:spPr>
          <a:xfrm>
            <a:off x="3209563" y="907167"/>
            <a:ext cx="2057400" cy="1041126"/>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Research Planning &amp; Proposal</a:t>
            </a:r>
          </a:p>
        </p:txBody>
      </p:sp>
      <p:sp>
        <p:nvSpPr>
          <p:cNvPr id="45" name="Rectangle: Rounded Corners 44">
            <a:extLst>
              <a:ext uri="{FF2B5EF4-FFF2-40B4-BE49-F238E27FC236}">
                <a16:creationId xmlns:a16="http://schemas.microsoft.com/office/drawing/2014/main" id="{6E3467E9-B125-24F9-62E2-CE95DAE8F8F3}"/>
              </a:ext>
            </a:extLst>
          </p:cNvPr>
          <p:cNvSpPr/>
          <p:nvPr/>
        </p:nvSpPr>
        <p:spPr>
          <a:xfrm>
            <a:off x="433873" y="937872"/>
            <a:ext cx="2057400" cy="9797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Literature Review</a:t>
            </a:r>
          </a:p>
        </p:txBody>
      </p:sp>
      <p:sp>
        <p:nvSpPr>
          <p:cNvPr id="46" name="Rectangle: Rounded Corners 45">
            <a:extLst>
              <a:ext uri="{FF2B5EF4-FFF2-40B4-BE49-F238E27FC236}">
                <a16:creationId xmlns:a16="http://schemas.microsoft.com/office/drawing/2014/main" id="{160CE1AA-5D46-D4DD-8B9B-F28EDF378C55}"/>
              </a:ext>
            </a:extLst>
          </p:cNvPr>
          <p:cNvSpPr/>
          <p:nvPr/>
        </p:nvSpPr>
        <p:spPr>
          <a:xfrm>
            <a:off x="6277001" y="937871"/>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Preliminary Study</a:t>
            </a:r>
          </a:p>
        </p:txBody>
      </p:sp>
      <p:cxnSp>
        <p:nvCxnSpPr>
          <p:cNvPr id="47" name="Straight Arrow Connector 46">
            <a:extLst>
              <a:ext uri="{FF2B5EF4-FFF2-40B4-BE49-F238E27FC236}">
                <a16:creationId xmlns:a16="http://schemas.microsoft.com/office/drawing/2014/main" id="{B830BB67-110E-75D7-C5EB-AF877A261BA0}"/>
              </a:ext>
            </a:extLst>
          </p:cNvPr>
          <p:cNvCxnSpPr>
            <a:cxnSpLocks/>
            <a:stCxn id="46" idx="1"/>
            <a:endCxn id="44" idx="3"/>
          </p:cNvCxnSpPr>
          <p:nvPr/>
        </p:nvCxnSpPr>
        <p:spPr>
          <a:xfrm flipH="1">
            <a:off x="5266963" y="1427729"/>
            <a:ext cx="1010038" cy="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09429CD-93C8-CE3C-723F-E8FE3D00CA5C}"/>
              </a:ext>
            </a:extLst>
          </p:cNvPr>
          <p:cNvCxnSpPr>
            <a:cxnSpLocks/>
            <a:stCxn id="44" idx="1"/>
            <a:endCxn id="45" idx="3"/>
          </p:cNvCxnSpPr>
          <p:nvPr/>
        </p:nvCxnSpPr>
        <p:spPr>
          <a:xfrm flipH="1">
            <a:off x="2491273" y="1427730"/>
            <a:ext cx="718290"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A28068-4CCA-FCCC-37A8-2EE179E1F039}"/>
              </a:ext>
            </a:extLst>
          </p:cNvPr>
          <p:cNvCxnSpPr>
            <a:cxnSpLocks/>
            <a:stCxn id="45" idx="2"/>
            <a:endCxn id="10" idx="0"/>
          </p:cNvCxnSpPr>
          <p:nvPr/>
        </p:nvCxnSpPr>
        <p:spPr>
          <a:xfrm>
            <a:off x="1462573" y="1917587"/>
            <a:ext cx="0" cy="54243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EB85383-93A2-A6CC-BDCF-7AB734A1D5FF}"/>
              </a:ext>
            </a:extLst>
          </p:cNvPr>
          <p:cNvSpPr/>
          <p:nvPr/>
        </p:nvSpPr>
        <p:spPr>
          <a:xfrm>
            <a:off x="315720" y="5197248"/>
            <a:ext cx="2001322" cy="97971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Report &amp; Documentation</a:t>
            </a:r>
          </a:p>
        </p:txBody>
      </p:sp>
      <p:cxnSp>
        <p:nvCxnSpPr>
          <p:cNvPr id="81" name="Straight Arrow Connector 80">
            <a:extLst>
              <a:ext uri="{FF2B5EF4-FFF2-40B4-BE49-F238E27FC236}">
                <a16:creationId xmlns:a16="http://schemas.microsoft.com/office/drawing/2014/main" id="{0E5BE24F-57F6-553F-58FF-A3BD0359D3C5}"/>
              </a:ext>
            </a:extLst>
          </p:cNvPr>
          <p:cNvCxnSpPr>
            <a:cxnSpLocks/>
            <a:stCxn id="13" idx="1"/>
            <a:endCxn id="78" idx="0"/>
          </p:cNvCxnSpPr>
          <p:nvPr/>
        </p:nvCxnSpPr>
        <p:spPr>
          <a:xfrm rot="10800000" flipV="1">
            <a:off x="1316382" y="4589502"/>
            <a:ext cx="769305" cy="607745"/>
          </a:xfrm>
          <a:prstGeom prst="bentConnector2">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515C95-104A-4864-820C-730947811D4B}" type="datetime1">
              <a:rPr lang="en-US" smtClean="0"/>
              <a:t>2/23/2025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26</a:t>
            </a:fld>
            <a:endParaRPr lang="en-US" sz="1200" dirty="0"/>
          </a:p>
        </p:txBody>
      </p:sp>
      <p:sp>
        <p:nvSpPr>
          <p:cNvPr id="3" name="Title 1">
            <a:extLst>
              <a:ext uri="{FF2B5EF4-FFF2-40B4-BE49-F238E27FC236}">
                <a16:creationId xmlns:a16="http://schemas.microsoft.com/office/drawing/2014/main" id="{B2FEAD27-CAAF-181C-D6A1-A53E5956CEC4}"/>
              </a:ext>
            </a:extLst>
          </p:cNvPr>
          <p:cNvSpPr>
            <a:spLocks noGrp="1"/>
          </p:cNvSpPr>
          <p:nvPr>
            <p:ph type="title"/>
          </p:nvPr>
        </p:nvSpPr>
        <p:spPr>
          <a:xfrm>
            <a:off x="1577340" y="227303"/>
            <a:ext cx="5989320" cy="868823"/>
          </a:xfrm>
        </p:spPr>
        <p:txBody>
          <a:bodyPr vert="horz" lIns="91440" tIns="45720" rIns="91440" bIns="45720" rtlCol="0" anchor="ctr">
            <a:normAutofit/>
          </a:bodyPr>
          <a:lstStyle/>
          <a:p>
            <a:pPr algn="ctr"/>
            <a:r>
              <a:rPr lang="en-US" sz="3500" dirty="0"/>
              <a:t>Work Break Down Structure</a:t>
            </a:r>
          </a:p>
        </p:txBody>
      </p:sp>
      <p:sp>
        <p:nvSpPr>
          <p:cNvPr id="9" name="Flowchart: Process 8">
            <a:extLst>
              <a:ext uri="{FF2B5EF4-FFF2-40B4-BE49-F238E27FC236}">
                <a16:creationId xmlns:a16="http://schemas.microsoft.com/office/drawing/2014/main" id="{90F3C8BE-3D01-6300-5C32-7EC2928E782C}"/>
              </a:ext>
            </a:extLst>
          </p:cNvPr>
          <p:cNvSpPr/>
          <p:nvPr/>
        </p:nvSpPr>
        <p:spPr>
          <a:xfrm>
            <a:off x="363901" y="1670172"/>
            <a:ext cx="1026368" cy="727788"/>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1. Research Planning &amp; Proposal</a:t>
            </a:r>
            <a:endParaRPr lang="en-US" sz="1200" dirty="0"/>
          </a:p>
        </p:txBody>
      </p:sp>
      <p:sp>
        <p:nvSpPr>
          <p:cNvPr id="10" name="Flowchart: Process 9">
            <a:extLst>
              <a:ext uri="{FF2B5EF4-FFF2-40B4-BE49-F238E27FC236}">
                <a16:creationId xmlns:a16="http://schemas.microsoft.com/office/drawing/2014/main" id="{49A04708-CF3F-D937-70AE-23C8AE7AE726}"/>
              </a:ext>
            </a:extLst>
          </p:cNvPr>
          <p:cNvSpPr/>
          <p:nvPr/>
        </p:nvSpPr>
        <p:spPr>
          <a:xfrm>
            <a:off x="1661830" y="1670172"/>
            <a:ext cx="1026368" cy="475861"/>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2. Literature Review</a:t>
            </a:r>
            <a:endParaRPr lang="en-US" sz="1200" dirty="0"/>
          </a:p>
        </p:txBody>
      </p:sp>
      <p:sp>
        <p:nvSpPr>
          <p:cNvPr id="11" name="Flowchart: Process 10">
            <a:extLst>
              <a:ext uri="{FF2B5EF4-FFF2-40B4-BE49-F238E27FC236}">
                <a16:creationId xmlns:a16="http://schemas.microsoft.com/office/drawing/2014/main" id="{9FFE5F49-F537-2C7B-3F83-FB773637E3B9}"/>
              </a:ext>
            </a:extLst>
          </p:cNvPr>
          <p:cNvSpPr/>
          <p:nvPr/>
        </p:nvSpPr>
        <p:spPr>
          <a:xfrm>
            <a:off x="2959759" y="1651510"/>
            <a:ext cx="1026368" cy="722217"/>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3. Data Collection &amp; Preparation</a:t>
            </a:r>
            <a:endParaRPr lang="en-US" sz="1200" dirty="0"/>
          </a:p>
        </p:txBody>
      </p:sp>
      <p:sp>
        <p:nvSpPr>
          <p:cNvPr id="12" name="Flowchart: Process 11">
            <a:extLst>
              <a:ext uri="{FF2B5EF4-FFF2-40B4-BE49-F238E27FC236}">
                <a16:creationId xmlns:a16="http://schemas.microsoft.com/office/drawing/2014/main" id="{008E4715-0CE9-A90A-8C54-024BE520D190}"/>
              </a:ext>
            </a:extLst>
          </p:cNvPr>
          <p:cNvSpPr/>
          <p:nvPr/>
        </p:nvSpPr>
        <p:spPr>
          <a:xfrm>
            <a:off x="4253706" y="1651510"/>
            <a:ext cx="1301911" cy="628911"/>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4. Model Evaluation &amp; Analysis</a:t>
            </a:r>
            <a:endParaRPr lang="en-US" sz="1200" dirty="0"/>
          </a:p>
        </p:txBody>
      </p:sp>
      <p:sp>
        <p:nvSpPr>
          <p:cNvPr id="13" name="Flowchart: Process 12">
            <a:extLst>
              <a:ext uri="{FF2B5EF4-FFF2-40B4-BE49-F238E27FC236}">
                <a16:creationId xmlns:a16="http://schemas.microsoft.com/office/drawing/2014/main" id="{F538E16E-D5AA-EE5E-8F00-4104DF32D273}"/>
              </a:ext>
            </a:extLst>
          </p:cNvPr>
          <p:cNvSpPr/>
          <p:nvPr/>
        </p:nvSpPr>
        <p:spPr>
          <a:xfrm>
            <a:off x="5821528" y="1634080"/>
            <a:ext cx="1224643" cy="802433"/>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5. Results Interpretation &amp; Documentation</a:t>
            </a:r>
            <a:endParaRPr lang="en-US" sz="1200" dirty="0"/>
          </a:p>
        </p:txBody>
      </p:sp>
      <p:sp>
        <p:nvSpPr>
          <p:cNvPr id="14" name="Flowchart: Process 13">
            <a:extLst>
              <a:ext uri="{FF2B5EF4-FFF2-40B4-BE49-F238E27FC236}">
                <a16:creationId xmlns:a16="http://schemas.microsoft.com/office/drawing/2014/main" id="{3410CE5D-382A-5CF8-AE4D-B28FBB14ACD0}"/>
              </a:ext>
            </a:extLst>
          </p:cNvPr>
          <p:cNvSpPr/>
          <p:nvPr/>
        </p:nvSpPr>
        <p:spPr>
          <a:xfrm>
            <a:off x="7312082" y="1634080"/>
            <a:ext cx="1463728" cy="544513"/>
          </a:xfrm>
          <a:prstGeom prst="flowChartProcess">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6. Report Writing &amp; Presentation</a:t>
            </a:r>
            <a:endParaRPr lang="en-US" sz="1200" dirty="0"/>
          </a:p>
        </p:txBody>
      </p:sp>
      <p:sp>
        <p:nvSpPr>
          <p:cNvPr id="15" name="Flowchart: Process 14">
            <a:extLst>
              <a:ext uri="{FF2B5EF4-FFF2-40B4-BE49-F238E27FC236}">
                <a16:creationId xmlns:a16="http://schemas.microsoft.com/office/drawing/2014/main" id="{5E648D31-A53E-E454-92C6-765C134613CB}"/>
              </a:ext>
            </a:extLst>
          </p:cNvPr>
          <p:cNvSpPr/>
          <p:nvPr/>
        </p:nvSpPr>
        <p:spPr>
          <a:xfrm>
            <a:off x="362735" y="2640556"/>
            <a:ext cx="1026368"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Define research problem &amp; objectives.</a:t>
            </a:r>
            <a:endParaRPr lang="en-US" sz="1200" dirty="0"/>
          </a:p>
        </p:txBody>
      </p:sp>
      <p:sp>
        <p:nvSpPr>
          <p:cNvPr id="16" name="Flowchart: Process 15">
            <a:extLst>
              <a:ext uri="{FF2B5EF4-FFF2-40B4-BE49-F238E27FC236}">
                <a16:creationId xmlns:a16="http://schemas.microsoft.com/office/drawing/2014/main" id="{DE71347D-02CA-029D-B04A-54412B0208E4}"/>
              </a:ext>
            </a:extLst>
          </p:cNvPr>
          <p:cNvSpPr/>
          <p:nvPr/>
        </p:nvSpPr>
        <p:spPr>
          <a:xfrm>
            <a:off x="362735" y="3698026"/>
            <a:ext cx="1026368" cy="650484"/>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Prepare research proposal.</a:t>
            </a:r>
            <a:endParaRPr lang="en-US" sz="1200" dirty="0"/>
          </a:p>
        </p:txBody>
      </p:sp>
      <p:sp>
        <p:nvSpPr>
          <p:cNvPr id="17" name="Flowchart: Process 16">
            <a:extLst>
              <a:ext uri="{FF2B5EF4-FFF2-40B4-BE49-F238E27FC236}">
                <a16:creationId xmlns:a16="http://schemas.microsoft.com/office/drawing/2014/main" id="{6A7CAC4C-BFDD-F1C3-C86A-F56AF0FF1FF4}"/>
              </a:ext>
            </a:extLst>
          </p:cNvPr>
          <p:cNvSpPr/>
          <p:nvPr/>
        </p:nvSpPr>
        <p:spPr>
          <a:xfrm>
            <a:off x="362735" y="4538424"/>
            <a:ext cx="1026368" cy="1091681"/>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Identify dataset and object detection models.</a:t>
            </a:r>
            <a:endParaRPr lang="en-US" sz="1200" dirty="0"/>
          </a:p>
        </p:txBody>
      </p:sp>
      <p:sp>
        <p:nvSpPr>
          <p:cNvPr id="18" name="Flowchart: Process 17">
            <a:extLst>
              <a:ext uri="{FF2B5EF4-FFF2-40B4-BE49-F238E27FC236}">
                <a16:creationId xmlns:a16="http://schemas.microsoft.com/office/drawing/2014/main" id="{D45ED179-CE68-BF15-F01C-778FC95A042E}"/>
              </a:ext>
            </a:extLst>
          </p:cNvPr>
          <p:cNvSpPr/>
          <p:nvPr/>
        </p:nvSpPr>
        <p:spPr>
          <a:xfrm>
            <a:off x="1657350" y="3738558"/>
            <a:ext cx="1026368" cy="1091681"/>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Study object detection techniques (YOLOv8, Faster R-CNN, SSD).</a:t>
            </a:r>
            <a:endParaRPr lang="en-US" sz="1200" dirty="0"/>
          </a:p>
        </p:txBody>
      </p:sp>
      <p:sp>
        <p:nvSpPr>
          <p:cNvPr id="19" name="Flowchart: Process 18">
            <a:extLst>
              <a:ext uri="{FF2B5EF4-FFF2-40B4-BE49-F238E27FC236}">
                <a16:creationId xmlns:a16="http://schemas.microsoft.com/office/drawing/2014/main" id="{184C664D-F782-4CC6-7598-FD284C77718B}"/>
              </a:ext>
            </a:extLst>
          </p:cNvPr>
          <p:cNvSpPr/>
          <p:nvPr/>
        </p:nvSpPr>
        <p:spPr>
          <a:xfrm>
            <a:off x="1657350" y="2640556"/>
            <a:ext cx="1026368" cy="95950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Review related research on traffic sign detection.</a:t>
            </a:r>
            <a:endParaRPr lang="en-US" sz="1200" dirty="0"/>
          </a:p>
        </p:txBody>
      </p:sp>
      <p:sp>
        <p:nvSpPr>
          <p:cNvPr id="20" name="Flowchart: Process 19">
            <a:extLst>
              <a:ext uri="{FF2B5EF4-FFF2-40B4-BE49-F238E27FC236}">
                <a16:creationId xmlns:a16="http://schemas.microsoft.com/office/drawing/2014/main" id="{ECD29DAE-A137-C1D5-1E5B-1E03ACF4F75B}"/>
              </a:ext>
            </a:extLst>
          </p:cNvPr>
          <p:cNvSpPr/>
          <p:nvPr/>
        </p:nvSpPr>
        <p:spPr>
          <a:xfrm>
            <a:off x="1657350" y="4968739"/>
            <a:ext cx="1026368" cy="1023711"/>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Analyze previous work on AI-based traffic systems.</a:t>
            </a:r>
            <a:endParaRPr lang="en-US" sz="1200" dirty="0"/>
          </a:p>
        </p:txBody>
      </p:sp>
      <p:sp>
        <p:nvSpPr>
          <p:cNvPr id="21" name="Flowchart: Process 20">
            <a:extLst>
              <a:ext uri="{FF2B5EF4-FFF2-40B4-BE49-F238E27FC236}">
                <a16:creationId xmlns:a16="http://schemas.microsoft.com/office/drawing/2014/main" id="{341A12DB-F7D0-AFC6-B609-207118B158DD}"/>
              </a:ext>
            </a:extLst>
          </p:cNvPr>
          <p:cNvSpPr/>
          <p:nvPr/>
        </p:nvSpPr>
        <p:spPr>
          <a:xfrm>
            <a:off x="2959759" y="3694535"/>
            <a:ext cx="1034162"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Perform data pre-processing</a:t>
            </a:r>
            <a:endParaRPr lang="en-US" sz="1200" dirty="0"/>
          </a:p>
        </p:txBody>
      </p:sp>
      <p:sp>
        <p:nvSpPr>
          <p:cNvPr id="22" name="Flowchart: Process 21">
            <a:extLst>
              <a:ext uri="{FF2B5EF4-FFF2-40B4-BE49-F238E27FC236}">
                <a16:creationId xmlns:a16="http://schemas.microsoft.com/office/drawing/2014/main" id="{7BA06C50-4F6F-12C4-4D64-64BF0BC7699E}"/>
              </a:ext>
            </a:extLst>
          </p:cNvPr>
          <p:cNvSpPr/>
          <p:nvPr/>
        </p:nvSpPr>
        <p:spPr>
          <a:xfrm>
            <a:off x="2951965" y="2640556"/>
            <a:ext cx="1034162"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Obtain the Sri Lankan traffic sign dataset.</a:t>
            </a:r>
            <a:endParaRPr lang="en-US" sz="1200" dirty="0"/>
          </a:p>
        </p:txBody>
      </p:sp>
      <p:sp>
        <p:nvSpPr>
          <p:cNvPr id="23" name="Flowchart: Process 22">
            <a:extLst>
              <a:ext uri="{FF2B5EF4-FFF2-40B4-BE49-F238E27FC236}">
                <a16:creationId xmlns:a16="http://schemas.microsoft.com/office/drawing/2014/main" id="{35665448-885C-837C-4277-D3DB7185A082}"/>
              </a:ext>
            </a:extLst>
          </p:cNvPr>
          <p:cNvSpPr/>
          <p:nvPr/>
        </p:nvSpPr>
        <p:spPr>
          <a:xfrm>
            <a:off x="4253705" y="2640556"/>
            <a:ext cx="1301911"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Apply object detection models on the dataset.</a:t>
            </a:r>
            <a:endParaRPr lang="en-US" sz="1200" dirty="0"/>
          </a:p>
        </p:txBody>
      </p:sp>
      <p:sp>
        <p:nvSpPr>
          <p:cNvPr id="26" name="Flowchart: Process 25">
            <a:extLst>
              <a:ext uri="{FF2B5EF4-FFF2-40B4-BE49-F238E27FC236}">
                <a16:creationId xmlns:a16="http://schemas.microsoft.com/office/drawing/2014/main" id="{2C95BB15-4AE1-5C7F-CD25-B52DB1179559}"/>
              </a:ext>
            </a:extLst>
          </p:cNvPr>
          <p:cNvSpPr/>
          <p:nvPr/>
        </p:nvSpPr>
        <p:spPr>
          <a:xfrm>
            <a:off x="4253704" y="3724590"/>
            <a:ext cx="1301911"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Compute mAP scores for each model.</a:t>
            </a:r>
            <a:endParaRPr lang="en-US" sz="1200" dirty="0"/>
          </a:p>
        </p:txBody>
      </p:sp>
      <p:sp>
        <p:nvSpPr>
          <p:cNvPr id="27" name="Flowchart: Process 26">
            <a:extLst>
              <a:ext uri="{FF2B5EF4-FFF2-40B4-BE49-F238E27FC236}">
                <a16:creationId xmlns:a16="http://schemas.microsoft.com/office/drawing/2014/main" id="{94D440B5-D525-551F-C6B8-D9EE1102DF6B}"/>
              </a:ext>
            </a:extLst>
          </p:cNvPr>
          <p:cNvSpPr/>
          <p:nvPr/>
        </p:nvSpPr>
        <p:spPr>
          <a:xfrm>
            <a:off x="4253703" y="4808624"/>
            <a:ext cx="1301911"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Compare and analyze model performance.</a:t>
            </a:r>
            <a:endParaRPr lang="en-US" sz="1200" dirty="0"/>
          </a:p>
        </p:txBody>
      </p:sp>
      <p:sp>
        <p:nvSpPr>
          <p:cNvPr id="28" name="Flowchart: Process 27">
            <a:extLst>
              <a:ext uri="{FF2B5EF4-FFF2-40B4-BE49-F238E27FC236}">
                <a16:creationId xmlns:a16="http://schemas.microsoft.com/office/drawing/2014/main" id="{696437CD-9D0D-0FAB-77B2-8F4BD66D985D}"/>
              </a:ext>
            </a:extLst>
          </p:cNvPr>
          <p:cNvSpPr/>
          <p:nvPr/>
        </p:nvSpPr>
        <p:spPr>
          <a:xfrm>
            <a:off x="5830863" y="2666709"/>
            <a:ext cx="1224643"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Interpret evaluation results.</a:t>
            </a:r>
            <a:endParaRPr lang="en-US" sz="1200" dirty="0"/>
          </a:p>
        </p:txBody>
      </p:sp>
      <p:sp>
        <p:nvSpPr>
          <p:cNvPr id="29" name="Flowchart: Process 28">
            <a:extLst>
              <a:ext uri="{FF2B5EF4-FFF2-40B4-BE49-F238E27FC236}">
                <a16:creationId xmlns:a16="http://schemas.microsoft.com/office/drawing/2014/main" id="{C18FEC9A-5E32-BFD7-3332-5887AF2CE705}"/>
              </a:ext>
            </a:extLst>
          </p:cNvPr>
          <p:cNvSpPr/>
          <p:nvPr/>
        </p:nvSpPr>
        <p:spPr>
          <a:xfrm>
            <a:off x="5821527" y="4753373"/>
            <a:ext cx="1224643"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Discuss implications for AI-based traffic systems.</a:t>
            </a:r>
            <a:endParaRPr lang="en-US" sz="1200" dirty="0"/>
          </a:p>
        </p:txBody>
      </p:sp>
      <p:sp>
        <p:nvSpPr>
          <p:cNvPr id="30" name="Flowchart: Process 29">
            <a:extLst>
              <a:ext uri="{FF2B5EF4-FFF2-40B4-BE49-F238E27FC236}">
                <a16:creationId xmlns:a16="http://schemas.microsoft.com/office/drawing/2014/main" id="{AC1A3BA9-DEEC-149A-7AD9-157919591A81}"/>
              </a:ext>
            </a:extLst>
          </p:cNvPr>
          <p:cNvSpPr/>
          <p:nvPr/>
        </p:nvSpPr>
        <p:spPr>
          <a:xfrm>
            <a:off x="5821528" y="3693684"/>
            <a:ext cx="1224643"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Document findings and insights.</a:t>
            </a:r>
            <a:endParaRPr lang="en-US" sz="1200" dirty="0"/>
          </a:p>
        </p:txBody>
      </p:sp>
      <p:sp>
        <p:nvSpPr>
          <p:cNvPr id="31" name="Flowchart: Process 30">
            <a:extLst>
              <a:ext uri="{FF2B5EF4-FFF2-40B4-BE49-F238E27FC236}">
                <a16:creationId xmlns:a16="http://schemas.microsoft.com/office/drawing/2014/main" id="{E04AF0A6-82DB-5D32-2108-B715DBFAD947}"/>
              </a:ext>
            </a:extLst>
          </p:cNvPr>
          <p:cNvSpPr/>
          <p:nvPr/>
        </p:nvSpPr>
        <p:spPr>
          <a:xfrm>
            <a:off x="7364583" y="2671213"/>
            <a:ext cx="1411227"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Write the final research report.</a:t>
            </a:r>
            <a:endParaRPr lang="en-US" sz="1200" dirty="0"/>
          </a:p>
        </p:txBody>
      </p:sp>
      <p:sp>
        <p:nvSpPr>
          <p:cNvPr id="32" name="Flowchart: Process 31">
            <a:extLst>
              <a:ext uri="{FF2B5EF4-FFF2-40B4-BE49-F238E27FC236}">
                <a16:creationId xmlns:a16="http://schemas.microsoft.com/office/drawing/2014/main" id="{791D417A-06E5-3FD5-E94B-65F0D951E361}"/>
              </a:ext>
            </a:extLst>
          </p:cNvPr>
          <p:cNvSpPr/>
          <p:nvPr/>
        </p:nvSpPr>
        <p:spPr>
          <a:xfrm>
            <a:off x="7364583" y="4726604"/>
            <a:ext cx="1411227"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Present findings and conclusions.</a:t>
            </a:r>
            <a:endParaRPr lang="en-US" sz="1200" dirty="0"/>
          </a:p>
        </p:txBody>
      </p:sp>
      <p:sp>
        <p:nvSpPr>
          <p:cNvPr id="33" name="Flowchart: Process 32">
            <a:extLst>
              <a:ext uri="{FF2B5EF4-FFF2-40B4-BE49-F238E27FC236}">
                <a16:creationId xmlns:a16="http://schemas.microsoft.com/office/drawing/2014/main" id="{AA399F89-5D8B-FA60-C61E-EB6F6C9BCFB2}"/>
              </a:ext>
            </a:extLst>
          </p:cNvPr>
          <p:cNvSpPr/>
          <p:nvPr/>
        </p:nvSpPr>
        <p:spPr>
          <a:xfrm>
            <a:off x="7364582" y="3701337"/>
            <a:ext cx="1411227" cy="814873"/>
          </a:xfrm>
          <a:prstGeom prst="flowChartProcess">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Prepare the presentation slides.</a:t>
            </a:r>
            <a:endParaRPr lang="en-US" sz="1200" dirty="0"/>
          </a:p>
        </p:txBody>
      </p:sp>
      <p:sp>
        <p:nvSpPr>
          <p:cNvPr id="34" name="Flowchart: Process 33">
            <a:extLst>
              <a:ext uri="{FF2B5EF4-FFF2-40B4-BE49-F238E27FC236}">
                <a16:creationId xmlns:a16="http://schemas.microsoft.com/office/drawing/2014/main" id="{BC629C6D-7628-2E2B-4CE2-4D9A7019E8DF}"/>
              </a:ext>
            </a:extLst>
          </p:cNvPr>
          <p:cNvSpPr/>
          <p:nvPr/>
        </p:nvSpPr>
        <p:spPr>
          <a:xfrm>
            <a:off x="362735" y="991266"/>
            <a:ext cx="8413074" cy="308676"/>
          </a:xfrm>
          <a:prstGeom prst="flowChartProcess">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n w="0"/>
                <a:solidFill>
                  <a:schemeClr val="tx1"/>
                </a:solidFill>
                <a:effectLst>
                  <a:outerShdw blurRad="38100" dist="19050" dir="2700000" algn="tl" rotWithShape="0">
                    <a:schemeClr val="dk1">
                      <a:alpha val="40000"/>
                    </a:schemeClr>
                  </a:outerShdw>
                </a:effectLst>
              </a:rPr>
              <a:t>Evaluating the Performance of Object Detection Models for Accurate Sri Lankan Traffic Sign Detection</a:t>
            </a:r>
            <a:endParaRPr lang="en-US" sz="1200" dirty="0"/>
          </a:p>
        </p:txBody>
      </p:sp>
      <p:cxnSp>
        <p:nvCxnSpPr>
          <p:cNvPr id="36" name="Straight Connector 35">
            <a:extLst>
              <a:ext uri="{FF2B5EF4-FFF2-40B4-BE49-F238E27FC236}">
                <a16:creationId xmlns:a16="http://schemas.microsoft.com/office/drawing/2014/main" id="{09FF5A06-0B93-CD38-7FE0-BFD8CEC5DABA}"/>
              </a:ext>
            </a:extLst>
          </p:cNvPr>
          <p:cNvCxnSpPr>
            <a:cxnSpLocks/>
            <a:stCxn id="34" idx="2"/>
          </p:cNvCxnSpPr>
          <p:nvPr/>
        </p:nvCxnSpPr>
        <p:spPr>
          <a:xfrm>
            <a:off x="4569272" y="1299942"/>
            <a:ext cx="2728" cy="156319"/>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E1070D3-2304-B4C8-847A-96262708FC72}"/>
              </a:ext>
            </a:extLst>
          </p:cNvPr>
          <p:cNvCxnSpPr>
            <a:cxnSpLocks/>
          </p:cNvCxnSpPr>
          <p:nvPr/>
        </p:nvCxnSpPr>
        <p:spPr>
          <a:xfrm>
            <a:off x="877085" y="1456261"/>
            <a:ext cx="7147242" cy="0"/>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944C3CF-BC32-BAA2-3609-02CA9E1CBB39}"/>
              </a:ext>
            </a:extLst>
          </p:cNvPr>
          <p:cNvCxnSpPr>
            <a:cxnSpLocks/>
            <a:endCxn id="9" idx="0"/>
          </p:cNvCxnSpPr>
          <p:nvPr/>
        </p:nvCxnSpPr>
        <p:spPr>
          <a:xfrm>
            <a:off x="877085" y="1456261"/>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9C850A1-FE37-60E1-477F-91DA3B7EBCCC}"/>
              </a:ext>
            </a:extLst>
          </p:cNvPr>
          <p:cNvCxnSpPr>
            <a:cxnSpLocks/>
          </p:cNvCxnSpPr>
          <p:nvPr/>
        </p:nvCxnSpPr>
        <p:spPr>
          <a:xfrm>
            <a:off x="2158491" y="1459371"/>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B165D04-1057-2341-D07A-17AF40A106B3}"/>
              </a:ext>
            </a:extLst>
          </p:cNvPr>
          <p:cNvCxnSpPr>
            <a:cxnSpLocks/>
          </p:cNvCxnSpPr>
          <p:nvPr/>
        </p:nvCxnSpPr>
        <p:spPr>
          <a:xfrm>
            <a:off x="880194" y="2401769"/>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55D6550-0A86-C872-BC06-76273E21B6E6}"/>
              </a:ext>
            </a:extLst>
          </p:cNvPr>
          <p:cNvCxnSpPr>
            <a:cxnSpLocks/>
          </p:cNvCxnSpPr>
          <p:nvPr/>
        </p:nvCxnSpPr>
        <p:spPr>
          <a:xfrm>
            <a:off x="873970" y="3449912"/>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12F40A7-92D3-9E12-9B84-EE69B64BEDE4}"/>
              </a:ext>
            </a:extLst>
          </p:cNvPr>
          <p:cNvCxnSpPr>
            <a:cxnSpLocks/>
          </p:cNvCxnSpPr>
          <p:nvPr/>
        </p:nvCxnSpPr>
        <p:spPr>
          <a:xfrm>
            <a:off x="886410" y="4330101"/>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04D7ABD-A31A-7660-A5BC-3B74A9ED73A2}"/>
              </a:ext>
            </a:extLst>
          </p:cNvPr>
          <p:cNvCxnSpPr>
            <a:cxnSpLocks/>
          </p:cNvCxnSpPr>
          <p:nvPr/>
        </p:nvCxnSpPr>
        <p:spPr>
          <a:xfrm>
            <a:off x="2158490" y="4818402"/>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AD61E8D-3A38-7DD4-F4D3-C16E123B790F}"/>
              </a:ext>
            </a:extLst>
          </p:cNvPr>
          <p:cNvCxnSpPr>
            <a:cxnSpLocks/>
          </p:cNvCxnSpPr>
          <p:nvPr/>
        </p:nvCxnSpPr>
        <p:spPr>
          <a:xfrm>
            <a:off x="2142937" y="3580538"/>
            <a:ext cx="0" cy="21391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542EDE8-5346-BCBF-5B68-CD4E2F2A26E7}"/>
              </a:ext>
            </a:extLst>
          </p:cNvPr>
          <p:cNvCxnSpPr>
            <a:cxnSpLocks/>
            <a:endCxn id="19" idx="0"/>
          </p:cNvCxnSpPr>
          <p:nvPr/>
        </p:nvCxnSpPr>
        <p:spPr>
          <a:xfrm>
            <a:off x="2164709" y="2137400"/>
            <a:ext cx="5825" cy="503156"/>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A18B8D2-D26E-5F64-B49F-E7D23E71E838}"/>
              </a:ext>
            </a:extLst>
          </p:cNvPr>
          <p:cNvCxnSpPr>
            <a:cxnSpLocks/>
          </p:cNvCxnSpPr>
          <p:nvPr/>
        </p:nvCxnSpPr>
        <p:spPr>
          <a:xfrm>
            <a:off x="8046103" y="2187163"/>
            <a:ext cx="5825" cy="503156"/>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6B6DC77-93E2-6827-A443-06FD3D3B6819}"/>
              </a:ext>
            </a:extLst>
          </p:cNvPr>
          <p:cNvCxnSpPr>
            <a:cxnSpLocks/>
          </p:cNvCxnSpPr>
          <p:nvPr/>
        </p:nvCxnSpPr>
        <p:spPr>
          <a:xfrm>
            <a:off x="8039881" y="3496560"/>
            <a:ext cx="2324" cy="194798"/>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8E64391-E421-71CE-9B22-438ECE59AE50}"/>
              </a:ext>
            </a:extLst>
          </p:cNvPr>
          <p:cNvCxnSpPr>
            <a:cxnSpLocks/>
          </p:cNvCxnSpPr>
          <p:nvPr/>
        </p:nvCxnSpPr>
        <p:spPr>
          <a:xfrm>
            <a:off x="8033660" y="4498046"/>
            <a:ext cx="2324" cy="194798"/>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B4AC77E1-54AD-1D6B-CA04-AE8B30DBA266}"/>
              </a:ext>
            </a:extLst>
          </p:cNvPr>
          <p:cNvCxnSpPr>
            <a:cxnSpLocks/>
          </p:cNvCxnSpPr>
          <p:nvPr/>
        </p:nvCxnSpPr>
        <p:spPr>
          <a:xfrm>
            <a:off x="6422572" y="4529148"/>
            <a:ext cx="2324" cy="194798"/>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CAAA677-1598-8A5D-A0BE-AB42FAE7A050}"/>
              </a:ext>
            </a:extLst>
          </p:cNvPr>
          <p:cNvCxnSpPr>
            <a:cxnSpLocks/>
          </p:cNvCxnSpPr>
          <p:nvPr/>
        </p:nvCxnSpPr>
        <p:spPr>
          <a:xfrm>
            <a:off x="6435012" y="3505888"/>
            <a:ext cx="2324" cy="194798"/>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51B20C3-6BBC-7116-53C3-27EA03E3F011}"/>
              </a:ext>
            </a:extLst>
          </p:cNvPr>
          <p:cNvCxnSpPr>
            <a:cxnSpLocks/>
          </p:cNvCxnSpPr>
          <p:nvPr/>
        </p:nvCxnSpPr>
        <p:spPr>
          <a:xfrm>
            <a:off x="6447451" y="2463968"/>
            <a:ext cx="2324" cy="194798"/>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4E00BB5-E3ED-B2EB-AD7D-4F7B3A93AAF9}"/>
              </a:ext>
            </a:extLst>
          </p:cNvPr>
          <p:cNvCxnSpPr>
            <a:cxnSpLocks/>
            <a:stCxn id="23" idx="2"/>
            <a:endCxn id="26" idx="0"/>
          </p:cNvCxnSpPr>
          <p:nvPr/>
        </p:nvCxnSpPr>
        <p:spPr>
          <a:xfrm flipH="1">
            <a:off x="4904660" y="3455429"/>
            <a:ext cx="1" cy="26916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6976C1A-01AB-CEF2-EF4C-91D3C86DF2E3}"/>
              </a:ext>
            </a:extLst>
          </p:cNvPr>
          <p:cNvCxnSpPr>
            <a:cxnSpLocks/>
          </p:cNvCxnSpPr>
          <p:nvPr/>
        </p:nvCxnSpPr>
        <p:spPr>
          <a:xfrm flipH="1">
            <a:off x="4926429" y="4531568"/>
            <a:ext cx="1" cy="26916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8FB571A-B081-D398-228D-8965C2A86D6C}"/>
              </a:ext>
            </a:extLst>
          </p:cNvPr>
          <p:cNvCxnSpPr>
            <a:cxnSpLocks/>
          </p:cNvCxnSpPr>
          <p:nvPr/>
        </p:nvCxnSpPr>
        <p:spPr>
          <a:xfrm flipH="1">
            <a:off x="3511284" y="3415007"/>
            <a:ext cx="1" cy="26916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8CE00C9-2C42-1374-912A-1F99CBB8647E}"/>
              </a:ext>
            </a:extLst>
          </p:cNvPr>
          <p:cNvCxnSpPr>
            <a:cxnSpLocks/>
          </p:cNvCxnSpPr>
          <p:nvPr/>
        </p:nvCxnSpPr>
        <p:spPr>
          <a:xfrm flipH="1">
            <a:off x="3495730" y="2363754"/>
            <a:ext cx="1" cy="269161"/>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A638B64-1228-6DF6-A1BB-550B8BF30F1D}"/>
              </a:ext>
            </a:extLst>
          </p:cNvPr>
          <p:cNvCxnSpPr>
            <a:cxnSpLocks/>
            <a:stCxn id="12" idx="2"/>
            <a:endCxn id="23" idx="0"/>
          </p:cNvCxnSpPr>
          <p:nvPr/>
        </p:nvCxnSpPr>
        <p:spPr>
          <a:xfrm flipH="1">
            <a:off x="4904661" y="2280421"/>
            <a:ext cx="1" cy="360135"/>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1D5987A-C748-D081-74A3-473EAB4D7B2C}"/>
              </a:ext>
            </a:extLst>
          </p:cNvPr>
          <p:cNvCxnSpPr>
            <a:cxnSpLocks/>
            <a:endCxn id="11" idx="0"/>
          </p:cNvCxnSpPr>
          <p:nvPr/>
        </p:nvCxnSpPr>
        <p:spPr>
          <a:xfrm>
            <a:off x="3472943" y="1456261"/>
            <a:ext cx="0" cy="19524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C78B807-E733-1B5E-C8D5-E018F41AFF56}"/>
              </a:ext>
            </a:extLst>
          </p:cNvPr>
          <p:cNvCxnSpPr>
            <a:cxnSpLocks/>
          </p:cNvCxnSpPr>
          <p:nvPr/>
        </p:nvCxnSpPr>
        <p:spPr>
          <a:xfrm>
            <a:off x="4894308" y="1450041"/>
            <a:ext cx="0" cy="19524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BC663C3-4E56-0EA5-2EB8-A19AEE3E571C}"/>
              </a:ext>
            </a:extLst>
          </p:cNvPr>
          <p:cNvCxnSpPr>
            <a:cxnSpLocks/>
          </p:cNvCxnSpPr>
          <p:nvPr/>
        </p:nvCxnSpPr>
        <p:spPr>
          <a:xfrm>
            <a:off x="6427641" y="1481143"/>
            <a:ext cx="0" cy="19524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6C6DFCB-64F7-7184-3558-6A6CC1C13745}"/>
              </a:ext>
            </a:extLst>
          </p:cNvPr>
          <p:cNvCxnSpPr>
            <a:cxnSpLocks/>
          </p:cNvCxnSpPr>
          <p:nvPr/>
        </p:nvCxnSpPr>
        <p:spPr>
          <a:xfrm>
            <a:off x="8035618" y="1446927"/>
            <a:ext cx="0" cy="19524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42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BEED45F-87BE-0A13-D8DF-FFC90652FEEB}"/>
              </a:ext>
            </a:extLst>
          </p:cNvPr>
          <p:cNvSpPr>
            <a:spLocks noGrp="1"/>
          </p:cNvSpPr>
          <p:nvPr>
            <p:ph type="dt" sz="half" idx="10"/>
          </p:nvPr>
        </p:nvSpPr>
        <p:spPr/>
        <p:txBody>
          <a:bodyPr/>
          <a:lstStyle/>
          <a:p>
            <a:fld id="{0CB83CE1-CFD0-4252-B676-229062FE8D1B}" type="datetime1">
              <a:rPr lang="en-US" smtClean="0"/>
              <a:t>2/23/2025</a:t>
            </a:fld>
            <a:endParaRPr lang="en-US"/>
          </a:p>
        </p:txBody>
      </p:sp>
      <p:sp>
        <p:nvSpPr>
          <p:cNvPr id="5" name="Footer Placeholder 4">
            <a:extLst>
              <a:ext uri="{FF2B5EF4-FFF2-40B4-BE49-F238E27FC236}">
                <a16:creationId xmlns:a16="http://schemas.microsoft.com/office/drawing/2014/main" id="{3EDC2243-6D10-CD13-1BD9-6FD572F8DEB8}"/>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FD15EC2C-CBD3-548E-1A50-B7166AD0D648}"/>
              </a:ext>
            </a:extLst>
          </p:cNvPr>
          <p:cNvSpPr>
            <a:spLocks noGrp="1"/>
          </p:cNvSpPr>
          <p:nvPr>
            <p:ph type="sldNum" sz="quarter" idx="12"/>
          </p:nvPr>
        </p:nvSpPr>
        <p:spPr/>
        <p:txBody>
          <a:bodyPr/>
          <a:lstStyle/>
          <a:p>
            <a:fld id="{849F1A12-756A-4552-B54B-B66CFF5610E9}" type="slidenum">
              <a:rPr lang="en-US" sz="1200" smtClean="0"/>
              <a:t>27</a:t>
            </a:fld>
            <a:endParaRPr lang="en-US" dirty="0"/>
          </a:p>
        </p:txBody>
      </p:sp>
      <p:graphicFrame>
        <p:nvGraphicFramePr>
          <p:cNvPr id="7" name="Table 6">
            <a:extLst>
              <a:ext uri="{FF2B5EF4-FFF2-40B4-BE49-F238E27FC236}">
                <a16:creationId xmlns:a16="http://schemas.microsoft.com/office/drawing/2014/main" id="{64E87A02-82A4-F611-C7C0-2DDCD39BBB36}"/>
              </a:ext>
            </a:extLst>
          </p:cNvPr>
          <p:cNvGraphicFramePr>
            <a:graphicFrameLocks noGrp="1"/>
          </p:cNvGraphicFramePr>
          <p:nvPr>
            <p:extLst>
              <p:ext uri="{D42A27DB-BD31-4B8C-83A1-F6EECF244321}">
                <p14:modId xmlns:p14="http://schemas.microsoft.com/office/powerpoint/2010/main" val="1627004906"/>
              </p:ext>
            </p:extLst>
          </p:nvPr>
        </p:nvGraphicFramePr>
        <p:xfrm>
          <a:off x="335902" y="136522"/>
          <a:ext cx="8509518" cy="6168284"/>
        </p:xfrm>
        <a:graphic>
          <a:graphicData uri="http://schemas.openxmlformats.org/drawingml/2006/table">
            <a:tbl>
              <a:tblPr firstRow="1" firstCol="1" bandRow="1">
                <a:tableStyleId>{5C22544A-7EE6-4342-B048-85BDC9FD1C3A}</a:tableStyleId>
              </a:tblPr>
              <a:tblGrid>
                <a:gridCol w="690465">
                  <a:extLst>
                    <a:ext uri="{9D8B030D-6E8A-4147-A177-3AD203B41FA5}">
                      <a16:colId xmlns:a16="http://schemas.microsoft.com/office/drawing/2014/main" val="105702663"/>
                    </a:ext>
                  </a:extLst>
                </a:gridCol>
                <a:gridCol w="7819053">
                  <a:extLst>
                    <a:ext uri="{9D8B030D-6E8A-4147-A177-3AD203B41FA5}">
                      <a16:colId xmlns:a16="http://schemas.microsoft.com/office/drawing/2014/main" val="3174633413"/>
                    </a:ext>
                  </a:extLst>
                </a:gridCol>
              </a:tblGrid>
              <a:tr h="473264">
                <a:tc>
                  <a:txBody>
                    <a:bodyPr/>
                    <a:lstStyle/>
                    <a:p>
                      <a:pPr marL="0" marR="0">
                        <a:lnSpc>
                          <a:spcPct val="115000"/>
                        </a:lnSpc>
                        <a:spcBef>
                          <a:spcPts val="0"/>
                        </a:spcBef>
                        <a:spcAft>
                          <a:spcPts val="0"/>
                        </a:spcAft>
                      </a:pPr>
                      <a:r>
                        <a:rPr lang="en-US" sz="1400" kern="100">
                          <a:effectLst/>
                        </a:rPr>
                        <a:t>WBS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Task Description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38419016"/>
                  </a:ext>
                </a:extLst>
              </a:tr>
              <a:tr h="229644">
                <a:tc>
                  <a:txBody>
                    <a:bodyPr/>
                    <a:lstStyle/>
                    <a:p>
                      <a:pPr marL="0" marR="0">
                        <a:lnSpc>
                          <a:spcPct val="115000"/>
                        </a:lnSpc>
                        <a:spcBef>
                          <a:spcPts val="0"/>
                        </a:spcBef>
                        <a:spcAft>
                          <a:spcPts val="0"/>
                        </a:spcAft>
                      </a:pPr>
                      <a:r>
                        <a:rPr lang="en-US" sz="1400" b="1" kern="100">
                          <a:effectLst/>
                        </a:rPr>
                        <a:t>1</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Research Planning &amp; Proposal</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552400855"/>
                  </a:ext>
                </a:extLst>
              </a:tr>
              <a:tr h="229644">
                <a:tc>
                  <a:txBody>
                    <a:bodyPr/>
                    <a:lstStyle/>
                    <a:p>
                      <a:pPr marL="0" marR="0">
                        <a:lnSpc>
                          <a:spcPct val="115000"/>
                        </a:lnSpc>
                        <a:spcBef>
                          <a:spcPts val="0"/>
                        </a:spcBef>
                        <a:spcAft>
                          <a:spcPts val="0"/>
                        </a:spcAft>
                      </a:pPr>
                      <a:r>
                        <a:rPr lang="en-US" sz="1400" kern="100">
                          <a:effectLst/>
                        </a:rPr>
                        <a:t>1.1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Define research problem &amp; objectives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93750129"/>
                  </a:ext>
                </a:extLst>
              </a:tr>
              <a:tr h="229644">
                <a:tc>
                  <a:txBody>
                    <a:bodyPr/>
                    <a:lstStyle/>
                    <a:p>
                      <a:pPr marL="0" marR="0">
                        <a:lnSpc>
                          <a:spcPct val="115000"/>
                        </a:lnSpc>
                        <a:spcBef>
                          <a:spcPts val="0"/>
                        </a:spcBef>
                        <a:spcAft>
                          <a:spcPts val="0"/>
                        </a:spcAft>
                      </a:pPr>
                      <a:r>
                        <a:rPr lang="en-US" sz="1400" kern="100">
                          <a:effectLst/>
                        </a:rPr>
                        <a:t>1.2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research proposal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02870748"/>
                  </a:ext>
                </a:extLst>
              </a:tr>
              <a:tr h="290101">
                <a:tc>
                  <a:txBody>
                    <a:bodyPr/>
                    <a:lstStyle/>
                    <a:p>
                      <a:pPr marL="0" marR="0">
                        <a:lnSpc>
                          <a:spcPct val="115000"/>
                        </a:lnSpc>
                        <a:spcBef>
                          <a:spcPts val="0"/>
                        </a:spcBef>
                        <a:spcAft>
                          <a:spcPts val="0"/>
                        </a:spcAft>
                      </a:pPr>
                      <a:r>
                        <a:rPr lang="en-US" sz="1400" kern="100">
                          <a:effectLst/>
                        </a:rPr>
                        <a:t>1.3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Identify dataset and object detection models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75805504"/>
                  </a:ext>
                </a:extLst>
              </a:tr>
              <a:tr h="229644">
                <a:tc>
                  <a:txBody>
                    <a:bodyPr/>
                    <a:lstStyle/>
                    <a:p>
                      <a:pPr marL="0" marR="0">
                        <a:lnSpc>
                          <a:spcPct val="115000"/>
                        </a:lnSpc>
                        <a:spcBef>
                          <a:spcPts val="0"/>
                        </a:spcBef>
                        <a:spcAft>
                          <a:spcPts val="0"/>
                        </a:spcAft>
                      </a:pPr>
                      <a:r>
                        <a:rPr lang="en-US" sz="1400" b="1" kern="100">
                          <a:effectLst/>
                        </a:rPr>
                        <a:t>2</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Literature Review</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065753526"/>
                  </a:ext>
                </a:extLst>
              </a:tr>
              <a:tr h="278348">
                <a:tc>
                  <a:txBody>
                    <a:bodyPr/>
                    <a:lstStyle/>
                    <a:p>
                      <a:pPr marL="0" marR="0">
                        <a:lnSpc>
                          <a:spcPct val="115000"/>
                        </a:lnSpc>
                        <a:spcBef>
                          <a:spcPts val="0"/>
                        </a:spcBef>
                        <a:spcAft>
                          <a:spcPts val="0"/>
                        </a:spcAft>
                      </a:pPr>
                      <a:r>
                        <a:rPr lang="en-US" sz="1400" kern="100">
                          <a:effectLst/>
                        </a:rPr>
                        <a:t>2.1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Review related research on traffic sign detection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35233419"/>
                  </a:ext>
                </a:extLst>
              </a:tr>
              <a:tr h="291825">
                <a:tc>
                  <a:txBody>
                    <a:bodyPr/>
                    <a:lstStyle/>
                    <a:p>
                      <a:pPr marL="0" marR="0">
                        <a:lnSpc>
                          <a:spcPct val="115000"/>
                        </a:lnSpc>
                        <a:spcBef>
                          <a:spcPts val="0"/>
                        </a:spcBef>
                        <a:spcAft>
                          <a:spcPts val="0"/>
                        </a:spcAft>
                      </a:pPr>
                      <a:r>
                        <a:rPr lang="en-US" sz="1400" kern="100">
                          <a:effectLst/>
                        </a:rPr>
                        <a:t>2.2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Study object detection techniques (YOLOv8, Faster R-CNN, SSD)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65206383"/>
                  </a:ext>
                </a:extLst>
              </a:tr>
              <a:tr h="281015">
                <a:tc>
                  <a:txBody>
                    <a:bodyPr/>
                    <a:lstStyle/>
                    <a:p>
                      <a:pPr marL="0" marR="0">
                        <a:lnSpc>
                          <a:spcPct val="115000"/>
                        </a:lnSpc>
                        <a:spcBef>
                          <a:spcPts val="0"/>
                        </a:spcBef>
                        <a:spcAft>
                          <a:spcPts val="0"/>
                        </a:spcAft>
                      </a:pPr>
                      <a:r>
                        <a:rPr lang="en-US" sz="1400" kern="100">
                          <a:effectLst/>
                        </a:rPr>
                        <a:t>2.3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Analyze previous work on AI-based traffic systems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521797841"/>
                  </a:ext>
                </a:extLst>
              </a:tr>
              <a:tr h="229644">
                <a:tc>
                  <a:txBody>
                    <a:bodyPr/>
                    <a:lstStyle/>
                    <a:p>
                      <a:pPr marL="0" marR="0">
                        <a:lnSpc>
                          <a:spcPct val="115000"/>
                        </a:lnSpc>
                        <a:spcBef>
                          <a:spcPts val="0"/>
                        </a:spcBef>
                        <a:spcAft>
                          <a:spcPts val="0"/>
                        </a:spcAft>
                      </a:pPr>
                      <a:r>
                        <a:rPr lang="en-US" sz="1400" b="1" kern="100">
                          <a:effectLst/>
                        </a:rPr>
                        <a:t>3</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Data Collection &amp; Preparation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769789008"/>
                  </a:ext>
                </a:extLst>
              </a:tr>
              <a:tr h="245923">
                <a:tc>
                  <a:txBody>
                    <a:bodyPr/>
                    <a:lstStyle/>
                    <a:p>
                      <a:pPr marL="0" marR="0">
                        <a:lnSpc>
                          <a:spcPct val="115000"/>
                        </a:lnSpc>
                        <a:spcBef>
                          <a:spcPts val="0"/>
                        </a:spcBef>
                        <a:spcAft>
                          <a:spcPts val="0"/>
                        </a:spcAft>
                      </a:pPr>
                      <a:r>
                        <a:rPr lang="en-US" sz="1400" kern="100">
                          <a:effectLst/>
                        </a:rPr>
                        <a:t>3.1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Obtain the Sri Lankan traffic sign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827954733"/>
                  </a:ext>
                </a:extLst>
              </a:tr>
              <a:tr h="229644">
                <a:tc>
                  <a:txBody>
                    <a:bodyPr/>
                    <a:lstStyle/>
                    <a:p>
                      <a:pPr marL="0" marR="0">
                        <a:lnSpc>
                          <a:spcPct val="115000"/>
                        </a:lnSpc>
                        <a:spcBef>
                          <a:spcPts val="0"/>
                        </a:spcBef>
                        <a:spcAft>
                          <a:spcPts val="0"/>
                        </a:spcAft>
                      </a:pPr>
                      <a:r>
                        <a:rPr lang="en-US" sz="1400" kern="100">
                          <a:effectLst/>
                        </a:rPr>
                        <a:t>3.2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Perform data pre-processing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649545338"/>
                  </a:ext>
                </a:extLst>
              </a:tr>
              <a:tr h="229644">
                <a:tc>
                  <a:txBody>
                    <a:bodyPr/>
                    <a:lstStyle/>
                    <a:p>
                      <a:pPr marL="0" marR="0">
                        <a:lnSpc>
                          <a:spcPct val="115000"/>
                        </a:lnSpc>
                        <a:spcBef>
                          <a:spcPts val="0"/>
                        </a:spcBef>
                        <a:spcAft>
                          <a:spcPts val="0"/>
                        </a:spcAft>
                      </a:pPr>
                      <a:r>
                        <a:rPr lang="en-US" sz="1400" b="1" kern="100">
                          <a:effectLst/>
                        </a:rPr>
                        <a:t>4</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Model Evaluation &amp; Analysis</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74067963"/>
                  </a:ext>
                </a:extLst>
              </a:tr>
              <a:tr h="254062">
                <a:tc>
                  <a:txBody>
                    <a:bodyPr/>
                    <a:lstStyle/>
                    <a:p>
                      <a:pPr marL="0" marR="0">
                        <a:lnSpc>
                          <a:spcPct val="115000"/>
                        </a:lnSpc>
                        <a:spcBef>
                          <a:spcPts val="0"/>
                        </a:spcBef>
                        <a:spcAft>
                          <a:spcPts val="0"/>
                        </a:spcAft>
                      </a:pPr>
                      <a:r>
                        <a:rPr lang="en-US" sz="1400" kern="100">
                          <a:effectLst/>
                        </a:rPr>
                        <a:t>4.1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Apply object detection models on the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15903011"/>
                  </a:ext>
                </a:extLst>
              </a:tr>
              <a:tr h="229644">
                <a:tc>
                  <a:txBody>
                    <a:bodyPr/>
                    <a:lstStyle/>
                    <a:p>
                      <a:pPr marL="0" marR="0">
                        <a:lnSpc>
                          <a:spcPct val="115000"/>
                        </a:lnSpc>
                        <a:spcBef>
                          <a:spcPts val="0"/>
                        </a:spcBef>
                        <a:spcAft>
                          <a:spcPts val="0"/>
                        </a:spcAft>
                      </a:pPr>
                      <a:r>
                        <a:rPr lang="en-US" sz="1400" kern="100">
                          <a:effectLst/>
                        </a:rPr>
                        <a:t>4.2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Compute mAP scores for each model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79303706"/>
                  </a:ext>
                </a:extLst>
              </a:tr>
              <a:tr h="289155">
                <a:tc>
                  <a:txBody>
                    <a:bodyPr/>
                    <a:lstStyle/>
                    <a:p>
                      <a:pPr marL="0" marR="0">
                        <a:lnSpc>
                          <a:spcPct val="115000"/>
                        </a:lnSpc>
                        <a:spcBef>
                          <a:spcPts val="0"/>
                        </a:spcBef>
                        <a:spcAft>
                          <a:spcPts val="0"/>
                        </a:spcAft>
                      </a:pPr>
                      <a:r>
                        <a:rPr lang="en-US" sz="1400" kern="100">
                          <a:effectLst/>
                        </a:rPr>
                        <a:t>4.3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Compare and analyze model performance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60824135"/>
                  </a:ext>
                </a:extLst>
              </a:tr>
              <a:tr h="229644">
                <a:tc>
                  <a:txBody>
                    <a:bodyPr/>
                    <a:lstStyle/>
                    <a:p>
                      <a:pPr marL="0" marR="0">
                        <a:lnSpc>
                          <a:spcPct val="115000"/>
                        </a:lnSpc>
                        <a:spcBef>
                          <a:spcPts val="0"/>
                        </a:spcBef>
                        <a:spcAft>
                          <a:spcPts val="0"/>
                        </a:spcAft>
                      </a:pPr>
                      <a:r>
                        <a:rPr lang="en-US" sz="1400" b="1" kern="100">
                          <a:effectLst/>
                        </a:rPr>
                        <a:t>5</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Results Interpretation &amp; Documentation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200239949"/>
                  </a:ext>
                </a:extLst>
              </a:tr>
              <a:tr h="229644">
                <a:tc>
                  <a:txBody>
                    <a:bodyPr/>
                    <a:lstStyle/>
                    <a:p>
                      <a:pPr marL="0" marR="0">
                        <a:lnSpc>
                          <a:spcPct val="115000"/>
                        </a:lnSpc>
                        <a:spcBef>
                          <a:spcPts val="0"/>
                        </a:spcBef>
                        <a:spcAft>
                          <a:spcPts val="0"/>
                        </a:spcAft>
                      </a:pPr>
                      <a:r>
                        <a:rPr lang="en-US" sz="1400" kern="100">
                          <a:effectLst/>
                        </a:rPr>
                        <a:t>5.1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Interpret evaluation results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66164868"/>
                  </a:ext>
                </a:extLst>
              </a:tr>
              <a:tr h="229644">
                <a:tc>
                  <a:txBody>
                    <a:bodyPr/>
                    <a:lstStyle/>
                    <a:p>
                      <a:pPr marL="0" marR="0">
                        <a:lnSpc>
                          <a:spcPct val="115000"/>
                        </a:lnSpc>
                        <a:spcBef>
                          <a:spcPts val="0"/>
                        </a:spcBef>
                        <a:spcAft>
                          <a:spcPts val="0"/>
                        </a:spcAft>
                      </a:pPr>
                      <a:r>
                        <a:rPr lang="en-US" sz="1400" kern="100">
                          <a:effectLst/>
                        </a:rPr>
                        <a:t>5.2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Document findings and insights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091939652"/>
                  </a:ext>
                </a:extLst>
              </a:tr>
              <a:tr h="294626">
                <a:tc>
                  <a:txBody>
                    <a:bodyPr/>
                    <a:lstStyle/>
                    <a:p>
                      <a:pPr marL="0" marR="0">
                        <a:lnSpc>
                          <a:spcPct val="115000"/>
                        </a:lnSpc>
                        <a:spcBef>
                          <a:spcPts val="0"/>
                        </a:spcBef>
                        <a:spcAft>
                          <a:spcPts val="0"/>
                        </a:spcAft>
                      </a:pPr>
                      <a:r>
                        <a:rPr lang="en-US" sz="1400" kern="100">
                          <a:effectLst/>
                        </a:rPr>
                        <a:t>5.3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Discuss implications for AI-based traffic systems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854901987"/>
                  </a:ext>
                </a:extLst>
              </a:tr>
              <a:tr h="229644">
                <a:tc>
                  <a:txBody>
                    <a:bodyPr/>
                    <a:lstStyle/>
                    <a:p>
                      <a:pPr marL="0" marR="0">
                        <a:lnSpc>
                          <a:spcPct val="115000"/>
                        </a:lnSpc>
                        <a:spcBef>
                          <a:spcPts val="0"/>
                        </a:spcBef>
                        <a:spcAft>
                          <a:spcPts val="0"/>
                        </a:spcAft>
                      </a:pPr>
                      <a:r>
                        <a:rPr lang="en-US" sz="1400" b="1" kern="100">
                          <a:effectLst/>
                        </a:rPr>
                        <a:t>6</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Report Writing &amp; Presentation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81005630"/>
                  </a:ext>
                </a:extLst>
              </a:tr>
              <a:tr h="229644">
                <a:tc>
                  <a:txBody>
                    <a:bodyPr/>
                    <a:lstStyle/>
                    <a:p>
                      <a:pPr marL="0" marR="0">
                        <a:lnSpc>
                          <a:spcPct val="115000"/>
                        </a:lnSpc>
                        <a:spcBef>
                          <a:spcPts val="0"/>
                        </a:spcBef>
                        <a:spcAft>
                          <a:spcPts val="0"/>
                        </a:spcAft>
                      </a:pPr>
                      <a:r>
                        <a:rPr lang="en-US" sz="1400" kern="100">
                          <a:effectLst/>
                        </a:rPr>
                        <a:t>6.1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Write the final research report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275754517"/>
                  </a:ext>
                </a:extLst>
              </a:tr>
              <a:tr h="229644">
                <a:tc>
                  <a:txBody>
                    <a:bodyPr/>
                    <a:lstStyle/>
                    <a:p>
                      <a:pPr marL="0" marR="0">
                        <a:lnSpc>
                          <a:spcPct val="115000"/>
                        </a:lnSpc>
                        <a:spcBef>
                          <a:spcPts val="0"/>
                        </a:spcBef>
                        <a:spcAft>
                          <a:spcPts val="0"/>
                        </a:spcAft>
                      </a:pPr>
                      <a:r>
                        <a:rPr lang="en-US" sz="1400" kern="100">
                          <a:effectLst/>
                        </a:rPr>
                        <a:t>6.2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the presentation slides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41264062"/>
                  </a:ext>
                </a:extLst>
              </a:tr>
              <a:tr h="229644">
                <a:tc>
                  <a:txBody>
                    <a:bodyPr/>
                    <a:lstStyle/>
                    <a:p>
                      <a:pPr marL="0" marR="0">
                        <a:lnSpc>
                          <a:spcPct val="115000"/>
                        </a:lnSpc>
                        <a:spcBef>
                          <a:spcPts val="0"/>
                        </a:spcBef>
                        <a:spcAft>
                          <a:spcPts val="0"/>
                        </a:spcAft>
                      </a:pPr>
                      <a:r>
                        <a:rPr lang="en-US" sz="1400" kern="100">
                          <a:effectLst/>
                        </a:rPr>
                        <a:t>6.3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dirty="0">
                          <a:effectLst/>
                        </a:rPr>
                        <a:t>Present findings and conclusions</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00149591"/>
                  </a:ext>
                </a:extLst>
              </a:tr>
            </a:tbl>
          </a:graphicData>
        </a:graphic>
      </p:graphicFrame>
    </p:spTree>
    <p:extLst>
      <p:ext uri="{BB962C8B-B14F-4D97-AF65-F5344CB8AC3E}">
        <p14:creationId xmlns:p14="http://schemas.microsoft.com/office/powerpoint/2010/main" val="1730297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Conclusion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smtClean="0">
                <a:solidFill>
                  <a:schemeClr val="bg1"/>
                </a:solidFill>
                <a:latin typeface="Calibri" panose="020F0502020204030204"/>
              </a:rPr>
              <a:t>2/23/2025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31400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Conclusion</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47794" y="291963"/>
            <a:ext cx="4916510" cy="5413649"/>
          </a:xfrm>
        </p:spPr>
        <p:txBody>
          <a:bodyPr anchor="ctr">
            <a:normAutofit/>
          </a:bodyPr>
          <a:lstStyle/>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study evaluates YOLOv8, Faster R-CNN, and SSD for Sri Lankan traffic sign detection.</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mAP (mean Average Precision) is used to measure model performance.</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research identifies the most accurate model for Sri Lankan road conditions.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Findings contribute to AI-driven traffic systems and autonomous vehicles.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Helps improve road safety and smart transportation solutions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97C76220-D33C-4A51-B4B0-B842E51B8747}" type="datetime1">
              <a:rPr lang="en-US" smtClean="0"/>
              <a:t>2/23/2025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29</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151856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2"/>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2/23/2025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30</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
        <p:nvSpPr>
          <p:cNvPr id="6" name="TextBox 5">
            <a:extLst>
              <a:ext uri="{FF2B5EF4-FFF2-40B4-BE49-F238E27FC236}">
                <a16:creationId xmlns:a16="http://schemas.microsoft.com/office/drawing/2014/main" id="{AB94CAC3-65A5-C6A2-0F13-38D702297182}"/>
              </a:ext>
            </a:extLst>
          </p:cNvPr>
          <p:cNvSpPr txBox="1"/>
          <p:nvPr/>
        </p:nvSpPr>
        <p:spPr>
          <a:xfrm>
            <a:off x="438540" y="1782148"/>
            <a:ext cx="3262560" cy="2954655"/>
          </a:xfrm>
          <a:prstGeom prst="rect">
            <a:avLst/>
          </a:prstGeom>
          <a:noFill/>
        </p:spPr>
        <p:txBody>
          <a:bodyPr wrap="none" rtlCol="0">
            <a:spAutoFit/>
          </a:bodyPr>
          <a:lstStyle/>
          <a:p>
            <a:r>
              <a:rPr lang="en-US" sz="2400" dirty="0"/>
              <a:t>Thanks To,</a:t>
            </a:r>
          </a:p>
          <a:p>
            <a:endParaRPr lang="en-US" dirty="0"/>
          </a:p>
          <a:p>
            <a:r>
              <a:rPr lang="en-US" dirty="0"/>
              <a:t>Supervisor: Mrs. NF. Mafaza.</a:t>
            </a:r>
          </a:p>
          <a:p>
            <a:endParaRPr lang="en-US" dirty="0"/>
          </a:p>
          <a:p>
            <a:r>
              <a:rPr lang="en-US" dirty="0"/>
              <a:t>Assessor: Mrs. ALF. Sajeetha.</a:t>
            </a:r>
          </a:p>
          <a:p>
            <a:endParaRPr lang="en-US" dirty="0"/>
          </a:p>
          <a:p>
            <a:r>
              <a:rPr lang="en-US" dirty="0"/>
              <a:t>Coordinator: Mr. MIM. Nismy.</a:t>
            </a:r>
          </a:p>
          <a:p>
            <a:endParaRPr lang="en-US" dirty="0"/>
          </a:p>
          <a:p>
            <a:r>
              <a:rPr lang="en-US" dirty="0"/>
              <a:t>BCAS Campus Kalmunai.</a:t>
            </a:r>
          </a:p>
          <a:p>
            <a:endParaRPr lang="en-US" dirty="0"/>
          </a:p>
        </p:txBody>
      </p:sp>
      <p:pic>
        <p:nvPicPr>
          <p:cNvPr id="8" name="Picture 2" descr="British College of Applied Studies – Building Careers Transforming Live">
            <a:extLst>
              <a:ext uri="{FF2B5EF4-FFF2-40B4-BE49-F238E27FC236}">
                <a16:creationId xmlns:a16="http://schemas.microsoft.com/office/drawing/2014/main" id="{324AC82D-878E-EAEE-8EA8-BF810FC48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098" y="4713924"/>
            <a:ext cx="2314575" cy="126682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2">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2/23/2025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31</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2/23/2025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32</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7499</TotalTime>
  <Words>1588</Words>
  <Application>Microsoft Office PowerPoint</Application>
  <PresentationFormat>On-screen Show (4:3)</PresentationFormat>
  <Paragraphs>307</Paragraphs>
  <Slides>32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SimSun</vt:lpstr>
      <vt:lpstr>Aptos</vt:lpstr>
      <vt:lpstr>Arial</vt:lpstr>
      <vt:lpstr>Calibri</vt:lpstr>
      <vt:lpstr>Times New Roman</vt:lpstr>
      <vt:lpstr>Office Theme</vt:lpstr>
      <vt:lpstr>Evaluating the Performance of Object Detection Models for Accurate Sri Lankan Traffic Sign Detection</vt:lpstr>
      <vt:lpstr>Table of Contents</vt:lpstr>
      <vt:lpstr>Introduction.</vt:lpstr>
      <vt:lpstr>Introduction</vt:lpstr>
      <vt:lpstr>2. Aim of Research.</vt:lpstr>
      <vt:lpstr>Aim</vt:lpstr>
      <vt:lpstr>3. Research Question</vt:lpstr>
      <vt:lpstr>Research Question</vt:lpstr>
      <vt:lpstr>4. Objective of Research </vt:lpstr>
      <vt:lpstr>Objective &amp; Sub objectives</vt:lpstr>
      <vt:lpstr>Objective</vt:lpstr>
      <vt:lpstr>5. Scope of Research</vt:lpstr>
      <vt:lpstr>Scope</vt:lpstr>
      <vt:lpstr>6.Limitations of Research</vt:lpstr>
      <vt:lpstr>Limitations</vt:lpstr>
      <vt:lpstr>7. Methodology</vt:lpstr>
      <vt:lpstr>Methodology</vt:lpstr>
      <vt:lpstr>Literature Review</vt:lpstr>
      <vt:lpstr>PowerPoint Presentation</vt:lpstr>
      <vt:lpstr>Timeline</vt:lpstr>
      <vt:lpstr>PowerPoint Presentation</vt:lpstr>
      <vt:lpstr>Cost &amp; Benefits</vt:lpstr>
      <vt:lpstr>PowerPoint Presentation</vt:lpstr>
      <vt:lpstr>Top level architecture &amp; WBS</vt:lpstr>
      <vt:lpstr>Research Design</vt:lpstr>
      <vt:lpstr>Work Break Down Structure</vt:lpstr>
      <vt:lpstr>PowerPoint Presentation</vt:lpstr>
      <vt:lpstr>Conclusion</vt:lpstr>
      <vt:lpstr>Conclusion</vt:lpstr>
      <vt:lpstr>Acknowledgement</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Mohammed Naseer Sihanas</cp:lastModifiedBy>
  <cp:revision>267</cp:revision>
  <dcterms:created xsi:type="dcterms:W3CDTF">2021-04-20T06:12:09Z</dcterms:created>
  <dcterms:modified xsi:type="dcterms:W3CDTF">2025-02-23T05:16:54Z</dcterms:modified>
</cp:coreProperties>
</file>