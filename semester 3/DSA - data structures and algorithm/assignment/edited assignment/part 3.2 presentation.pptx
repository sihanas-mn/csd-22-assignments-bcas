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2D9E8-CA58-4E72-A261-4CC4A33F0BD5}" v="16" dt="2025-04-16T14:56:57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1A82D9E8-CA58-4E72-A261-4CC4A33F0BD5}"/>
    <pc:docChg chg="undo custSel addSld modSld">
      <pc:chgData name="Mohammed Naseer Sihanas" userId="baf10d46-ca0e-4f93-8b9a-bd1fa4bc7e8f" providerId="ADAL" clId="{1A82D9E8-CA58-4E72-A261-4CC4A33F0BD5}" dt="2025-04-16T15:05:03.033" v="610" actId="1036"/>
      <pc:docMkLst>
        <pc:docMk/>
      </pc:docMkLst>
      <pc:sldChg chg="addSp modSp new mod">
        <pc:chgData name="Mohammed Naseer Sihanas" userId="baf10d46-ca0e-4f93-8b9a-bd1fa4bc7e8f" providerId="ADAL" clId="{1A82D9E8-CA58-4E72-A261-4CC4A33F0BD5}" dt="2025-04-16T14:43:15.707" v="76" actId="1076"/>
        <pc:sldMkLst>
          <pc:docMk/>
          <pc:sldMk cId="1621283748" sldId="256"/>
        </pc:sldMkLst>
        <pc:spChg chg="mod">
          <ac:chgData name="Mohammed Naseer Sihanas" userId="baf10d46-ca0e-4f93-8b9a-bd1fa4bc7e8f" providerId="ADAL" clId="{1A82D9E8-CA58-4E72-A261-4CC4A33F0BD5}" dt="2025-04-16T14:42:05.662" v="1"/>
          <ac:spMkLst>
            <pc:docMk/>
            <pc:sldMk cId="1621283748" sldId="256"/>
            <ac:spMk id="2" creationId="{71E3F29C-055C-D4EC-BE39-A9B0F1CA52BC}"/>
          </ac:spMkLst>
        </pc:spChg>
        <pc:spChg chg="mod">
          <ac:chgData name="Mohammed Naseer Sihanas" userId="baf10d46-ca0e-4f93-8b9a-bd1fa4bc7e8f" providerId="ADAL" clId="{1A82D9E8-CA58-4E72-A261-4CC4A33F0BD5}" dt="2025-04-16T14:42:13.237" v="2"/>
          <ac:spMkLst>
            <pc:docMk/>
            <pc:sldMk cId="1621283748" sldId="256"/>
            <ac:spMk id="3" creationId="{045974A9-6BA0-F948-5DC1-0AE0D866E87B}"/>
          </ac:spMkLst>
        </pc:spChg>
        <pc:spChg chg="add mod">
          <ac:chgData name="Mohammed Naseer Sihanas" userId="baf10d46-ca0e-4f93-8b9a-bd1fa4bc7e8f" providerId="ADAL" clId="{1A82D9E8-CA58-4E72-A261-4CC4A33F0BD5}" dt="2025-04-16T14:43:15.707" v="76" actId="1076"/>
          <ac:spMkLst>
            <pc:docMk/>
            <pc:sldMk cId="1621283748" sldId="256"/>
            <ac:spMk id="4" creationId="{24F62A0A-5C79-C040-1B32-FD58C7997118}"/>
          </ac:spMkLst>
        </pc:spChg>
      </pc:sldChg>
      <pc:sldChg chg="addSp delSp modSp new mod">
        <pc:chgData name="Mohammed Naseer Sihanas" userId="baf10d46-ca0e-4f93-8b9a-bd1fa4bc7e8f" providerId="ADAL" clId="{1A82D9E8-CA58-4E72-A261-4CC4A33F0BD5}" dt="2025-04-16T14:46:03.442" v="84" actId="20577"/>
        <pc:sldMkLst>
          <pc:docMk/>
          <pc:sldMk cId="833702751" sldId="257"/>
        </pc:sldMkLst>
        <pc:spChg chg="mod">
          <ac:chgData name="Mohammed Naseer Sihanas" userId="baf10d46-ca0e-4f93-8b9a-bd1fa4bc7e8f" providerId="ADAL" clId="{1A82D9E8-CA58-4E72-A261-4CC4A33F0BD5}" dt="2025-04-16T14:45:43.627" v="78"/>
          <ac:spMkLst>
            <pc:docMk/>
            <pc:sldMk cId="833702751" sldId="257"/>
            <ac:spMk id="2" creationId="{965F5B52-A9F5-5F1E-4A40-7FC4A07A51A6}"/>
          </ac:spMkLst>
        </pc:spChg>
        <pc:spChg chg="add del mod">
          <ac:chgData name="Mohammed Naseer Sihanas" userId="baf10d46-ca0e-4f93-8b9a-bd1fa4bc7e8f" providerId="ADAL" clId="{1A82D9E8-CA58-4E72-A261-4CC4A33F0BD5}" dt="2025-04-16T14:46:03.442" v="84" actId="20577"/>
          <ac:spMkLst>
            <pc:docMk/>
            <pc:sldMk cId="833702751" sldId="257"/>
            <ac:spMk id="3" creationId="{242DE545-5F3A-0932-4EAA-963036E059A1}"/>
          </ac:spMkLst>
        </pc:spChg>
        <pc:spChg chg="add mod">
          <ac:chgData name="Mohammed Naseer Sihanas" userId="baf10d46-ca0e-4f93-8b9a-bd1fa4bc7e8f" providerId="ADAL" clId="{1A82D9E8-CA58-4E72-A261-4CC4A33F0BD5}" dt="2025-04-16T14:45:55.147" v="80"/>
          <ac:spMkLst>
            <pc:docMk/>
            <pc:sldMk cId="833702751" sldId="257"/>
            <ac:spMk id="4" creationId="{0C776901-74DD-CA36-00EF-968122C5BA3C}"/>
          </ac:spMkLst>
        </pc:spChg>
      </pc:sldChg>
      <pc:sldChg chg="modSp new mod">
        <pc:chgData name="Mohammed Naseer Sihanas" userId="baf10d46-ca0e-4f93-8b9a-bd1fa4bc7e8f" providerId="ADAL" clId="{1A82D9E8-CA58-4E72-A261-4CC4A33F0BD5}" dt="2025-04-16T14:47:50.713" v="111" actId="12"/>
        <pc:sldMkLst>
          <pc:docMk/>
          <pc:sldMk cId="3187885239" sldId="258"/>
        </pc:sldMkLst>
        <pc:spChg chg="mod">
          <ac:chgData name="Mohammed Naseer Sihanas" userId="baf10d46-ca0e-4f93-8b9a-bd1fa4bc7e8f" providerId="ADAL" clId="{1A82D9E8-CA58-4E72-A261-4CC4A33F0BD5}" dt="2025-04-16T14:46:17.026" v="90"/>
          <ac:spMkLst>
            <pc:docMk/>
            <pc:sldMk cId="3187885239" sldId="258"/>
            <ac:spMk id="2" creationId="{7AB07541-6B89-9820-DCDC-8FA1ABF1E8F5}"/>
          </ac:spMkLst>
        </pc:spChg>
        <pc:spChg chg="mod">
          <ac:chgData name="Mohammed Naseer Sihanas" userId="baf10d46-ca0e-4f93-8b9a-bd1fa4bc7e8f" providerId="ADAL" clId="{1A82D9E8-CA58-4E72-A261-4CC4A33F0BD5}" dt="2025-04-16T14:47:50.713" v="111" actId="12"/>
          <ac:spMkLst>
            <pc:docMk/>
            <pc:sldMk cId="3187885239" sldId="258"/>
            <ac:spMk id="3" creationId="{08B277F6-F7BA-5977-CDD6-3FFE36B3E608}"/>
          </ac:spMkLst>
        </pc:spChg>
      </pc:sldChg>
      <pc:sldChg chg="addSp delSp modSp new mod">
        <pc:chgData name="Mohammed Naseer Sihanas" userId="baf10d46-ca0e-4f93-8b9a-bd1fa4bc7e8f" providerId="ADAL" clId="{1A82D9E8-CA58-4E72-A261-4CC4A33F0BD5}" dt="2025-04-16T14:48:17.688" v="119" actId="20577"/>
        <pc:sldMkLst>
          <pc:docMk/>
          <pc:sldMk cId="1590285786" sldId="259"/>
        </pc:sldMkLst>
        <pc:spChg chg="mod">
          <ac:chgData name="Mohammed Naseer Sihanas" userId="baf10d46-ca0e-4f93-8b9a-bd1fa4bc7e8f" providerId="ADAL" clId="{1A82D9E8-CA58-4E72-A261-4CC4A33F0BD5}" dt="2025-04-16T14:48:04.211" v="112"/>
          <ac:spMkLst>
            <pc:docMk/>
            <pc:sldMk cId="1590285786" sldId="259"/>
            <ac:spMk id="2" creationId="{10ED3F09-0DCC-E866-B487-90D19814727A}"/>
          </ac:spMkLst>
        </pc:spChg>
        <pc:spChg chg="add del mod">
          <ac:chgData name="Mohammed Naseer Sihanas" userId="baf10d46-ca0e-4f93-8b9a-bd1fa4bc7e8f" providerId="ADAL" clId="{1A82D9E8-CA58-4E72-A261-4CC4A33F0BD5}" dt="2025-04-16T14:48:17.688" v="119" actId="20577"/>
          <ac:spMkLst>
            <pc:docMk/>
            <pc:sldMk cId="1590285786" sldId="259"/>
            <ac:spMk id="3" creationId="{B5690086-0582-8396-8D09-D2B4A8EFCA06}"/>
          </ac:spMkLst>
        </pc:spChg>
        <pc:spChg chg="add mod">
          <ac:chgData name="Mohammed Naseer Sihanas" userId="baf10d46-ca0e-4f93-8b9a-bd1fa4bc7e8f" providerId="ADAL" clId="{1A82D9E8-CA58-4E72-A261-4CC4A33F0BD5}" dt="2025-04-16T14:48:11.026" v="114"/>
          <ac:spMkLst>
            <pc:docMk/>
            <pc:sldMk cId="1590285786" sldId="259"/>
            <ac:spMk id="4" creationId="{F383B1A6-7F18-46C3-AA5C-B18B43B8B592}"/>
          </ac:spMkLst>
        </pc:spChg>
      </pc:sldChg>
      <pc:sldChg chg="addSp modSp new mod">
        <pc:chgData name="Mohammed Naseer Sihanas" userId="baf10d46-ca0e-4f93-8b9a-bd1fa4bc7e8f" providerId="ADAL" clId="{1A82D9E8-CA58-4E72-A261-4CC4A33F0BD5}" dt="2025-04-16T14:57:28.991" v="449" actId="1035"/>
        <pc:sldMkLst>
          <pc:docMk/>
          <pc:sldMk cId="3129441694" sldId="260"/>
        </pc:sldMkLst>
        <pc:spChg chg="mod">
          <ac:chgData name="Mohammed Naseer Sihanas" userId="baf10d46-ca0e-4f93-8b9a-bd1fa4bc7e8f" providerId="ADAL" clId="{1A82D9E8-CA58-4E72-A261-4CC4A33F0BD5}" dt="2025-04-16T14:48:29.894" v="120"/>
          <ac:spMkLst>
            <pc:docMk/>
            <pc:sldMk cId="3129441694" sldId="260"/>
            <ac:spMk id="2" creationId="{9FB35755-964D-FA1E-9ACC-921CBBBCB75F}"/>
          </ac:spMkLst>
        </pc:spChg>
        <pc:spChg chg="mod">
          <ac:chgData name="Mohammed Naseer Sihanas" userId="baf10d46-ca0e-4f93-8b9a-bd1fa4bc7e8f" providerId="ADAL" clId="{1A82D9E8-CA58-4E72-A261-4CC4A33F0BD5}" dt="2025-04-16T14:52:55.850" v="147" actId="20577"/>
          <ac:spMkLst>
            <pc:docMk/>
            <pc:sldMk cId="3129441694" sldId="260"/>
            <ac:spMk id="3" creationId="{BF7C1F9F-30E8-6CAB-2CF6-C7B8A236D5B4}"/>
          </ac:spMkLst>
        </pc:spChg>
        <pc:spChg chg="add">
          <ac:chgData name="Mohammed Naseer Sihanas" userId="baf10d46-ca0e-4f93-8b9a-bd1fa4bc7e8f" providerId="ADAL" clId="{1A82D9E8-CA58-4E72-A261-4CC4A33F0BD5}" dt="2025-04-16T14:48:51.226" v="127"/>
          <ac:spMkLst>
            <pc:docMk/>
            <pc:sldMk cId="3129441694" sldId="260"/>
            <ac:spMk id="4" creationId="{EE0ADE63-EE90-C8F5-E4CC-5918D543B38C}"/>
          </ac:spMkLst>
        </pc:spChg>
        <pc:picChg chg="add mod">
          <ac:chgData name="Mohammed Naseer Sihanas" userId="baf10d46-ca0e-4f93-8b9a-bd1fa4bc7e8f" providerId="ADAL" clId="{1A82D9E8-CA58-4E72-A261-4CC4A33F0BD5}" dt="2025-04-16T14:57:21.969" v="424" actId="1037"/>
          <ac:picMkLst>
            <pc:docMk/>
            <pc:sldMk cId="3129441694" sldId="260"/>
            <ac:picMk id="6" creationId="{8A536C2F-C3C2-633F-CAED-22D7D75D4E13}"/>
          </ac:picMkLst>
        </pc:picChg>
        <pc:picChg chg="add mod">
          <ac:chgData name="Mohammed Naseer Sihanas" userId="baf10d46-ca0e-4f93-8b9a-bd1fa4bc7e8f" providerId="ADAL" clId="{1A82D9E8-CA58-4E72-A261-4CC4A33F0BD5}" dt="2025-04-16T14:57:23.439" v="426" actId="1037"/>
          <ac:picMkLst>
            <pc:docMk/>
            <pc:sldMk cId="3129441694" sldId="260"/>
            <ac:picMk id="8" creationId="{97596F99-F604-B185-62A2-817F086FC64F}"/>
          </ac:picMkLst>
        </pc:picChg>
        <pc:picChg chg="add mod">
          <ac:chgData name="Mohammed Naseer Sihanas" userId="baf10d46-ca0e-4f93-8b9a-bd1fa4bc7e8f" providerId="ADAL" clId="{1A82D9E8-CA58-4E72-A261-4CC4A33F0BD5}" dt="2025-04-16T14:57:26.375" v="438" actId="1035"/>
          <ac:picMkLst>
            <pc:docMk/>
            <pc:sldMk cId="3129441694" sldId="260"/>
            <ac:picMk id="10" creationId="{D669FD7F-B488-819B-373E-97A30D410487}"/>
          </ac:picMkLst>
        </pc:picChg>
        <pc:picChg chg="add mod">
          <ac:chgData name="Mohammed Naseer Sihanas" userId="baf10d46-ca0e-4f93-8b9a-bd1fa4bc7e8f" providerId="ADAL" clId="{1A82D9E8-CA58-4E72-A261-4CC4A33F0BD5}" dt="2025-04-16T14:57:28.991" v="449" actId="1035"/>
          <ac:picMkLst>
            <pc:docMk/>
            <pc:sldMk cId="3129441694" sldId="260"/>
            <ac:picMk id="12" creationId="{952DC08B-AC3E-DA0B-DB05-50473DC13520}"/>
          </ac:picMkLst>
        </pc:picChg>
        <pc:cxnChg chg="add">
          <ac:chgData name="Mohammed Naseer Sihanas" userId="baf10d46-ca0e-4f93-8b9a-bd1fa4bc7e8f" providerId="ADAL" clId="{1A82D9E8-CA58-4E72-A261-4CC4A33F0BD5}" dt="2025-04-16T14:56:42.656" v="162" actId="11529"/>
          <ac:cxnSpMkLst>
            <pc:docMk/>
            <pc:sldMk cId="3129441694" sldId="260"/>
            <ac:cxnSpMk id="14" creationId="{FE876876-B948-13F5-47C4-4F6B155B4598}"/>
          </ac:cxnSpMkLst>
        </pc:cxnChg>
        <pc:cxnChg chg="add mod">
          <ac:chgData name="Mohammed Naseer Sihanas" userId="baf10d46-ca0e-4f93-8b9a-bd1fa4bc7e8f" providerId="ADAL" clId="{1A82D9E8-CA58-4E72-A261-4CC4A33F0BD5}" dt="2025-04-16T14:56:47.430" v="190" actId="1038"/>
          <ac:cxnSpMkLst>
            <pc:docMk/>
            <pc:sldMk cId="3129441694" sldId="260"/>
            <ac:cxnSpMk id="15" creationId="{80F54809-3C27-BB9C-8127-7E25FAD12563}"/>
          </ac:cxnSpMkLst>
        </pc:cxnChg>
        <pc:cxnChg chg="add mod">
          <ac:chgData name="Mohammed Naseer Sihanas" userId="baf10d46-ca0e-4f93-8b9a-bd1fa4bc7e8f" providerId="ADAL" clId="{1A82D9E8-CA58-4E72-A261-4CC4A33F0BD5}" dt="2025-04-16T14:57:15.170" v="396" actId="1036"/>
          <ac:cxnSpMkLst>
            <pc:docMk/>
            <pc:sldMk cId="3129441694" sldId="260"/>
            <ac:cxnSpMk id="16" creationId="{F6B4F799-7C39-CCC9-5E6F-B0EB527A4519}"/>
          </ac:cxnSpMkLst>
        </pc:cxnChg>
        <pc:cxnChg chg="add mod">
          <ac:chgData name="Mohammed Naseer Sihanas" userId="baf10d46-ca0e-4f93-8b9a-bd1fa4bc7e8f" providerId="ADAL" clId="{1A82D9E8-CA58-4E72-A261-4CC4A33F0BD5}" dt="2025-04-16T14:57:07.695" v="377" actId="1038"/>
          <ac:cxnSpMkLst>
            <pc:docMk/>
            <pc:sldMk cId="3129441694" sldId="260"/>
            <ac:cxnSpMk id="17" creationId="{C4F1AC63-C08F-BA68-8DD8-B73C83B32091}"/>
          </ac:cxnSpMkLst>
        </pc:cxnChg>
      </pc:sldChg>
      <pc:sldChg chg="addSp modSp new mod">
        <pc:chgData name="Mohammed Naseer Sihanas" userId="baf10d46-ca0e-4f93-8b9a-bd1fa4bc7e8f" providerId="ADAL" clId="{1A82D9E8-CA58-4E72-A261-4CC4A33F0BD5}" dt="2025-04-16T15:05:03.033" v="610" actId="1036"/>
        <pc:sldMkLst>
          <pc:docMk/>
          <pc:sldMk cId="1510301660" sldId="261"/>
        </pc:sldMkLst>
        <pc:spChg chg="mod">
          <ac:chgData name="Mohammed Naseer Sihanas" userId="baf10d46-ca0e-4f93-8b9a-bd1fa4bc7e8f" providerId="ADAL" clId="{1A82D9E8-CA58-4E72-A261-4CC4A33F0BD5}" dt="2025-04-16T15:03:58.299" v="556" actId="1035"/>
          <ac:spMkLst>
            <pc:docMk/>
            <pc:sldMk cId="1510301660" sldId="261"/>
            <ac:spMk id="2" creationId="{D4781044-A2E1-E093-27F5-1A44F9308A5F}"/>
          </ac:spMkLst>
        </pc:spChg>
        <pc:spChg chg="mod">
          <ac:chgData name="Mohammed Naseer Sihanas" userId="baf10d46-ca0e-4f93-8b9a-bd1fa4bc7e8f" providerId="ADAL" clId="{1A82D9E8-CA58-4E72-A261-4CC4A33F0BD5}" dt="2025-04-16T15:04:54.328" v="572" actId="14100"/>
          <ac:spMkLst>
            <pc:docMk/>
            <pc:sldMk cId="1510301660" sldId="261"/>
            <ac:spMk id="3" creationId="{043FFF48-990C-0AE4-8767-2EBE6B7334E2}"/>
          </ac:spMkLst>
        </pc:spChg>
        <pc:picChg chg="add mod">
          <ac:chgData name="Mohammed Naseer Sihanas" userId="baf10d46-ca0e-4f93-8b9a-bd1fa4bc7e8f" providerId="ADAL" clId="{1A82D9E8-CA58-4E72-A261-4CC4A33F0BD5}" dt="2025-04-16T15:04:05.575" v="558" actId="1076"/>
          <ac:picMkLst>
            <pc:docMk/>
            <pc:sldMk cId="1510301660" sldId="261"/>
            <ac:picMk id="5" creationId="{3640CE81-A24A-9444-1039-3B5CCFC185F5}"/>
          </ac:picMkLst>
        </pc:picChg>
        <pc:picChg chg="add mod">
          <ac:chgData name="Mohammed Naseer Sihanas" userId="baf10d46-ca0e-4f93-8b9a-bd1fa4bc7e8f" providerId="ADAL" clId="{1A82D9E8-CA58-4E72-A261-4CC4A33F0BD5}" dt="2025-04-16T15:04:06.502" v="559" actId="1076"/>
          <ac:picMkLst>
            <pc:docMk/>
            <pc:sldMk cId="1510301660" sldId="261"/>
            <ac:picMk id="7" creationId="{A0B31261-5A5F-AAD4-D4F2-E3C3482C2AB1}"/>
          </ac:picMkLst>
        </pc:picChg>
        <pc:picChg chg="add mod">
          <ac:chgData name="Mohammed Naseer Sihanas" userId="baf10d46-ca0e-4f93-8b9a-bd1fa4bc7e8f" providerId="ADAL" clId="{1A82D9E8-CA58-4E72-A261-4CC4A33F0BD5}" dt="2025-04-16T15:04:57.155" v="587" actId="1035"/>
          <ac:picMkLst>
            <pc:docMk/>
            <pc:sldMk cId="1510301660" sldId="261"/>
            <ac:picMk id="9" creationId="{42349885-B1AE-4B8E-63B3-012ECB9CAA48}"/>
          </ac:picMkLst>
        </pc:picChg>
        <pc:picChg chg="add mod">
          <ac:chgData name="Mohammed Naseer Sihanas" userId="baf10d46-ca0e-4f93-8b9a-bd1fa4bc7e8f" providerId="ADAL" clId="{1A82D9E8-CA58-4E72-A261-4CC4A33F0BD5}" dt="2025-04-16T15:05:03.033" v="610" actId="1036"/>
          <ac:picMkLst>
            <pc:docMk/>
            <pc:sldMk cId="1510301660" sldId="261"/>
            <ac:picMk id="11" creationId="{DBFA2770-4F9D-D8D5-6225-95F33FD27E5E}"/>
          </ac:picMkLst>
        </pc:picChg>
      </pc:sldChg>
      <pc:sldChg chg="modSp new mod">
        <pc:chgData name="Mohammed Naseer Sihanas" userId="baf10d46-ca0e-4f93-8b9a-bd1fa4bc7e8f" providerId="ADAL" clId="{1A82D9E8-CA58-4E72-A261-4CC4A33F0BD5}" dt="2025-04-16T14:49:41.041" v="142" actId="20577"/>
        <pc:sldMkLst>
          <pc:docMk/>
          <pc:sldMk cId="2218939323" sldId="262"/>
        </pc:sldMkLst>
        <pc:spChg chg="mod">
          <ac:chgData name="Mohammed Naseer Sihanas" userId="baf10d46-ca0e-4f93-8b9a-bd1fa4bc7e8f" providerId="ADAL" clId="{1A82D9E8-CA58-4E72-A261-4CC4A33F0BD5}" dt="2025-04-16T14:49:33.050" v="138"/>
          <ac:spMkLst>
            <pc:docMk/>
            <pc:sldMk cId="2218939323" sldId="262"/>
            <ac:spMk id="2" creationId="{A72B99EF-04DE-7C1F-87F6-2202D0C558BF}"/>
          </ac:spMkLst>
        </pc:spChg>
        <pc:spChg chg="mod">
          <ac:chgData name="Mohammed Naseer Sihanas" userId="baf10d46-ca0e-4f93-8b9a-bd1fa4bc7e8f" providerId="ADAL" clId="{1A82D9E8-CA58-4E72-A261-4CC4A33F0BD5}" dt="2025-04-16T14:49:41.041" v="142" actId="20577"/>
          <ac:spMkLst>
            <pc:docMk/>
            <pc:sldMk cId="2218939323" sldId="262"/>
            <ac:spMk id="3" creationId="{80625765-3CC0-80B9-FDD2-19088AD44A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3B71-B4EE-47A7-66F5-DBEF57B34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D7828-ABAC-2C62-5A9E-D24EE7FC9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A40C4-0162-07DB-BCDF-CF1F6B99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32AE5-C97C-7268-E213-CE14C0A4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B0EEA-367F-C734-BBAF-0B66363D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6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AC0D-A1B8-5711-FEF5-2A51D236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62AB-CB8F-B77E-A7A4-00DDB8524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A83A8-F74A-B483-FF13-98EA86D7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1D0E2-A987-729C-F6B4-92935821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2597A-C832-A2FF-CBEE-BD5AE230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8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1C97-5817-7DDF-CB3D-02CE98B6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2B678-24CC-C647-6B3D-69D3A0DE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896CD-AF54-5B59-0221-7925D374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C4445-5BA5-62FB-92FD-D198BF2A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05D13-9E6C-1D33-D28F-A3247349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7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4A71-922D-1CAF-EC7B-9EADEF7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0DF6-3A13-2ABB-0D3B-DC85FC00A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AB7E2-404E-4CB1-80CC-D0A7BAD54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E9546-6C56-58CB-DC24-F203B87F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C82F3-2921-FC97-8AE5-2A22B913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46C6F-9ECE-7A68-9FE0-F92CE872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5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C54E-A450-5E31-127C-94CB3274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76562-43A9-C8B1-147A-C1C870BF5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883C5-F586-B583-ADC6-CE56ED49A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AF279-BB9C-D805-DED0-A313AC0A4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A3F17-EBB0-CC93-4B03-4AB45DB4A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9677E-1471-8E4B-63BE-75169C2B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4B11C-6720-40BF-A0D9-63F39D41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72725-4EB4-8F77-4690-F1F99CD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9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E9C7-D7F2-15FC-093C-148C2A5E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B9770-7617-E411-2933-B83F27E3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1F265-E036-175D-3EA1-1C7A326A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0977E-B23A-4E87-6192-E0F40DAC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5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84882-3C11-3CE0-4DA9-D494F08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BE5E1-D69F-5A33-DCE8-98EC8F4B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307A-3748-CD58-C701-0BA411F4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4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392D-A645-F754-5756-8195851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B284-5FA9-EF50-1A62-246C76A2E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FBD44-3EE1-0675-F6E4-0F9233832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D3E8B-D29F-6A69-ED70-09C0DD0E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20D63-0675-4493-10CC-D5508B3B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1CDE2-7251-6AF1-197E-42F08DC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4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C8B0-D26F-6630-A0B7-7F90BD74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BA58D-F1D3-916C-1AED-B00E8728B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E40EB-85A5-8EAF-D37A-808316B8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67C4E-BD7E-BEC0-89DF-70E62CB1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B2ECE-D45B-1E98-ACD1-424BF6EB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5D1EA-CFE1-AD8C-B08D-F541A6AE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2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B76D-C634-262A-D335-0E5A8627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4BC83-7A3A-90A9-2506-0F4C4CB53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0E465-BB83-728C-0FD7-017409CD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D8495-D4E2-626F-50A5-91470062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AF730-B435-7F7A-D85B-6965B155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7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7D99A-D213-FA4E-1254-DC856FBBB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B1AE1-E47F-F075-9E72-F0A84C8DC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5BC6-FD7E-7F38-4B37-EF1EBB1A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C41D-E0D1-33A4-4393-46357064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D0C-E66E-E9F5-7AB5-ABBE4D29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0D3E5D-DB09-0C53-BB7B-62C0FC80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25B35-9488-D4A5-1E87-5E91B4601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F4C9E-170F-81D5-1FE0-475D5B0A0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7F315-4FF1-4B7F-9DAD-7759840F378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583C-5E30-198A-5581-CEF82EDBC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6885-ED46-3DE0-6E6A-176F0EAE9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D8D01-CC66-45AC-A0F6-A5AE0782F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6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F29C-055C-D4EC-BE39-A9B0F1CA52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Music Playlist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974A9-6BA0-F948-5DC1-0AE0D866E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Using Queue ADT for Playlist Management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62A0A-5C79-C040-1B32-FD58C7997118}"/>
              </a:ext>
            </a:extLst>
          </p:cNvPr>
          <p:cNvSpPr txBox="1"/>
          <p:nvPr/>
        </p:nvSpPr>
        <p:spPr>
          <a:xfrm>
            <a:off x="1524000" y="4749710"/>
            <a:ext cx="26359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MN. Sihanas</a:t>
            </a:r>
          </a:p>
          <a:p>
            <a:r>
              <a:rPr lang="en-US" dirty="0"/>
              <a:t>HND in Computing – 22</a:t>
            </a:r>
          </a:p>
          <a:p>
            <a:r>
              <a:rPr lang="en-US" dirty="0"/>
              <a:t>BCAS Campus Kalmunai</a:t>
            </a:r>
          </a:p>
          <a:p>
            <a:r>
              <a:rPr lang="en-US" dirty="0"/>
              <a:t>2025.04.12</a:t>
            </a:r>
          </a:p>
        </p:txBody>
      </p:sp>
    </p:spTree>
    <p:extLst>
      <p:ext uri="{BB962C8B-B14F-4D97-AF65-F5344CB8AC3E}">
        <p14:creationId xmlns:p14="http://schemas.microsoft.com/office/powerpoint/2010/main" val="162128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5B52-A9F5-5F1E-4A40-7FC4A07A5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DE545-5F3A-0932-4EAA-963036E05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 a music playlist system for adding, removing, and playing songs.</a:t>
            </a:r>
          </a:p>
          <a:p>
            <a:r>
              <a:rPr lang="en-GB" dirty="0"/>
              <a:t>Allow both sequential playback and shuffle mode.</a:t>
            </a:r>
          </a:p>
          <a:p>
            <a:r>
              <a:rPr lang="en-GB" dirty="0"/>
              <a:t>Use a suitable Abstract Data Type (ADT) for efficient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0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541-6B89-9820-DCDC-8FA1ABF1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Selected ADT —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277F6-F7BA-5977-CDD6-3FFE36B3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Queue ADT</a:t>
            </a:r>
            <a:r>
              <a:rPr lang="en-GB" dirty="0"/>
              <a:t> follows </a:t>
            </a:r>
            <a:r>
              <a:rPr lang="en-GB" b="1" dirty="0"/>
              <a:t>First-In-First-Out (FIFO).</a:t>
            </a:r>
          </a:p>
          <a:p>
            <a:r>
              <a:rPr lang="en-US" dirty="0"/>
              <a:t>Perfect for playlists: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GB" dirty="0"/>
              <a:t>→ Songs are played in the same order they were added.</a:t>
            </a:r>
          </a:p>
          <a:p>
            <a:r>
              <a:rPr lang="en-US" dirty="0"/>
              <a:t>Operations:</a:t>
            </a:r>
          </a:p>
          <a:p>
            <a:pPr marL="457200" lvl="1" indent="0">
              <a:buNone/>
            </a:pPr>
            <a:r>
              <a:rPr lang="en-US" dirty="0"/>
              <a:t>enqueue(song) → Add song.</a:t>
            </a:r>
          </a:p>
          <a:p>
            <a:pPr marL="457200" lvl="1" indent="0">
              <a:buNone/>
            </a:pPr>
            <a:r>
              <a:rPr lang="en-US" dirty="0"/>
              <a:t>dequeue() → Remove song.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traverse() → Play playlist.</a:t>
            </a:r>
          </a:p>
        </p:txBody>
      </p:sp>
    </p:spTree>
    <p:extLst>
      <p:ext uri="{BB962C8B-B14F-4D97-AF65-F5344CB8AC3E}">
        <p14:creationId xmlns:p14="http://schemas.microsoft.com/office/powerpoint/2010/main" val="318788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3F09-0DCC-E866-B487-90D19814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0086-0582-8396-8D09-D2B4A8EF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Song: Insert at the end of the queue.</a:t>
            </a:r>
          </a:p>
          <a:p>
            <a:r>
              <a:rPr lang="en-GB" dirty="0"/>
              <a:t>Remove Song: Delete from the front of the queue.</a:t>
            </a:r>
          </a:p>
          <a:p>
            <a:r>
              <a:rPr lang="en-GB" dirty="0"/>
              <a:t>Play Songs: Sequentially traverse the queue.</a:t>
            </a:r>
          </a:p>
          <a:p>
            <a:r>
              <a:rPr lang="en-GB" dirty="0"/>
              <a:t>Shuffle Songs: Randomly rearrange the queue list.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5755-964D-FA1E-9ACC-921CBBBC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C1F9F-30E8-6CAB-2CF6-C7B8A236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using </a:t>
            </a:r>
            <a:r>
              <a:rPr lang="en-US" b="1" dirty="0"/>
              <a:t>Python</a:t>
            </a:r>
            <a:r>
              <a:rPr lang="en-US" dirty="0"/>
              <a:t>.</a:t>
            </a:r>
          </a:p>
          <a:p>
            <a:r>
              <a:rPr lang="en-US" dirty="0"/>
              <a:t>Used: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enqueue() for adding.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dequeue() for removing.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list traversal for playback.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random.shuffle</a:t>
            </a:r>
            <a:r>
              <a:rPr lang="en-US" dirty="0"/>
              <a:t>() for shuffle mode.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536C2F-C3C2-633F-CAED-22D7D75D4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93" y="2579020"/>
            <a:ext cx="2695951" cy="609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596F99-F604-B185-62A2-817F086FC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45" y="3322869"/>
            <a:ext cx="2753109" cy="885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69FD7F-B488-819B-373E-97A30D410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420" y="4309426"/>
            <a:ext cx="2486372" cy="552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2DC08B-AC3E-DA0B-DB05-50473DC13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676" y="4957916"/>
            <a:ext cx="2495898" cy="55252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876876-B948-13F5-47C4-4F6B155B4598}"/>
              </a:ext>
            </a:extLst>
          </p:cNvPr>
          <p:cNvCxnSpPr/>
          <p:nvPr/>
        </p:nvCxnSpPr>
        <p:spPr>
          <a:xfrm>
            <a:off x="4572000" y="2992919"/>
            <a:ext cx="7684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F54809-3C27-BB9C-8127-7E25FAD12563}"/>
              </a:ext>
            </a:extLst>
          </p:cNvPr>
          <p:cNvCxnSpPr/>
          <p:nvPr/>
        </p:nvCxnSpPr>
        <p:spPr>
          <a:xfrm>
            <a:off x="4816679" y="3808050"/>
            <a:ext cx="7684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B4F799-7C39-CCC9-5E6F-B0EB527A4519}"/>
              </a:ext>
            </a:extLst>
          </p:cNvPr>
          <p:cNvCxnSpPr/>
          <p:nvPr/>
        </p:nvCxnSpPr>
        <p:spPr>
          <a:xfrm>
            <a:off x="5076738" y="4571449"/>
            <a:ext cx="7684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F1AC63-C08F-BA68-8DD8-B73C83B32091}"/>
              </a:ext>
            </a:extLst>
          </p:cNvPr>
          <p:cNvCxnSpPr/>
          <p:nvPr/>
        </p:nvCxnSpPr>
        <p:spPr>
          <a:xfrm>
            <a:off x="6284754" y="5326459"/>
            <a:ext cx="7684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44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1044-A2E1-E093-27F5-1A44F930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936"/>
            <a:ext cx="10515600" cy="1325563"/>
          </a:xfrm>
        </p:spPr>
        <p:txBody>
          <a:bodyPr/>
          <a:lstStyle/>
          <a:p>
            <a:r>
              <a:rPr lang="en-US" dirty="0"/>
              <a:t>Output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FFF48-990C-0AE4-8767-2EBE6B73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290"/>
            <a:ext cx="10515600" cy="5687735"/>
          </a:xfrm>
        </p:spPr>
        <p:txBody>
          <a:bodyPr>
            <a:normAutofit/>
          </a:bodyPr>
          <a:lstStyle/>
          <a:p>
            <a:r>
              <a:rPr lang="en-GB" dirty="0"/>
              <a:t>User adds, removes, and plays songs via CLI interface.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Supports both ordered play and random shuffle.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0CE81-A24A-9444-1039-3B5CCFC18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96" y="1429742"/>
            <a:ext cx="2394186" cy="210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31261-5A5F-AAD4-D4F2-E3C3482C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564" y="1429742"/>
            <a:ext cx="2451436" cy="2117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49885-B1AE-4B8E-63B3-012ECB9CA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46" y="4483312"/>
            <a:ext cx="2451436" cy="2115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FA2770-4F9D-D8D5-6225-95F33FD27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564" y="4463086"/>
            <a:ext cx="2451436" cy="214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0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99EF-04DE-7C1F-87F6-2202D0C5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25765-3CC0-80B9-FDD2-19088AD44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Queue ADT simplifies playlist management.</a:t>
            </a:r>
          </a:p>
          <a:p>
            <a:r>
              <a:rPr lang="en-GB" dirty="0"/>
              <a:t>Logical, easy to expand and maintain.</a:t>
            </a:r>
          </a:p>
          <a:p>
            <a:r>
              <a:rPr lang="en-GB" dirty="0"/>
              <a:t>Successfully passed all test cases.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93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Music Playlist Management System</vt:lpstr>
      <vt:lpstr>Problem Statement</vt:lpstr>
      <vt:lpstr>Selected ADT — Queue</vt:lpstr>
      <vt:lpstr>Algorithm Design</vt:lpstr>
      <vt:lpstr>Code Demonstration</vt:lpstr>
      <vt:lpstr>Output Demonstration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Naseer Sihanas</dc:creator>
  <cp:lastModifiedBy>Mohammed Naseer Sihanas</cp:lastModifiedBy>
  <cp:revision>1</cp:revision>
  <dcterms:created xsi:type="dcterms:W3CDTF">2025-04-16T14:41:52Z</dcterms:created>
  <dcterms:modified xsi:type="dcterms:W3CDTF">2025-04-16T15:05:14Z</dcterms:modified>
</cp:coreProperties>
</file>