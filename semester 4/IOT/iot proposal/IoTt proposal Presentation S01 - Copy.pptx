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1" r:id="rId1"/>
  </p:sldMasterIdLst>
  <p:sldIdLst>
    <p:sldId id="256" r:id="rId2"/>
    <p:sldId id="257" r:id="rId3"/>
    <p:sldId id="258" r:id="rId4"/>
    <p:sldId id="259" r:id="rId5"/>
    <p:sldId id="261" r:id="rId6"/>
    <p:sldId id="263" r:id="rId7"/>
    <p:sldId id="264" r:id="rId8"/>
    <p:sldId id="262" r:id="rId9"/>
    <p:sldId id="265" r:id="rId10"/>
    <p:sldId id="266" r:id="rId11"/>
    <p:sldId id="267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04040"/>
    <a:srgbClr val="FE5D21"/>
    <a:srgbClr val="E69500"/>
    <a:srgbClr val="00D17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78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47EDF10-16EC-4908-BC34-48457BA1ACDB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BB4DB2FD-5A41-4D9A-A1FD-0C7A3B673EB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 baseline="0" dirty="0"/>
            <a:t>The advancement of the Internet of Things (IoT) has enabled the development of intelligent systems that can monitor, control, and automate various aspects of building infrastructure.</a:t>
          </a:r>
          <a:endParaRPr lang="en-US" dirty="0"/>
        </a:p>
      </dgm:t>
    </dgm:pt>
    <dgm:pt modelId="{DD4CB356-4C8F-4057-917A-1081074D259E}" type="parTrans" cxnId="{77C8849B-671E-48BE-8CAE-0E9FA41E4252}">
      <dgm:prSet/>
      <dgm:spPr/>
      <dgm:t>
        <a:bodyPr/>
        <a:lstStyle/>
        <a:p>
          <a:endParaRPr lang="en-US"/>
        </a:p>
      </dgm:t>
    </dgm:pt>
    <dgm:pt modelId="{D2FD584E-74C4-4F99-AD9A-A49675FB955C}" type="sibTrans" cxnId="{77C8849B-671E-48BE-8CAE-0E9FA41E4252}">
      <dgm:prSet/>
      <dgm:spPr/>
      <dgm:t>
        <a:bodyPr/>
        <a:lstStyle/>
        <a:p>
          <a:endParaRPr lang="en-US"/>
        </a:p>
      </dgm:t>
    </dgm:pt>
    <dgm:pt modelId="{9DD7FD5B-CAD7-4458-8536-8E1EA5D7C0B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 baseline="0" dirty="0"/>
            <a:t>Smart buildings integrate multiple sensors and devices to ensure safety, improve energy efficiency, and enhance comfort for occupants.</a:t>
          </a:r>
          <a:endParaRPr lang="en-US" dirty="0"/>
        </a:p>
      </dgm:t>
    </dgm:pt>
    <dgm:pt modelId="{EE5835CF-DD82-4A88-A0DC-CCCB3F29ABAF}" type="parTrans" cxnId="{37930CEE-1602-4B57-B904-38EAEEF67B3D}">
      <dgm:prSet/>
      <dgm:spPr/>
      <dgm:t>
        <a:bodyPr/>
        <a:lstStyle/>
        <a:p>
          <a:endParaRPr lang="en-US"/>
        </a:p>
      </dgm:t>
    </dgm:pt>
    <dgm:pt modelId="{E74B5E9D-1541-448F-B2D6-366382D6E95A}" type="sibTrans" cxnId="{37930CEE-1602-4B57-B904-38EAEEF67B3D}">
      <dgm:prSet/>
      <dgm:spPr/>
      <dgm:t>
        <a:bodyPr/>
        <a:lstStyle/>
        <a:p>
          <a:endParaRPr lang="en-US"/>
        </a:p>
      </dgm:t>
    </dgm:pt>
    <dgm:pt modelId="{D3701068-4439-4868-A40B-230B657DFDE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 baseline="0" dirty="0"/>
            <a:t>This project aims to implement a compact, real-time smart building solution using NodeMCU, Blynk, and various sensors to monitor environmental and safety parameters.</a:t>
          </a:r>
          <a:endParaRPr lang="en-US" dirty="0"/>
        </a:p>
      </dgm:t>
    </dgm:pt>
    <dgm:pt modelId="{3A1A9166-5EB8-44D6-AF0B-A0FD36C924B8}" type="parTrans" cxnId="{8C5BF36B-1FF6-4A17-92F8-D74A812A7AC5}">
      <dgm:prSet/>
      <dgm:spPr/>
      <dgm:t>
        <a:bodyPr/>
        <a:lstStyle/>
        <a:p>
          <a:endParaRPr lang="en-US"/>
        </a:p>
      </dgm:t>
    </dgm:pt>
    <dgm:pt modelId="{3F3553C1-54B3-4BE2-976C-75E7F539E918}" type="sibTrans" cxnId="{8C5BF36B-1FF6-4A17-92F8-D74A812A7AC5}">
      <dgm:prSet/>
      <dgm:spPr/>
      <dgm:t>
        <a:bodyPr/>
        <a:lstStyle/>
        <a:p>
          <a:endParaRPr lang="en-US"/>
        </a:p>
      </dgm:t>
    </dgm:pt>
    <dgm:pt modelId="{096DED32-5E0A-41BE-AF84-8C7B76B899A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 baseline="0" dirty="0"/>
            <a:t>The system enables remote control and real-time monitoring through a smartphone using the Blynk application.</a:t>
          </a:r>
          <a:endParaRPr lang="en-US" dirty="0"/>
        </a:p>
      </dgm:t>
    </dgm:pt>
    <dgm:pt modelId="{01099DA6-F5F1-44FA-B465-AA32BC300113}" type="parTrans" cxnId="{E3934CA0-3766-4FC6-8C84-272A70D44054}">
      <dgm:prSet/>
      <dgm:spPr/>
      <dgm:t>
        <a:bodyPr/>
        <a:lstStyle/>
        <a:p>
          <a:endParaRPr lang="en-US"/>
        </a:p>
      </dgm:t>
    </dgm:pt>
    <dgm:pt modelId="{A6A34554-E3BC-4B84-9CBF-B145BB766F14}" type="sibTrans" cxnId="{E3934CA0-3766-4FC6-8C84-272A70D44054}">
      <dgm:prSet/>
      <dgm:spPr/>
      <dgm:t>
        <a:bodyPr/>
        <a:lstStyle/>
        <a:p>
          <a:endParaRPr lang="en-US"/>
        </a:p>
      </dgm:t>
    </dgm:pt>
    <dgm:pt modelId="{4F4F9E8C-F8AE-4A46-91EB-A76F603CECF2}" type="pres">
      <dgm:prSet presAssocID="{547EDF10-16EC-4908-BC34-48457BA1ACDB}" presName="root" presStyleCnt="0">
        <dgm:presLayoutVars>
          <dgm:dir/>
          <dgm:resizeHandles val="exact"/>
        </dgm:presLayoutVars>
      </dgm:prSet>
      <dgm:spPr/>
    </dgm:pt>
    <dgm:pt modelId="{D0C9B365-99DC-4768-8AE1-F993DE3A7527}" type="pres">
      <dgm:prSet presAssocID="{BB4DB2FD-5A41-4D9A-A1FD-0C7A3B673EBD}" presName="compNode" presStyleCnt="0"/>
      <dgm:spPr/>
    </dgm:pt>
    <dgm:pt modelId="{B9307E09-5BB9-474C-BC69-5A4C3C564FA7}" type="pres">
      <dgm:prSet presAssocID="{BB4DB2FD-5A41-4D9A-A1FD-0C7A3B673EBD}" presName="bgRect" presStyleLbl="bgShp" presStyleIdx="0" presStyleCnt="4" custLinFactNeighborY="-1009"/>
      <dgm:spPr>
        <a:noFill/>
        <a:ln>
          <a:solidFill>
            <a:schemeClr val="accent1">
              <a:lumMod val="60000"/>
              <a:lumOff val="40000"/>
            </a:schemeClr>
          </a:solidFill>
        </a:ln>
      </dgm:spPr>
    </dgm:pt>
    <dgm:pt modelId="{8D95BF96-F4DD-4103-A31D-DD1FE63375A3}" type="pres">
      <dgm:prSet presAssocID="{BB4DB2FD-5A41-4D9A-A1FD-0C7A3B673EBD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cessor"/>
        </a:ext>
      </dgm:extLst>
    </dgm:pt>
    <dgm:pt modelId="{5BBD3B75-A616-4926-9415-AF816ABC4B22}" type="pres">
      <dgm:prSet presAssocID="{BB4DB2FD-5A41-4D9A-A1FD-0C7A3B673EBD}" presName="spaceRect" presStyleCnt="0"/>
      <dgm:spPr/>
    </dgm:pt>
    <dgm:pt modelId="{493116B2-53FD-4395-846D-B584B581BDC0}" type="pres">
      <dgm:prSet presAssocID="{BB4DB2FD-5A41-4D9A-A1FD-0C7A3B673EBD}" presName="parTx" presStyleLbl="revTx" presStyleIdx="0" presStyleCnt="4">
        <dgm:presLayoutVars>
          <dgm:chMax val="0"/>
          <dgm:chPref val="0"/>
        </dgm:presLayoutVars>
      </dgm:prSet>
      <dgm:spPr/>
    </dgm:pt>
    <dgm:pt modelId="{950A7EC9-5473-42F7-B940-7A9CCAE39DA5}" type="pres">
      <dgm:prSet presAssocID="{D2FD584E-74C4-4F99-AD9A-A49675FB955C}" presName="sibTrans" presStyleCnt="0"/>
      <dgm:spPr/>
    </dgm:pt>
    <dgm:pt modelId="{2D554D26-0EDA-41AC-B0D4-28B2CD547083}" type="pres">
      <dgm:prSet presAssocID="{9DD7FD5B-CAD7-4458-8536-8E1EA5D7C0BA}" presName="compNode" presStyleCnt="0"/>
      <dgm:spPr/>
    </dgm:pt>
    <dgm:pt modelId="{6121AAD0-19BA-4BA6-AB67-55A6557AF43A}" type="pres">
      <dgm:prSet presAssocID="{9DD7FD5B-CAD7-4458-8536-8E1EA5D7C0BA}" presName="bgRect" presStyleLbl="bgShp" presStyleIdx="1" presStyleCnt="4" custLinFactNeighborY="-20282"/>
      <dgm:spPr>
        <a:noFill/>
        <a:ln>
          <a:solidFill>
            <a:schemeClr val="accent1">
              <a:lumMod val="40000"/>
              <a:lumOff val="60000"/>
            </a:schemeClr>
          </a:solidFill>
        </a:ln>
      </dgm:spPr>
    </dgm:pt>
    <dgm:pt modelId="{FCFCBAFD-A2CD-4B23-B096-FA15D42D4168}" type="pres">
      <dgm:prSet presAssocID="{9DD7FD5B-CAD7-4458-8536-8E1EA5D7C0BA}" presName="iconRect" presStyleLbl="node1" presStyleIdx="1" presStyleCnt="4" custLinFactNeighborY="-3836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reetlight"/>
        </a:ext>
      </dgm:extLst>
    </dgm:pt>
    <dgm:pt modelId="{C5EB39D9-6F82-4006-92E0-46E2E0BCFDBA}" type="pres">
      <dgm:prSet presAssocID="{9DD7FD5B-CAD7-4458-8536-8E1EA5D7C0BA}" presName="spaceRect" presStyleCnt="0"/>
      <dgm:spPr/>
    </dgm:pt>
    <dgm:pt modelId="{8AA56759-7996-4EB6-95A8-3482B523F070}" type="pres">
      <dgm:prSet presAssocID="{9DD7FD5B-CAD7-4458-8536-8E1EA5D7C0BA}" presName="parTx" presStyleLbl="revTx" presStyleIdx="1" presStyleCnt="4" custLinFactNeighborX="-315" custLinFactNeighborY="-26673">
        <dgm:presLayoutVars>
          <dgm:chMax val="0"/>
          <dgm:chPref val="0"/>
        </dgm:presLayoutVars>
      </dgm:prSet>
      <dgm:spPr/>
    </dgm:pt>
    <dgm:pt modelId="{D505E21B-4DAE-4E44-8870-25AEEFC56B51}" type="pres">
      <dgm:prSet presAssocID="{E74B5E9D-1541-448F-B2D6-366382D6E95A}" presName="sibTrans" presStyleCnt="0"/>
      <dgm:spPr/>
    </dgm:pt>
    <dgm:pt modelId="{12009316-0E1C-42DF-969A-C39BC6588B9B}" type="pres">
      <dgm:prSet presAssocID="{D3701068-4439-4868-A40B-230B657DFDEB}" presName="compNode" presStyleCnt="0"/>
      <dgm:spPr/>
    </dgm:pt>
    <dgm:pt modelId="{34FEDB06-D75E-4687-90B3-4796CDB22AEE}" type="pres">
      <dgm:prSet presAssocID="{D3701068-4439-4868-A40B-230B657DFDEB}" presName="bgRect" presStyleLbl="bgShp" presStyleIdx="2" presStyleCnt="4" custLinFactNeighborY="-39746"/>
      <dgm:spPr>
        <a:noFill/>
        <a:ln>
          <a:solidFill>
            <a:schemeClr val="accent1">
              <a:lumMod val="40000"/>
              <a:lumOff val="60000"/>
            </a:schemeClr>
          </a:solidFill>
        </a:ln>
      </dgm:spPr>
    </dgm:pt>
    <dgm:pt modelId="{BD96620E-FDB6-4D38-9369-48AABB4FA1FF}" type="pres">
      <dgm:prSet presAssocID="{D3701068-4439-4868-A40B-230B657DFDEB}" presName="iconRect" presStyleLbl="node1" presStyleIdx="2" presStyleCnt="4" custLinFactNeighborY="-81158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ight Bulb and Gear"/>
        </a:ext>
      </dgm:extLst>
    </dgm:pt>
    <dgm:pt modelId="{DA047226-BB60-463D-BE41-1DAC8B3F2D94}" type="pres">
      <dgm:prSet presAssocID="{D3701068-4439-4868-A40B-230B657DFDEB}" presName="spaceRect" presStyleCnt="0"/>
      <dgm:spPr/>
    </dgm:pt>
    <dgm:pt modelId="{FE5C2FF6-30B0-412A-B70A-18EE8170A27C}" type="pres">
      <dgm:prSet presAssocID="{D3701068-4439-4868-A40B-230B657DFDEB}" presName="parTx" presStyleLbl="revTx" presStyleIdx="2" presStyleCnt="4" custLinFactNeighborY="-43806">
        <dgm:presLayoutVars>
          <dgm:chMax val="0"/>
          <dgm:chPref val="0"/>
        </dgm:presLayoutVars>
      </dgm:prSet>
      <dgm:spPr/>
    </dgm:pt>
    <dgm:pt modelId="{3178083C-A389-4CC9-A9D5-A48DF080F45A}" type="pres">
      <dgm:prSet presAssocID="{3F3553C1-54B3-4BE2-976C-75E7F539E918}" presName="sibTrans" presStyleCnt="0"/>
      <dgm:spPr/>
    </dgm:pt>
    <dgm:pt modelId="{6F6D5C95-5DBD-47DD-A840-37CF6B9D977A}" type="pres">
      <dgm:prSet presAssocID="{096DED32-5E0A-41BE-AF84-8C7B76B899A7}" presName="compNode" presStyleCnt="0"/>
      <dgm:spPr/>
    </dgm:pt>
    <dgm:pt modelId="{B783F8C9-84E3-42D7-86A1-EBB5AFEB9DA9}" type="pres">
      <dgm:prSet presAssocID="{096DED32-5E0A-41BE-AF84-8C7B76B899A7}" presName="bgRect" presStyleLbl="bgShp" presStyleIdx="3" presStyleCnt="4" custLinFactNeighborY="-59237"/>
      <dgm:spPr>
        <a:noFill/>
        <a:ln>
          <a:solidFill>
            <a:schemeClr val="accent1">
              <a:lumMod val="60000"/>
              <a:lumOff val="40000"/>
            </a:schemeClr>
          </a:solidFill>
        </a:ln>
      </dgm:spPr>
    </dgm:pt>
    <dgm:pt modelId="{CCA6A744-1AAA-404B-AD91-A445825435EA}" type="pres">
      <dgm:prSet presAssocID="{096DED32-5E0A-41BE-AF84-8C7B76B899A7}" presName="iconRect" presStyleLbl="node1" presStyleIdx="3" presStyleCnt="4" custLinFactY="-6236" custLinFactNeighborY="-100000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emote control"/>
        </a:ext>
      </dgm:extLst>
    </dgm:pt>
    <dgm:pt modelId="{FA198574-53B0-480A-BDB3-9AA68EEE43E1}" type="pres">
      <dgm:prSet presAssocID="{096DED32-5E0A-41BE-AF84-8C7B76B899A7}" presName="spaceRect" presStyleCnt="0"/>
      <dgm:spPr/>
    </dgm:pt>
    <dgm:pt modelId="{BC3C0998-8447-417F-869D-71E89C9C1BE7}" type="pres">
      <dgm:prSet presAssocID="{096DED32-5E0A-41BE-AF84-8C7B76B899A7}" presName="parTx" presStyleLbl="revTx" presStyleIdx="3" presStyleCnt="4" custLinFactNeighborY="-59242">
        <dgm:presLayoutVars>
          <dgm:chMax val="0"/>
          <dgm:chPref val="0"/>
        </dgm:presLayoutVars>
      </dgm:prSet>
      <dgm:spPr/>
    </dgm:pt>
  </dgm:ptLst>
  <dgm:cxnLst>
    <dgm:cxn modelId="{B2E8A80E-6A48-42E7-A936-D075D04DE074}" type="presOf" srcId="{096DED32-5E0A-41BE-AF84-8C7B76B899A7}" destId="{BC3C0998-8447-417F-869D-71E89C9C1BE7}" srcOrd="0" destOrd="0" presId="urn:microsoft.com/office/officeart/2018/2/layout/IconVerticalSolidList"/>
    <dgm:cxn modelId="{1FF9E818-A521-4E0D-A401-56F3067F2639}" type="presOf" srcId="{D3701068-4439-4868-A40B-230B657DFDEB}" destId="{FE5C2FF6-30B0-412A-B70A-18EE8170A27C}" srcOrd="0" destOrd="0" presId="urn:microsoft.com/office/officeart/2018/2/layout/IconVerticalSolidList"/>
    <dgm:cxn modelId="{2FB2C82A-B03F-4560-88C6-484680DC281E}" type="presOf" srcId="{BB4DB2FD-5A41-4D9A-A1FD-0C7A3B673EBD}" destId="{493116B2-53FD-4395-846D-B584B581BDC0}" srcOrd="0" destOrd="0" presId="urn:microsoft.com/office/officeart/2018/2/layout/IconVerticalSolidList"/>
    <dgm:cxn modelId="{8C5BF36B-1FF6-4A17-92F8-D74A812A7AC5}" srcId="{547EDF10-16EC-4908-BC34-48457BA1ACDB}" destId="{D3701068-4439-4868-A40B-230B657DFDEB}" srcOrd="2" destOrd="0" parTransId="{3A1A9166-5EB8-44D6-AF0B-A0FD36C924B8}" sibTransId="{3F3553C1-54B3-4BE2-976C-75E7F539E918}"/>
    <dgm:cxn modelId="{58EC605A-D9FB-4F24-8D3F-278E7CBDC2BE}" type="presOf" srcId="{9DD7FD5B-CAD7-4458-8536-8E1EA5D7C0BA}" destId="{8AA56759-7996-4EB6-95A8-3482B523F070}" srcOrd="0" destOrd="0" presId="urn:microsoft.com/office/officeart/2018/2/layout/IconVerticalSolidList"/>
    <dgm:cxn modelId="{77C8849B-671E-48BE-8CAE-0E9FA41E4252}" srcId="{547EDF10-16EC-4908-BC34-48457BA1ACDB}" destId="{BB4DB2FD-5A41-4D9A-A1FD-0C7A3B673EBD}" srcOrd="0" destOrd="0" parTransId="{DD4CB356-4C8F-4057-917A-1081074D259E}" sibTransId="{D2FD584E-74C4-4F99-AD9A-A49675FB955C}"/>
    <dgm:cxn modelId="{E3934CA0-3766-4FC6-8C84-272A70D44054}" srcId="{547EDF10-16EC-4908-BC34-48457BA1ACDB}" destId="{096DED32-5E0A-41BE-AF84-8C7B76B899A7}" srcOrd="3" destOrd="0" parTransId="{01099DA6-F5F1-44FA-B465-AA32BC300113}" sibTransId="{A6A34554-E3BC-4B84-9CBF-B145BB766F14}"/>
    <dgm:cxn modelId="{CFF521B7-D730-44CD-91F1-B5A9A523E537}" type="presOf" srcId="{547EDF10-16EC-4908-BC34-48457BA1ACDB}" destId="{4F4F9E8C-F8AE-4A46-91EB-A76F603CECF2}" srcOrd="0" destOrd="0" presId="urn:microsoft.com/office/officeart/2018/2/layout/IconVerticalSolidList"/>
    <dgm:cxn modelId="{37930CEE-1602-4B57-B904-38EAEEF67B3D}" srcId="{547EDF10-16EC-4908-BC34-48457BA1ACDB}" destId="{9DD7FD5B-CAD7-4458-8536-8E1EA5D7C0BA}" srcOrd="1" destOrd="0" parTransId="{EE5835CF-DD82-4A88-A0DC-CCCB3F29ABAF}" sibTransId="{E74B5E9D-1541-448F-B2D6-366382D6E95A}"/>
    <dgm:cxn modelId="{D82E2E7B-BDE1-4C00-A5B6-135C3F7A02BA}" type="presParOf" srcId="{4F4F9E8C-F8AE-4A46-91EB-A76F603CECF2}" destId="{D0C9B365-99DC-4768-8AE1-F993DE3A7527}" srcOrd="0" destOrd="0" presId="urn:microsoft.com/office/officeart/2018/2/layout/IconVerticalSolidList"/>
    <dgm:cxn modelId="{B307545F-192E-4FCF-98BB-5EB237CBE796}" type="presParOf" srcId="{D0C9B365-99DC-4768-8AE1-F993DE3A7527}" destId="{B9307E09-5BB9-474C-BC69-5A4C3C564FA7}" srcOrd="0" destOrd="0" presId="urn:microsoft.com/office/officeart/2018/2/layout/IconVerticalSolidList"/>
    <dgm:cxn modelId="{ED961000-C762-42F6-815D-C2D9C202DB3F}" type="presParOf" srcId="{D0C9B365-99DC-4768-8AE1-F993DE3A7527}" destId="{8D95BF96-F4DD-4103-A31D-DD1FE63375A3}" srcOrd="1" destOrd="0" presId="urn:microsoft.com/office/officeart/2018/2/layout/IconVerticalSolidList"/>
    <dgm:cxn modelId="{E5587F94-4F4B-46B7-B532-6EEA003B5F09}" type="presParOf" srcId="{D0C9B365-99DC-4768-8AE1-F993DE3A7527}" destId="{5BBD3B75-A616-4926-9415-AF816ABC4B22}" srcOrd="2" destOrd="0" presId="urn:microsoft.com/office/officeart/2018/2/layout/IconVerticalSolidList"/>
    <dgm:cxn modelId="{B003A419-4A0A-40A2-B137-F77D2A4B5D50}" type="presParOf" srcId="{D0C9B365-99DC-4768-8AE1-F993DE3A7527}" destId="{493116B2-53FD-4395-846D-B584B581BDC0}" srcOrd="3" destOrd="0" presId="urn:microsoft.com/office/officeart/2018/2/layout/IconVerticalSolidList"/>
    <dgm:cxn modelId="{1A18C3D6-A221-4FFD-94F3-690639FFC247}" type="presParOf" srcId="{4F4F9E8C-F8AE-4A46-91EB-A76F603CECF2}" destId="{950A7EC9-5473-42F7-B940-7A9CCAE39DA5}" srcOrd="1" destOrd="0" presId="urn:microsoft.com/office/officeart/2018/2/layout/IconVerticalSolidList"/>
    <dgm:cxn modelId="{3CD248E1-BDF1-4CF7-9798-E65438A680B9}" type="presParOf" srcId="{4F4F9E8C-F8AE-4A46-91EB-A76F603CECF2}" destId="{2D554D26-0EDA-41AC-B0D4-28B2CD547083}" srcOrd="2" destOrd="0" presId="urn:microsoft.com/office/officeart/2018/2/layout/IconVerticalSolidList"/>
    <dgm:cxn modelId="{F1DC4826-C6F9-452B-8B1B-EE7566DD7962}" type="presParOf" srcId="{2D554D26-0EDA-41AC-B0D4-28B2CD547083}" destId="{6121AAD0-19BA-4BA6-AB67-55A6557AF43A}" srcOrd="0" destOrd="0" presId="urn:microsoft.com/office/officeart/2018/2/layout/IconVerticalSolidList"/>
    <dgm:cxn modelId="{62836793-74E0-42F6-8058-FFFAA6D24532}" type="presParOf" srcId="{2D554D26-0EDA-41AC-B0D4-28B2CD547083}" destId="{FCFCBAFD-A2CD-4B23-B096-FA15D42D4168}" srcOrd="1" destOrd="0" presId="urn:microsoft.com/office/officeart/2018/2/layout/IconVerticalSolidList"/>
    <dgm:cxn modelId="{9FE56533-EEA6-4FB5-8882-D9AE3A4BA16D}" type="presParOf" srcId="{2D554D26-0EDA-41AC-B0D4-28B2CD547083}" destId="{C5EB39D9-6F82-4006-92E0-46E2E0BCFDBA}" srcOrd="2" destOrd="0" presId="urn:microsoft.com/office/officeart/2018/2/layout/IconVerticalSolidList"/>
    <dgm:cxn modelId="{B634BF20-B4A2-4967-9A3F-F518108CEF1C}" type="presParOf" srcId="{2D554D26-0EDA-41AC-B0D4-28B2CD547083}" destId="{8AA56759-7996-4EB6-95A8-3482B523F070}" srcOrd="3" destOrd="0" presId="urn:microsoft.com/office/officeart/2018/2/layout/IconVerticalSolidList"/>
    <dgm:cxn modelId="{9D19B9DA-9DF7-4A09-AF63-61ABB7191831}" type="presParOf" srcId="{4F4F9E8C-F8AE-4A46-91EB-A76F603CECF2}" destId="{D505E21B-4DAE-4E44-8870-25AEEFC56B51}" srcOrd="3" destOrd="0" presId="urn:microsoft.com/office/officeart/2018/2/layout/IconVerticalSolidList"/>
    <dgm:cxn modelId="{B1691940-8D92-4175-BBD6-6FD82D371F9F}" type="presParOf" srcId="{4F4F9E8C-F8AE-4A46-91EB-A76F603CECF2}" destId="{12009316-0E1C-42DF-969A-C39BC6588B9B}" srcOrd="4" destOrd="0" presId="urn:microsoft.com/office/officeart/2018/2/layout/IconVerticalSolidList"/>
    <dgm:cxn modelId="{B7C5CBE2-64A0-4FAD-BE58-427D30FE3C17}" type="presParOf" srcId="{12009316-0E1C-42DF-969A-C39BC6588B9B}" destId="{34FEDB06-D75E-4687-90B3-4796CDB22AEE}" srcOrd="0" destOrd="0" presId="urn:microsoft.com/office/officeart/2018/2/layout/IconVerticalSolidList"/>
    <dgm:cxn modelId="{11FFCC2C-F5B1-4740-9954-94AAAEC508F6}" type="presParOf" srcId="{12009316-0E1C-42DF-969A-C39BC6588B9B}" destId="{BD96620E-FDB6-4D38-9369-48AABB4FA1FF}" srcOrd="1" destOrd="0" presId="urn:microsoft.com/office/officeart/2018/2/layout/IconVerticalSolidList"/>
    <dgm:cxn modelId="{C0CDDE74-AFFD-4214-8EBD-4EC6E26E879C}" type="presParOf" srcId="{12009316-0E1C-42DF-969A-C39BC6588B9B}" destId="{DA047226-BB60-463D-BE41-1DAC8B3F2D94}" srcOrd="2" destOrd="0" presId="urn:microsoft.com/office/officeart/2018/2/layout/IconVerticalSolidList"/>
    <dgm:cxn modelId="{ADB25B3C-0D99-429B-8500-D1ACB35BD8BD}" type="presParOf" srcId="{12009316-0E1C-42DF-969A-C39BC6588B9B}" destId="{FE5C2FF6-30B0-412A-B70A-18EE8170A27C}" srcOrd="3" destOrd="0" presId="urn:microsoft.com/office/officeart/2018/2/layout/IconVerticalSolidList"/>
    <dgm:cxn modelId="{4D00B36D-6213-4C40-A9A3-79F0BDB8182B}" type="presParOf" srcId="{4F4F9E8C-F8AE-4A46-91EB-A76F603CECF2}" destId="{3178083C-A389-4CC9-A9D5-A48DF080F45A}" srcOrd="5" destOrd="0" presId="urn:microsoft.com/office/officeart/2018/2/layout/IconVerticalSolidList"/>
    <dgm:cxn modelId="{5C841CAB-B0CD-4B06-84CD-9E2F4F2E2644}" type="presParOf" srcId="{4F4F9E8C-F8AE-4A46-91EB-A76F603CECF2}" destId="{6F6D5C95-5DBD-47DD-A840-37CF6B9D977A}" srcOrd="6" destOrd="0" presId="urn:microsoft.com/office/officeart/2018/2/layout/IconVerticalSolidList"/>
    <dgm:cxn modelId="{39879EA7-FE5D-4BC2-AF40-30F2AAF5E9CB}" type="presParOf" srcId="{6F6D5C95-5DBD-47DD-A840-37CF6B9D977A}" destId="{B783F8C9-84E3-42D7-86A1-EBB5AFEB9DA9}" srcOrd="0" destOrd="0" presId="urn:microsoft.com/office/officeart/2018/2/layout/IconVerticalSolidList"/>
    <dgm:cxn modelId="{E88FFD32-EF67-4F6A-8605-1E4DB2D846DD}" type="presParOf" srcId="{6F6D5C95-5DBD-47DD-A840-37CF6B9D977A}" destId="{CCA6A744-1AAA-404B-AD91-A445825435EA}" srcOrd="1" destOrd="0" presId="urn:microsoft.com/office/officeart/2018/2/layout/IconVerticalSolidList"/>
    <dgm:cxn modelId="{FE515919-ABD2-44E5-B629-E47025CFEDB1}" type="presParOf" srcId="{6F6D5C95-5DBD-47DD-A840-37CF6B9D977A}" destId="{FA198574-53B0-480A-BDB3-9AA68EEE43E1}" srcOrd="2" destOrd="0" presId="urn:microsoft.com/office/officeart/2018/2/layout/IconVerticalSolidList"/>
    <dgm:cxn modelId="{5E38C93E-86FB-48C9-8E1A-8F1C9174C5FD}" type="presParOf" srcId="{6F6D5C95-5DBD-47DD-A840-37CF6B9D977A}" destId="{BC3C0998-8447-417F-869D-71E89C9C1BE7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16135CD7-DD3D-4865-84BE-2BD0B56053CD}" type="doc">
      <dgm:prSet loTypeId="urn:microsoft.com/office/officeart/2005/8/layout/default" loCatId="list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E9852E6A-F80A-4E78-8FAA-807BC8D3048F}">
      <dgm:prSet custT="1"/>
      <dgm:spPr>
        <a:noFill/>
        <a:ln w="19050">
          <a:solidFill>
            <a:srgbClr val="00B0F0"/>
          </a:solidFill>
        </a:ln>
      </dgm:spPr>
      <dgm:t>
        <a:bodyPr/>
        <a:lstStyle/>
        <a:p>
          <a:r>
            <a:rPr lang="en-US" sz="2400" b="0" i="0" baseline="0" dirty="0"/>
            <a:t>1. To design and implement a smart building monitoring system using IoT technology.</a:t>
          </a:r>
          <a:endParaRPr lang="en-US" sz="2400" dirty="0"/>
        </a:p>
      </dgm:t>
    </dgm:pt>
    <dgm:pt modelId="{C4B06F49-C88D-4C49-AE38-A26B6CB45313}" type="parTrans" cxnId="{0239CB29-14E7-4075-8BE5-0C7F84D4F0A2}">
      <dgm:prSet/>
      <dgm:spPr/>
      <dgm:t>
        <a:bodyPr/>
        <a:lstStyle/>
        <a:p>
          <a:endParaRPr lang="en-US"/>
        </a:p>
      </dgm:t>
    </dgm:pt>
    <dgm:pt modelId="{103B70D3-16B4-4E37-AE9C-5136B5829B59}" type="sibTrans" cxnId="{0239CB29-14E7-4075-8BE5-0C7F84D4F0A2}">
      <dgm:prSet phldrT="01" phldr="0"/>
      <dgm:spPr/>
      <dgm:t>
        <a:bodyPr/>
        <a:lstStyle/>
        <a:p>
          <a:endParaRPr lang="en-US" dirty="0"/>
        </a:p>
      </dgm:t>
    </dgm:pt>
    <dgm:pt modelId="{6E8DDA0E-D768-4F61-9911-7BAD150EEDE0}">
      <dgm:prSet custT="1"/>
      <dgm:spPr>
        <a:noFill/>
        <a:ln w="19050">
          <a:solidFill>
            <a:srgbClr val="00D17D"/>
          </a:solidFill>
        </a:ln>
      </dgm:spPr>
      <dgm:t>
        <a:bodyPr/>
        <a:lstStyle/>
        <a:p>
          <a:r>
            <a:rPr lang="en-US" sz="2400" b="0" i="0" baseline="0" dirty="0"/>
            <a:t>2. To enable real-time data collection for temperature, humidity, gas concentration, motion, flame, and water levels.</a:t>
          </a:r>
          <a:endParaRPr lang="en-US" sz="2400" dirty="0"/>
        </a:p>
      </dgm:t>
    </dgm:pt>
    <dgm:pt modelId="{4D00D5FF-A3CB-4D29-B226-9DBAF19417F4}" type="parTrans" cxnId="{08500927-1383-49C0-8CB8-2472918DB2E3}">
      <dgm:prSet/>
      <dgm:spPr/>
      <dgm:t>
        <a:bodyPr/>
        <a:lstStyle/>
        <a:p>
          <a:endParaRPr lang="en-US"/>
        </a:p>
      </dgm:t>
    </dgm:pt>
    <dgm:pt modelId="{14909649-FACD-4D6A-A1B8-4A1D2EFDDC3C}" type="sibTrans" cxnId="{08500927-1383-49C0-8CB8-2472918DB2E3}">
      <dgm:prSet phldrT="02" phldr="0"/>
      <dgm:spPr/>
      <dgm:t>
        <a:bodyPr/>
        <a:lstStyle/>
        <a:p>
          <a:endParaRPr lang="en-US"/>
        </a:p>
      </dgm:t>
    </dgm:pt>
    <dgm:pt modelId="{934BD913-8E45-43AA-8BAD-0C1C8A8A7736}">
      <dgm:prSet custT="1"/>
      <dgm:spPr>
        <a:noFill/>
        <a:ln w="19050">
          <a:solidFill>
            <a:srgbClr val="E69500"/>
          </a:solidFill>
        </a:ln>
      </dgm:spPr>
      <dgm:t>
        <a:bodyPr/>
        <a:lstStyle/>
        <a:p>
          <a:r>
            <a:rPr lang="en-US" sz="2400" b="0" i="0" baseline="0" dirty="0"/>
            <a:t>3. To provide remote control and monitoring capabilities through the Blynk mobile application.</a:t>
          </a:r>
          <a:endParaRPr lang="en-US" sz="2400" dirty="0"/>
        </a:p>
      </dgm:t>
    </dgm:pt>
    <dgm:pt modelId="{938690BD-3A4E-404C-A151-282C31697F4F}" type="parTrans" cxnId="{65DFC775-B09E-46FE-B094-086C6BCFA4C0}">
      <dgm:prSet/>
      <dgm:spPr/>
      <dgm:t>
        <a:bodyPr/>
        <a:lstStyle/>
        <a:p>
          <a:endParaRPr lang="en-US"/>
        </a:p>
      </dgm:t>
    </dgm:pt>
    <dgm:pt modelId="{CF8901A8-DB79-4CBA-A90E-1828E3D5A425}" type="sibTrans" cxnId="{65DFC775-B09E-46FE-B094-086C6BCFA4C0}">
      <dgm:prSet phldrT="03" phldr="0"/>
      <dgm:spPr/>
      <dgm:t>
        <a:bodyPr/>
        <a:lstStyle/>
        <a:p>
          <a:endParaRPr lang="en-US"/>
        </a:p>
      </dgm:t>
    </dgm:pt>
    <dgm:pt modelId="{34C94E94-266B-43F5-8114-E60160582F9C}">
      <dgm:prSet custT="1"/>
      <dgm:spPr>
        <a:noFill/>
        <a:ln w="19050">
          <a:solidFill>
            <a:srgbClr val="FE5D21"/>
          </a:solidFill>
        </a:ln>
      </dgm:spPr>
      <dgm:t>
        <a:bodyPr/>
        <a:lstStyle/>
        <a:p>
          <a:r>
            <a:rPr lang="en-US" sz="2400" b="0" i="0" baseline="0" dirty="0"/>
            <a:t>4. To automate building responses such as triggering alarms, displaying status on LCD, and controlling appliances via relay.</a:t>
          </a:r>
          <a:endParaRPr lang="en-US" sz="2400" dirty="0"/>
        </a:p>
      </dgm:t>
    </dgm:pt>
    <dgm:pt modelId="{1153AC6B-C2A5-4ED0-A44C-B266F413EDE5}" type="parTrans" cxnId="{E8735672-8884-4EC3-80B0-E89FF64F34FC}">
      <dgm:prSet/>
      <dgm:spPr/>
      <dgm:t>
        <a:bodyPr/>
        <a:lstStyle/>
        <a:p>
          <a:endParaRPr lang="en-US"/>
        </a:p>
      </dgm:t>
    </dgm:pt>
    <dgm:pt modelId="{F20D53A0-70CE-4C4D-BB60-74AB3B25857E}" type="sibTrans" cxnId="{E8735672-8884-4EC3-80B0-E89FF64F34FC}">
      <dgm:prSet phldrT="04" phldr="0"/>
      <dgm:spPr/>
      <dgm:t>
        <a:bodyPr/>
        <a:lstStyle/>
        <a:p>
          <a:endParaRPr lang="en-US"/>
        </a:p>
      </dgm:t>
    </dgm:pt>
    <dgm:pt modelId="{06C5A317-D452-4B73-9835-A453164C69E9}">
      <dgm:prSet custT="1"/>
      <dgm:spPr>
        <a:noFill/>
        <a:ln w="19050">
          <a:solidFill>
            <a:schemeClr val="tx1">
              <a:lumMod val="85000"/>
            </a:schemeClr>
          </a:solidFill>
        </a:ln>
      </dgm:spPr>
      <dgm:t>
        <a:bodyPr/>
        <a:lstStyle/>
        <a:p>
          <a:r>
            <a:rPr lang="en-US" sz="2400" b="0" i="0" baseline="0" dirty="0"/>
            <a:t>5. To ensure timely alerts and notifications for critical environmental or security changes.</a:t>
          </a:r>
          <a:endParaRPr lang="en-US" sz="2400" dirty="0"/>
        </a:p>
      </dgm:t>
    </dgm:pt>
    <dgm:pt modelId="{1CC8F088-109B-40B5-9C8A-D973C220B553}" type="parTrans" cxnId="{01A450FF-2819-477B-9040-831B69B3455F}">
      <dgm:prSet/>
      <dgm:spPr/>
      <dgm:t>
        <a:bodyPr/>
        <a:lstStyle/>
        <a:p>
          <a:endParaRPr lang="en-US"/>
        </a:p>
      </dgm:t>
    </dgm:pt>
    <dgm:pt modelId="{1864CB9E-6AB6-46AD-837C-4C6C5EFB2ECC}" type="sibTrans" cxnId="{01A450FF-2819-477B-9040-831B69B3455F}">
      <dgm:prSet phldrT="05" phldr="0"/>
      <dgm:spPr/>
      <dgm:t>
        <a:bodyPr/>
        <a:lstStyle/>
        <a:p>
          <a:endParaRPr lang="en-US"/>
        </a:p>
      </dgm:t>
    </dgm:pt>
    <dgm:pt modelId="{69097241-DF93-4EDD-91B8-5F1D17DE4E89}" type="pres">
      <dgm:prSet presAssocID="{16135CD7-DD3D-4865-84BE-2BD0B56053CD}" presName="diagram" presStyleCnt="0">
        <dgm:presLayoutVars>
          <dgm:dir/>
          <dgm:resizeHandles val="exact"/>
        </dgm:presLayoutVars>
      </dgm:prSet>
      <dgm:spPr/>
    </dgm:pt>
    <dgm:pt modelId="{136B406E-37E3-48BA-9E52-A9F1A4C762D3}" type="pres">
      <dgm:prSet presAssocID="{E9852E6A-F80A-4E78-8FAA-807BC8D3048F}" presName="node" presStyleLbl="node1" presStyleIdx="0" presStyleCnt="5">
        <dgm:presLayoutVars>
          <dgm:bulletEnabled val="1"/>
        </dgm:presLayoutVars>
      </dgm:prSet>
      <dgm:spPr/>
    </dgm:pt>
    <dgm:pt modelId="{369670C9-D6FC-4EB3-B447-F647C58ACF60}" type="pres">
      <dgm:prSet presAssocID="{103B70D3-16B4-4E37-AE9C-5136B5829B59}" presName="sibTrans" presStyleCnt="0"/>
      <dgm:spPr/>
    </dgm:pt>
    <dgm:pt modelId="{665ADC09-1C7F-47D4-BA0F-E6F1F6879F96}" type="pres">
      <dgm:prSet presAssocID="{6E8DDA0E-D768-4F61-9911-7BAD150EEDE0}" presName="node" presStyleLbl="node1" presStyleIdx="1" presStyleCnt="5">
        <dgm:presLayoutVars>
          <dgm:bulletEnabled val="1"/>
        </dgm:presLayoutVars>
      </dgm:prSet>
      <dgm:spPr/>
    </dgm:pt>
    <dgm:pt modelId="{57E9E7A6-53CA-4E37-A821-125D8A73F537}" type="pres">
      <dgm:prSet presAssocID="{14909649-FACD-4D6A-A1B8-4A1D2EFDDC3C}" presName="sibTrans" presStyleCnt="0"/>
      <dgm:spPr/>
    </dgm:pt>
    <dgm:pt modelId="{F879522B-F3ED-4853-B20E-2AC8D991D81B}" type="pres">
      <dgm:prSet presAssocID="{934BD913-8E45-43AA-8BAD-0C1C8A8A7736}" presName="node" presStyleLbl="node1" presStyleIdx="2" presStyleCnt="5">
        <dgm:presLayoutVars>
          <dgm:bulletEnabled val="1"/>
        </dgm:presLayoutVars>
      </dgm:prSet>
      <dgm:spPr/>
    </dgm:pt>
    <dgm:pt modelId="{F553A960-2B60-422C-81C9-953D1C91F12E}" type="pres">
      <dgm:prSet presAssocID="{CF8901A8-DB79-4CBA-A90E-1828E3D5A425}" presName="sibTrans" presStyleCnt="0"/>
      <dgm:spPr/>
    </dgm:pt>
    <dgm:pt modelId="{392717BA-1CFF-49CF-A433-7DFDD28BD850}" type="pres">
      <dgm:prSet presAssocID="{34C94E94-266B-43F5-8114-E60160582F9C}" presName="node" presStyleLbl="node1" presStyleIdx="3" presStyleCnt="5" custScaleX="113012">
        <dgm:presLayoutVars>
          <dgm:bulletEnabled val="1"/>
        </dgm:presLayoutVars>
      </dgm:prSet>
      <dgm:spPr/>
    </dgm:pt>
    <dgm:pt modelId="{0A6584EE-551C-43CD-98E2-A439081F6C0B}" type="pres">
      <dgm:prSet presAssocID="{F20D53A0-70CE-4C4D-BB60-74AB3B25857E}" presName="sibTrans" presStyleCnt="0"/>
      <dgm:spPr/>
    </dgm:pt>
    <dgm:pt modelId="{436FD4DC-8894-41B3-8DCF-A90181E8B7C4}" type="pres">
      <dgm:prSet presAssocID="{06C5A317-D452-4B73-9835-A453164C69E9}" presName="node" presStyleLbl="node1" presStyleIdx="4" presStyleCnt="5" custScaleX="109875">
        <dgm:presLayoutVars>
          <dgm:bulletEnabled val="1"/>
        </dgm:presLayoutVars>
      </dgm:prSet>
      <dgm:spPr/>
    </dgm:pt>
  </dgm:ptLst>
  <dgm:cxnLst>
    <dgm:cxn modelId="{08500927-1383-49C0-8CB8-2472918DB2E3}" srcId="{16135CD7-DD3D-4865-84BE-2BD0B56053CD}" destId="{6E8DDA0E-D768-4F61-9911-7BAD150EEDE0}" srcOrd="1" destOrd="0" parTransId="{4D00D5FF-A3CB-4D29-B226-9DBAF19417F4}" sibTransId="{14909649-FACD-4D6A-A1B8-4A1D2EFDDC3C}"/>
    <dgm:cxn modelId="{0239CB29-14E7-4075-8BE5-0C7F84D4F0A2}" srcId="{16135CD7-DD3D-4865-84BE-2BD0B56053CD}" destId="{E9852E6A-F80A-4E78-8FAA-807BC8D3048F}" srcOrd="0" destOrd="0" parTransId="{C4B06F49-C88D-4C49-AE38-A26B6CB45313}" sibTransId="{103B70D3-16B4-4E37-AE9C-5136B5829B59}"/>
    <dgm:cxn modelId="{73D44A2C-0D2F-4BFC-803B-F9F74A0FA58F}" type="presOf" srcId="{06C5A317-D452-4B73-9835-A453164C69E9}" destId="{436FD4DC-8894-41B3-8DCF-A90181E8B7C4}" srcOrd="0" destOrd="0" presId="urn:microsoft.com/office/officeart/2005/8/layout/default"/>
    <dgm:cxn modelId="{37CEFC30-6940-42F9-A2F3-1461DDC2EF5C}" type="presOf" srcId="{934BD913-8E45-43AA-8BAD-0C1C8A8A7736}" destId="{F879522B-F3ED-4853-B20E-2AC8D991D81B}" srcOrd="0" destOrd="0" presId="urn:microsoft.com/office/officeart/2005/8/layout/default"/>
    <dgm:cxn modelId="{E8735672-8884-4EC3-80B0-E89FF64F34FC}" srcId="{16135CD7-DD3D-4865-84BE-2BD0B56053CD}" destId="{34C94E94-266B-43F5-8114-E60160582F9C}" srcOrd="3" destOrd="0" parTransId="{1153AC6B-C2A5-4ED0-A44C-B266F413EDE5}" sibTransId="{F20D53A0-70CE-4C4D-BB60-74AB3B25857E}"/>
    <dgm:cxn modelId="{65DFC775-B09E-46FE-B094-086C6BCFA4C0}" srcId="{16135CD7-DD3D-4865-84BE-2BD0B56053CD}" destId="{934BD913-8E45-43AA-8BAD-0C1C8A8A7736}" srcOrd="2" destOrd="0" parTransId="{938690BD-3A4E-404C-A151-282C31697F4F}" sibTransId="{CF8901A8-DB79-4CBA-A90E-1828E3D5A425}"/>
    <dgm:cxn modelId="{B02CAF7D-672D-4D18-90D2-390B5E601DF9}" type="presOf" srcId="{6E8DDA0E-D768-4F61-9911-7BAD150EEDE0}" destId="{665ADC09-1C7F-47D4-BA0F-E6F1F6879F96}" srcOrd="0" destOrd="0" presId="urn:microsoft.com/office/officeart/2005/8/layout/default"/>
    <dgm:cxn modelId="{97D48299-D10C-40F1-8FB3-DCF9F72D6C5A}" type="presOf" srcId="{16135CD7-DD3D-4865-84BE-2BD0B56053CD}" destId="{69097241-DF93-4EDD-91B8-5F1D17DE4E89}" srcOrd="0" destOrd="0" presId="urn:microsoft.com/office/officeart/2005/8/layout/default"/>
    <dgm:cxn modelId="{17C858B1-0FDF-4C12-9E7D-5F6BEF5A082B}" type="presOf" srcId="{34C94E94-266B-43F5-8114-E60160582F9C}" destId="{392717BA-1CFF-49CF-A433-7DFDD28BD850}" srcOrd="0" destOrd="0" presId="urn:microsoft.com/office/officeart/2005/8/layout/default"/>
    <dgm:cxn modelId="{A4EE10F7-92A7-4B59-B0C8-25F2F59CF96E}" type="presOf" srcId="{E9852E6A-F80A-4E78-8FAA-807BC8D3048F}" destId="{136B406E-37E3-48BA-9E52-A9F1A4C762D3}" srcOrd="0" destOrd="0" presId="urn:microsoft.com/office/officeart/2005/8/layout/default"/>
    <dgm:cxn modelId="{01A450FF-2819-477B-9040-831B69B3455F}" srcId="{16135CD7-DD3D-4865-84BE-2BD0B56053CD}" destId="{06C5A317-D452-4B73-9835-A453164C69E9}" srcOrd="4" destOrd="0" parTransId="{1CC8F088-109B-40B5-9C8A-D973C220B553}" sibTransId="{1864CB9E-6AB6-46AD-837C-4C6C5EFB2ECC}"/>
    <dgm:cxn modelId="{D3B543DB-BBF0-4D6C-AC78-66359DEEE19A}" type="presParOf" srcId="{69097241-DF93-4EDD-91B8-5F1D17DE4E89}" destId="{136B406E-37E3-48BA-9E52-A9F1A4C762D3}" srcOrd="0" destOrd="0" presId="urn:microsoft.com/office/officeart/2005/8/layout/default"/>
    <dgm:cxn modelId="{66F88BE7-7942-4FEC-A873-31C6BABBC457}" type="presParOf" srcId="{69097241-DF93-4EDD-91B8-5F1D17DE4E89}" destId="{369670C9-D6FC-4EB3-B447-F647C58ACF60}" srcOrd="1" destOrd="0" presId="urn:microsoft.com/office/officeart/2005/8/layout/default"/>
    <dgm:cxn modelId="{EC68C6E9-C60B-43F6-B3EC-604D017A3AAB}" type="presParOf" srcId="{69097241-DF93-4EDD-91B8-5F1D17DE4E89}" destId="{665ADC09-1C7F-47D4-BA0F-E6F1F6879F96}" srcOrd="2" destOrd="0" presId="urn:microsoft.com/office/officeart/2005/8/layout/default"/>
    <dgm:cxn modelId="{0393669C-ABD9-471A-8124-A9932C871965}" type="presParOf" srcId="{69097241-DF93-4EDD-91B8-5F1D17DE4E89}" destId="{57E9E7A6-53CA-4E37-A821-125D8A73F537}" srcOrd="3" destOrd="0" presId="urn:microsoft.com/office/officeart/2005/8/layout/default"/>
    <dgm:cxn modelId="{EE8A05BE-DD82-46FA-A1E5-EF8D2F597F50}" type="presParOf" srcId="{69097241-DF93-4EDD-91B8-5F1D17DE4E89}" destId="{F879522B-F3ED-4853-B20E-2AC8D991D81B}" srcOrd="4" destOrd="0" presId="urn:microsoft.com/office/officeart/2005/8/layout/default"/>
    <dgm:cxn modelId="{98A32462-449B-4466-BBD8-E1DABCEE769D}" type="presParOf" srcId="{69097241-DF93-4EDD-91B8-5F1D17DE4E89}" destId="{F553A960-2B60-422C-81C9-953D1C91F12E}" srcOrd="5" destOrd="0" presId="urn:microsoft.com/office/officeart/2005/8/layout/default"/>
    <dgm:cxn modelId="{8F907D84-C099-4287-B2EF-85AD24430627}" type="presParOf" srcId="{69097241-DF93-4EDD-91B8-5F1D17DE4E89}" destId="{392717BA-1CFF-49CF-A433-7DFDD28BD850}" srcOrd="6" destOrd="0" presId="urn:microsoft.com/office/officeart/2005/8/layout/default"/>
    <dgm:cxn modelId="{45BEE4D3-14F5-471A-A867-122A55A8349C}" type="presParOf" srcId="{69097241-DF93-4EDD-91B8-5F1D17DE4E89}" destId="{0A6584EE-551C-43CD-98E2-A439081F6C0B}" srcOrd="7" destOrd="0" presId="urn:microsoft.com/office/officeart/2005/8/layout/default"/>
    <dgm:cxn modelId="{1C8F661F-49F8-46DB-81EE-B91F928555A5}" type="presParOf" srcId="{69097241-DF93-4EDD-91B8-5F1D17DE4E89}" destId="{436FD4DC-8894-41B3-8DCF-A90181E8B7C4}" srcOrd="8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9307E09-5BB9-474C-BC69-5A4C3C564FA7}">
      <dsp:nvSpPr>
        <dsp:cNvPr id="0" name=""/>
        <dsp:cNvSpPr/>
      </dsp:nvSpPr>
      <dsp:spPr>
        <a:xfrm>
          <a:off x="0" y="0"/>
          <a:ext cx="11022734" cy="1211509"/>
        </a:xfrm>
        <a:prstGeom prst="roundRect">
          <a:avLst>
            <a:gd name="adj" fmla="val 10000"/>
          </a:avLst>
        </a:prstGeom>
        <a:noFill/>
        <a:ln>
          <a:solidFill>
            <a:schemeClr val="accent1">
              <a:lumMod val="60000"/>
              <a:lumOff val="40000"/>
            </a:schemeClr>
          </a:solidFill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D95BF96-F4DD-4103-A31D-DD1FE63375A3}">
      <dsp:nvSpPr>
        <dsp:cNvPr id="0" name=""/>
        <dsp:cNvSpPr/>
      </dsp:nvSpPr>
      <dsp:spPr>
        <a:xfrm>
          <a:off x="366481" y="274979"/>
          <a:ext cx="666330" cy="66633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93116B2-53FD-4395-846D-B584B581BDC0}">
      <dsp:nvSpPr>
        <dsp:cNvPr id="0" name=""/>
        <dsp:cNvSpPr/>
      </dsp:nvSpPr>
      <dsp:spPr>
        <a:xfrm>
          <a:off x="1399293" y="2390"/>
          <a:ext cx="9623441" cy="12115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218" tIns="128218" rIns="128218" bIns="128218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0" i="0" kern="1200" baseline="0" dirty="0"/>
            <a:t>The advancement of the Internet of Things (IoT) has enabled the development of intelligent systems that can monitor, control, and automate various aspects of building infrastructure.</a:t>
          </a:r>
          <a:endParaRPr lang="en-US" sz="2000" kern="1200" dirty="0"/>
        </a:p>
      </dsp:txBody>
      <dsp:txXfrm>
        <a:off x="1399293" y="2390"/>
        <a:ext cx="9623441" cy="1211509"/>
      </dsp:txXfrm>
    </dsp:sp>
    <dsp:sp modelId="{6121AAD0-19BA-4BA6-AB67-55A6557AF43A}">
      <dsp:nvSpPr>
        <dsp:cNvPr id="0" name=""/>
        <dsp:cNvSpPr/>
      </dsp:nvSpPr>
      <dsp:spPr>
        <a:xfrm>
          <a:off x="0" y="1271058"/>
          <a:ext cx="11022734" cy="1211509"/>
        </a:xfrm>
        <a:prstGeom prst="roundRect">
          <a:avLst>
            <a:gd name="adj" fmla="val 10000"/>
          </a:avLst>
        </a:prstGeom>
        <a:noFill/>
        <a:ln>
          <a:solidFill>
            <a:schemeClr val="accent1">
              <a:lumMod val="40000"/>
              <a:lumOff val="60000"/>
            </a:schemeClr>
          </a:solidFill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CFCBAFD-A2CD-4B23-B096-FA15D42D4168}">
      <dsp:nvSpPr>
        <dsp:cNvPr id="0" name=""/>
        <dsp:cNvSpPr/>
      </dsp:nvSpPr>
      <dsp:spPr>
        <a:xfrm>
          <a:off x="366481" y="1533729"/>
          <a:ext cx="666330" cy="66633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AA56759-7996-4EB6-95A8-3482B523F070}">
      <dsp:nvSpPr>
        <dsp:cNvPr id="0" name=""/>
        <dsp:cNvSpPr/>
      </dsp:nvSpPr>
      <dsp:spPr>
        <a:xfrm>
          <a:off x="1368979" y="1193631"/>
          <a:ext cx="9623441" cy="12115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218" tIns="128218" rIns="128218" bIns="128218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0" i="0" kern="1200" baseline="0" dirty="0"/>
            <a:t>Smart buildings integrate multiple sensors and devices to ensure safety, improve energy efficiency, and enhance comfort for occupants.</a:t>
          </a:r>
          <a:endParaRPr lang="en-US" sz="2000" kern="1200" dirty="0"/>
        </a:p>
      </dsp:txBody>
      <dsp:txXfrm>
        <a:off x="1368979" y="1193631"/>
        <a:ext cx="9623441" cy="1211509"/>
      </dsp:txXfrm>
    </dsp:sp>
    <dsp:sp modelId="{34FEDB06-D75E-4687-90B3-4796CDB22AEE}">
      <dsp:nvSpPr>
        <dsp:cNvPr id="0" name=""/>
        <dsp:cNvSpPr/>
      </dsp:nvSpPr>
      <dsp:spPr>
        <a:xfrm>
          <a:off x="0" y="2549637"/>
          <a:ext cx="11022734" cy="1211509"/>
        </a:xfrm>
        <a:prstGeom prst="roundRect">
          <a:avLst>
            <a:gd name="adj" fmla="val 10000"/>
          </a:avLst>
        </a:prstGeom>
        <a:noFill/>
        <a:ln>
          <a:solidFill>
            <a:schemeClr val="accent1">
              <a:lumMod val="40000"/>
              <a:lumOff val="60000"/>
            </a:schemeClr>
          </a:solidFill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D96620E-FDB6-4D38-9369-48AABB4FA1FF}">
      <dsp:nvSpPr>
        <dsp:cNvPr id="0" name=""/>
        <dsp:cNvSpPr/>
      </dsp:nvSpPr>
      <dsp:spPr>
        <a:xfrm>
          <a:off x="366481" y="2762973"/>
          <a:ext cx="666330" cy="66633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E5C2FF6-30B0-412A-B70A-18EE8170A27C}">
      <dsp:nvSpPr>
        <dsp:cNvPr id="0" name=""/>
        <dsp:cNvSpPr/>
      </dsp:nvSpPr>
      <dsp:spPr>
        <a:xfrm>
          <a:off x="1399293" y="2500449"/>
          <a:ext cx="9623441" cy="12115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218" tIns="128218" rIns="128218" bIns="128218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0" i="0" kern="1200" baseline="0" dirty="0"/>
            <a:t>This project aims to implement a compact, real-time smart building solution using NodeMCU, Blynk, and various sensors to monitor environmental and safety parameters.</a:t>
          </a:r>
          <a:endParaRPr lang="en-US" sz="2000" kern="1200" dirty="0"/>
        </a:p>
      </dsp:txBody>
      <dsp:txXfrm>
        <a:off x="1399293" y="2500449"/>
        <a:ext cx="9623441" cy="1211509"/>
      </dsp:txXfrm>
    </dsp:sp>
    <dsp:sp modelId="{B783F8C9-84E3-42D7-86A1-EBB5AFEB9DA9}">
      <dsp:nvSpPr>
        <dsp:cNvPr id="0" name=""/>
        <dsp:cNvSpPr/>
      </dsp:nvSpPr>
      <dsp:spPr>
        <a:xfrm>
          <a:off x="0" y="3827888"/>
          <a:ext cx="11022734" cy="1211509"/>
        </a:xfrm>
        <a:prstGeom prst="roundRect">
          <a:avLst>
            <a:gd name="adj" fmla="val 10000"/>
          </a:avLst>
        </a:prstGeom>
        <a:noFill/>
        <a:ln>
          <a:solidFill>
            <a:schemeClr val="accent1">
              <a:lumMod val="60000"/>
              <a:lumOff val="40000"/>
            </a:schemeClr>
          </a:solidFill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CA6A744-1AAA-404B-AD91-A445825435EA}">
      <dsp:nvSpPr>
        <dsp:cNvPr id="0" name=""/>
        <dsp:cNvSpPr/>
      </dsp:nvSpPr>
      <dsp:spPr>
        <a:xfrm>
          <a:off x="366481" y="4110257"/>
          <a:ext cx="666330" cy="66633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C3C0998-8447-417F-869D-71E89C9C1BE7}">
      <dsp:nvSpPr>
        <dsp:cNvPr id="0" name=""/>
        <dsp:cNvSpPr/>
      </dsp:nvSpPr>
      <dsp:spPr>
        <a:xfrm>
          <a:off x="1399293" y="3827827"/>
          <a:ext cx="9623441" cy="12115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218" tIns="128218" rIns="128218" bIns="128218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0" i="0" kern="1200" baseline="0" dirty="0"/>
            <a:t>The system enables remote control and real-time monitoring through a smartphone using the Blynk application.</a:t>
          </a:r>
          <a:endParaRPr lang="en-US" sz="2000" kern="1200" dirty="0"/>
        </a:p>
      </dsp:txBody>
      <dsp:txXfrm>
        <a:off x="1399293" y="3827827"/>
        <a:ext cx="9623441" cy="1211509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36B406E-37E3-48BA-9E52-A9F1A4C762D3}">
      <dsp:nvSpPr>
        <dsp:cNvPr id="0" name=""/>
        <dsp:cNvSpPr/>
      </dsp:nvSpPr>
      <dsp:spPr>
        <a:xfrm>
          <a:off x="0" y="395095"/>
          <a:ext cx="3469183" cy="2081510"/>
        </a:xfrm>
        <a:prstGeom prst="rect">
          <a:avLst/>
        </a:prstGeom>
        <a:noFill/>
        <a:ln w="19050" cap="flat" cmpd="sng" algn="ctr">
          <a:solidFill>
            <a:srgbClr val="00B0F0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0" i="0" kern="1200" baseline="0" dirty="0"/>
            <a:t>1. To design and implement a smart building monitoring system using IoT technology.</a:t>
          </a:r>
          <a:endParaRPr lang="en-US" sz="2400" kern="1200" dirty="0"/>
        </a:p>
      </dsp:txBody>
      <dsp:txXfrm>
        <a:off x="0" y="395095"/>
        <a:ext cx="3469183" cy="2081510"/>
      </dsp:txXfrm>
    </dsp:sp>
    <dsp:sp modelId="{665ADC09-1C7F-47D4-BA0F-E6F1F6879F96}">
      <dsp:nvSpPr>
        <dsp:cNvPr id="0" name=""/>
        <dsp:cNvSpPr/>
      </dsp:nvSpPr>
      <dsp:spPr>
        <a:xfrm>
          <a:off x="3816102" y="395095"/>
          <a:ext cx="3469183" cy="2081510"/>
        </a:xfrm>
        <a:prstGeom prst="rect">
          <a:avLst/>
        </a:prstGeom>
        <a:noFill/>
        <a:ln w="19050" cap="flat" cmpd="sng" algn="ctr">
          <a:solidFill>
            <a:srgbClr val="00D17D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0" i="0" kern="1200" baseline="0" dirty="0"/>
            <a:t>2. To enable real-time data collection for temperature, humidity, gas concentration, motion, flame, and water levels.</a:t>
          </a:r>
          <a:endParaRPr lang="en-US" sz="2400" kern="1200" dirty="0"/>
        </a:p>
      </dsp:txBody>
      <dsp:txXfrm>
        <a:off x="3816102" y="395095"/>
        <a:ext cx="3469183" cy="2081510"/>
      </dsp:txXfrm>
    </dsp:sp>
    <dsp:sp modelId="{F879522B-F3ED-4853-B20E-2AC8D991D81B}">
      <dsp:nvSpPr>
        <dsp:cNvPr id="0" name=""/>
        <dsp:cNvSpPr/>
      </dsp:nvSpPr>
      <dsp:spPr>
        <a:xfrm>
          <a:off x="7632204" y="395095"/>
          <a:ext cx="3469183" cy="2081510"/>
        </a:xfrm>
        <a:prstGeom prst="rect">
          <a:avLst/>
        </a:prstGeom>
        <a:noFill/>
        <a:ln w="19050" cap="flat" cmpd="sng" algn="ctr">
          <a:solidFill>
            <a:srgbClr val="E69500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0" i="0" kern="1200" baseline="0" dirty="0"/>
            <a:t>3. To provide remote control and monitoring capabilities through the Blynk mobile application.</a:t>
          </a:r>
          <a:endParaRPr lang="en-US" sz="2400" kern="1200" dirty="0"/>
        </a:p>
      </dsp:txBody>
      <dsp:txXfrm>
        <a:off x="7632204" y="395095"/>
        <a:ext cx="3469183" cy="2081510"/>
      </dsp:txXfrm>
    </dsp:sp>
    <dsp:sp modelId="{392717BA-1CFF-49CF-A433-7DFDD28BD850}">
      <dsp:nvSpPr>
        <dsp:cNvPr id="0" name=""/>
        <dsp:cNvSpPr/>
      </dsp:nvSpPr>
      <dsp:spPr>
        <a:xfrm>
          <a:off x="1511055" y="2823524"/>
          <a:ext cx="3920593" cy="2081510"/>
        </a:xfrm>
        <a:prstGeom prst="rect">
          <a:avLst/>
        </a:prstGeom>
        <a:noFill/>
        <a:ln w="19050" cap="flat" cmpd="sng" algn="ctr">
          <a:solidFill>
            <a:srgbClr val="FE5D2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0" i="0" kern="1200" baseline="0" dirty="0"/>
            <a:t>4. To automate building responses such as triggering alarms, displaying status on LCD, and controlling appliances via relay.</a:t>
          </a:r>
          <a:endParaRPr lang="en-US" sz="2400" kern="1200" dirty="0"/>
        </a:p>
      </dsp:txBody>
      <dsp:txXfrm>
        <a:off x="1511055" y="2823524"/>
        <a:ext cx="3920593" cy="2081510"/>
      </dsp:txXfrm>
    </dsp:sp>
    <dsp:sp modelId="{436FD4DC-8894-41B3-8DCF-A90181E8B7C4}">
      <dsp:nvSpPr>
        <dsp:cNvPr id="0" name=""/>
        <dsp:cNvSpPr/>
      </dsp:nvSpPr>
      <dsp:spPr>
        <a:xfrm>
          <a:off x="5778567" y="2823524"/>
          <a:ext cx="3811765" cy="2081510"/>
        </a:xfrm>
        <a:prstGeom prst="rect">
          <a:avLst/>
        </a:prstGeom>
        <a:noFill/>
        <a:ln w="19050" cap="flat" cmpd="sng" algn="ctr">
          <a:solidFill>
            <a:schemeClr val="tx1">
              <a:lumMod val="85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0" i="0" kern="1200" baseline="0" dirty="0"/>
            <a:t>5. To ensure timely alerts and notifications for critical environmental or security changes.</a:t>
          </a:r>
          <a:endParaRPr lang="en-US" sz="2400" kern="1200" dirty="0"/>
        </a:p>
      </dsp:txBody>
      <dsp:txXfrm>
        <a:off x="5778567" y="2823524"/>
        <a:ext cx="3811765" cy="208151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BF4E480B-94D6-46F9-A2B6-B98D311FDC19}"/>
              </a:ext>
            </a:extLst>
          </p:cNvPr>
          <p:cNvGrpSpPr/>
          <p:nvPr/>
        </p:nvGrpSpPr>
        <p:grpSpPr>
          <a:xfrm>
            <a:off x="0" y="0"/>
            <a:ext cx="12191999" cy="6861600"/>
            <a:chOff x="1" y="0"/>
            <a:chExt cx="12191999" cy="6861600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07183CDE-91A1-40C3-8E80-66F89E1C2D53}"/>
                </a:ext>
              </a:extLst>
            </p:cNvPr>
            <p:cNvSpPr>
              <a:spLocks noChangeAspect="1"/>
            </p:cNvSpPr>
            <p:nvPr/>
          </p:nvSpPr>
          <p:spPr>
            <a:xfrm rot="16200000">
              <a:off x="1" y="1640114"/>
              <a:ext cx="5217886" cy="5217886"/>
            </a:xfrm>
            <a:prstGeom prst="rect">
              <a:avLst/>
            </a:prstGeom>
            <a:gradFill flip="none" rotWithShape="1">
              <a:gsLst>
                <a:gs pos="0">
                  <a:schemeClr val="accent2">
                    <a:alpha val="60000"/>
                  </a:schemeClr>
                </a:gs>
                <a:gs pos="60000">
                  <a:schemeClr val="accent2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A6756515-F9AA-46BD-8DD2-AA15BA492AC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384514" y="0"/>
              <a:ext cx="4320000" cy="4320000"/>
            </a:xfrm>
            <a:prstGeom prst="ellipse">
              <a:avLst/>
            </a:prstGeom>
            <a:solidFill>
              <a:schemeClr val="accent3">
                <a:alpha val="96000"/>
              </a:schemeClr>
            </a:solidFill>
            <a:ln>
              <a:noFill/>
            </a:ln>
            <a:effectLst>
              <a:softEdge rad="1016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ABA365E2-8B71-408B-9092-0104216AC7A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119057" y="1230054"/>
              <a:ext cx="5506886" cy="5506886"/>
            </a:xfrm>
            <a:prstGeom prst="ellipse">
              <a:avLst/>
            </a:prstGeom>
            <a:solidFill>
              <a:schemeClr val="accent2">
                <a:alpha val="60000"/>
              </a:schemeClr>
            </a:solidFill>
            <a:ln>
              <a:noFill/>
            </a:ln>
            <a:effectLst>
              <a:softEdge rad="1270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 dirty="0"/>
            </a:p>
          </p:txBody>
        </p: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BEDB8D7A-1BF6-4CDB-B93A-7736955F5043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690092" y="0"/>
              <a:ext cx="10800000" cy="6858000"/>
              <a:chOff x="2328000" y="0"/>
              <a:chExt cx="2880000" cy="1440000"/>
            </a:xfrm>
          </p:grpSpPr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5AACD774-5167-46C7-8A62-6E2FE4BE9469}"/>
                  </a:ext>
                </a:extLst>
              </p:cNvPr>
              <p:cNvSpPr/>
              <p:nvPr/>
            </p:nvSpPr>
            <p:spPr>
              <a:xfrm>
                <a:off x="376800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/>
                  </a:gs>
                  <a:gs pos="60000">
                    <a:schemeClr val="accent1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:endParaRPr lang="en-US"/>
              </a:p>
            </p:txBody>
          </p:sp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06E0F2D8-452E-48F9-9912-C47EAEAE1802}"/>
                  </a:ext>
                </a:extLst>
              </p:cNvPr>
              <p:cNvSpPr/>
              <p:nvPr/>
            </p:nvSpPr>
            <p:spPr>
              <a:xfrm flipH="1">
                <a:off x="232800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/>
                  </a:gs>
                  <a:gs pos="60000">
                    <a:schemeClr val="accent1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:endParaRPr lang="en-US"/>
              </a:p>
            </p:txBody>
          </p: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91FBBF95-430B-427C-A6E8-DB899217FC00}"/>
                </a:ext>
              </a:extLst>
            </p:cNvPr>
            <p:cNvGrpSpPr>
              <a:grpSpLocks noChangeAspect="1"/>
            </p:cNvGrpSpPr>
            <p:nvPr/>
          </p:nvGrpSpPr>
          <p:grpSpPr>
            <a:xfrm rot="5400000">
              <a:off x="7048499" y="1714500"/>
              <a:ext cx="6858000" cy="3429000"/>
              <a:chOff x="0" y="0"/>
              <a:chExt cx="2880000" cy="1440000"/>
            </a:xfrm>
          </p:grpSpPr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BEE64698-3ED2-4395-B7FC-65248E437E0A}"/>
                  </a:ext>
                </a:extLst>
              </p:cNvPr>
              <p:cNvSpPr/>
              <p:nvPr/>
            </p:nvSpPr>
            <p:spPr>
              <a:xfrm>
                <a:off x="144000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/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:endParaRPr lang="en-US"/>
              </a:p>
            </p:txBody>
          </p:sp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FE20B1E1-CE09-4C2A-A3FB-DB8026C54E98}"/>
                  </a:ext>
                </a:extLst>
              </p:cNvPr>
              <p:cNvSpPr/>
              <p:nvPr/>
            </p:nvSpPr>
            <p:spPr>
              <a:xfrm flipH="1">
                <a:off x="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/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:endParaRPr lang="en-US"/>
              </a:p>
            </p:txBody>
          </p:sp>
        </p:grp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0CB2405B-A907-48B3-906A-FB3573C0B282}"/>
                </a:ext>
              </a:extLst>
            </p:cNvPr>
            <p:cNvSpPr>
              <a:spLocks noChangeAspect="1"/>
            </p:cNvSpPr>
            <p:nvPr/>
          </p:nvSpPr>
          <p:spPr>
            <a:xfrm rot="10800000">
              <a:off x="5602287" y="271887"/>
              <a:ext cx="6589713" cy="6589713"/>
            </a:xfrm>
            <a:prstGeom prst="rect">
              <a:avLst/>
            </a:prstGeom>
            <a:gradFill flip="none" rotWithShape="1">
              <a:gsLst>
                <a:gs pos="0">
                  <a:schemeClr val="accent3"/>
                </a:gs>
                <a:gs pos="60000">
                  <a:schemeClr val="accent3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</p:grpSp>
      <p:sp>
        <p:nvSpPr>
          <p:cNvPr id="20" name="Rectangle 19">
            <a:extLst>
              <a:ext uri="{FF2B5EF4-FFF2-40B4-BE49-F238E27FC236}">
                <a16:creationId xmlns:a16="http://schemas.microsoft.com/office/drawing/2014/main" id="{6DC8E2D9-6729-4614-8667-C1016D3182E4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alpha val="4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5CEEBB1-1A1F-4A2C-B805-719CF98F68A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40000" y="540000"/>
            <a:ext cx="11090273" cy="3798000"/>
          </a:xfrm>
        </p:spPr>
        <p:txBody>
          <a:bodyPr anchor="b"/>
          <a:lstStyle>
            <a:lvl1pPr algn="l">
              <a:defRPr sz="8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D6CC87B-ED2D-4303-BD40-E7AF14C03EF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40000" y="4508500"/>
            <a:ext cx="7345362" cy="1800224"/>
          </a:xfrm>
        </p:spPr>
        <p:txBody>
          <a:bodyPr/>
          <a:lstStyle>
            <a:lvl1pPr marL="0" indent="0" algn="l">
              <a:buNone/>
              <a:defRPr sz="1600" cap="all" spc="3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D880B4-5679-491C-963F-EC47B048C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F0BCE0-945C-4FDF-95A1-2149B1FF5B83}" type="datetimeFigureOut">
              <a:rPr lang="en-US" smtClean="0"/>
              <a:t>8/1/2025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865D6D-3F98-4BE8-A069-B964099028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0CD51D-8E06-4959-88C9-647415079F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77608-3819-479B-BB98-C216BA724E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898836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250">
        <p159:morph option="byObject"/>
      </p:transition>
    </mc:Choice>
    <mc:Fallback xmlns="">
      <p:transition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" name="Group 30">
            <a:extLst>
              <a:ext uri="{FF2B5EF4-FFF2-40B4-BE49-F238E27FC236}">
                <a16:creationId xmlns:a16="http://schemas.microsoft.com/office/drawing/2014/main" id="{67416F32-9D98-4340-82E8-E90CE00AD2AC}"/>
              </a:ext>
            </a:extLst>
          </p:cNvPr>
          <p:cNvGrpSpPr/>
          <p:nvPr/>
        </p:nvGrpSpPr>
        <p:grpSpPr>
          <a:xfrm flipV="1">
            <a:off x="0" y="-1"/>
            <a:ext cx="12191999" cy="6861601"/>
            <a:chOff x="0" y="-1"/>
            <a:chExt cx="12191999" cy="6861601"/>
          </a:xfrm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66375AB4-82BB-418F-A50F-6180F68724A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0" y="0"/>
              <a:ext cx="5217886" cy="5217886"/>
            </a:xfrm>
            <a:prstGeom prst="rect">
              <a:avLst/>
            </a:prstGeom>
            <a:gradFill flip="none" rotWithShape="1">
              <a:gsLst>
                <a:gs pos="0">
                  <a:schemeClr val="accent2">
                    <a:alpha val="60000"/>
                  </a:schemeClr>
                </a:gs>
                <a:gs pos="60000">
                  <a:schemeClr val="accent2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3FDD54B2-4A3F-4BFE-8FF0-82CA73F4AE8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750280" y="2148106"/>
              <a:ext cx="4320000" cy="4320000"/>
            </a:xfrm>
            <a:prstGeom prst="ellipse">
              <a:avLst/>
            </a:prstGeom>
            <a:solidFill>
              <a:schemeClr val="accent3">
                <a:alpha val="60000"/>
              </a:schemeClr>
            </a:solidFill>
            <a:ln>
              <a:noFill/>
            </a:ln>
            <a:effectLst>
              <a:softEdge rad="1016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30876F96-77AB-4E72-B1D2-FA45F4E3C04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0" y="0"/>
              <a:ext cx="6347046" cy="6347046"/>
            </a:xfrm>
            <a:prstGeom prst="ellipse">
              <a:avLst/>
            </a:prstGeom>
            <a:solidFill>
              <a:schemeClr val="accent3">
                <a:alpha val="20000"/>
              </a:schemeClr>
            </a:solidFill>
            <a:ln>
              <a:noFill/>
            </a:ln>
            <a:effectLst>
              <a:softEdge rad="1270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 dirty="0"/>
            </a:p>
          </p:txBody>
        </p: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BB08A2E9-6518-449E-940B-8518A1D850BB}"/>
                </a:ext>
              </a:extLst>
            </p:cNvPr>
            <p:cNvGrpSpPr>
              <a:grpSpLocks noChangeAspect="1"/>
            </p:cNvGrpSpPr>
            <p:nvPr/>
          </p:nvGrpSpPr>
          <p:grpSpPr>
            <a:xfrm rot="10800000">
              <a:off x="0" y="-1"/>
              <a:ext cx="10800000" cy="6858000"/>
              <a:chOff x="2328000" y="0"/>
              <a:chExt cx="2880000" cy="1440000"/>
            </a:xfrm>
          </p:grpSpPr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60A86BE0-76B3-4EA0-BA2D-05266013A814}"/>
                  </a:ext>
                </a:extLst>
              </p:cNvPr>
              <p:cNvSpPr/>
              <p:nvPr/>
            </p:nvSpPr>
            <p:spPr>
              <a:xfrm>
                <a:off x="376800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/>
                  </a:gs>
                  <a:gs pos="60000">
                    <a:schemeClr val="accent1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:endParaRPr lang="en-US"/>
              </a:p>
            </p:txBody>
          </p:sp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6BA13564-810C-4398-AA63-67B020811FCB}"/>
                  </a:ext>
                </a:extLst>
              </p:cNvPr>
              <p:cNvSpPr/>
              <p:nvPr/>
            </p:nvSpPr>
            <p:spPr>
              <a:xfrm flipH="1">
                <a:off x="232800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/>
                  </a:gs>
                  <a:gs pos="60000">
                    <a:schemeClr val="accent1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:endParaRPr lang="en-US"/>
              </a:p>
            </p:txBody>
          </p:sp>
        </p:grp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3555E1EF-6216-47FA-BBCA-7C0C8C2DAB8C}"/>
                </a:ext>
              </a:extLst>
            </p:cNvPr>
            <p:cNvSpPr>
              <a:spLocks noChangeAspect="1"/>
            </p:cNvSpPr>
            <p:nvPr/>
          </p:nvSpPr>
          <p:spPr>
            <a:xfrm rot="10800000">
              <a:off x="5602286" y="271887"/>
              <a:ext cx="6589713" cy="6589713"/>
            </a:xfrm>
            <a:prstGeom prst="rect">
              <a:avLst/>
            </a:prstGeom>
            <a:gradFill flip="none" rotWithShape="1">
              <a:gsLst>
                <a:gs pos="0">
                  <a:schemeClr val="accent2"/>
                </a:gs>
                <a:gs pos="60000">
                  <a:schemeClr val="accent2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</p:grpSp>
      <p:sp>
        <p:nvSpPr>
          <p:cNvPr id="32" name="Rectangle 31">
            <a:extLst>
              <a:ext uri="{FF2B5EF4-FFF2-40B4-BE49-F238E27FC236}">
                <a16:creationId xmlns:a16="http://schemas.microsoft.com/office/drawing/2014/main" id="{D8D85657-6A77-4466-887F-EE948B9CD2B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alpha val="4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5D35498-B0C3-40BD-9407-6D0C0587E5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92F85E-0893-4D8C-816A-5193CC6DC9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270000">
              <a:defRPr/>
            </a:lvl1pPr>
            <a:lvl2pPr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D46A9C-9655-49F5-85B3-A8A37F4F5A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F0BCE0-945C-4FDF-95A1-2149B1FF5B83}" type="datetimeFigureOut">
              <a:rPr lang="en-US" smtClean="0"/>
              <a:t>8/1/2025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EF896C-71D7-487F-A1B9-CBBE6DF4D6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8228E8-7B8A-4153-BEB2-BD5A69F251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77608-3819-479B-BB98-C216BA724E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713457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250">
        <p159:morph option="byObject"/>
      </p:transition>
    </mc:Choice>
    <mc:Fallback xmlns="">
      <p:transition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1E54407D-DBA4-414C-ACA5-30D7B87C652B}"/>
              </a:ext>
            </a:extLst>
          </p:cNvPr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6BD518BC-8E44-4DAA-A8B9-2CFBD91DCDCD}"/>
                </a:ext>
              </a:extLst>
            </p:cNvPr>
            <p:cNvSpPr/>
            <p:nvPr/>
          </p:nvSpPr>
          <p:spPr>
            <a:xfrm rot="10800000" flipH="1">
              <a:off x="0" y="2019649"/>
              <a:ext cx="4838350" cy="4838350"/>
            </a:xfrm>
            <a:prstGeom prst="rect">
              <a:avLst/>
            </a:prstGeom>
            <a:gradFill flip="none" rotWithShape="1">
              <a:gsLst>
                <a:gs pos="0">
                  <a:schemeClr val="accent1"/>
                </a:gs>
                <a:gs pos="60000">
                  <a:schemeClr val="accent1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967C3660-39CD-431D-8E64-37508FFEAC96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5603875" y="0"/>
              <a:ext cx="6521820" cy="3260910"/>
              <a:chOff x="0" y="0"/>
              <a:chExt cx="2880000" cy="1440000"/>
            </a:xfrm>
          </p:grpSpPr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C4CCE569-E461-438A-A235-B96A542AF82F}"/>
                  </a:ext>
                </a:extLst>
              </p:cNvPr>
              <p:cNvSpPr/>
              <p:nvPr/>
            </p:nvSpPr>
            <p:spPr>
              <a:xfrm>
                <a:off x="144000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/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73F9DF1F-1F74-476C-AD41-22AC3F8A65A0}"/>
                  </a:ext>
                </a:extLst>
              </p:cNvPr>
              <p:cNvSpPr/>
              <p:nvPr/>
            </p:nvSpPr>
            <p:spPr>
              <a:xfrm flipH="1">
                <a:off x="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/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EBE49ED5-9713-43D1-AE9E-3F9FE5574077}"/>
                </a:ext>
              </a:extLst>
            </p:cNvPr>
            <p:cNvSpPr>
              <a:spLocks noChangeAspect="1"/>
            </p:cNvSpPr>
            <p:nvPr/>
          </p:nvSpPr>
          <p:spPr>
            <a:xfrm rot="5400000">
              <a:off x="5334000" y="0"/>
              <a:ext cx="6858000" cy="6858000"/>
            </a:xfrm>
            <a:prstGeom prst="rect">
              <a:avLst/>
            </a:prstGeom>
            <a:gradFill flip="none" rotWithShape="1">
              <a:gsLst>
                <a:gs pos="0">
                  <a:schemeClr val="accent3">
                    <a:alpha val="60000"/>
                  </a:schemeClr>
                </a:gs>
                <a:gs pos="60000">
                  <a:schemeClr val="accent3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D21A2854-1482-4441-85EA-D7B9F3EF56D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94887" y="2538000"/>
              <a:ext cx="4320000" cy="4320000"/>
            </a:xfrm>
            <a:prstGeom prst="ellipse">
              <a:avLst/>
            </a:prstGeom>
            <a:solidFill>
              <a:schemeClr val="accent2">
                <a:alpha val="20000"/>
              </a:schemeClr>
            </a:solidFill>
            <a:ln>
              <a:noFill/>
            </a:ln>
            <a:effectLst>
              <a:softEdge rad="1016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FED36A6D-894D-44DA-851C-345A414F3F6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alpha val="4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D36F1DF-CD42-4695-A7D0-2F5B193057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000" y="540000"/>
            <a:ext cx="7345362" cy="5768725"/>
          </a:xfrm>
        </p:spPr>
        <p:txBody>
          <a:bodyPr anchor="t"/>
          <a:lstStyle>
            <a:lvl1pPr>
              <a:defRPr sz="8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549160-0F86-4FCA-8718-6980E99C79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075612" y="540000"/>
            <a:ext cx="3565523" cy="5768725"/>
          </a:xfrm>
        </p:spPr>
        <p:txBody>
          <a:bodyPr anchor="t"/>
          <a:lstStyle>
            <a:lvl1pPr marL="0" indent="0">
              <a:buNone/>
              <a:defRPr sz="1800" cap="all" spc="300" baseline="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5C6CBB-DABA-4F2E-8574-46747E15EA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F0BCE0-945C-4FDF-95A1-2149B1FF5B83}" type="datetimeFigureOut">
              <a:rPr lang="en-US" smtClean="0"/>
              <a:t>8/1/2025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AF86BC-9ECC-439C-BF2E-F0B7EF193B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742552-C4C9-44EE-B7CB-5A652393BA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77608-3819-479B-BB98-C216BA724E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67719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250">
        <p159:morph option="byObject"/>
      </p:transition>
    </mc:Choice>
    <mc:Fallback xmlns="">
      <p:transition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A5774299-531D-4CAC-881D-7EB68BC99FCC}"/>
              </a:ext>
            </a:extLst>
          </p:cNvPr>
          <p:cNvGrpSpPr/>
          <p:nvPr/>
        </p:nvGrpSpPr>
        <p:grpSpPr>
          <a:xfrm>
            <a:off x="0" y="-3"/>
            <a:ext cx="12192000" cy="6858003"/>
            <a:chOff x="0" y="-3"/>
            <a:chExt cx="12192000" cy="6858003"/>
          </a:xfrm>
        </p:grpSpPr>
        <p:sp useBgFill="1">
          <p:nvSpPr>
            <p:cNvPr id="9" name="Rectangle 8">
              <a:extLst>
                <a:ext uri="{FF2B5EF4-FFF2-40B4-BE49-F238E27FC236}">
                  <a16:creationId xmlns:a16="http://schemas.microsoft.com/office/drawing/2014/main" id="{A17676CF-DDCC-48C1-AC68-CDA0B9E47FD8}"/>
                </a:ext>
              </a:extLst>
            </p:cNvPr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E052D363-F6F5-455B-A2F2-A12B30CEE528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672000" y="-3"/>
              <a:ext cx="11520000" cy="5760000"/>
              <a:chOff x="5981700" y="-1"/>
              <a:chExt cx="6042660" cy="3021330"/>
            </a:xfrm>
          </p:grpSpPr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D0C396B8-00CA-4AE9-A0A5-B4E2B2A2AC07}"/>
                  </a:ext>
                </a:extLst>
              </p:cNvPr>
              <p:cNvSpPr/>
              <p:nvPr/>
            </p:nvSpPr>
            <p:spPr>
              <a:xfrm>
                <a:off x="9003030" y="-1"/>
                <a:ext cx="3021330" cy="302133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>
                      <a:alpha val="60000"/>
                    </a:schemeClr>
                  </a:gs>
                  <a:gs pos="60000">
                    <a:schemeClr val="accent1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F6660166-3107-4058-A259-59B0527306BD}"/>
                  </a:ext>
                </a:extLst>
              </p:cNvPr>
              <p:cNvSpPr/>
              <p:nvPr/>
            </p:nvSpPr>
            <p:spPr>
              <a:xfrm flipH="1">
                <a:off x="5981700" y="-1"/>
                <a:ext cx="3021330" cy="302133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>
                      <a:alpha val="60000"/>
                    </a:schemeClr>
                  </a:gs>
                  <a:gs pos="60000">
                    <a:schemeClr val="accent1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42BE934E-3063-4D0F-AFDE-68D58D336CBE}"/>
                </a:ext>
              </a:extLst>
            </p:cNvPr>
            <p:cNvSpPr>
              <a:spLocks noChangeAspect="1"/>
            </p:cNvSpPr>
            <p:nvPr/>
          </p:nvSpPr>
          <p:spPr>
            <a:xfrm rot="5400000">
              <a:off x="5334000" y="0"/>
              <a:ext cx="6858000" cy="6858000"/>
            </a:xfrm>
            <a:prstGeom prst="rect">
              <a:avLst/>
            </a:prstGeom>
            <a:gradFill flip="none" rotWithShape="1">
              <a:gsLst>
                <a:gs pos="0">
                  <a:schemeClr val="accent3">
                    <a:alpha val="60000"/>
                  </a:schemeClr>
                </a:gs>
                <a:gs pos="60000">
                  <a:schemeClr val="accent3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039660FA-744A-4CB3-9BED-C59793E3BF3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0" y="2538000"/>
              <a:ext cx="4320000" cy="4320000"/>
            </a:xfrm>
            <a:prstGeom prst="ellipse">
              <a:avLst/>
            </a:prstGeom>
            <a:solidFill>
              <a:schemeClr val="accent3">
                <a:alpha val="40000"/>
              </a:schemeClr>
            </a:solidFill>
            <a:ln>
              <a:noFill/>
            </a:ln>
            <a:effectLst>
              <a:softEdge rad="1270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AE313EEC-733B-4019-8A0B-3FA768B8DB7A}"/>
                </a:ext>
              </a:extLst>
            </p:cNvPr>
            <p:cNvGrpSpPr/>
            <p:nvPr/>
          </p:nvGrpSpPr>
          <p:grpSpPr>
            <a:xfrm rot="10800000">
              <a:off x="1" y="2948940"/>
              <a:ext cx="7818118" cy="3909059"/>
              <a:chOff x="0" y="0"/>
              <a:chExt cx="2880000" cy="1440000"/>
            </a:xfrm>
          </p:grpSpPr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421FE91F-780C-4ABD-ADE8-0EFDB7196A10}"/>
                  </a:ext>
                </a:extLst>
              </p:cNvPr>
              <p:cNvSpPr/>
              <p:nvPr/>
            </p:nvSpPr>
            <p:spPr>
              <a:xfrm>
                <a:off x="144000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/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109EA389-EE78-4475-A390-5EDED23C2D68}"/>
                  </a:ext>
                </a:extLst>
              </p:cNvPr>
              <p:cNvSpPr/>
              <p:nvPr/>
            </p:nvSpPr>
            <p:spPr>
              <a:xfrm flipH="1">
                <a:off x="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/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5E492A94-8867-4C62-9D40-4023C41E0AF8}"/>
                </a:ext>
              </a:extLst>
            </p:cNvPr>
            <p:cNvSpPr>
              <a:spLocks noChangeAspect="1"/>
            </p:cNvSpPr>
            <p:nvPr/>
          </p:nvSpPr>
          <p:spPr>
            <a:xfrm rot="10800000" flipH="1">
              <a:off x="0" y="521786"/>
              <a:ext cx="6336213" cy="6336213"/>
            </a:xfrm>
            <a:prstGeom prst="rect">
              <a:avLst/>
            </a:prstGeom>
            <a:gradFill flip="none" rotWithShape="1">
              <a:gsLst>
                <a:gs pos="0">
                  <a:schemeClr val="accent1"/>
                </a:gs>
                <a:gs pos="60000">
                  <a:schemeClr val="accent1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9" name="Rectangle 18">
            <a:extLst>
              <a:ext uri="{FF2B5EF4-FFF2-40B4-BE49-F238E27FC236}">
                <a16:creationId xmlns:a16="http://schemas.microsoft.com/office/drawing/2014/main" id="{A3DAD7C5-BA12-4557-8BC4-72C69B0D59D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alpha val="4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54412EC-56C0-4009-B2E3-D63F9EECB9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000" y="539999"/>
            <a:ext cx="11090275" cy="12096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70C84F-F3B7-4BF4-A328-BCF5ADD3294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40000" y="1929600"/>
            <a:ext cx="5437186" cy="438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F919CD5-DBB4-4749-980D-B5B40ECB67B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03950" y="1929600"/>
            <a:ext cx="5437186" cy="438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CFC378-6572-43DF-8344-59DE8122CD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F0BCE0-945C-4FDF-95A1-2149B1FF5B83}" type="datetimeFigureOut">
              <a:rPr lang="en-US" smtClean="0"/>
              <a:t>8/1/2025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6967A14-246A-4DDF-865C-68F6E16906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674B6D-E110-478C-94B9-2F8199E58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77608-3819-479B-BB98-C216BA724E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532873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250">
        <p159:morph option="byObject"/>
      </p:transition>
    </mc:Choice>
    <mc:Fallback xmlns="">
      <p:transition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5130F7E5-A40E-4C9C-8E4F-3935B9182C4A}"/>
              </a:ext>
            </a:extLst>
          </p:cNvPr>
          <p:cNvGrpSpPr/>
          <p:nvPr/>
        </p:nvGrpSpPr>
        <p:grpSpPr>
          <a:xfrm>
            <a:off x="0" y="-2"/>
            <a:ext cx="12191999" cy="6858001"/>
            <a:chOff x="0" y="-2"/>
            <a:chExt cx="12191999" cy="6858001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AE67B504-02A7-4203-87D0-07D333D71917}"/>
                </a:ext>
              </a:extLst>
            </p:cNvPr>
            <p:cNvSpPr/>
            <p:nvPr/>
          </p:nvSpPr>
          <p:spPr>
            <a:xfrm>
              <a:off x="7995665" y="2562224"/>
              <a:ext cx="4196334" cy="4295775"/>
            </a:xfrm>
            <a:prstGeom prst="rect">
              <a:avLst/>
            </a:prstGeom>
            <a:gradFill flip="none" rotWithShape="1">
              <a:gsLst>
                <a:gs pos="0">
                  <a:schemeClr val="accent3">
                    <a:alpha val="40000"/>
                  </a:schemeClr>
                </a:gs>
                <a:gs pos="34000">
                  <a:schemeClr val="accent3">
                    <a:alpha val="20000"/>
                  </a:schemeClr>
                </a:gs>
                <a:gs pos="65000">
                  <a:schemeClr val="accent3">
                    <a:alpha val="0"/>
                  </a:schemeClr>
                </a:gs>
              </a:gsLst>
              <a:path path="circle">
                <a:fillToRect l="100000" t="100000"/>
              </a:path>
              <a:tileRect r="-100000" b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DA1158F3-E1C3-400D-8505-628DB94365CE}"/>
                </a:ext>
              </a:extLst>
            </p:cNvPr>
            <p:cNvGrpSpPr/>
            <p:nvPr/>
          </p:nvGrpSpPr>
          <p:grpSpPr>
            <a:xfrm rot="16200000">
              <a:off x="2295528" y="-2295528"/>
              <a:ext cx="6858000" cy="11449051"/>
              <a:chOff x="0" y="2333625"/>
              <a:chExt cx="9515474" cy="3766109"/>
            </a:xfrm>
          </p:grpSpPr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0AEADDCE-3295-4F24-8700-C93B5457C2B7}"/>
                  </a:ext>
                </a:extLst>
              </p:cNvPr>
              <p:cNvSpPr/>
              <p:nvPr/>
            </p:nvSpPr>
            <p:spPr>
              <a:xfrm>
                <a:off x="4757737" y="2333625"/>
                <a:ext cx="4757737" cy="3766109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>
                      <a:alpha val="60000"/>
                    </a:schemeClr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1F95C76A-5429-458C-BC9D-E1053EF7B84F}"/>
                  </a:ext>
                </a:extLst>
              </p:cNvPr>
              <p:cNvSpPr/>
              <p:nvPr/>
            </p:nvSpPr>
            <p:spPr>
              <a:xfrm flipH="1">
                <a:off x="0" y="2333625"/>
                <a:ext cx="4757737" cy="3766109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>
                      <a:alpha val="60000"/>
                    </a:schemeClr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3D0E8A42-259A-43FA-B284-B459D7364097}"/>
                </a:ext>
              </a:extLst>
            </p:cNvPr>
            <p:cNvGrpSpPr>
              <a:grpSpLocks noChangeAspect="1"/>
            </p:cNvGrpSpPr>
            <p:nvPr/>
          </p:nvGrpSpPr>
          <p:grpSpPr>
            <a:xfrm rot="5400000">
              <a:off x="3583369" y="-3583369"/>
              <a:ext cx="4713262" cy="11880000"/>
              <a:chOff x="1" y="0"/>
              <a:chExt cx="8305797" cy="6858000"/>
            </a:xfrm>
          </p:grpSpPr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7900B4F1-619C-4C0E-B749-1843F22C946A}"/>
                  </a:ext>
                </a:extLst>
              </p:cNvPr>
              <p:cNvSpPr/>
              <p:nvPr/>
            </p:nvSpPr>
            <p:spPr>
              <a:xfrm>
                <a:off x="931" y="3429000"/>
                <a:ext cx="8304867" cy="3429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3">
                      <a:alpha val="60000"/>
                    </a:schemeClr>
                  </a:gs>
                  <a:gs pos="63000">
                    <a:schemeClr val="accent3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6E6F70BB-DCCC-4CF0-B5BB-95A965A99947}"/>
                  </a:ext>
                </a:extLst>
              </p:cNvPr>
              <p:cNvSpPr/>
              <p:nvPr/>
            </p:nvSpPr>
            <p:spPr>
              <a:xfrm flipV="1">
                <a:off x="1" y="0"/>
                <a:ext cx="8304867" cy="3429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3">
                      <a:alpha val="60000"/>
                    </a:schemeClr>
                  </a:gs>
                  <a:gs pos="63000">
                    <a:schemeClr val="accent3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83E6C50C-C1DA-44E1-B254-3B7228879DCD}"/>
                </a:ext>
              </a:extLst>
            </p:cNvPr>
            <p:cNvGrpSpPr/>
            <p:nvPr/>
          </p:nvGrpSpPr>
          <p:grpSpPr>
            <a:xfrm>
              <a:off x="2676525" y="0"/>
              <a:ext cx="9515473" cy="3766109"/>
              <a:chOff x="2333625" y="2433367"/>
              <a:chExt cx="9897159" cy="3766109"/>
            </a:xfrm>
          </p:grpSpPr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DFC6EEED-A40A-4D1C-BE6B-11DD62770607}"/>
                  </a:ext>
                </a:extLst>
              </p:cNvPr>
              <p:cNvSpPr/>
              <p:nvPr/>
            </p:nvSpPr>
            <p:spPr>
              <a:xfrm>
                <a:off x="7282205" y="2433367"/>
                <a:ext cx="4948579" cy="3766109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>
                      <a:alpha val="60000"/>
                    </a:schemeClr>
                  </a:gs>
                  <a:gs pos="60000">
                    <a:schemeClr val="accent1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527FF3FB-FDFC-4659-A7D6-ABED74010E82}"/>
                  </a:ext>
                </a:extLst>
              </p:cNvPr>
              <p:cNvSpPr/>
              <p:nvPr/>
            </p:nvSpPr>
            <p:spPr>
              <a:xfrm flipH="1">
                <a:off x="2333625" y="2433367"/>
                <a:ext cx="4948579" cy="3766109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>
                      <a:alpha val="60000"/>
                    </a:schemeClr>
                  </a:gs>
                  <a:gs pos="60000">
                    <a:schemeClr val="accent1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51548ED5-6668-4672-88DC-40E92508ACA2}"/>
                </a:ext>
              </a:extLst>
            </p:cNvPr>
            <p:cNvGrpSpPr/>
            <p:nvPr/>
          </p:nvGrpSpPr>
          <p:grpSpPr>
            <a:xfrm>
              <a:off x="0" y="0"/>
              <a:ext cx="9515473" cy="3766109"/>
              <a:chOff x="0" y="2333625"/>
              <a:chExt cx="9515473" cy="3766109"/>
            </a:xfrm>
          </p:grpSpPr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975AE1B2-E73F-4E6E-AAFB-FB1C02684D32}"/>
                  </a:ext>
                </a:extLst>
              </p:cNvPr>
              <p:cNvSpPr/>
              <p:nvPr/>
            </p:nvSpPr>
            <p:spPr>
              <a:xfrm>
                <a:off x="4757737" y="2333625"/>
                <a:ext cx="4757736" cy="3766109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>
                      <a:alpha val="60000"/>
                    </a:schemeClr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D750F2D6-C0E1-4AFE-AB87-083292737609}"/>
                  </a:ext>
                </a:extLst>
              </p:cNvPr>
              <p:cNvSpPr/>
              <p:nvPr/>
            </p:nvSpPr>
            <p:spPr>
              <a:xfrm flipH="1">
                <a:off x="0" y="2333625"/>
                <a:ext cx="4757736" cy="3766109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>
                      <a:alpha val="60000"/>
                    </a:schemeClr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25" name="Rectangle 24">
            <a:extLst>
              <a:ext uri="{FF2B5EF4-FFF2-40B4-BE49-F238E27FC236}">
                <a16:creationId xmlns:a16="http://schemas.microsoft.com/office/drawing/2014/main" id="{4ECC0D66-F2BE-4BF4-87F6-CE618B5C891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alpha val="4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A0BCA11-08C2-4C9A-B0A3-31C9051CD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000" y="539999"/>
            <a:ext cx="11090273" cy="1210396"/>
          </a:xfrm>
        </p:spPr>
        <p:txBody>
          <a:bodyPr>
            <a:normAutofit/>
          </a:bodyPr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62CEB0-C969-40EA-A5E2-8D875E28A6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40000" y="1929783"/>
            <a:ext cx="5448052" cy="792161"/>
          </a:xfrm>
        </p:spPr>
        <p:txBody>
          <a:bodyPr anchor="b"/>
          <a:lstStyle>
            <a:lvl1pPr marL="0" indent="0">
              <a:buNone/>
              <a:defRPr sz="1600" b="0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40F41A6-112E-4305-A0BA-6E119A77AC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40000" y="2937844"/>
            <a:ext cx="5437186" cy="337655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AC672C5-31B9-443B-8DEE-5523646891F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03949" y="1929782"/>
            <a:ext cx="5437187" cy="792000"/>
          </a:xfrm>
        </p:spPr>
        <p:txBody>
          <a:bodyPr anchor="b"/>
          <a:lstStyle>
            <a:lvl1pPr marL="0" indent="0">
              <a:buNone/>
              <a:defRPr sz="1600" b="0" i="0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4D18B9D-8B21-4249-A3AD-8FBE48F0F55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03950" y="2937844"/>
            <a:ext cx="5437186" cy="337655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5B60881-13B2-4064-84FB-6D071F36C4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F0BCE0-945C-4FDF-95A1-2149B1FF5B83}" type="datetimeFigureOut">
              <a:rPr lang="en-US" smtClean="0"/>
              <a:t>8/1/2025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49FCE5D-D5EF-485D-97FA-2614FF9642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7F204FC-4F66-417C-8E4B-74772ED057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77608-3819-479B-BB98-C216BA724E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047417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250">
        <p159:morph option="byObject"/>
      </p:transition>
    </mc:Choice>
    <mc:Fallback xmlns="">
      <p:transition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>
            <a:extLst>
              <a:ext uri="{FF2B5EF4-FFF2-40B4-BE49-F238E27FC236}">
                <a16:creationId xmlns:a16="http://schemas.microsoft.com/office/drawing/2014/main" id="{9521FD20-B9D4-4FD1-9AAD-F4157555AD62}"/>
              </a:ext>
            </a:extLst>
          </p:cNvPr>
          <p:cNvGrpSpPr/>
          <p:nvPr/>
        </p:nvGrpSpPr>
        <p:grpSpPr>
          <a:xfrm rot="10800000">
            <a:off x="1392000" y="0"/>
            <a:ext cx="10800000" cy="6858000"/>
            <a:chOff x="0" y="0"/>
            <a:chExt cx="10800000" cy="6858000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27477A35-8424-45D6-A66E-8ACFA6C405B5}"/>
                </a:ext>
              </a:extLst>
            </p:cNvPr>
            <p:cNvSpPr/>
            <p:nvPr/>
          </p:nvSpPr>
          <p:spPr>
            <a:xfrm>
              <a:off x="5400000" y="0"/>
              <a:ext cx="5400000" cy="6858000"/>
            </a:xfrm>
            <a:prstGeom prst="rect">
              <a:avLst/>
            </a:prstGeom>
            <a:gradFill flip="none" rotWithShape="1">
              <a:gsLst>
                <a:gs pos="0">
                  <a:schemeClr val="accent2"/>
                </a:gs>
                <a:gs pos="60000">
                  <a:schemeClr val="accent2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8BFBA1CE-E9AC-40C0-A7F9-E5671F5FEF9C}"/>
                </a:ext>
              </a:extLst>
            </p:cNvPr>
            <p:cNvSpPr/>
            <p:nvPr/>
          </p:nvSpPr>
          <p:spPr>
            <a:xfrm flipH="1">
              <a:off x="0" y="0"/>
              <a:ext cx="5400000" cy="6858000"/>
            </a:xfrm>
            <a:prstGeom prst="rect">
              <a:avLst/>
            </a:prstGeom>
            <a:gradFill flip="none" rotWithShape="1">
              <a:gsLst>
                <a:gs pos="0">
                  <a:schemeClr val="accent2"/>
                </a:gs>
                <a:gs pos="60000">
                  <a:schemeClr val="accent2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D0C2729A-59F8-46A4-9AAA-7665E5966E2D}"/>
              </a:ext>
            </a:extLst>
          </p:cNvPr>
          <p:cNvGrpSpPr>
            <a:grpSpLocks noChangeAspect="1"/>
          </p:cNvGrpSpPr>
          <p:nvPr/>
        </p:nvGrpSpPr>
        <p:grpSpPr>
          <a:xfrm rot="16200000" flipH="1">
            <a:off x="-1714500" y="1714500"/>
            <a:ext cx="6858000" cy="3429000"/>
            <a:chOff x="0" y="0"/>
            <a:chExt cx="2880000" cy="1440000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83EBBB96-590D-4704-87AD-A00AE2424DE8}"/>
                </a:ext>
              </a:extLst>
            </p:cNvPr>
            <p:cNvSpPr/>
            <p:nvPr/>
          </p:nvSpPr>
          <p:spPr>
            <a:xfrm>
              <a:off x="1440000" y="0"/>
              <a:ext cx="1440000" cy="1440000"/>
            </a:xfrm>
            <a:prstGeom prst="rect">
              <a:avLst/>
            </a:prstGeom>
            <a:gradFill flip="none" rotWithShape="1">
              <a:gsLst>
                <a:gs pos="0">
                  <a:schemeClr val="accent2"/>
                </a:gs>
                <a:gs pos="60000">
                  <a:schemeClr val="accent2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889BAB7D-5298-40B9-910B-136D0C6A9934}"/>
                </a:ext>
              </a:extLst>
            </p:cNvPr>
            <p:cNvSpPr/>
            <p:nvPr/>
          </p:nvSpPr>
          <p:spPr>
            <a:xfrm flipH="1">
              <a:off x="0" y="0"/>
              <a:ext cx="1440000" cy="1440000"/>
            </a:xfrm>
            <a:prstGeom prst="rect">
              <a:avLst/>
            </a:prstGeom>
            <a:gradFill flip="none" rotWithShape="1">
              <a:gsLst>
                <a:gs pos="0">
                  <a:schemeClr val="accent2"/>
                </a:gs>
                <a:gs pos="60000">
                  <a:schemeClr val="accent2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</p:grpSp>
      <p:sp>
        <p:nvSpPr>
          <p:cNvPr id="12" name="Rectangle 11">
            <a:extLst>
              <a:ext uri="{FF2B5EF4-FFF2-40B4-BE49-F238E27FC236}">
                <a16:creationId xmlns:a16="http://schemas.microsoft.com/office/drawing/2014/main" id="{F323EA00-E168-4864-883B-358A7CDF9153}"/>
              </a:ext>
            </a:extLst>
          </p:cNvPr>
          <p:cNvSpPr>
            <a:spLocks noChangeAspect="1"/>
          </p:cNvSpPr>
          <p:nvPr/>
        </p:nvSpPr>
        <p:spPr>
          <a:xfrm rot="10800000">
            <a:off x="5602287" y="268286"/>
            <a:ext cx="6589713" cy="6589713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60000">
                <a:schemeClr val="accent1">
                  <a:alpha val="0"/>
                </a:schemeClr>
              </a:gs>
            </a:gsLst>
            <a:path path="circle">
              <a:fillToRect r="100000" b="100000"/>
            </a:path>
            <a:tileRect l="-100000" t="-100000"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A4F2DFA-2F27-43FB-B08C-0787FA44B0D1}"/>
              </a:ext>
            </a:extLst>
          </p:cNvPr>
          <p:cNvSpPr>
            <a:spLocks noChangeAspect="1"/>
          </p:cNvSpPr>
          <p:nvPr/>
        </p:nvSpPr>
        <p:spPr>
          <a:xfrm>
            <a:off x="0" y="0"/>
            <a:ext cx="6589713" cy="6589713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60000"/>
                </a:schemeClr>
              </a:gs>
              <a:gs pos="60000">
                <a:schemeClr val="accent1">
                  <a:alpha val="0"/>
                </a:schemeClr>
              </a:gs>
            </a:gsLst>
            <a:path path="circle">
              <a:fillToRect r="100000" b="100000"/>
            </a:path>
            <a:tileRect l="-100000" t="-100000"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D750354-CD8D-4A3B-A7AC-04622BCB049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alpha val="4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F3ED3C6-DA43-4D1C-9056-407A4FB1C6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549276"/>
            <a:ext cx="11090275" cy="5759450"/>
          </a:xfrm>
        </p:spPr>
        <p:txBody>
          <a:bodyPr/>
          <a:lstStyle>
            <a:lvl1pPr>
              <a:defRPr sz="8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20CEB41-E921-45ED-951A-861E31E013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F0BCE0-945C-4FDF-95A1-2149B1FF5B83}" type="datetimeFigureOut">
              <a:rPr lang="en-US" smtClean="0"/>
              <a:t>8/1/2025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F6B422D-769C-4E63-8763-ABBB885007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D38FB6F-2D68-40C0-B628-142011F34A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77608-3819-479B-BB98-C216BA724E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720715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250">
        <p159:morph option="byObject"/>
      </p:transition>
    </mc:Choice>
    <mc:Fallback xmlns="">
      <p:transition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5ED88E92-14F3-4B58-9E48-1D79E139A89E}"/>
              </a:ext>
            </a:extLst>
          </p:cNvPr>
          <p:cNvGrpSpPr/>
          <p:nvPr/>
        </p:nvGrpSpPr>
        <p:grpSpPr>
          <a:xfrm>
            <a:off x="0" y="0"/>
            <a:ext cx="12191999" cy="6861600"/>
            <a:chOff x="1" y="0"/>
            <a:chExt cx="12191999" cy="6861600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A6466AE7-32B6-4334-AF41-B9387E6726C5}"/>
                </a:ext>
              </a:extLst>
            </p:cNvPr>
            <p:cNvSpPr>
              <a:spLocks noChangeAspect="1"/>
            </p:cNvSpPr>
            <p:nvPr/>
          </p:nvSpPr>
          <p:spPr>
            <a:xfrm rot="16200000">
              <a:off x="1" y="1640114"/>
              <a:ext cx="5217886" cy="5217886"/>
            </a:xfrm>
            <a:prstGeom prst="rect">
              <a:avLst/>
            </a:prstGeom>
            <a:gradFill flip="none" rotWithShape="1">
              <a:gsLst>
                <a:gs pos="0">
                  <a:schemeClr val="accent2">
                    <a:alpha val="60000"/>
                  </a:schemeClr>
                </a:gs>
                <a:gs pos="60000">
                  <a:schemeClr val="accent2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659C09F8-90CD-443F-9AA1-D08C56A605B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384514" y="0"/>
              <a:ext cx="4320000" cy="4320000"/>
            </a:xfrm>
            <a:prstGeom prst="ellipse">
              <a:avLst/>
            </a:prstGeom>
            <a:solidFill>
              <a:schemeClr val="accent3">
                <a:alpha val="96000"/>
              </a:schemeClr>
            </a:solidFill>
            <a:ln>
              <a:noFill/>
            </a:ln>
            <a:effectLst>
              <a:softEdge rad="1016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DC7304AB-BE7D-45AC-A876-4A24543AE5B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119057" y="1230054"/>
              <a:ext cx="5506886" cy="5506886"/>
            </a:xfrm>
            <a:prstGeom prst="ellipse">
              <a:avLst/>
            </a:prstGeom>
            <a:solidFill>
              <a:schemeClr val="accent2">
                <a:alpha val="60000"/>
              </a:schemeClr>
            </a:solidFill>
            <a:ln>
              <a:noFill/>
            </a:ln>
            <a:effectLst>
              <a:softEdge rad="1270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 dirty="0"/>
            </a:p>
          </p:txBody>
        </p: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8E11922B-DDB3-46D7-B1BD-C1CCDB3C42E3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690092" y="0"/>
              <a:ext cx="10800000" cy="6858000"/>
              <a:chOff x="2328000" y="0"/>
              <a:chExt cx="2880000" cy="1440000"/>
            </a:xfrm>
          </p:grpSpPr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C580F8F6-E662-4BCD-AC9C-7E5DDBD5A773}"/>
                  </a:ext>
                </a:extLst>
              </p:cNvPr>
              <p:cNvSpPr/>
              <p:nvPr/>
            </p:nvSpPr>
            <p:spPr>
              <a:xfrm>
                <a:off x="376800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/>
                  </a:gs>
                  <a:gs pos="60000">
                    <a:schemeClr val="accent1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:endParaRPr lang="en-US"/>
              </a:p>
            </p:txBody>
          </p:sp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9A333FE5-ADB0-48EE-A1A6-9AA36DA343A2}"/>
                  </a:ext>
                </a:extLst>
              </p:cNvPr>
              <p:cNvSpPr/>
              <p:nvPr/>
            </p:nvSpPr>
            <p:spPr>
              <a:xfrm flipH="1">
                <a:off x="232800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/>
                  </a:gs>
                  <a:gs pos="60000">
                    <a:schemeClr val="accent1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:endParaRPr lang="en-US"/>
              </a:p>
            </p:txBody>
          </p:sp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0B09CD4F-6DF4-48AA-BD35-23E3F2A643F7}"/>
                </a:ext>
              </a:extLst>
            </p:cNvPr>
            <p:cNvGrpSpPr>
              <a:grpSpLocks noChangeAspect="1"/>
            </p:cNvGrpSpPr>
            <p:nvPr/>
          </p:nvGrpSpPr>
          <p:grpSpPr>
            <a:xfrm rot="5400000">
              <a:off x="7048499" y="1714500"/>
              <a:ext cx="6858000" cy="3429000"/>
              <a:chOff x="0" y="0"/>
              <a:chExt cx="2880000" cy="1440000"/>
            </a:xfrm>
          </p:grpSpPr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02223219-ACCC-42F2-A1B4-E3C8C8AB12A4}"/>
                  </a:ext>
                </a:extLst>
              </p:cNvPr>
              <p:cNvSpPr/>
              <p:nvPr/>
            </p:nvSpPr>
            <p:spPr>
              <a:xfrm>
                <a:off x="144000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/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:endParaRPr lang="en-US"/>
              </a:p>
            </p:txBody>
          </p:sp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1510B0E9-9BA0-4357-9E04-554C19BAAC89}"/>
                  </a:ext>
                </a:extLst>
              </p:cNvPr>
              <p:cNvSpPr/>
              <p:nvPr/>
            </p:nvSpPr>
            <p:spPr>
              <a:xfrm flipH="1">
                <a:off x="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/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:endParaRPr lang="en-US"/>
              </a:p>
            </p:txBody>
          </p:sp>
        </p:grp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DF06DA80-525A-4C9E-A441-50630AA772A4}"/>
                </a:ext>
              </a:extLst>
            </p:cNvPr>
            <p:cNvSpPr>
              <a:spLocks noChangeAspect="1"/>
            </p:cNvSpPr>
            <p:nvPr/>
          </p:nvSpPr>
          <p:spPr>
            <a:xfrm rot="10800000">
              <a:off x="5602287" y="271887"/>
              <a:ext cx="6589713" cy="6589713"/>
            </a:xfrm>
            <a:prstGeom prst="rect">
              <a:avLst/>
            </a:prstGeom>
            <a:gradFill flip="none" rotWithShape="1">
              <a:gsLst>
                <a:gs pos="0">
                  <a:schemeClr val="accent3"/>
                </a:gs>
                <a:gs pos="60000">
                  <a:schemeClr val="accent3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E841E027-8E53-4FEB-8605-2124D85731C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alpha val="4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DD871A2-AE80-4408-AA95-DC60D132E9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F0BCE0-945C-4FDF-95A1-2149B1FF5B83}" type="datetimeFigureOut">
              <a:rPr lang="en-US" smtClean="0"/>
              <a:t>8/1/2025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DD122A1-7B97-4979-B319-1CE0A4A497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209A76-7DCD-477A-A6BA-EEA63FF940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77608-3819-479B-BB98-C216BA724E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716455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250">
        <p159:morph option="byObject"/>
      </p:transition>
    </mc:Choice>
    <mc:Fallback xmlns="">
      <p:transition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0D5C0F5C-A529-490C-8941-78F10C6A00D3}"/>
              </a:ext>
            </a:extLst>
          </p:cNvPr>
          <p:cNvGrpSpPr/>
          <p:nvPr/>
        </p:nvGrpSpPr>
        <p:grpSpPr>
          <a:xfrm flipH="1">
            <a:off x="0" y="0"/>
            <a:ext cx="12191999" cy="6858001"/>
            <a:chOff x="0" y="-2"/>
            <a:chExt cx="12191999" cy="6858001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14A8D739-B942-4545-9459-A6CAF0444D1F}"/>
                </a:ext>
              </a:extLst>
            </p:cNvPr>
            <p:cNvSpPr/>
            <p:nvPr/>
          </p:nvSpPr>
          <p:spPr>
            <a:xfrm>
              <a:off x="7995665" y="2562224"/>
              <a:ext cx="4196334" cy="4295775"/>
            </a:xfrm>
            <a:prstGeom prst="rect">
              <a:avLst/>
            </a:prstGeom>
            <a:gradFill flip="none" rotWithShape="1">
              <a:gsLst>
                <a:gs pos="0">
                  <a:schemeClr val="accent3">
                    <a:alpha val="40000"/>
                  </a:schemeClr>
                </a:gs>
                <a:gs pos="34000">
                  <a:schemeClr val="accent3">
                    <a:alpha val="20000"/>
                  </a:schemeClr>
                </a:gs>
                <a:gs pos="65000">
                  <a:schemeClr val="accent3">
                    <a:alpha val="0"/>
                  </a:schemeClr>
                </a:gs>
              </a:gsLst>
              <a:path path="circle">
                <a:fillToRect l="100000" t="100000"/>
              </a:path>
              <a:tileRect r="-100000" b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4BB38CCA-110B-4404-9363-BFFA76C096D2}"/>
                </a:ext>
              </a:extLst>
            </p:cNvPr>
            <p:cNvGrpSpPr/>
            <p:nvPr/>
          </p:nvGrpSpPr>
          <p:grpSpPr>
            <a:xfrm rot="16200000">
              <a:off x="2295528" y="-2295528"/>
              <a:ext cx="6858000" cy="11449051"/>
              <a:chOff x="0" y="2333625"/>
              <a:chExt cx="9515474" cy="3766109"/>
            </a:xfrm>
          </p:grpSpPr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B223FE99-C58F-4A56-8F8E-2942FF74E4BD}"/>
                  </a:ext>
                </a:extLst>
              </p:cNvPr>
              <p:cNvSpPr/>
              <p:nvPr/>
            </p:nvSpPr>
            <p:spPr>
              <a:xfrm>
                <a:off x="4757737" y="2333625"/>
                <a:ext cx="4757737" cy="3766109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>
                      <a:alpha val="60000"/>
                    </a:schemeClr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DBBD4511-8AB6-4BD3-8410-7FB3EC8D42B2}"/>
                  </a:ext>
                </a:extLst>
              </p:cNvPr>
              <p:cNvSpPr/>
              <p:nvPr/>
            </p:nvSpPr>
            <p:spPr>
              <a:xfrm flipH="1">
                <a:off x="0" y="2333625"/>
                <a:ext cx="4757737" cy="3766109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>
                      <a:alpha val="60000"/>
                    </a:schemeClr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6A8CA067-2248-4BD3-B56E-2C014AEB2273}"/>
                </a:ext>
              </a:extLst>
            </p:cNvPr>
            <p:cNvGrpSpPr>
              <a:grpSpLocks noChangeAspect="1"/>
            </p:cNvGrpSpPr>
            <p:nvPr/>
          </p:nvGrpSpPr>
          <p:grpSpPr>
            <a:xfrm rot="5400000">
              <a:off x="3583369" y="-3583369"/>
              <a:ext cx="4713262" cy="11880000"/>
              <a:chOff x="1" y="0"/>
              <a:chExt cx="8305797" cy="6858000"/>
            </a:xfrm>
          </p:grpSpPr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8C017B9B-2727-4255-8F80-9D4C2A5AE297}"/>
                  </a:ext>
                </a:extLst>
              </p:cNvPr>
              <p:cNvSpPr/>
              <p:nvPr/>
            </p:nvSpPr>
            <p:spPr>
              <a:xfrm>
                <a:off x="931" y="3429000"/>
                <a:ext cx="8304867" cy="3429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3">
                      <a:alpha val="60000"/>
                    </a:schemeClr>
                  </a:gs>
                  <a:gs pos="63000">
                    <a:schemeClr val="accent3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693C5F16-BC47-4707-B6B7-DC5262ACDC51}"/>
                  </a:ext>
                </a:extLst>
              </p:cNvPr>
              <p:cNvSpPr/>
              <p:nvPr/>
            </p:nvSpPr>
            <p:spPr>
              <a:xfrm flipV="1">
                <a:off x="1" y="0"/>
                <a:ext cx="8304867" cy="3429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3">
                      <a:alpha val="60000"/>
                    </a:schemeClr>
                  </a:gs>
                  <a:gs pos="63000">
                    <a:schemeClr val="accent3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2E88FE13-0734-4BB3-B4D1-7C53A194DA84}"/>
                </a:ext>
              </a:extLst>
            </p:cNvPr>
            <p:cNvGrpSpPr/>
            <p:nvPr/>
          </p:nvGrpSpPr>
          <p:grpSpPr>
            <a:xfrm>
              <a:off x="2676525" y="0"/>
              <a:ext cx="9515473" cy="3766109"/>
              <a:chOff x="2333625" y="2433367"/>
              <a:chExt cx="9897159" cy="3766109"/>
            </a:xfrm>
          </p:grpSpPr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5C9B7EF7-1EDF-4AC7-8E40-C2801783AC85}"/>
                  </a:ext>
                </a:extLst>
              </p:cNvPr>
              <p:cNvSpPr/>
              <p:nvPr/>
            </p:nvSpPr>
            <p:spPr>
              <a:xfrm>
                <a:off x="7282205" y="2433367"/>
                <a:ext cx="4948579" cy="3766109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>
                      <a:alpha val="60000"/>
                    </a:schemeClr>
                  </a:gs>
                  <a:gs pos="60000">
                    <a:schemeClr val="accent1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925CA0A0-9A3F-498E-983D-B3285EF5AD9A}"/>
                  </a:ext>
                </a:extLst>
              </p:cNvPr>
              <p:cNvSpPr/>
              <p:nvPr/>
            </p:nvSpPr>
            <p:spPr>
              <a:xfrm flipH="1">
                <a:off x="2333625" y="2433367"/>
                <a:ext cx="4948579" cy="3766109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>
                      <a:alpha val="60000"/>
                    </a:schemeClr>
                  </a:gs>
                  <a:gs pos="60000">
                    <a:schemeClr val="accent1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A5171814-E4F0-44B5-BC3F-588512210991}"/>
                </a:ext>
              </a:extLst>
            </p:cNvPr>
            <p:cNvGrpSpPr/>
            <p:nvPr/>
          </p:nvGrpSpPr>
          <p:grpSpPr>
            <a:xfrm>
              <a:off x="0" y="0"/>
              <a:ext cx="9515473" cy="3766109"/>
              <a:chOff x="0" y="2333625"/>
              <a:chExt cx="9515473" cy="3766109"/>
            </a:xfrm>
          </p:grpSpPr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8E666ACD-EB1C-4732-971B-C3B26061DB82}"/>
                  </a:ext>
                </a:extLst>
              </p:cNvPr>
              <p:cNvSpPr/>
              <p:nvPr/>
            </p:nvSpPr>
            <p:spPr>
              <a:xfrm>
                <a:off x="4757737" y="2333625"/>
                <a:ext cx="4757736" cy="3766109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>
                      <a:alpha val="60000"/>
                    </a:schemeClr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2A4E213B-7F96-44C1-90B3-B72E9387BF73}"/>
                  </a:ext>
                </a:extLst>
              </p:cNvPr>
              <p:cNvSpPr/>
              <p:nvPr/>
            </p:nvSpPr>
            <p:spPr>
              <a:xfrm flipH="1">
                <a:off x="0" y="2333625"/>
                <a:ext cx="4757736" cy="3766109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>
                      <a:alpha val="60000"/>
                    </a:schemeClr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22" name="Rectangle 21">
            <a:extLst>
              <a:ext uri="{FF2B5EF4-FFF2-40B4-BE49-F238E27FC236}">
                <a16:creationId xmlns:a16="http://schemas.microsoft.com/office/drawing/2014/main" id="{BFE392AA-35E5-40E5-9309-284A0C54106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alpha val="4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1A8188C-9713-46E1-AA5C-C84FE515F3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999" y="540000"/>
            <a:ext cx="4511425" cy="2771774"/>
          </a:xfrm>
        </p:spPr>
        <p:txBody>
          <a:bodyPr anchor="t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E192CC-893A-4A84-A7E9-F389D83F0B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32400" y="540000"/>
            <a:ext cx="6408736" cy="5759450"/>
          </a:xfrm>
        </p:spPr>
        <p:txBody>
          <a:bodyPr/>
          <a:lstStyle>
            <a:lvl1pPr>
              <a:defRPr sz="3200"/>
            </a:lvl1pPr>
            <a:lvl2pPr>
              <a:defRPr sz="24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6CC7765-7D44-43DD-A1DF-419D3E1C625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40000" y="3536950"/>
            <a:ext cx="4511426" cy="2771775"/>
          </a:xfrm>
        </p:spPr>
        <p:txBody>
          <a:bodyPr/>
          <a:lstStyle>
            <a:lvl1pPr marL="0" indent="0">
              <a:buNone/>
              <a:defRPr sz="1600" cap="all" spc="300" baseline="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D36875-AFB0-4905-8C9E-A72B4F5977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F0BCE0-945C-4FDF-95A1-2149B1FF5B83}" type="datetimeFigureOut">
              <a:rPr lang="en-US" smtClean="0"/>
              <a:t>8/1/2025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5437ABF-7E70-4E45-A67B-C503BF1820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8016CA-2983-47BF-BA09-2130A40C87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77608-3819-479B-BB98-C216BA724E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718425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250">
        <p159:morph option="byObject"/>
      </p:transition>
    </mc:Choice>
    <mc:Fallback xmlns="">
      <p:transition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D97E00A2-2906-4C97-9D1F-C789D3ADD373}"/>
              </a:ext>
            </a:extLst>
          </p:cNvPr>
          <p:cNvGrpSpPr/>
          <p:nvPr/>
        </p:nvGrpSpPr>
        <p:grpSpPr>
          <a:xfrm rot="10800000">
            <a:off x="1392000" y="0"/>
            <a:ext cx="10800000" cy="6858000"/>
            <a:chOff x="0" y="0"/>
            <a:chExt cx="10800000" cy="6858000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59CE8EF9-87D6-47FD-B7D3-2D48D8E48AC3}"/>
                </a:ext>
              </a:extLst>
            </p:cNvPr>
            <p:cNvSpPr/>
            <p:nvPr/>
          </p:nvSpPr>
          <p:spPr>
            <a:xfrm>
              <a:off x="5400000" y="0"/>
              <a:ext cx="5400000" cy="6858000"/>
            </a:xfrm>
            <a:prstGeom prst="rect">
              <a:avLst/>
            </a:prstGeom>
            <a:gradFill flip="none" rotWithShape="1">
              <a:gsLst>
                <a:gs pos="0">
                  <a:schemeClr val="accent2"/>
                </a:gs>
                <a:gs pos="60000">
                  <a:schemeClr val="accent2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6784998E-9D37-4D0D-889A-C67531E5295C}"/>
                </a:ext>
              </a:extLst>
            </p:cNvPr>
            <p:cNvSpPr/>
            <p:nvPr/>
          </p:nvSpPr>
          <p:spPr>
            <a:xfrm flipH="1">
              <a:off x="0" y="0"/>
              <a:ext cx="5400000" cy="6858000"/>
            </a:xfrm>
            <a:prstGeom prst="rect">
              <a:avLst/>
            </a:prstGeom>
            <a:gradFill flip="none" rotWithShape="1">
              <a:gsLst>
                <a:gs pos="0">
                  <a:schemeClr val="accent2"/>
                </a:gs>
                <a:gs pos="60000">
                  <a:schemeClr val="accent2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8B575B0B-C502-438E-967C-64D268031426}"/>
              </a:ext>
            </a:extLst>
          </p:cNvPr>
          <p:cNvGrpSpPr>
            <a:grpSpLocks noChangeAspect="1"/>
          </p:cNvGrpSpPr>
          <p:nvPr/>
        </p:nvGrpSpPr>
        <p:grpSpPr>
          <a:xfrm rot="16200000" flipH="1">
            <a:off x="-1714500" y="1714500"/>
            <a:ext cx="6858000" cy="3429000"/>
            <a:chOff x="0" y="0"/>
            <a:chExt cx="2880000" cy="1440000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4FC29931-00EB-4F74-BE4C-172A4C282A26}"/>
                </a:ext>
              </a:extLst>
            </p:cNvPr>
            <p:cNvSpPr/>
            <p:nvPr/>
          </p:nvSpPr>
          <p:spPr>
            <a:xfrm>
              <a:off x="1440000" y="0"/>
              <a:ext cx="1440000" cy="1440000"/>
            </a:xfrm>
            <a:prstGeom prst="rect">
              <a:avLst/>
            </a:prstGeom>
            <a:gradFill flip="none" rotWithShape="1">
              <a:gsLst>
                <a:gs pos="0">
                  <a:schemeClr val="accent2"/>
                </a:gs>
                <a:gs pos="60000">
                  <a:schemeClr val="accent2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989B4C87-FDD3-406D-BE06-3ABF69905E03}"/>
                </a:ext>
              </a:extLst>
            </p:cNvPr>
            <p:cNvSpPr/>
            <p:nvPr/>
          </p:nvSpPr>
          <p:spPr>
            <a:xfrm flipH="1">
              <a:off x="0" y="0"/>
              <a:ext cx="1440000" cy="1440000"/>
            </a:xfrm>
            <a:prstGeom prst="rect">
              <a:avLst/>
            </a:prstGeom>
            <a:gradFill flip="none" rotWithShape="1">
              <a:gsLst>
                <a:gs pos="0">
                  <a:schemeClr val="accent2"/>
                </a:gs>
                <a:gs pos="60000">
                  <a:schemeClr val="accent2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FD817A89-A0E1-4190-90AE-0571E6CE8FC6}"/>
              </a:ext>
            </a:extLst>
          </p:cNvPr>
          <p:cNvSpPr>
            <a:spLocks noChangeAspect="1"/>
          </p:cNvSpPr>
          <p:nvPr/>
        </p:nvSpPr>
        <p:spPr>
          <a:xfrm rot="10800000">
            <a:off x="5602287" y="268286"/>
            <a:ext cx="6589713" cy="6589713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60000">
                <a:schemeClr val="accent1">
                  <a:alpha val="0"/>
                </a:schemeClr>
              </a:gs>
            </a:gsLst>
            <a:path path="circle">
              <a:fillToRect r="100000" b="100000"/>
            </a:path>
            <a:tileRect l="-100000" t="-100000"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FD20388-C666-4992-920D-5F034214950C}"/>
              </a:ext>
            </a:extLst>
          </p:cNvPr>
          <p:cNvSpPr>
            <a:spLocks noChangeAspect="1"/>
          </p:cNvSpPr>
          <p:nvPr/>
        </p:nvSpPr>
        <p:spPr>
          <a:xfrm>
            <a:off x="0" y="0"/>
            <a:ext cx="6589713" cy="6589713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60000"/>
                </a:schemeClr>
              </a:gs>
              <a:gs pos="60000">
                <a:schemeClr val="accent1">
                  <a:alpha val="0"/>
                </a:schemeClr>
              </a:gs>
            </a:gsLst>
            <a:path path="circle">
              <a:fillToRect r="100000" b="100000"/>
            </a:path>
            <a:tileRect l="-100000" t="-100000"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CAB0CC3-A07E-43B8-9B34-0A67C1806DE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alpha val="4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91800A6-9706-4B81-B957-C950A5F774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999" y="540000"/>
            <a:ext cx="4511425" cy="2771774"/>
          </a:xfrm>
        </p:spPr>
        <p:txBody>
          <a:bodyPr anchor="t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A17652B-AA0D-4574-AF1D-7F7442D84B0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232400" y="549275"/>
            <a:ext cx="6408736" cy="57594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A19547-D24B-4BD1-8C26-318450B171B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39999" y="3536950"/>
            <a:ext cx="4511425" cy="2771774"/>
          </a:xfrm>
        </p:spPr>
        <p:txBody>
          <a:bodyPr/>
          <a:lstStyle>
            <a:lvl1pPr marL="0" indent="0">
              <a:buNone/>
              <a:defRPr sz="1600" cap="all" spc="300" baseline="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3A22E6-7E01-4547-8555-B2C1975439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F0BCE0-945C-4FDF-95A1-2149B1FF5B83}" type="datetimeFigureOut">
              <a:rPr lang="en-US" smtClean="0"/>
              <a:t>8/1/2025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90F6BEC-98F3-43FE-BA9B-B046D8917F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D2FAF54-57F0-46F9-A1BA-B554E14017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77608-3819-479B-BB98-C216BA724E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418771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250">
        <p159:morph option="byObject"/>
      </p:transition>
    </mc:Choice>
    <mc:Fallback xmlns="">
      <p:transition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7C461672-F18A-4768-9850-0531FD3720BA}"/>
              </a:ext>
            </a:extLst>
          </p:cNvPr>
          <p:cNvGrpSpPr/>
          <p:nvPr/>
        </p:nvGrpSpPr>
        <p:grpSpPr>
          <a:xfrm rot="10800000">
            <a:off x="5921828" y="2876440"/>
            <a:ext cx="6270171" cy="3981559"/>
            <a:chOff x="0" y="0"/>
            <a:chExt cx="10800000" cy="6858000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9FA73898-D78C-45F9-AFC1-2AB16F6725C2}"/>
                </a:ext>
              </a:extLst>
            </p:cNvPr>
            <p:cNvSpPr/>
            <p:nvPr/>
          </p:nvSpPr>
          <p:spPr>
            <a:xfrm>
              <a:off x="5400000" y="0"/>
              <a:ext cx="5400000" cy="6858000"/>
            </a:xfrm>
            <a:prstGeom prst="rect">
              <a:avLst/>
            </a:prstGeom>
            <a:gradFill flip="none" rotWithShape="1">
              <a:gsLst>
                <a:gs pos="0">
                  <a:schemeClr val="accent2"/>
                </a:gs>
                <a:gs pos="60000">
                  <a:schemeClr val="accent2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4FC423E3-700B-43D6-A2CB-F3C871632C20}"/>
                </a:ext>
              </a:extLst>
            </p:cNvPr>
            <p:cNvSpPr/>
            <p:nvPr/>
          </p:nvSpPr>
          <p:spPr>
            <a:xfrm flipH="1">
              <a:off x="0" y="0"/>
              <a:ext cx="5400000" cy="6858000"/>
            </a:xfrm>
            <a:prstGeom prst="rect">
              <a:avLst/>
            </a:prstGeom>
            <a:gradFill flip="none" rotWithShape="1">
              <a:gsLst>
                <a:gs pos="0">
                  <a:schemeClr val="accent2"/>
                </a:gs>
                <a:gs pos="60000">
                  <a:schemeClr val="accent2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82F05B2A-1EC7-4131-B899-C7ECB9A502EB}"/>
              </a:ext>
            </a:extLst>
          </p:cNvPr>
          <p:cNvGrpSpPr>
            <a:grpSpLocks noChangeAspect="1"/>
          </p:cNvGrpSpPr>
          <p:nvPr/>
        </p:nvGrpSpPr>
        <p:grpSpPr>
          <a:xfrm flipH="1">
            <a:off x="0" y="-1"/>
            <a:ext cx="9361714" cy="4680857"/>
            <a:chOff x="0" y="0"/>
            <a:chExt cx="2880000" cy="1440000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97711D4C-4FFE-4151-B53D-60890F0F5827}"/>
                </a:ext>
              </a:extLst>
            </p:cNvPr>
            <p:cNvSpPr/>
            <p:nvPr/>
          </p:nvSpPr>
          <p:spPr>
            <a:xfrm>
              <a:off x="1440000" y="0"/>
              <a:ext cx="1440000" cy="1440000"/>
            </a:xfrm>
            <a:prstGeom prst="rect">
              <a:avLst/>
            </a:prstGeom>
            <a:gradFill flip="none" rotWithShape="1">
              <a:gsLst>
                <a:gs pos="0">
                  <a:schemeClr val="accent2"/>
                </a:gs>
                <a:gs pos="60000">
                  <a:schemeClr val="accent2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F69D6393-413D-4151-BC2C-43161BE4A799}"/>
                </a:ext>
              </a:extLst>
            </p:cNvPr>
            <p:cNvSpPr/>
            <p:nvPr/>
          </p:nvSpPr>
          <p:spPr>
            <a:xfrm flipH="1">
              <a:off x="0" y="0"/>
              <a:ext cx="1440000" cy="1440000"/>
            </a:xfrm>
            <a:prstGeom prst="rect">
              <a:avLst/>
            </a:prstGeom>
            <a:gradFill flip="none" rotWithShape="1">
              <a:gsLst>
                <a:gs pos="0">
                  <a:schemeClr val="accent2"/>
                </a:gs>
                <a:gs pos="60000">
                  <a:schemeClr val="accent2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</p:grpSp>
      <p:sp>
        <p:nvSpPr>
          <p:cNvPr id="13" name="Rectangle 12">
            <a:extLst>
              <a:ext uri="{FF2B5EF4-FFF2-40B4-BE49-F238E27FC236}">
                <a16:creationId xmlns:a16="http://schemas.microsoft.com/office/drawing/2014/main" id="{A96370B9-6459-4B05-9A8B-A9E7FA8966CD}"/>
              </a:ext>
            </a:extLst>
          </p:cNvPr>
          <p:cNvSpPr>
            <a:spLocks noChangeAspect="1"/>
          </p:cNvSpPr>
          <p:nvPr/>
        </p:nvSpPr>
        <p:spPr>
          <a:xfrm rot="10800000">
            <a:off x="8430794" y="3096793"/>
            <a:ext cx="3761205" cy="3761205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40000"/>
                </a:schemeClr>
              </a:gs>
              <a:gs pos="60000">
                <a:schemeClr val="accent1">
                  <a:alpha val="0"/>
                </a:schemeClr>
              </a:gs>
            </a:gsLst>
            <a:path path="circle">
              <a:fillToRect r="100000" b="100000"/>
            </a:path>
            <a:tileRect l="-100000" t="-100000"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A3AC0C6-74C3-4E55-AA42-A9F1A4B1B210}"/>
              </a:ext>
            </a:extLst>
          </p:cNvPr>
          <p:cNvSpPr>
            <a:spLocks noChangeAspect="1"/>
          </p:cNvSpPr>
          <p:nvPr/>
        </p:nvSpPr>
        <p:spPr>
          <a:xfrm>
            <a:off x="0" y="0"/>
            <a:ext cx="6589713" cy="6589713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60000"/>
                </a:schemeClr>
              </a:gs>
              <a:gs pos="60000">
                <a:schemeClr val="accent1">
                  <a:alpha val="0"/>
                </a:schemeClr>
              </a:gs>
            </a:gsLst>
            <a:path path="circle">
              <a:fillToRect r="100000" b="100000"/>
            </a:path>
            <a:tileRect l="-100000" t="-100000"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32C27A4-86D3-4C83-8022-E37A8672A993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alpha val="4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8F1FF59-E1BE-4475-953B-5BF6FBC10C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000" y="540000"/>
            <a:ext cx="11090273" cy="180022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8F1F045-44C5-4165-A640-4E4D33A5958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40000" y="2528887"/>
            <a:ext cx="11090276" cy="377983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17047A-D05B-44E9-A240-BDB881C429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F0BCE0-945C-4FDF-95A1-2149B1FF5B83}" type="datetimeFigureOut">
              <a:rPr lang="en-US" smtClean="0"/>
              <a:t>8/1/2025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DCB2E8-A68D-478D-A728-C9612848C8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7E4F1D-3280-4DB5-B2E0-DA7F10717E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77608-3819-479B-BB98-C216BA724E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867109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250">
        <p159:morph option="byObject"/>
      </p:transition>
    </mc:Choice>
    <mc:Fallback xmlns="">
      <p:transition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3C627D45-FE54-49FF-A37F-6206993AEFD8}"/>
              </a:ext>
            </a:extLst>
          </p:cNvPr>
          <p:cNvGrpSpPr/>
          <p:nvPr/>
        </p:nvGrpSpPr>
        <p:grpSpPr>
          <a:xfrm>
            <a:off x="0" y="-3"/>
            <a:ext cx="12192000" cy="6858003"/>
            <a:chOff x="0" y="-3"/>
            <a:chExt cx="12192000" cy="6858003"/>
          </a:xfrm>
        </p:grpSpPr>
        <p:sp useBgFill="1">
          <p:nvSpPr>
            <p:cNvPr id="8" name="Rectangle 7">
              <a:extLst>
                <a:ext uri="{FF2B5EF4-FFF2-40B4-BE49-F238E27FC236}">
                  <a16:creationId xmlns:a16="http://schemas.microsoft.com/office/drawing/2014/main" id="{879CEFA6-CCA5-4FEF-B53D-E74B1E67E9C7}"/>
                </a:ext>
              </a:extLst>
            </p:cNvPr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ACFCD768-2100-4B20-87EF-9F92EFBD8FA8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672000" y="-3"/>
              <a:ext cx="11520000" cy="5760000"/>
              <a:chOff x="5981700" y="-1"/>
              <a:chExt cx="6042660" cy="3021330"/>
            </a:xfrm>
          </p:grpSpPr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E0D1B599-DFF1-4E00-9EAE-EE32BD7B4860}"/>
                  </a:ext>
                </a:extLst>
              </p:cNvPr>
              <p:cNvSpPr/>
              <p:nvPr/>
            </p:nvSpPr>
            <p:spPr>
              <a:xfrm>
                <a:off x="9003030" y="-1"/>
                <a:ext cx="3021330" cy="302133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>
                      <a:alpha val="60000"/>
                    </a:schemeClr>
                  </a:gs>
                  <a:gs pos="60000">
                    <a:schemeClr val="accent1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A0FCF7F6-290B-4DE7-BA60-863CBF95C2AF}"/>
                  </a:ext>
                </a:extLst>
              </p:cNvPr>
              <p:cNvSpPr/>
              <p:nvPr/>
            </p:nvSpPr>
            <p:spPr>
              <a:xfrm flipH="1">
                <a:off x="5981700" y="-1"/>
                <a:ext cx="3021330" cy="302133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>
                      <a:alpha val="60000"/>
                    </a:schemeClr>
                  </a:gs>
                  <a:gs pos="60000">
                    <a:schemeClr val="accent1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F59358AB-E1C9-402B-9F3F-28B4F50DAC6F}"/>
                </a:ext>
              </a:extLst>
            </p:cNvPr>
            <p:cNvSpPr>
              <a:spLocks noChangeAspect="1"/>
            </p:cNvSpPr>
            <p:nvPr/>
          </p:nvSpPr>
          <p:spPr>
            <a:xfrm rot="5400000">
              <a:off x="5334000" y="0"/>
              <a:ext cx="6858000" cy="6858000"/>
            </a:xfrm>
            <a:prstGeom prst="rect">
              <a:avLst/>
            </a:prstGeom>
            <a:gradFill flip="none" rotWithShape="1">
              <a:gsLst>
                <a:gs pos="0">
                  <a:schemeClr val="accent3">
                    <a:alpha val="60000"/>
                  </a:schemeClr>
                </a:gs>
                <a:gs pos="60000">
                  <a:schemeClr val="accent3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A78C24EC-8C5D-4A7E-9D57-C752E0DC948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0" y="2538000"/>
              <a:ext cx="4320000" cy="4320000"/>
            </a:xfrm>
            <a:prstGeom prst="ellipse">
              <a:avLst/>
            </a:prstGeom>
            <a:solidFill>
              <a:schemeClr val="accent3">
                <a:alpha val="40000"/>
              </a:schemeClr>
            </a:solidFill>
            <a:ln>
              <a:noFill/>
            </a:ln>
            <a:effectLst>
              <a:softEdge rad="1270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E6C0B30A-4855-4424-B3A8-AC110CA8356F}"/>
                </a:ext>
              </a:extLst>
            </p:cNvPr>
            <p:cNvGrpSpPr/>
            <p:nvPr/>
          </p:nvGrpSpPr>
          <p:grpSpPr>
            <a:xfrm rot="10800000">
              <a:off x="1" y="2948940"/>
              <a:ext cx="7818118" cy="3909059"/>
              <a:chOff x="0" y="0"/>
              <a:chExt cx="2880000" cy="1440000"/>
            </a:xfrm>
          </p:grpSpPr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DC119EB9-1A9A-45A4-AE16-9968A70C5C35}"/>
                  </a:ext>
                </a:extLst>
              </p:cNvPr>
              <p:cNvSpPr/>
              <p:nvPr/>
            </p:nvSpPr>
            <p:spPr>
              <a:xfrm>
                <a:off x="144000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/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CA5B7B85-4DC3-4343-B734-4852DD5DF033}"/>
                  </a:ext>
                </a:extLst>
              </p:cNvPr>
              <p:cNvSpPr/>
              <p:nvPr/>
            </p:nvSpPr>
            <p:spPr>
              <a:xfrm flipH="1">
                <a:off x="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/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73F3733E-DBA5-4A25-9315-B7A1A5E7A1FF}"/>
                </a:ext>
              </a:extLst>
            </p:cNvPr>
            <p:cNvSpPr>
              <a:spLocks noChangeAspect="1"/>
            </p:cNvSpPr>
            <p:nvPr/>
          </p:nvSpPr>
          <p:spPr>
            <a:xfrm rot="10800000" flipH="1">
              <a:off x="0" y="521786"/>
              <a:ext cx="6336213" cy="6336213"/>
            </a:xfrm>
            <a:prstGeom prst="rect">
              <a:avLst/>
            </a:prstGeom>
            <a:gradFill flip="none" rotWithShape="1">
              <a:gsLst>
                <a:gs pos="0">
                  <a:schemeClr val="accent1"/>
                </a:gs>
                <a:gs pos="60000">
                  <a:schemeClr val="accent1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8" name="Rectangle 17">
            <a:extLst>
              <a:ext uri="{FF2B5EF4-FFF2-40B4-BE49-F238E27FC236}">
                <a16:creationId xmlns:a16="http://schemas.microsoft.com/office/drawing/2014/main" id="{AAB30D07-BE85-45CD-8055-8C57B00E295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alpha val="4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dirty="0"/>
          </a:p>
        </p:txBody>
      </p: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737FFCCA-9DBF-4E0A-BDC6-F7B8F39BD72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012238" y="539999"/>
            <a:ext cx="2628900" cy="576872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11F1B23-21CD-4A3B-938B-5502019A13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50863" y="539999"/>
            <a:ext cx="8245475" cy="576872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99C884-5A98-4C01-BB89-098AC69664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F0BCE0-945C-4FDF-95A1-2149B1FF5B83}" type="datetimeFigureOut">
              <a:rPr lang="en-US" smtClean="0"/>
              <a:t>8/1/2025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F54D22-9CD7-4FC6-9444-21948246C7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AECC14-D66C-401A-A0C9-DFCA5533A5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77608-3819-479B-BB98-C216BA724E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644010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250">
        <p159:morph option="byObject"/>
      </p:transition>
    </mc:Choice>
    <mc:Fallback xmlns="">
      <p:transition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1749C77-AA3A-4DA0-9E20-32FCD2B8BD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000" y="540000"/>
            <a:ext cx="11101135" cy="18095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8DC81A-9B5E-4A92-AA7B-3D750F95F4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40000" y="2528887"/>
            <a:ext cx="11101136" cy="37798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4B8083-48FB-4D6A-B77A-262FE3E23D6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40000" y="6314400"/>
            <a:ext cx="735079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spc="100" baseline="0">
                <a:solidFill>
                  <a:schemeClr val="tx1"/>
                </a:solidFill>
              </a:defRPr>
            </a:lvl1pPr>
          </a:lstStyle>
          <a:p>
            <a:endParaRPr lang="en-US" sz="10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EDA5BD-F7C8-4883-81D1-EF1F6F00EF7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075613" y="6314400"/>
            <a:ext cx="262346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none" spc="100" baseline="0">
                <a:solidFill>
                  <a:schemeClr val="tx1"/>
                </a:solidFill>
              </a:defRPr>
            </a:lvl1pPr>
          </a:lstStyle>
          <a:p>
            <a:pPr algn="r"/>
            <a:fld id="{7CF0BCE0-945C-4FDF-95A1-2149B1FF5B83}" type="datetimeFigureOut">
              <a:rPr lang="en-US" smtClean="0"/>
              <a:pPr algn="r"/>
              <a:t>8/1/2025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48FEDB-2614-400B-9C19-0F4D448D98A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83899" y="6314400"/>
            <a:ext cx="75723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spc="100" baseline="0">
                <a:solidFill>
                  <a:schemeClr val="tx1"/>
                </a:solidFill>
              </a:defRPr>
            </a:lvl1pPr>
          </a:lstStyle>
          <a:p>
            <a:fld id="{4CD77608-3819-479B-BB98-C216BA724EFE}" type="slidenum">
              <a:rPr lang="en-US" smtClean="0"/>
              <a:pPr/>
              <a:t>‹#›</a:t>
            </a:fld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395407335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46" r:id="rId1"/>
    <p:sldLayoutId id="2147483747" r:id="rId2"/>
    <p:sldLayoutId id="2147483748" r:id="rId3"/>
    <p:sldLayoutId id="2147483749" r:id="rId4"/>
    <p:sldLayoutId id="2147483750" r:id="rId5"/>
    <p:sldLayoutId id="2147483744" r:id="rId6"/>
    <p:sldLayoutId id="2147483740" r:id="rId7"/>
    <p:sldLayoutId id="2147483741" r:id="rId8"/>
    <p:sldLayoutId id="2147483742" r:id="rId9"/>
    <p:sldLayoutId id="2147483743" r:id="rId10"/>
    <p:sldLayoutId id="2147483745" r:id="rId11"/>
  </p:sldLayoutIdLst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250">
        <p159:morph option="byObject"/>
      </p:transition>
    </mc:Choice>
    <mc:Fallback xmlns="">
      <p:transition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6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70000" indent="-270000" algn="l" defTabSz="914400" rtl="0" eaLnBrk="1" latinLnBrk="0" hangingPunct="1">
        <a:lnSpc>
          <a:spcPct val="125000"/>
        </a:lnSpc>
        <a:spcBef>
          <a:spcPts val="1000"/>
        </a:spcBef>
        <a:buFont typeface="Arial" panose="020B0604020202020204" pitchFamily="34" charset="0"/>
        <a:buChar char="•"/>
        <a:defRPr sz="1800" kern="1200" spc="50" baseline="0">
          <a:solidFill>
            <a:schemeClr val="tx1"/>
          </a:solidFill>
          <a:latin typeface="+mn-lt"/>
          <a:ea typeface="+mn-ea"/>
          <a:cs typeface="+mn-cs"/>
        </a:defRPr>
      </a:lvl1pPr>
      <a:lvl2pPr marL="720000" indent="-270000" algn="l" defTabSz="914400" rtl="0" eaLnBrk="1" latinLnBrk="0" hangingPunct="1">
        <a:lnSpc>
          <a:spcPct val="125000"/>
        </a:lnSpc>
        <a:spcBef>
          <a:spcPts val="500"/>
        </a:spcBef>
        <a:buFont typeface="Arial" panose="020B0604020202020204" pitchFamily="34" charset="0"/>
        <a:buChar char="•"/>
        <a:defRPr sz="1800" kern="1200" spc="50" baseline="0">
          <a:solidFill>
            <a:schemeClr val="tx1"/>
          </a:solidFill>
          <a:latin typeface="+mn-lt"/>
          <a:ea typeface="+mn-ea"/>
          <a:cs typeface="+mn-cs"/>
        </a:defRPr>
      </a:lvl2pPr>
      <a:lvl3pPr marL="1080000" indent="-270000" algn="l" defTabSz="914400" rtl="0" eaLnBrk="1" latinLnBrk="0" hangingPunct="1">
        <a:lnSpc>
          <a:spcPct val="125000"/>
        </a:lnSpc>
        <a:spcBef>
          <a:spcPts val="500"/>
        </a:spcBef>
        <a:buFont typeface="Arial" panose="020B0604020202020204" pitchFamily="34" charset="0"/>
        <a:buChar char="•"/>
        <a:defRPr sz="1800" kern="1200" spc="50" baseline="0">
          <a:solidFill>
            <a:schemeClr val="tx1"/>
          </a:solidFill>
          <a:latin typeface="+mn-lt"/>
          <a:ea typeface="+mn-ea"/>
          <a:cs typeface="+mn-cs"/>
        </a:defRPr>
      </a:lvl3pPr>
      <a:lvl4pPr marL="1440000" indent="-270000" algn="l" defTabSz="914400" rtl="0" eaLnBrk="1" latinLnBrk="0" hangingPunct="1">
        <a:lnSpc>
          <a:spcPct val="125000"/>
        </a:lnSpc>
        <a:spcBef>
          <a:spcPts val="500"/>
        </a:spcBef>
        <a:buFont typeface="Arial" panose="020B0604020202020204" pitchFamily="34" charset="0"/>
        <a:buChar char="•"/>
        <a:defRPr sz="1800" kern="1200" spc="50" baseline="0">
          <a:solidFill>
            <a:schemeClr val="tx1"/>
          </a:solidFill>
          <a:latin typeface="+mn-lt"/>
          <a:ea typeface="+mn-ea"/>
          <a:cs typeface="+mn-cs"/>
        </a:defRPr>
      </a:lvl4pPr>
      <a:lvl5pPr marL="1800000" indent="-270000" algn="l" defTabSz="914400" rtl="0" eaLnBrk="1" latinLnBrk="0" hangingPunct="1">
        <a:lnSpc>
          <a:spcPct val="125000"/>
        </a:lnSpc>
        <a:spcBef>
          <a:spcPts val="500"/>
        </a:spcBef>
        <a:buFont typeface="Arial" panose="020B0604020202020204" pitchFamily="34" charset="0"/>
        <a:buChar char="•"/>
        <a:defRPr sz="1800" kern="1200" spc="5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13" Type="http://schemas.openxmlformats.org/officeDocument/2006/relationships/image" Target="../media/image21.svg"/><Relationship Id="rId3" Type="http://schemas.openxmlformats.org/officeDocument/2006/relationships/image" Target="../media/image11.svg"/><Relationship Id="rId7" Type="http://schemas.openxmlformats.org/officeDocument/2006/relationships/image" Target="../media/image15.svg"/><Relationship Id="rId12" Type="http://schemas.openxmlformats.org/officeDocument/2006/relationships/image" Target="../media/image20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11" Type="http://schemas.openxmlformats.org/officeDocument/2006/relationships/image" Target="../media/image19.svg"/><Relationship Id="rId5" Type="http://schemas.openxmlformats.org/officeDocument/2006/relationships/image" Target="../media/image13.svg"/><Relationship Id="rId15" Type="http://schemas.openxmlformats.org/officeDocument/2006/relationships/image" Target="../media/image23.svg"/><Relationship Id="rId10" Type="http://schemas.openxmlformats.org/officeDocument/2006/relationships/image" Target="../media/image18.png"/><Relationship Id="rId4" Type="http://schemas.openxmlformats.org/officeDocument/2006/relationships/image" Target="../media/image12.png"/><Relationship Id="rId9" Type="http://schemas.openxmlformats.org/officeDocument/2006/relationships/image" Target="../media/image17.svg"/><Relationship Id="rId14" Type="http://schemas.openxmlformats.org/officeDocument/2006/relationships/image" Target="../media/image22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image" Target="../media/image25.png"/><Relationship Id="rId7" Type="http://schemas.openxmlformats.org/officeDocument/2006/relationships/image" Target="../media/image29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png"/><Relationship Id="rId11" Type="http://schemas.openxmlformats.org/officeDocument/2006/relationships/image" Target="../media/image33.png"/><Relationship Id="rId5" Type="http://schemas.openxmlformats.org/officeDocument/2006/relationships/image" Target="../media/image27.png"/><Relationship Id="rId10" Type="http://schemas.openxmlformats.org/officeDocument/2006/relationships/image" Target="../media/image32.png"/><Relationship Id="rId4" Type="http://schemas.openxmlformats.org/officeDocument/2006/relationships/image" Target="../media/image26.png"/><Relationship Id="rId9" Type="http://schemas.openxmlformats.org/officeDocument/2006/relationships/image" Target="../media/image3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png"/><Relationship Id="rId13" Type="http://schemas.openxmlformats.org/officeDocument/2006/relationships/image" Target="../media/image49.png"/><Relationship Id="rId3" Type="http://schemas.openxmlformats.org/officeDocument/2006/relationships/image" Target="../media/image39.png"/><Relationship Id="rId7" Type="http://schemas.openxmlformats.org/officeDocument/2006/relationships/image" Target="../media/image43.png"/><Relationship Id="rId12" Type="http://schemas.openxmlformats.org/officeDocument/2006/relationships/image" Target="../media/image48.jpe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2.png"/><Relationship Id="rId11" Type="http://schemas.openxmlformats.org/officeDocument/2006/relationships/image" Target="../media/image47.png"/><Relationship Id="rId5" Type="http://schemas.openxmlformats.org/officeDocument/2006/relationships/image" Target="../media/image41.png"/><Relationship Id="rId15" Type="http://schemas.openxmlformats.org/officeDocument/2006/relationships/image" Target="../media/image51.png"/><Relationship Id="rId10" Type="http://schemas.openxmlformats.org/officeDocument/2006/relationships/image" Target="../media/image46.png"/><Relationship Id="rId4" Type="http://schemas.openxmlformats.org/officeDocument/2006/relationships/image" Target="../media/image40.png"/><Relationship Id="rId9" Type="http://schemas.openxmlformats.org/officeDocument/2006/relationships/image" Target="../media/image45.png"/><Relationship Id="rId14" Type="http://schemas.openxmlformats.org/officeDocument/2006/relationships/image" Target="../media/image50.jpe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EB9B5A19-3592-48E2-BC31-90E092BD68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E2548C40-4C00-4E91-BFA6-84B4D66225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1999" cy="6861600"/>
            <a:chOff x="1" y="0"/>
            <a:chExt cx="12191999" cy="6861600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B6EE6BCA-C84E-4BED-B084-F599F7EE68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" y="1640114"/>
              <a:ext cx="5217886" cy="5217886"/>
            </a:xfrm>
            <a:prstGeom prst="rect">
              <a:avLst/>
            </a:prstGeom>
            <a:gradFill flip="none" rotWithShape="1">
              <a:gsLst>
                <a:gs pos="0">
                  <a:schemeClr val="accent2">
                    <a:alpha val="60000"/>
                  </a:schemeClr>
                </a:gs>
                <a:gs pos="60000">
                  <a:schemeClr val="accent2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24695526-4BAA-4EFE-91C1-1E446117C0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4514" y="0"/>
              <a:ext cx="4320000" cy="4320000"/>
            </a:xfrm>
            <a:prstGeom prst="ellipse">
              <a:avLst/>
            </a:prstGeom>
            <a:solidFill>
              <a:schemeClr val="accent3">
                <a:alpha val="96000"/>
              </a:schemeClr>
            </a:solidFill>
            <a:ln>
              <a:noFill/>
            </a:ln>
            <a:effectLst>
              <a:softEdge rad="1016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00DF9B86-7987-40DC-85D6-479F5A2E87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19057" y="1230054"/>
              <a:ext cx="5506886" cy="5506886"/>
            </a:xfrm>
            <a:prstGeom prst="ellipse">
              <a:avLst/>
            </a:prstGeom>
            <a:solidFill>
              <a:schemeClr val="accent2">
                <a:alpha val="60000"/>
              </a:schemeClr>
            </a:solidFill>
            <a:ln>
              <a:noFill/>
            </a:ln>
            <a:effectLst>
              <a:softEdge rad="1270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A5465368-1AF5-43D6-BAD2-6BE8B04D94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 noChangeAspect="1"/>
            </p:cNvGrp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690092" y="0"/>
              <a:ext cx="10800000" cy="6858000"/>
              <a:chOff x="2328000" y="0"/>
              <a:chExt cx="2880000" cy="1440000"/>
            </a:xfrm>
          </p:grpSpPr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CEB28D27-BDED-4D8C-94FC-58E93235713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376800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/>
                  </a:gs>
                  <a:gs pos="60000">
                    <a:schemeClr val="accent1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77AC833D-449C-45F4-9851-216F3681F24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 flipH="1">
                <a:off x="232800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/>
                  </a:gs>
                  <a:gs pos="60000">
                    <a:schemeClr val="accent1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09528AAE-A1EB-446C-81BE-BA5E4490E4E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 noChangeAspect="1"/>
            </p:cNvGrp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 rot="5400000">
              <a:off x="7048499" y="1714500"/>
              <a:ext cx="6858000" cy="3429000"/>
              <a:chOff x="0" y="0"/>
              <a:chExt cx="2880000" cy="1440000"/>
            </a:xfrm>
          </p:grpSpPr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9F7C0F2C-B581-402B-B4C4-6DFB7131498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144000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/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356A6B0D-707F-420B-BF4D-2CB60CCCA06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 flipH="1">
                <a:off x="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/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F8B7A59E-D61A-4BEB-A38A-1E8E5EBB837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5602287" y="271887"/>
              <a:ext cx="6589713" cy="6589713"/>
            </a:xfrm>
            <a:prstGeom prst="rect">
              <a:avLst/>
            </a:prstGeom>
            <a:gradFill flip="none" rotWithShape="1">
              <a:gsLst>
                <a:gs pos="0">
                  <a:schemeClr val="accent3"/>
                </a:gs>
                <a:gs pos="60000">
                  <a:schemeClr val="accent3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4" name="Rectangle 23">
            <a:extLst>
              <a:ext uri="{FF2B5EF4-FFF2-40B4-BE49-F238E27FC236}">
                <a16:creationId xmlns:a16="http://schemas.microsoft.com/office/drawing/2014/main" id="{DD99E1B6-CBC4-4306-9DFC-847D6D1352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bg2">
                  <a:alpha val="40000"/>
                </a:schemeClr>
              </a:gs>
              <a:gs pos="100000">
                <a:schemeClr val="bg2">
                  <a:alpha val="80000"/>
                </a:schemeClr>
              </a:gs>
            </a:gsLst>
            <a:lin ang="0" scaled="1"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/>
          </a:p>
        </p:txBody>
      </p:sp>
      <p:pic>
        <p:nvPicPr>
          <p:cNvPr id="5" name="Picture 4" descr="A tablet with buildings and icons&#10;&#10;Description automatically generated">
            <a:extLst>
              <a:ext uri="{FF2B5EF4-FFF2-40B4-BE49-F238E27FC236}">
                <a16:creationId xmlns:a16="http://schemas.microsoft.com/office/drawing/2014/main" id="{DB0D4EAB-C887-DBE9-A48F-244D65BE925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539"/>
          <a:stretch/>
        </p:blipFill>
        <p:spPr>
          <a:xfrm>
            <a:off x="5731916" y="686304"/>
            <a:ext cx="5768725" cy="550688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EFBB1A5-9875-72D7-9556-92FFE93A187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9448" y="604742"/>
            <a:ext cx="4500561" cy="2962002"/>
          </a:xfrm>
        </p:spPr>
        <p:txBody>
          <a:bodyPr>
            <a:normAutofit/>
          </a:bodyPr>
          <a:lstStyle/>
          <a:p>
            <a:r>
              <a:rPr lang="en-GB" sz="4800" dirty="0"/>
              <a:t>IoT-Based Smart Building Monitoring and Control System</a:t>
            </a:r>
            <a:endParaRPr lang="en-US" sz="4800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B7C35BD2-6CF8-2E91-7DC3-FCA65894FD1F}"/>
              </a:ext>
            </a:extLst>
          </p:cNvPr>
          <p:cNvSpPr txBox="1">
            <a:spLocks/>
          </p:cNvSpPr>
          <p:nvPr/>
        </p:nvSpPr>
        <p:spPr>
          <a:xfrm>
            <a:off x="561312" y="4249056"/>
            <a:ext cx="4500561" cy="167625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8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2400" dirty="0">
                <a:latin typeface="Abadi" panose="020B0604020104020204" pitchFamily="34" charset="0"/>
              </a:rPr>
              <a:t>Presenters: </a:t>
            </a:r>
          </a:p>
          <a:p>
            <a:r>
              <a:rPr lang="en-GB" sz="2400" dirty="0">
                <a:latin typeface="Abadi" panose="020B0604020104020204" pitchFamily="34" charset="0"/>
              </a:rPr>
              <a:t>      MN. Sihanas</a:t>
            </a:r>
          </a:p>
          <a:p>
            <a:r>
              <a:rPr lang="en-GB" sz="2400" dirty="0">
                <a:latin typeface="Abadi" panose="020B0604020104020204" pitchFamily="34" charset="0"/>
              </a:rPr>
              <a:t>      AJ. Nishak Mohammed</a:t>
            </a:r>
            <a:endParaRPr lang="en-US" sz="2400" dirty="0">
              <a:latin typeface="Abadi" panose="020B06040201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1044753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250">
        <p159:morph option="byObject"/>
      </p:transition>
    </mc:Choice>
    <mc:Fallback xmlns="">
      <p:transition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B807C163-87AF-4BC4-ADE2-4E5EAFEEE8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3F696E8E-5A50-4F12-9E0B-502F850615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" y="0"/>
            <a:ext cx="12191999" cy="6861600"/>
            <a:chOff x="1" y="0"/>
            <a:chExt cx="12191999" cy="6861600"/>
          </a:xfrm>
        </p:grpSpPr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AB8A07F7-656D-4B06-860B-4290325213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" y="1640114"/>
              <a:ext cx="5217886" cy="5217886"/>
            </a:xfrm>
            <a:prstGeom prst="rect">
              <a:avLst/>
            </a:prstGeom>
            <a:gradFill flip="none" rotWithShape="1">
              <a:gsLst>
                <a:gs pos="0">
                  <a:schemeClr val="accent2">
                    <a:alpha val="60000"/>
                  </a:schemeClr>
                </a:gs>
                <a:gs pos="60000">
                  <a:schemeClr val="accent2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5D932A44-B2F8-4EA5-A529-D1EF350CB6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4514" y="0"/>
              <a:ext cx="4320000" cy="4320000"/>
            </a:xfrm>
            <a:prstGeom prst="ellipse">
              <a:avLst/>
            </a:prstGeom>
            <a:solidFill>
              <a:schemeClr val="accent3">
                <a:alpha val="96000"/>
              </a:schemeClr>
            </a:solidFill>
            <a:ln>
              <a:noFill/>
            </a:ln>
            <a:effectLst>
              <a:softEdge rad="1016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A4211287-5AF6-4DE8-9550-CE2475D625B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19057" y="1230054"/>
              <a:ext cx="5506886" cy="5506886"/>
            </a:xfrm>
            <a:prstGeom prst="ellipse">
              <a:avLst/>
            </a:prstGeom>
            <a:solidFill>
              <a:schemeClr val="accent2">
                <a:alpha val="60000"/>
              </a:schemeClr>
            </a:solidFill>
            <a:ln>
              <a:noFill/>
            </a:ln>
            <a:effectLst>
              <a:softEdge rad="1270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935D3D5B-2BDE-4FFA-AD19-2A6FA11B44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 noChangeAspect="1"/>
            </p:cNvGrp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690092" y="0"/>
              <a:ext cx="10800000" cy="6858000"/>
              <a:chOff x="2328000" y="0"/>
              <a:chExt cx="2880000" cy="1440000"/>
            </a:xfrm>
          </p:grpSpPr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65141913-6183-49C2-BACE-61AF5018171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376800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/>
                  </a:gs>
                  <a:gs pos="60000">
                    <a:schemeClr val="accent1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6CBF2F32-98FF-4601-8322-C5E0724D9DE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 flipH="1">
                <a:off x="232800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/>
                  </a:gs>
                  <a:gs pos="60000">
                    <a:schemeClr val="accent1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1AF3E2D8-35DA-4B2D-891A-A1594F7DB5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 noChangeAspect="1"/>
            </p:cNvGrp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 rot="5400000">
              <a:off x="7048499" y="1714500"/>
              <a:ext cx="6858000" cy="3429000"/>
              <a:chOff x="0" y="0"/>
              <a:chExt cx="2880000" cy="1440000"/>
            </a:xfrm>
          </p:grpSpPr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4543934E-E678-45FF-8C62-1EF71BABE75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144000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/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59B54ED7-1C7F-4C59-B1CB-84D3D9C21C8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 flipH="1">
                <a:off x="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/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6ABFC7E0-9992-4076-88C6-3354EB12EB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5602287" y="271887"/>
              <a:ext cx="6589713" cy="6589713"/>
            </a:xfrm>
            <a:prstGeom prst="rect">
              <a:avLst/>
            </a:prstGeom>
            <a:gradFill flip="none" rotWithShape="1">
              <a:gsLst>
                <a:gs pos="0">
                  <a:schemeClr val="accent3"/>
                </a:gs>
                <a:gs pos="60000">
                  <a:schemeClr val="accent3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0" name="Rectangle 29">
            <a:extLst>
              <a:ext uri="{FF2B5EF4-FFF2-40B4-BE49-F238E27FC236}">
                <a16:creationId xmlns:a16="http://schemas.microsoft.com/office/drawing/2014/main" id="{19C03209-5BD8-4B0B-847E-430FFF5925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40000"/>
                </a:schemeClr>
              </a:gs>
              <a:gs pos="100000">
                <a:schemeClr val="bg2">
                  <a:alpha val="80000"/>
                </a:schemeClr>
              </a:gs>
            </a:gsLst>
            <a:lin ang="540000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542F940-24C7-B387-3109-A03D19A26B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363024"/>
            <a:ext cx="11075080" cy="899490"/>
          </a:xfrm>
        </p:spPr>
        <p:txBody>
          <a:bodyPr anchor="t">
            <a:normAutofit fontScale="90000"/>
          </a:bodyPr>
          <a:lstStyle/>
          <a:p>
            <a:r>
              <a:rPr lang="en-US" dirty="0"/>
              <a:t>Introduction</a:t>
            </a:r>
          </a:p>
        </p:txBody>
      </p:sp>
      <p:graphicFrame>
        <p:nvGraphicFramePr>
          <p:cNvPr id="10" name="Rectangle 2">
            <a:extLst>
              <a:ext uri="{FF2B5EF4-FFF2-40B4-BE49-F238E27FC236}">
                <a16:creationId xmlns:a16="http://schemas.microsoft.com/office/drawing/2014/main" id="{987A67ED-AE6F-2AD2-2D1A-EFC821956E9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02330591"/>
              </p:ext>
            </p:extLst>
          </p:nvPr>
        </p:nvGraphicFramePr>
        <p:xfrm>
          <a:off x="540000" y="1299173"/>
          <a:ext cx="11022735" cy="57594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14867476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250">
        <p159:morph option="byObject"/>
      </p:transition>
    </mc:Choice>
    <mc:Fallback xmlns="">
      <p:transition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2D645F-1138-3265-CBBC-D34279B190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000" y="500672"/>
            <a:ext cx="11101135" cy="1052827"/>
          </a:xfrm>
        </p:spPr>
        <p:txBody>
          <a:bodyPr>
            <a:normAutofit/>
          </a:bodyPr>
          <a:lstStyle/>
          <a:p>
            <a:r>
              <a:rPr lang="en-US" sz="4800" dirty="0"/>
              <a:t>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DEA3C9-AFE9-C46A-18B2-BD24642617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0000" y="1351722"/>
            <a:ext cx="11101136" cy="4957003"/>
          </a:xfrm>
        </p:spPr>
        <p:txBody>
          <a:bodyPr>
            <a:normAutofit/>
          </a:bodyPr>
          <a:lstStyle/>
          <a:p>
            <a:r>
              <a:rPr lang="en-GB" sz="2000" dirty="0"/>
              <a:t>Traditional building management systems often rely on manual monitoring, which can be inefficient and prone to human error.</a:t>
            </a:r>
          </a:p>
          <a:p>
            <a:r>
              <a:rPr lang="en-GB" sz="2000" dirty="0"/>
              <a:t>Many households and small buildings lack affordable solutions for: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GB" sz="2000" dirty="0"/>
              <a:t>Detecting gas leaks and fire hazards.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GB" sz="2000" dirty="0"/>
              <a:t>Monitoring temperature, humidity, and water levels.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GB" sz="2000" dirty="0"/>
              <a:t>Ensuring physical security through motion detection.</a:t>
            </a:r>
          </a:p>
          <a:p>
            <a:r>
              <a:rPr lang="en-GB" sz="2000" dirty="0"/>
              <a:t>The absence of real-time alerts and remote-control limits timely responses during emergencies.</a:t>
            </a:r>
          </a:p>
          <a:p>
            <a:r>
              <a:rPr lang="en-GB" sz="2000" dirty="0"/>
              <a:t>There is a growing need for an integrated, low-cost, IoT-based solution to improve safety, monitoring, and automation in residential and small-scale commercial buildings.</a:t>
            </a:r>
          </a:p>
          <a:p>
            <a:pPr marL="0" indent="0">
              <a:buNone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1700459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250">
        <p159:morph option="byObject"/>
      </p:transition>
    </mc:Choice>
    <mc:Fallback xmlns="">
      <p:transition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9" name="Rectangle 28">
            <a:extLst>
              <a:ext uri="{FF2B5EF4-FFF2-40B4-BE49-F238E27FC236}">
                <a16:creationId xmlns:a16="http://schemas.microsoft.com/office/drawing/2014/main" id="{B807C163-87AF-4BC4-ADE2-4E5EAFEEE8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3F696E8E-5A50-4F12-9E0B-502F850615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" y="0"/>
            <a:ext cx="12191999" cy="6861600"/>
            <a:chOff x="1" y="0"/>
            <a:chExt cx="12191999" cy="6861600"/>
          </a:xfrm>
        </p:grpSpPr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AB8A07F7-656D-4B06-860B-4290325213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" y="1640114"/>
              <a:ext cx="5217886" cy="5217886"/>
            </a:xfrm>
            <a:prstGeom prst="rect">
              <a:avLst/>
            </a:prstGeom>
            <a:gradFill flip="none" rotWithShape="1">
              <a:gsLst>
                <a:gs pos="0">
                  <a:schemeClr val="accent2">
                    <a:alpha val="60000"/>
                  </a:schemeClr>
                </a:gs>
                <a:gs pos="60000">
                  <a:schemeClr val="accent2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5D932A44-B2F8-4EA5-A529-D1EF350CB6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4514" y="0"/>
              <a:ext cx="4320000" cy="4320000"/>
            </a:xfrm>
            <a:prstGeom prst="ellipse">
              <a:avLst/>
            </a:prstGeom>
            <a:solidFill>
              <a:schemeClr val="accent3">
                <a:alpha val="96000"/>
              </a:schemeClr>
            </a:solidFill>
            <a:ln>
              <a:noFill/>
            </a:ln>
            <a:effectLst>
              <a:softEdge rad="1016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A4211287-5AF6-4DE8-9550-CE2475D625B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19057" y="1230054"/>
              <a:ext cx="5506886" cy="5506886"/>
            </a:xfrm>
            <a:prstGeom prst="ellipse">
              <a:avLst/>
            </a:prstGeom>
            <a:solidFill>
              <a:schemeClr val="accent2">
                <a:alpha val="60000"/>
              </a:schemeClr>
            </a:solidFill>
            <a:ln>
              <a:noFill/>
            </a:ln>
            <a:effectLst>
              <a:softEdge rad="1270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935D3D5B-2BDE-4FFA-AD19-2A6FA11B44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 noChangeAspect="1"/>
            </p:cNvGrp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690092" y="0"/>
              <a:ext cx="10800000" cy="6858000"/>
              <a:chOff x="2328000" y="0"/>
              <a:chExt cx="2880000" cy="1440000"/>
            </a:xfrm>
          </p:grpSpPr>
          <p:sp>
            <p:nvSpPr>
              <p:cNvPr id="33" name="Rectangle 32">
                <a:extLst>
                  <a:ext uri="{FF2B5EF4-FFF2-40B4-BE49-F238E27FC236}">
                    <a16:creationId xmlns:a16="http://schemas.microsoft.com/office/drawing/2014/main" id="{65141913-6183-49C2-BACE-61AF5018171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376800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/>
                  </a:gs>
                  <a:gs pos="60000">
                    <a:schemeClr val="accent1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4" name="Rectangle 33">
                <a:extLst>
                  <a:ext uri="{FF2B5EF4-FFF2-40B4-BE49-F238E27FC236}">
                    <a16:creationId xmlns:a16="http://schemas.microsoft.com/office/drawing/2014/main" id="{6CBF2F32-98FF-4601-8322-C5E0724D9DE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 flipH="1">
                <a:off x="232800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/>
                  </a:gs>
                  <a:gs pos="60000">
                    <a:schemeClr val="accent1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1AF3E2D8-35DA-4B2D-891A-A1594F7DB5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 noChangeAspect="1"/>
            </p:cNvGrp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 rot="5400000">
              <a:off x="7048499" y="1714500"/>
              <a:ext cx="6858000" cy="3429000"/>
              <a:chOff x="0" y="0"/>
              <a:chExt cx="2880000" cy="1440000"/>
            </a:xfrm>
          </p:grpSpPr>
          <p:sp>
            <p:nvSpPr>
              <p:cNvPr id="35" name="Rectangle 34">
                <a:extLst>
                  <a:ext uri="{FF2B5EF4-FFF2-40B4-BE49-F238E27FC236}">
                    <a16:creationId xmlns:a16="http://schemas.microsoft.com/office/drawing/2014/main" id="{4543934E-E678-45FF-8C62-1EF71BABE75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144000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/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6" name="Rectangle 35">
                <a:extLst>
                  <a:ext uri="{FF2B5EF4-FFF2-40B4-BE49-F238E27FC236}">
                    <a16:creationId xmlns:a16="http://schemas.microsoft.com/office/drawing/2014/main" id="{59B54ED7-1C7F-4C59-B1CB-84D3D9C21C8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 flipH="1">
                <a:off x="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/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6ABFC7E0-9992-4076-88C6-3354EB12EB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5602287" y="271887"/>
              <a:ext cx="6589713" cy="6589713"/>
            </a:xfrm>
            <a:prstGeom prst="rect">
              <a:avLst/>
            </a:prstGeom>
            <a:gradFill flip="none" rotWithShape="1">
              <a:gsLst>
                <a:gs pos="0">
                  <a:schemeClr val="accent3"/>
                </a:gs>
                <a:gs pos="60000">
                  <a:schemeClr val="accent3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8" name="Rectangle 37">
            <a:extLst>
              <a:ext uri="{FF2B5EF4-FFF2-40B4-BE49-F238E27FC236}">
                <a16:creationId xmlns:a16="http://schemas.microsoft.com/office/drawing/2014/main" id="{19C03209-5BD8-4B0B-847E-430FFF5925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40000"/>
                </a:schemeClr>
              </a:gs>
              <a:gs pos="100000">
                <a:schemeClr val="bg2">
                  <a:alpha val="80000"/>
                </a:schemeClr>
              </a:gs>
            </a:gsLst>
            <a:lin ang="540000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88F1B47-2737-FF83-97BE-9E17AC6E25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750" y="231515"/>
            <a:ext cx="4070298" cy="979053"/>
          </a:xfrm>
        </p:spPr>
        <p:txBody>
          <a:bodyPr anchor="t">
            <a:normAutofit/>
          </a:bodyPr>
          <a:lstStyle/>
          <a:p>
            <a:r>
              <a:rPr lang="en-US" sz="5400" dirty="0"/>
              <a:t>Objectives</a:t>
            </a:r>
            <a:endParaRPr lang="en-US" dirty="0"/>
          </a:p>
        </p:txBody>
      </p:sp>
      <p:graphicFrame>
        <p:nvGraphicFramePr>
          <p:cNvPr id="39" name="Rectangle 1">
            <a:extLst>
              <a:ext uri="{FF2B5EF4-FFF2-40B4-BE49-F238E27FC236}">
                <a16:creationId xmlns:a16="http://schemas.microsoft.com/office/drawing/2014/main" id="{31710A24-0840-39BA-F458-EEABC150837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43116786"/>
              </p:ext>
            </p:extLst>
          </p:nvPr>
        </p:nvGraphicFramePr>
        <p:xfrm>
          <a:off x="539750" y="1090838"/>
          <a:ext cx="11101388" cy="530013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72269950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250">
        <p159:morph option="byObject"/>
      </p:transition>
    </mc:Choice>
    <mc:Fallback xmlns="">
      <p:transition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BB4BEF-C12D-4DE2-A598-6C21042F8F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F13C8E-13E0-FC93-B9E8-8958626579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0978" y="139081"/>
            <a:ext cx="6067685" cy="969913"/>
          </a:xfrm>
        </p:spPr>
        <p:txBody>
          <a:bodyPr anchor="b">
            <a:normAutofit/>
          </a:bodyPr>
          <a:lstStyle/>
          <a:p>
            <a:r>
              <a:rPr lang="en-US" sz="5400"/>
              <a:t>Proposed Solution</a:t>
            </a:r>
            <a:endParaRPr lang="en-US" sz="5400" dirty="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46EA7298-FF17-80BB-F9BB-30E5E080E66F}"/>
              </a:ext>
            </a:extLst>
          </p:cNvPr>
          <p:cNvSpPr txBox="1"/>
          <p:nvPr/>
        </p:nvSpPr>
        <p:spPr>
          <a:xfrm>
            <a:off x="747247" y="1242835"/>
            <a:ext cx="1129726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000" dirty="0"/>
              <a:t>The proposed system is a </a:t>
            </a:r>
            <a:r>
              <a:rPr lang="en-GB" sz="2000" b="1" dirty="0"/>
              <a:t>smart building automation solution</a:t>
            </a:r>
            <a:r>
              <a:rPr lang="en-GB" sz="2000" dirty="0"/>
              <a:t> that integrates IoT technology for real-time monitoring and control of key safety and environmental parameters.</a:t>
            </a:r>
            <a:endParaRPr lang="en-US" sz="2000" dirty="0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F7C6A77B-B5BA-3CD2-8380-F88021A78CA2}"/>
              </a:ext>
            </a:extLst>
          </p:cNvPr>
          <p:cNvSpPr txBox="1"/>
          <p:nvPr/>
        </p:nvSpPr>
        <p:spPr>
          <a:xfrm>
            <a:off x="747247" y="2093872"/>
            <a:ext cx="1129726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000" dirty="0"/>
              <a:t>A </a:t>
            </a:r>
            <a:r>
              <a:rPr lang="en-GB" sz="2000" b="1" dirty="0"/>
              <a:t>central microcontroller (NodeMCU)</a:t>
            </a:r>
            <a:r>
              <a:rPr lang="en-GB" sz="2000" dirty="0"/>
              <a:t> collects sensor data and makes automated decisions such as triggering alerts, activating relays, or updating the user through mobile notifications.</a:t>
            </a:r>
            <a:endParaRPr lang="en-US" sz="2000" dirty="0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FABE7D66-ABFE-99BF-3F50-9722E0C808E0}"/>
              </a:ext>
            </a:extLst>
          </p:cNvPr>
          <p:cNvSpPr txBox="1"/>
          <p:nvPr/>
        </p:nvSpPr>
        <p:spPr>
          <a:xfrm>
            <a:off x="747246" y="3026241"/>
            <a:ext cx="11297263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000" dirty="0"/>
              <a:t>The system is </a:t>
            </a:r>
            <a:r>
              <a:rPr lang="en-GB" sz="2000" b="1" dirty="0"/>
              <a:t>connected to the Blynk IoT platform</a:t>
            </a:r>
            <a:r>
              <a:rPr lang="en-GB" sz="2000" dirty="0"/>
              <a:t>, enabling users to:</a:t>
            </a:r>
          </a:p>
          <a:p>
            <a:pPr lvl="1"/>
            <a:r>
              <a:rPr lang="en-GB" sz="2000" dirty="0"/>
              <a:t>	Monitor gas levels, temperature, humidity, motion, water levels, and fire risks remotely.</a:t>
            </a:r>
          </a:p>
          <a:p>
            <a:pPr lvl="1"/>
            <a:r>
              <a:rPr lang="en-GB" sz="2000" dirty="0"/>
              <a:t>	Receive real-time alerts and control connected appliances from anywhere using a 	smartphone.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F545709A-D41A-4CF8-4749-073B2888271D}"/>
              </a:ext>
            </a:extLst>
          </p:cNvPr>
          <p:cNvSpPr txBox="1"/>
          <p:nvPr/>
        </p:nvSpPr>
        <p:spPr>
          <a:xfrm>
            <a:off x="747247" y="4525003"/>
            <a:ext cx="1129726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000" dirty="0"/>
              <a:t>The solution is </a:t>
            </a:r>
            <a:r>
              <a:rPr lang="en-GB" sz="2000" b="1" dirty="0"/>
              <a:t>cost-effective, scalable, and easy to implement</a:t>
            </a:r>
            <a:r>
              <a:rPr lang="en-GB" sz="2000" dirty="0"/>
              <a:t>, making it ideal for residential and small-scale commercial buildings.</a:t>
            </a:r>
            <a:endParaRPr lang="en-US" sz="2000" dirty="0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840010BB-D4CF-F834-8DF2-74F17B07B92E}"/>
              </a:ext>
            </a:extLst>
          </p:cNvPr>
          <p:cNvSpPr txBox="1"/>
          <p:nvPr/>
        </p:nvSpPr>
        <p:spPr>
          <a:xfrm>
            <a:off x="747246" y="5477016"/>
            <a:ext cx="1129726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000" dirty="0"/>
              <a:t>This automation system improves </a:t>
            </a:r>
            <a:r>
              <a:rPr lang="en-GB" sz="2000" b="1" dirty="0"/>
              <a:t>safety, energy efficiency, and convenience</a:t>
            </a:r>
            <a:r>
              <a:rPr lang="en-GB" sz="2000" dirty="0"/>
              <a:t>, addressing the limitations of manual monitoring and control systems.</a:t>
            </a:r>
            <a:endParaRPr lang="en-US" sz="2000" dirty="0"/>
          </a:p>
        </p:txBody>
      </p:sp>
      <p:sp>
        <p:nvSpPr>
          <p:cNvPr id="62" name="Rectangle 61" descr="Wireless router">
            <a:extLst>
              <a:ext uri="{FF2B5EF4-FFF2-40B4-BE49-F238E27FC236}">
                <a16:creationId xmlns:a16="http://schemas.microsoft.com/office/drawing/2014/main" id="{3B91E2FC-B69B-55F8-0BE2-22FD4C843084}"/>
              </a:ext>
            </a:extLst>
          </p:cNvPr>
          <p:cNvSpPr/>
          <p:nvPr/>
        </p:nvSpPr>
        <p:spPr>
          <a:xfrm>
            <a:off x="189990" y="1315188"/>
            <a:ext cx="576915" cy="563180"/>
          </a:xfrm>
          <a:prstGeom prst="rect">
            <a:avLst/>
          </a:prstGeom>
          <a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2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63" name="Rectangle 62" descr="Disconnected">
            <a:extLst>
              <a:ext uri="{FF2B5EF4-FFF2-40B4-BE49-F238E27FC236}">
                <a16:creationId xmlns:a16="http://schemas.microsoft.com/office/drawing/2014/main" id="{F9D349BC-F747-5E9D-BA85-380635AC7D1B}"/>
              </a:ext>
            </a:extLst>
          </p:cNvPr>
          <p:cNvSpPr/>
          <p:nvPr/>
        </p:nvSpPr>
        <p:spPr>
          <a:xfrm>
            <a:off x="237483" y="2220065"/>
            <a:ext cx="519589" cy="493225"/>
          </a:xfrm>
          <a:prstGeom prst="rect">
            <a:avLst/>
          </a:prstGeom>
          <a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3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64" name="Rectangle 63" descr="Robot">
            <a:extLst>
              <a:ext uri="{FF2B5EF4-FFF2-40B4-BE49-F238E27FC236}">
                <a16:creationId xmlns:a16="http://schemas.microsoft.com/office/drawing/2014/main" id="{5348481B-057E-91E4-A950-2F356E21F3F9}"/>
              </a:ext>
            </a:extLst>
          </p:cNvPr>
          <p:cNvSpPr/>
          <p:nvPr/>
        </p:nvSpPr>
        <p:spPr>
          <a:xfrm>
            <a:off x="189990" y="2965522"/>
            <a:ext cx="645752" cy="563179"/>
          </a:xfrm>
          <a:prstGeom prst="rect">
            <a:avLst/>
          </a:prstGeom>
          <a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4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65" name="Rectangle 64" descr="City">
            <a:extLst>
              <a:ext uri="{FF2B5EF4-FFF2-40B4-BE49-F238E27FC236}">
                <a16:creationId xmlns:a16="http://schemas.microsoft.com/office/drawing/2014/main" id="{65CA37EE-9E70-1FBC-C917-AC4E6987F987}"/>
              </a:ext>
            </a:extLst>
          </p:cNvPr>
          <p:cNvSpPr/>
          <p:nvPr/>
        </p:nvSpPr>
        <p:spPr>
          <a:xfrm>
            <a:off x="237483" y="4664148"/>
            <a:ext cx="447931" cy="429596"/>
          </a:xfrm>
          <a:prstGeom prst="rect">
            <a:avLst/>
          </a:prstGeom>
          <a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2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66" name="Rectangle 65" descr="Fire">
            <a:extLst>
              <a:ext uri="{FF2B5EF4-FFF2-40B4-BE49-F238E27FC236}">
                <a16:creationId xmlns:a16="http://schemas.microsoft.com/office/drawing/2014/main" id="{F22FBE24-5BE5-AE45-3669-7A6267715465}"/>
              </a:ext>
            </a:extLst>
          </p:cNvPr>
          <p:cNvSpPr/>
          <p:nvPr/>
        </p:nvSpPr>
        <p:spPr>
          <a:xfrm>
            <a:off x="1192895" y="3383114"/>
            <a:ext cx="337758" cy="313815"/>
          </a:xfrm>
          <a:prstGeom prst="rect">
            <a:avLst/>
          </a:prstGeom>
          <a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5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67" name="Rectangle 66" descr="Smart Phone">
            <a:extLst>
              <a:ext uri="{FF2B5EF4-FFF2-40B4-BE49-F238E27FC236}">
                <a16:creationId xmlns:a16="http://schemas.microsoft.com/office/drawing/2014/main" id="{7BE3DE1D-3BC3-8BB2-86BF-B25B24E6A5C7}"/>
              </a:ext>
            </a:extLst>
          </p:cNvPr>
          <p:cNvSpPr/>
          <p:nvPr/>
        </p:nvSpPr>
        <p:spPr>
          <a:xfrm>
            <a:off x="1183063" y="3816641"/>
            <a:ext cx="337758" cy="313815"/>
          </a:xfrm>
          <a:prstGeom prst="rect">
            <a:avLst/>
          </a:prstGeom>
          <a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6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68" name="Rectangle 67" descr="Gears">
            <a:extLst>
              <a:ext uri="{FF2B5EF4-FFF2-40B4-BE49-F238E27FC236}">
                <a16:creationId xmlns:a16="http://schemas.microsoft.com/office/drawing/2014/main" id="{B43727F6-8B17-71D0-AA5C-4200D84D53EA}"/>
              </a:ext>
            </a:extLst>
          </p:cNvPr>
          <p:cNvSpPr/>
          <p:nvPr/>
        </p:nvSpPr>
        <p:spPr>
          <a:xfrm>
            <a:off x="212486" y="5567129"/>
            <a:ext cx="574096" cy="563179"/>
          </a:xfrm>
          <a:prstGeom prst="rect">
            <a:avLst/>
          </a:prstGeom>
          <a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3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06743855-7F5E-1350-D246-55DA6C97ABF9}"/>
              </a:ext>
            </a:extLst>
          </p:cNvPr>
          <p:cNvCxnSpPr/>
          <p:nvPr/>
        </p:nvCxnSpPr>
        <p:spPr>
          <a:xfrm>
            <a:off x="199134" y="1987297"/>
            <a:ext cx="11669778" cy="0"/>
          </a:xfrm>
          <a:prstGeom prst="line">
            <a:avLst/>
          </a:prstGeom>
          <a:ln w="285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D85AB127-ACB0-45B3-5EB4-19DC4F8D7862}"/>
              </a:ext>
            </a:extLst>
          </p:cNvPr>
          <p:cNvCxnSpPr/>
          <p:nvPr/>
        </p:nvCxnSpPr>
        <p:spPr>
          <a:xfrm>
            <a:off x="180978" y="2801758"/>
            <a:ext cx="11669778" cy="0"/>
          </a:xfrm>
          <a:prstGeom prst="line">
            <a:avLst/>
          </a:prstGeom>
          <a:ln w="285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8FD631E-10BA-DC2F-5903-B1B73617271C}"/>
              </a:ext>
            </a:extLst>
          </p:cNvPr>
          <p:cNvCxnSpPr/>
          <p:nvPr/>
        </p:nvCxnSpPr>
        <p:spPr>
          <a:xfrm>
            <a:off x="237483" y="4349680"/>
            <a:ext cx="11669778" cy="0"/>
          </a:xfrm>
          <a:prstGeom prst="line">
            <a:avLst/>
          </a:prstGeom>
          <a:ln w="285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CA48CF3-2999-FC97-F7F3-800B583DB3D8}"/>
              </a:ext>
            </a:extLst>
          </p:cNvPr>
          <p:cNvCxnSpPr/>
          <p:nvPr/>
        </p:nvCxnSpPr>
        <p:spPr>
          <a:xfrm>
            <a:off x="237483" y="5315896"/>
            <a:ext cx="11669778" cy="0"/>
          </a:xfrm>
          <a:prstGeom prst="line">
            <a:avLst/>
          </a:prstGeom>
          <a:ln w="285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7705798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250">
        <p159:morph option="byObject"/>
      </p:transition>
    </mc:Choice>
    <mc:Fallback xmlns="">
      <p:transition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2B8250F8-3F44-BFCB-8474-A34812DC35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0978" y="139081"/>
            <a:ext cx="9484132" cy="969913"/>
          </a:xfrm>
        </p:spPr>
        <p:txBody>
          <a:bodyPr anchor="b">
            <a:normAutofit/>
          </a:bodyPr>
          <a:lstStyle/>
          <a:p>
            <a:r>
              <a:rPr lang="en-US" sz="5400" dirty="0"/>
              <a:t>Hardware Requirements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5553A777-E321-32EF-1244-66BA7F8FF3FE}"/>
              </a:ext>
            </a:extLst>
          </p:cNvPr>
          <p:cNvSpPr/>
          <p:nvPr/>
        </p:nvSpPr>
        <p:spPr>
          <a:xfrm>
            <a:off x="533392" y="1189706"/>
            <a:ext cx="2035277" cy="2271252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38494D17-1ABD-1D6A-A71C-3EC2A9E96E13}"/>
              </a:ext>
            </a:extLst>
          </p:cNvPr>
          <p:cNvSpPr/>
          <p:nvPr/>
        </p:nvSpPr>
        <p:spPr>
          <a:xfrm>
            <a:off x="2831686" y="1189706"/>
            <a:ext cx="2035276" cy="2271252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MQ2 Gas Sensor</a:t>
            </a:r>
            <a:endParaRPr lang="en-US" dirty="0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8072A84-2912-52E7-3D48-93ABEF261B78}"/>
              </a:ext>
            </a:extLst>
          </p:cNvPr>
          <p:cNvSpPr/>
          <p:nvPr/>
        </p:nvSpPr>
        <p:spPr>
          <a:xfrm>
            <a:off x="5129979" y="1189706"/>
            <a:ext cx="2035275" cy="2271252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F40A0BCE-A0AF-333A-B1F6-14F254103E74}"/>
              </a:ext>
            </a:extLst>
          </p:cNvPr>
          <p:cNvSpPr/>
          <p:nvPr/>
        </p:nvSpPr>
        <p:spPr>
          <a:xfrm>
            <a:off x="7428271" y="1189706"/>
            <a:ext cx="2035274" cy="2271252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D7052578-BE9E-79B4-1A26-96B48CD9A869}"/>
              </a:ext>
            </a:extLst>
          </p:cNvPr>
          <p:cNvSpPr/>
          <p:nvPr/>
        </p:nvSpPr>
        <p:spPr>
          <a:xfrm>
            <a:off x="9726562" y="1189706"/>
            <a:ext cx="2035273" cy="2271252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0CE0727B-D6BE-217C-9917-98A1C1146E6D}"/>
              </a:ext>
            </a:extLst>
          </p:cNvPr>
          <p:cNvSpPr/>
          <p:nvPr/>
        </p:nvSpPr>
        <p:spPr>
          <a:xfrm>
            <a:off x="533392" y="3777641"/>
            <a:ext cx="2035277" cy="2271252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27226799-660C-D9AE-0DFE-305732CE4C7D}"/>
              </a:ext>
            </a:extLst>
          </p:cNvPr>
          <p:cNvSpPr/>
          <p:nvPr/>
        </p:nvSpPr>
        <p:spPr>
          <a:xfrm>
            <a:off x="2831686" y="3777641"/>
            <a:ext cx="2035276" cy="2271252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E07F89AB-2B94-A150-8E97-D425BA595A9A}"/>
              </a:ext>
            </a:extLst>
          </p:cNvPr>
          <p:cNvSpPr/>
          <p:nvPr/>
        </p:nvSpPr>
        <p:spPr>
          <a:xfrm>
            <a:off x="5129979" y="3777641"/>
            <a:ext cx="2035275" cy="2271252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951F2FA9-042F-308E-8C65-C8B215098F12}"/>
              </a:ext>
            </a:extLst>
          </p:cNvPr>
          <p:cNvSpPr/>
          <p:nvPr/>
        </p:nvSpPr>
        <p:spPr>
          <a:xfrm>
            <a:off x="7428271" y="3777641"/>
            <a:ext cx="2035274" cy="2271252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EB720356-6990-C415-F853-F1D53F0A4FA4}"/>
              </a:ext>
            </a:extLst>
          </p:cNvPr>
          <p:cNvSpPr/>
          <p:nvPr/>
        </p:nvSpPr>
        <p:spPr>
          <a:xfrm>
            <a:off x="9726562" y="3777641"/>
            <a:ext cx="2035273" cy="2271252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F7C4EC2-1E33-AFF4-B182-C453FC9CDA14}"/>
              </a:ext>
            </a:extLst>
          </p:cNvPr>
          <p:cNvSpPr txBox="1"/>
          <p:nvPr/>
        </p:nvSpPr>
        <p:spPr>
          <a:xfrm>
            <a:off x="533393" y="2850113"/>
            <a:ext cx="203527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1" dirty="0">
                <a:solidFill>
                  <a:schemeClr val="bg1"/>
                </a:solidFill>
              </a:rPr>
              <a:t>NodeMCU (ESP8266) – Dev Board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73751B6-5E16-CA5C-CB1B-67271CC8C58C}"/>
              </a:ext>
            </a:extLst>
          </p:cNvPr>
          <p:cNvSpPr txBox="1"/>
          <p:nvPr/>
        </p:nvSpPr>
        <p:spPr>
          <a:xfrm>
            <a:off x="2831686" y="2830447"/>
            <a:ext cx="203527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1" dirty="0">
                <a:solidFill>
                  <a:schemeClr val="bg1"/>
                </a:solidFill>
              </a:rPr>
              <a:t>MQ2 - Gas Detection Modul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0EA0341-D38D-FDD3-3F84-E41F9DC413E9}"/>
              </a:ext>
            </a:extLst>
          </p:cNvPr>
          <p:cNvSpPr txBox="1"/>
          <p:nvPr/>
        </p:nvSpPr>
        <p:spPr>
          <a:xfrm>
            <a:off x="7428271" y="2855894"/>
            <a:ext cx="203527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1" dirty="0">
                <a:solidFill>
                  <a:schemeClr val="bg1"/>
                </a:solidFill>
              </a:rPr>
              <a:t>PIR Sensor – Motion detection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91F9D67-38D3-39BA-50A0-43C24C3672F2}"/>
              </a:ext>
            </a:extLst>
          </p:cNvPr>
          <p:cNvSpPr txBox="1"/>
          <p:nvPr/>
        </p:nvSpPr>
        <p:spPr>
          <a:xfrm>
            <a:off x="9722875" y="2857005"/>
            <a:ext cx="203527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1" dirty="0">
                <a:solidFill>
                  <a:schemeClr val="bg1"/>
                </a:solidFill>
              </a:rPr>
              <a:t>Flame Sensor - IR module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CFC9C49-6CF7-7AF7-8648-381119602740}"/>
              </a:ext>
            </a:extLst>
          </p:cNvPr>
          <p:cNvSpPr txBox="1"/>
          <p:nvPr/>
        </p:nvSpPr>
        <p:spPr>
          <a:xfrm>
            <a:off x="533393" y="5514405"/>
            <a:ext cx="203527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1" dirty="0">
                <a:solidFill>
                  <a:schemeClr val="bg1"/>
                </a:solidFill>
              </a:rPr>
              <a:t>Ultrasonic Sensor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044995C-8DA2-9808-692F-E846A1C81612}"/>
              </a:ext>
            </a:extLst>
          </p:cNvPr>
          <p:cNvSpPr txBox="1"/>
          <p:nvPr/>
        </p:nvSpPr>
        <p:spPr>
          <a:xfrm>
            <a:off x="2831686" y="5514404"/>
            <a:ext cx="203527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1" dirty="0">
                <a:solidFill>
                  <a:schemeClr val="bg1"/>
                </a:solidFill>
              </a:rPr>
              <a:t>2-Channel Relay Module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E9789BD-4C1C-2D2D-E478-C4B82F82BD0B}"/>
              </a:ext>
            </a:extLst>
          </p:cNvPr>
          <p:cNvSpPr txBox="1"/>
          <p:nvPr/>
        </p:nvSpPr>
        <p:spPr>
          <a:xfrm>
            <a:off x="5127522" y="5538980"/>
            <a:ext cx="203527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1" dirty="0">
                <a:solidFill>
                  <a:schemeClr val="bg1"/>
                </a:solidFill>
              </a:rPr>
              <a:t>Buzzer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DB2529C-6F65-680C-0FE1-73FF2F53FC51}"/>
              </a:ext>
            </a:extLst>
          </p:cNvPr>
          <p:cNvSpPr txBox="1"/>
          <p:nvPr/>
        </p:nvSpPr>
        <p:spPr>
          <a:xfrm>
            <a:off x="7434413" y="5514404"/>
            <a:ext cx="203527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1" dirty="0">
                <a:solidFill>
                  <a:schemeClr val="bg1"/>
                </a:solidFill>
              </a:rPr>
              <a:t>LCD Display with I2C module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B2A9FD7-CAAD-83E4-92A6-B86FC8E1446B}"/>
              </a:ext>
            </a:extLst>
          </p:cNvPr>
          <p:cNvSpPr txBox="1"/>
          <p:nvPr/>
        </p:nvSpPr>
        <p:spPr>
          <a:xfrm>
            <a:off x="9713040" y="5507880"/>
            <a:ext cx="203527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1" dirty="0">
                <a:solidFill>
                  <a:schemeClr val="bg1"/>
                </a:solidFill>
              </a:rPr>
              <a:t>Breadboard &amp; Jumper Wires</a:t>
            </a:r>
            <a:endParaRPr lang="en-US" sz="1400" dirty="0">
              <a:solidFill>
                <a:schemeClr val="bg1"/>
              </a:solidFill>
            </a:endParaRP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851D44D3-F756-FDBE-0FB0-0AEB5A5AB83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22479" y="1252157"/>
            <a:ext cx="1657102" cy="1657102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3773D087-D87E-AF42-CDAC-14EC2304D4B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020773" y="1253628"/>
            <a:ext cx="1657102" cy="1657102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C472AB19-020E-516C-BFF9-D15DC9BB18B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326441" y="1249702"/>
            <a:ext cx="1657102" cy="1657102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C90C542F-2719-4578-EF51-660FC569D62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617357" y="1275812"/>
            <a:ext cx="1657102" cy="1657102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56951FDC-076D-B305-9AE2-50152978F4F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11962" y="1275812"/>
            <a:ext cx="1657102" cy="1657102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B2CA0012-AB92-206E-EE09-C391C99E3237}"/>
              </a:ext>
            </a:extLst>
          </p:cNvPr>
          <p:cNvSpPr txBox="1"/>
          <p:nvPr/>
        </p:nvSpPr>
        <p:spPr>
          <a:xfrm>
            <a:off x="5126290" y="2772154"/>
            <a:ext cx="2038965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1" dirty="0">
                <a:solidFill>
                  <a:schemeClr val="bg1"/>
                </a:solidFill>
              </a:rPr>
              <a:t>DHT11 Sensor – Temperature &amp; Humidity </a:t>
            </a:r>
            <a:endParaRPr lang="en-US" sz="1400" dirty="0">
              <a:solidFill>
                <a:schemeClr val="bg1"/>
              </a:solidFill>
            </a:endParaRPr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AD5E6ECD-1862-0AF0-5D55-01070B3C316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22477" y="3885758"/>
            <a:ext cx="1657102" cy="1657102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473A5F57-3594-731E-2301-A5E34CF576F7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007676" y="3856262"/>
            <a:ext cx="1657102" cy="1657102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691EAA20-E53F-E969-587E-ECF62C602A53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326441" y="3892204"/>
            <a:ext cx="1657102" cy="1657102"/>
          </a:xfrm>
          <a:prstGeom prst="rect">
            <a:avLst/>
          </a:prstGeom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B1903C18-E920-373C-8A14-6927C3CE5E6C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617356" y="4021608"/>
            <a:ext cx="1657102" cy="1370764"/>
          </a:xfrm>
          <a:prstGeom prst="rect">
            <a:avLst/>
          </a:prstGeom>
        </p:spPr>
      </p:pic>
      <p:pic>
        <p:nvPicPr>
          <p:cNvPr id="41" name="Picture 40">
            <a:extLst>
              <a:ext uri="{FF2B5EF4-FFF2-40B4-BE49-F238E27FC236}">
                <a16:creationId xmlns:a16="http://schemas.microsoft.com/office/drawing/2014/main" id="{4F492997-8C1C-189B-D4C3-9E2311004A76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889223" y="3885758"/>
            <a:ext cx="1657102" cy="16571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334192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250">
        <p159:morph option="byObject"/>
      </p:transition>
    </mc:Choice>
    <mc:Fallback xmlns="">
      <p:transition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F1E6DF-3A8E-7538-F4BB-AC21EDDEF5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B9F7B63C-5841-8281-7101-EC74FE3CD4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0978" y="139081"/>
            <a:ext cx="9484132" cy="969913"/>
          </a:xfrm>
        </p:spPr>
        <p:txBody>
          <a:bodyPr anchor="b">
            <a:normAutofit/>
          </a:bodyPr>
          <a:lstStyle/>
          <a:p>
            <a:r>
              <a:rPr lang="en-US" sz="5400" dirty="0"/>
              <a:t>Software Requirements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DB1BB482-700E-C46C-8773-013052880911}"/>
              </a:ext>
            </a:extLst>
          </p:cNvPr>
          <p:cNvSpPr/>
          <p:nvPr/>
        </p:nvSpPr>
        <p:spPr>
          <a:xfrm>
            <a:off x="1467456" y="1917292"/>
            <a:ext cx="2035277" cy="2861184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27B333B6-184C-46F2-1A38-2A6B4CFD6265}"/>
              </a:ext>
            </a:extLst>
          </p:cNvPr>
          <p:cNvSpPr/>
          <p:nvPr/>
        </p:nvSpPr>
        <p:spPr>
          <a:xfrm>
            <a:off x="3765750" y="1917292"/>
            <a:ext cx="2035276" cy="2861184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MQ2 Gas Sensor</a:t>
            </a:r>
            <a:endParaRPr lang="en-US" dirty="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7A47F80F-E37B-B4D8-EE79-37CF51EB08F5}"/>
              </a:ext>
            </a:extLst>
          </p:cNvPr>
          <p:cNvSpPr/>
          <p:nvPr/>
        </p:nvSpPr>
        <p:spPr>
          <a:xfrm>
            <a:off x="6064043" y="1917292"/>
            <a:ext cx="2035275" cy="2861184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C32DEBE-6BF0-B983-77B0-4F8936A1F8D4}"/>
              </a:ext>
            </a:extLst>
          </p:cNvPr>
          <p:cNvSpPr/>
          <p:nvPr/>
        </p:nvSpPr>
        <p:spPr>
          <a:xfrm>
            <a:off x="8362335" y="1917292"/>
            <a:ext cx="2035274" cy="2861184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FA800DA-37DE-7032-646A-03B950CAAAB1}"/>
              </a:ext>
            </a:extLst>
          </p:cNvPr>
          <p:cNvSpPr txBox="1"/>
          <p:nvPr/>
        </p:nvSpPr>
        <p:spPr>
          <a:xfrm>
            <a:off x="1467457" y="3813674"/>
            <a:ext cx="2035276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1400" b="1" dirty="0">
                <a:solidFill>
                  <a:schemeClr val="bg1"/>
                </a:solidFill>
                <a:highlight>
                  <a:srgbClr val="00FFFF"/>
                </a:highlight>
              </a:rPr>
              <a:t>Arduino IDE </a:t>
            </a:r>
            <a:r>
              <a:rPr lang="en-GB" sz="1400" b="1" dirty="0">
                <a:solidFill>
                  <a:schemeClr val="bg1"/>
                </a:solidFill>
              </a:rPr>
              <a:t>– Code development and uploading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B80F335-5AE5-F624-2074-1FA7469926F7}"/>
              </a:ext>
            </a:extLst>
          </p:cNvPr>
          <p:cNvSpPr txBox="1"/>
          <p:nvPr/>
        </p:nvSpPr>
        <p:spPr>
          <a:xfrm>
            <a:off x="3726421" y="3813668"/>
            <a:ext cx="2143437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1400" b="1" dirty="0">
                <a:solidFill>
                  <a:schemeClr val="bg1"/>
                </a:solidFill>
                <a:highlight>
                  <a:srgbClr val="00FFFF"/>
                </a:highlight>
              </a:rPr>
              <a:t>Blynk Application </a:t>
            </a:r>
            <a:r>
              <a:rPr lang="en-GB" sz="1400" b="1" dirty="0">
                <a:solidFill>
                  <a:schemeClr val="bg1"/>
                </a:solidFill>
              </a:rPr>
              <a:t>(Mobile) – IoT dashboard and control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7A54493-48DD-C8E5-DEAD-2E46FA60CFE9}"/>
              </a:ext>
            </a:extLst>
          </p:cNvPr>
          <p:cNvSpPr txBox="1"/>
          <p:nvPr/>
        </p:nvSpPr>
        <p:spPr>
          <a:xfrm>
            <a:off x="8362335" y="3819452"/>
            <a:ext cx="2035276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1" dirty="0">
                <a:solidFill>
                  <a:schemeClr val="bg1"/>
                </a:solidFill>
                <a:highlight>
                  <a:srgbClr val="00FFFF"/>
                </a:highlight>
              </a:rPr>
              <a:t>ESP8266 Board Package </a:t>
            </a:r>
            <a:r>
              <a:rPr lang="en-US" sz="1400" b="1" dirty="0">
                <a:solidFill>
                  <a:schemeClr val="bg1"/>
                </a:solidFill>
              </a:rPr>
              <a:t>– For NodeMCU in Arduino IDE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3E6F8AD-05C6-8109-BB6B-B5A236229EC1}"/>
              </a:ext>
            </a:extLst>
          </p:cNvPr>
          <p:cNvSpPr txBox="1"/>
          <p:nvPr/>
        </p:nvSpPr>
        <p:spPr>
          <a:xfrm>
            <a:off x="6064043" y="3814376"/>
            <a:ext cx="2035276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1400" b="1" dirty="0">
                <a:solidFill>
                  <a:schemeClr val="bg1"/>
                </a:solidFill>
                <a:highlight>
                  <a:srgbClr val="00FFFF"/>
                </a:highlight>
              </a:rPr>
              <a:t>Blynk Library </a:t>
            </a:r>
            <a:r>
              <a:rPr lang="en-GB" sz="1400" b="1" dirty="0">
                <a:solidFill>
                  <a:schemeClr val="bg1"/>
                </a:solidFill>
              </a:rPr>
              <a:t>– Integration with Arduino code</a:t>
            </a:r>
            <a:endParaRPr lang="en-US" sz="1400" dirty="0">
              <a:solidFill>
                <a:schemeClr val="bg1"/>
              </a:solidFill>
            </a:endParaRPr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3F036BFE-70BA-508D-EC45-3546CDA93D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2571" y="1979882"/>
            <a:ext cx="1585045" cy="15850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2">
            <a:extLst>
              <a:ext uri="{FF2B5EF4-FFF2-40B4-BE49-F238E27FC236}">
                <a16:creationId xmlns:a16="http://schemas.microsoft.com/office/drawing/2014/main" id="{D2547A28-B060-2E31-FE77-C7B1112260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4060724" y="2052269"/>
            <a:ext cx="1436530" cy="14365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2">
            <a:extLst>
              <a:ext uri="{FF2B5EF4-FFF2-40B4-BE49-F238E27FC236}">
                <a16:creationId xmlns:a16="http://schemas.microsoft.com/office/drawing/2014/main" id="{C9204607-98AF-54AF-735D-11A12897BF2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5888"/>
          <a:stretch/>
        </p:blipFill>
        <p:spPr bwMode="auto">
          <a:xfrm>
            <a:off x="6367816" y="2123768"/>
            <a:ext cx="1458661" cy="1237213"/>
          </a:xfrm>
          <a:prstGeom prst="rect">
            <a:avLst/>
          </a:prstGeom>
          <a:noFill/>
          <a:ln>
            <a:solidFill>
              <a:schemeClr val="accent1">
                <a:lumMod val="50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2">
            <a:extLst>
              <a:ext uri="{FF2B5EF4-FFF2-40B4-BE49-F238E27FC236}">
                <a16:creationId xmlns:a16="http://schemas.microsoft.com/office/drawing/2014/main" id="{F54894B6-5617-365D-02BD-F7747D18F0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8587449" y="2078294"/>
            <a:ext cx="1585045" cy="13882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5906074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250">
        <p159:morph option="byObject"/>
      </p:transition>
    </mc:Choice>
    <mc:Fallback xmlns="">
      <p:transition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E33307A0-67E0-7D55-2366-87C2618BB7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0978" y="72406"/>
            <a:ext cx="6067685" cy="969913"/>
          </a:xfrm>
        </p:spPr>
        <p:txBody>
          <a:bodyPr anchor="b">
            <a:normAutofit/>
          </a:bodyPr>
          <a:lstStyle/>
          <a:p>
            <a:r>
              <a:rPr lang="en-US" sz="5400" dirty="0"/>
              <a:t>System Architecture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2C674400-1DE1-875C-C7E0-2C5D33B594C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98323" y="1022555"/>
            <a:ext cx="11995354" cy="5835445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60C1546-E305-2637-D758-E69D0FEF4359}"/>
              </a:ext>
            </a:extLst>
          </p:cNvPr>
          <p:cNvCxnSpPr/>
          <p:nvPr/>
        </p:nvCxnSpPr>
        <p:spPr>
          <a:xfrm>
            <a:off x="5980672" y="1779639"/>
            <a:ext cx="0" cy="3972233"/>
          </a:xfrm>
          <a:prstGeom prst="line">
            <a:avLst/>
          </a:prstGeom>
          <a:ln w="571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BB6895D-F4E9-90D3-9D8E-F455D4426CD4}"/>
              </a:ext>
            </a:extLst>
          </p:cNvPr>
          <p:cNvCxnSpPr>
            <a:cxnSpLocks/>
          </p:cNvCxnSpPr>
          <p:nvPr/>
        </p:nvCxnSpPr>
        <p:spPr>
          <a:xfrm>
            <a:off x="5980672" y="1779639"/>
            <a:ext cx="4168877" cy="0"/>
          </a:xfrm>
          <a:prstGeom prst="line">
            <a:avLst/>
          </a:prstGeom>
          <a:ln w="571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C988E531-E53B-2772-1E51-D807575047AF}"/>
              </a:ext>
            </a:extLst>
          </p:cNvPr>
          <p:cNvCxnSpPr>
            <a:cxnSpLocks/>
          </p:cNvCxnSpPr>
          <p:nvPr/>
        </p:nvCxnSpPr>
        <p:spPr>
          <a:xfrm>
            <a:off x="5980672" y="5751872"/>
            <a:ext cx="4168877" cy="0"/>
          </a:xfrm>
          <a:prstGeom prst="line">
            <a:avLst/>
          </a:prstGeom>
          <a:ln w="571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DCD18602-9286-2C3E-19FE-EA208FFFFF1A}"/>
              </a:ext>
            </a:extLst>
          </p:cNvPr>
          <p:cNvCxnSpPr>
            <a:cxnSpLocks/>
          </p:cNvCxnSpPr>
          <p:nvPr/>
        </p:nvCxnSpPr>
        <p:spPr>
          <a:xfrm>
            <a:off x="10149549" y="1779639"/>
            <a:ext cx="0" cy="2782529"/>
          </a:xfrm>
          <a:prstGeom prst="line">
            <a:avLst/>
          </a:prstGeom>
          <a:ln w="571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19DC51D7-02D6-2D03-5EF9-43571E16A9AB}"/>
              </a:ext>
            </a:extLst>
          </p:cNvPr>
          <p:cNvCxnSpPr>
            <a:cxnSpLocks/>
          </p:cNvCxnSpPr>
          <p:nvPr/>
        </p:nvCxnSpPr>
        <p:spPr>
          <a:xfrm>
            <a:off x="4427175" y="1779639"/>
            <a:ext cx="1553497" cy="0"/>
          </a:xfrm>
          <a:prstGeom prst="line">
            <a:avLst/>
          </a:prstGeom>
          <a:ln w="571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7E6627F8-B525-B0B4-86A7-017BE5AB1A41}"/>
              </a:ext>
            </a:extLst>
          </p:cNvPr>
          <p:cNvCxnSpPr>
            <a:cxnSpLocks/>
          </p:cNvCxnSpPr>
          <p:nvPr/>
        </p:nvCxnSpPr>
        <p:spPr>
          <a:xfrm>
            <a:off x="4427175" y="1779639"/>
            <a:ext cx="0" cy="1278193"/>
          </a:xfrm>
          <a:prstGeom prst="line">
            <a:avLst/>
          </a:prstGeom>
          <a:ln w="571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10C517F8-BAA9-0254-8699-5A076932972C}"/>
              </a:ext>
            </a:extLst>
          </p:cNvPr>
          <p:cNvCxnSpPr>
            <a:cxnSpLocks/>
          </p:cNvCxnSpPr>
          <p:nvPr/>
        </p:nvCxnSpPr>
        <p:spPr>
          <a:xfrm>
            <a:off x="4427175" y="3057832"/>
            <a:ext cx="1553497" cy="0"/>
          </a:xfrm>
          <a:prstGeom prst="line">
            <a:avLst/>
          </a:prstGeom>
          <a:ln w="571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4" name="Oval 23">
            <a:extLst>
              <a:ext uri="{FF2B5EF4-FFF2-40B4-BE49-F238E27FC236}">
                <a16:creationId xmlns:a16="http://schemas.microsoft.com/office/drawing/2014/main" id="{EC7D17D0-01CC-E49C-3844-AB071718D5A6}"/>
              </a:ext>
            </a:extLst>
          </p:cNvPr>
          <p:cNvSpPr/>
          <p:nvPr/>
        </p:nvSpPr>
        <p:spPr>
          <a:xfrm>
            <a:off x="4643480" y="1868129"/>
            <a:ext cx="1071714" cy="106186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A7866D62-E047-DBDE-DF64-F20088BB2B5F}"/>
              </a:ext>
            </a:extLst>
          </p:cNvPr>
          <p:cNvCxnSpPr>
            <a:cxnSpLocks/>
          </p:cNvCxnSpPr>
          <p:nvPr/>
        </p:nvCxnSpPr>
        <p:spPr>
          <a:xfrm>
            <a:off x="9852125" y="4581833"/>
            <a:ext cx="594847" cy="0"/>
          </a:xfrm>
          <a:prstGeom prst="line">
            <a:avLst/>
          </a:prstGeom>
          <a:ln w="571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6236CC4B-CA49-0B30-B1F6-C28C77D6C867}"/>
              </a:ext>
            </a:extLst>
          </p:cNvPr>
          <p:cNvCxnSpPr>
            <a:cxnSpLocks/>
          </p:cNvCxnSpPr>
          <p:nvPr/>
        </p:nvCxnSpPr>
        <p:spPr>
          <a:xfrm flipV="1">
            <a:off x="10149548" y="5515897"/>
            <a:ext cx="0" cy="235975"/>
          </a:xfrm>
          <a:prstGeom prst="line">
            <a:avLst/>
          </a:prstGeom>
          <a:ln w="571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7BBA2E95-7AD6-21D2-6157-DD217D297FF9}"/>
              </a:ext>
            </a:extLst>
          </p:cNvPr>
          <p:cNvCxnSpPr>
            <a:cxnSpLocks/>
          </p:cNvCxnSpPr>
          <p:nvPr/>
        </p:nvCxnSpPr>
        <p:spPr>
          <a:xfrm>
            <a:off x="9852125" y="5481485"/>
            <a:ext cx="594847" cy="0"/>
          </a:xfrm>
          <a:prstGeom prst="line">
            <a:avLst/>
          </a:prstGeom>
          <a:ln w="571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31" name="Picture 30">
            <a:extLst>
              <a:ext uri="{FF2B5EF4-FFF2-40B4-BE49-F238E27FC236}">
                <a16:creationId xmlns:a16="http://schemas.microsoft.com/office/drawing/2014/main" id="{27280421-6384-6768-5C24-A2425096438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6266" t="27115" r="35411" b="9820"/>
          <a:stretch/>
        </p:blipFill>
        <p:spPr>
          <a:xfrm>
            <a:off x="3963675" y="3352801"/>
            <a:ext cx="1553497" cy="3116823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E2C7A36B-4C23-AF10-A4A3-475761A7351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2301" r="22130"/>
          <a:stretch/>
        </p:blipFill>
        <p:spPr>
          <a:xfrm>
            <a:off x="4823999" y="3672968"/>
            <a:ext cx="594843" cy="1070442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04F5518E-4B71-D51C-0320-737B4B3D18E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6344" b="7893"/>
          <a:stretch/>
        </p:blipFill>
        <p:spPr>
          <a:xfrm>
            <a:off x="9896812" y="4993159"/>
            <a:ext cx="529152" cy="453818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90A63D06-EF88-93CA-B7A8-1E130BA0CCFD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21093" t="29076" r="20978" b="28077"/>
          <a:stretch/>
        </p:blipFill>
        <p:spPr>
          <a:xfrm>
            <a:off x="6016753" y="5226725"/>
            <a:ext cx="818095" cy="453818"/>
          </a:xfrm>
          <a:prstGeom prst="rect">
            <a:avLst/>
          </a:prstGeom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8A0FA687-5CFF-9C66-503D-60CD1FBA9FAE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33360" t="8669" r="32665" b="6383"/>
          <a:stretch/>
        </p:blipFill>
        <p:spPr>
          <a:xfrm rot="10800000">
            <a:off x="7616908" y="1794976"/>
            <a:ext cx="410770" cy="627301"/>
          </a:xfrm>
          <a:prstGeom prst="rect">
            <a:avLst/>
          </a:prstGeom>
        </p:spPr>
      </p:pic>
      <p:pic>
        <p:nvPicPr>
          <p:cNvPr id="42" name="Picture 41">
            <a:extLst>
              <a:ext uri="{FF2B5EF4-FFF2-40B4-BE49-F238E27FC236}">
                <a16:creationId xmlns:a16="http://schemas.microsoft.com/office/drawing/2014/main" id="{48C9D03E-4943-38D8-92DB-089378D5087B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5952" t="36276" r="6406" b="35509"/>
          <a:stretch/>
        </p:blipFill>
        <p:spPr>
          <a:xfrm>
            <a:off x="9103963" y="1942342"/>
            <a:ext cx="1014651" cy="326653"/>
          </a:xfrm>
          <a:prstGeom prst="rect">
            <a:avLst/>
          </a:prstGeom>
        </p:spPr>
      </p:pic>
      <p:pic>
        <p:nvPicPr>
          <p:cNvPr id="43" name="Picture 42">
            <a:extLst>
              <a:ext uri="{FF2B5EF4-FFF2-40B4-BE49-F238E27FC236}">
                <a16:creationId xmlns:a16="http://schemas.microsoft.com/office/drawing/2014/main" id="{2850CA5D-B07A-F55A-F7E3-837FE3847551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t="24864" b="26043"/>
          <a:stretch/>
        </p:blipFill>
        <p:spPr>
          <a:xfrm>
            <a:off x="4858556" y="2268995"/>
            <a:ext cx="607178" cy="298083"/>
          </a:xfrm>
          <a:prstGeom prst="rect">
            <a:avLst/>
          </a:prstGeom>
        </p:spPr>
      </p:pic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6124F54D-DE02-912D-F7B2-EFEE40547B58}"/>
              </a:ext>
            </a:extLst>
          </p:cNvPr>
          <p:cNvCxnSpPr>
            <a:cxnSpLocks/>
          </p:cNvCxnSpPr>
          <p:nvPr/>
        </p:nvCxnSpPr>
        <p:spPr>
          <a:xfrm>
            <a:off x="5157619" y="1800228"/>
            <a:ext cx="0" cy="471883"/>
          </a:xfrm>
          <a:prstGeom prst="line">
            <a:avLst/>
          </a:prstGeom>
          <a:ln w="571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47" name="Picture 46">
            <a:extLst>
              <a:ext uri="{FF2B5EF4-FFF2-40B4-BE49-F238E27FC236}">
                <a16:creationId xmlns:a16="http://schemas.microsoft.com/office/drawing/2014/main" id="{9CF5899F-946B-6794-B6B4-CDE0EBF3ED34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l="25991" t="25995" r="20890" b="33967"/>
          <a:stretch/>
        </p:blipFill>
        <p:spPr>
          <a:xfrm rot="10800000">
            <a:off x="4796567" y="5742728"/>
            <a:ext cx="689680" cy="510486"/>
          </a:xfrm>
          <a:prstGeom prst="rect">
            <a:avLst/>
          </a:prstGeom>
        </p:spPr>
      </p:pic>
      <p:pic>
        <p:nvPicPr>
          <p:cNvPr id="48" name="Picture 47">
            <a:extLst>
              <a:ext uri="{FF2B5EF4-FFF2-40B4-BE49-F238E27FC236}">
                <a16:creationId xmlns:a16="http://schemas.microsoft.com/office/drawing/2014/main" id="{FD18367C-0E3E-CE90-D4C0-6F343CC1665B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 l="29208" t="12460" r="30206" b="20895"/>
          <a:stretch/>
        </p:blipFill>
        <p:spPr>
          <a:xfrm>
            <a:off x="7951760" y="5241545"/>
            <a:ext cx="410773" cy="473114"/>
          </a:xfrm>
          <a:prstGeom prst="rect">
            <a:avLst/>
          </a:prstGeom>
        </p:spPr>
      </p:pic>
      <p:pic>
        <p:nvPicPr>
          <p:cNvPr id="49" name="Picture 48">
            <a:extLst>
              <a:ext uri="{FF2B5EF4-FFF2-40B4-BE49-F238E27FC236}">
                <a16:creationId xmlns:a16="http://schemas.microsoft.com/office/drawing/2014/main" id="{84AB1BFF-5AE8-9178-CD20-5DF704024CCD}"/>
              </a:ext>
            </a:extLst>
          </p:cNvPr>
          <p:cNvPicPr>
            <a:picLocks noChangeAspect="1"/>
          </p:cNvPicPr>
          <p:nvPr/>
        </p:nvPicPr>
        <p:blipFill>
          <a:blip r:embed="rId11"/>
          <a:srcRect l="7133" t="30134" r="8089" b="29534"/>
          <a:stretch/>
        </p:blipFill>
        <p:spPr>
          <a:xfrm rot="5400000">
            <a:off x="3771566" y="4552830"/>
            <a:ext cx="1253976" cy="596568"/>
          </a:xfrm>
          <a:prstGeom prst="rect">
            <a:avLst/>
          </a:prstGeom>
        </p:spPr>
      </p:pic>
      <p:cxnSp>
        <p:nvCxnSpPr>
          <p:cNvPr id="56" name="Straight Connector 50">
            <a:extLst>
              <a:ext uri="{FF2B5EF4-FFF2-40B4-BE49-F238E27FC236}">
                <a16:creationId xmlns:a16="http://schemas.microsoft.com/office/drawing/2014/main" id="{B6416DF4-3F9B-F889-9FAD-654B6B3A7F84}"/>
              </a:ext>
            </a:extLst>
          </p:cNvPr>
          <p:cNvCxnSpPr>
            <a:cxnSpLocks/>
            <a:stCxn id="42" idx="3"/>
          </p:cNvCxnSpPr>
          <p:nvPr/>
        </p:nvCxnSpPr>
        <p:spPr>
          <a:xfrm>
            <a:off x="10118614" y="2105669"/>
            <a:ext cx="241538" cy="0"/>
          </a:xfrm>
          <a:prstGeom prst="straightConnector1">
            <a:avLst/>
          </a:prstGeom>
          <a:ln w="28575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Straight Connector 50">
            <a:extLst>
              <a:ext uri="{FF2B5EF4-FFF2-40B4-BE49-F238E27FC236}">
                <a16:creationId xmlns:a16="http://schemas.microsoft.com/office/drawing/2014/main" id="{AE6C3019-FC13-E69E-1A25-1AADA46AF8C6}"/>
              </a:ext>
            </a:extLst>
          </p:cNvPr>
          <p:cNvCxnSpPr>
            <a:cxnSpLocks/>
          </p:cNvCxnSpPr>
          <p:nvPr/>
        </p:nvCxnSpPr>
        <p:spPr>
          <a:xfrm flipV="1">
            <a:off x="10633762" y="1517904"/>
            <a:ext cx="0" cy="350225"/>
          </a:xfrm>
          <a:prstGeom prst="straightConnector1">
            <a:avLst/>
          </a:prstGeom>
          <a:ln w="28575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Straight Connector 50">
            <a:extLst>
              <a:ext uri="{FF2B5EF4-FFF2-40B4-BE49-F238E27FC236}">
                <a16:creationId xmlns:a16="http://schemas.microsoft.com/office/drawing/2014/main" id="{D990231A-0056-2437-921D-3683346F488A}"/>
              </a:ext>
            </a:extLst>
          </p:cNvPr>
          <p:cNvCxnSpPr>
            <a:cxnSpLocks/>
          </p:cNvCxnSpPr>
          <p:nvPr/>
        </p:nvCxnSpPr>
        <p:spPr>
          <a:xfrm>
            <a:off x="4069080" y="1289304"/>
            <a:ext cx="6363514" cy="0"/>
          </a:xfrm>
          <a:prstGeom prst="straightConnector1">
            <a:avLst/>
          </a:prstGeom>
          <a:ln w="28575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Straight Connector 50">
            <a:extLst>
              <a:ext uri="{FF2B5EF4-FFF2-40B4-BE49-F238E27FC236}">
                <a16:creationId xmlns:a16="http://schemas.microsoft.com/office/drawing/2014/main" id="{4FE887FF-C9E9-1A09-4948-06FEEA05BF11}"/>
              </a:ext>
            </a:extLst>
          </p:cNvPr>
          <p:cNvCxnSpPr>
            <a:cxnSpLocks/>
          </p:cNvCxnSpPr>
          <p:nvPr/>
        </p:nvCxnSpPr>
        <p:spPr>
          <a:xfrm flipV="1">
            <a:off x="10360152" y="1868129"/>
            <a:ext cx="273610" cy="237539"/>
          </a:xfrm>
          <a:prstGeom prst="straightConnector1">
            <a:avLst/>
          </a:prstGeom>
          <a:ln w="28575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Straight Connector 50">
            <a:extLst>
              <a:ext uri="{FF2B5EF4-FFF2-40B4-BE49-F238E27FC236}">
                <a16:creationId xmlns:a16="http://schemas.microsoft.com/office/drawing/2014/main" id="{F8D34596-8265-C6D2-D870-98EBDACE9831}"/>
              </a:ext>
            </a:extLst>
          </p:cNvPr>
          <p:cNvCxnSpPr>
            <a:cxnSpLocks/>
          </p:cNvCxnSpPr>
          <p:nvPr/>
        </p:nvCxnSpPr>
        <p:spPr>
          <a:xfrm>
            <a:off x="10425964" y="1289304"/>
            <a:ext cx="207798" cy="228600"/>
          </a:xfrm>
          <a:prstGeom prst="straightConnector1">
            <a:avLst/>
          </a:prstGeom>
          <a:ln w="28575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Straight Connector 50">
            <a:extLst>
              <a:ext uri="{FF2B5EF4-FFF2-40B4-BE49-F238E27FC236}">
                <a16:creationId xmlns:a16="http://schemas.microsoft.com/office/drawing/2014/main" id="{50A2D972-59F4-ABBB-2B89-24530AF0D607}"/>
              </a:ext>
            </a:extLst>
          </p:cNvPr>
          <p:cNvCxnSpPr>
            <a:cxnSpLocks/>
          </p:cNvCxnSpPr>
          <p:nvPr/>
        </p:nvCxnSpPr>
        <p:spPr>
          <a:xfrm>
            <a:off x="3689592" y="1583647"/>
            <a:ext cx="0" cy="2089321"/>
          </a:xfrm>
          <a:prstGeom prst="straightConnector1">
            <a:avLst/>
          </a:prstGeom>
          <a:ln w="28575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Straight Connector 50">
            <a:extLst>
              <a:ext uri="{FF2B5EF4-FFF2-40B4-BE49-F238E27FC236}">
                <a16:creationId xmlns:a16="http://schemas.microsoft.com/office/drawing/2014/main" id="{3C8076F1-11A6-766B-3168-E54510E859E8}"/>
              </a:ext>
            </a:extLst>
          </p:cNvPr>
          <p:cNvCxnSpPr>
            <a:cxnSpLocks/>
          </p:cNvCxnSpPr>
          <p:nvPr/>
        </p:nvCxnSpPr>
        <p:spPr>
          <a:xfrm flipV="1">
            <a:off x="3689591" y="1289304"/>
            <a:ext cx="379488" cy="294343"/>
          </a:xfrm>
          <a:prstGeom prst="straightConnector1">
            <a:avLst/>
          </a:prstGeom>
          <a:ln w="28575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Straight Connector 50">
            <a:extLst>
              <a:ext uri="{FF2B5EF4-FFF2-40B4-BE49-F238E27FC236}">
                <a16:creationId xmlns:a16="http://schemas.microsoft.com/office/drawing/2014/main" id="{93B8595E-9234-A4BD-9A61-FD09805B2512}"/>
              </a:ext>
            </a:extLst>
          </p:cNvPr>
          <p:cNvCxnSpPr>
            <a:cxnSpLocks/>
          </p:cNvCxnSpPr>
          <p:nvPr/>
        </p:nvCxnSpPr>
        <p:spPr>
          <a:xfrm>
            <a:off x="3688436" y="3658885"/>
            <a:ext cx="321149" cy="228600"/>
          </a:xfrm>
          <a:prstGeom prst="straightConnector1">
            <a:avLst/>
          </a:prstGeom>
          <a:ln w="28575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Straight Connector 50">
            <a:extLst>
              <a:ext uri="{FF2B5EF4-FFF2-40B4-BE49-F238E27FC236}">
                <a16:creationId xmlns:a16="http://schemas.microsoft.com/office/drawing/2014/main" id="{616B0C09-604C-3F1E-1299-21437E2ED90A}"/>
              </a:ext>
            </a:extLst>
          </p:cNvPr>
          <p:cNvCxnSpPr>
            <a:cxnSpLocks/>
          </p:cNvCxnSpPr>
          <p:nvPr/>
        </p:nvCxnSpPr>
        <p:spPr>
          <a:xfrm flipV="1">
            <a:off x="4173422" y="1517904"/>
            <a:ext cx="3419409" cy="6096"/>
          </a:xfrm>
          <a:prstGeom prst="straightConnector1">
            <a:avLst/>
          </a:prstGeom>
          <a:ln w="28575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Straight Connector 50">
            <a:extLst>
              <a:ext uri="{FF2B5EF4-FFF2-40B4-BE49-F238E27FC236}">
                <a16:creationId xmlns:a16="http://schemas.microsoft.com/office/drawing/2014/main" id="{6CB6888C-D577-1AEE-7930-BB36F6C13711}"/>
              </a:ext>
            </a:extLst>
          </p:cNvPr>
          <p:cNvCxnSpPr>
            <a:cxnSpLocks/>
          </p:cNvCxnSpPr>
          <p:nvPr/>
        </p:nvCxnSpPr>
        <p:spPr>
          <a:xfrm>
            <a:off x="7592831" y="1505751"/>
            <a:ext cx="207798" cy="228600"/>
          </a:xfrm>
          <a:prstGeom prst="straightConnector1">
            <a:avLst/>
          </a:prstGeom>
          <a:ln w="28575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Straight Connector 50">
            <a:extLst>
              <a:ext uri="{FF2B5EF4-FFF2-40B4-BE49-F238E27FC236}">
                <a16:creationId xmlns:a16="http://schemas.microsoft.com/office/drawing/2014/main" id="{44C3A101-13F4-7C2B-2958-5EF3CB0B9EE5}"/>
              </a:ext>
            </a:extLst>
          </p:cNvPr>
          <p:cNvCxnSpPr>
            <a:cxnSpLocks/>
          </p:cNvCxnSpPr>
          <p:nvPr/>
        </p:nvCxnSpPr>
        <p:spPr>
          <a:xfrm flipV="1">
            <a:off x="3962820" y="1514856"/>
            <a:ext cx="240371" cy="178160"/>
          </a:xfrm>
          <a:prstGeom prst="straightConnector1">
            <a:avLst/>
          </a:prstGeom>
          <a:ln w="28575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Straight Connector 50">
            <a:extLst>
              <a:ext uri="{FF2B5EF4-FFF2-40B4-BE49-F238E27FC236}">
                <a16:creationId xmlns:a16="http://schemas.microsoft.com/office/drawing/2014/main" id="{F81B8DC7-BA0D-B56E-AC1A-70451B768AF2}"/>
              </a:ext>
            </a:extLst>
          </p:cNvPr>
          <p:cNvCxnSpPr>
            <a:cxnSpLocks/>
          </p:cNvCxnSpPr>
          <p:nvPr/>
        </p:nvCxnSpPr>
        <p:spPr>
          <a:xfrm>
            <a:off x="3962820" y="1676434"/>
            <a:ext cx="0" cy="1597118"/>
          </a:xfrm>
          <a:prstGeom prst="straightConnector1">
            <a:avLst/>
          </a:prstGeom>
          <a:ln w="28575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Straight Connector 50">
            <a:extLst>
              <a:ext uri="{FF2B5EF4-FFF2-40B4-BE49-F238E27FC236}">
                <a16:creationId xmlns:a16="http://schemas.microsoft.com/office/drawing/2014/main" id="{522BB1E2-FD6E-F022-951E-D78EF972F2F2}"/>
              </a:ext>
            </a:extLst>
          </p:cNvPr>
          <p:cNvCxnSpPr>
            <a:cxnSpLocks/>
          </p:cNvCxnSpPr>
          <p:nvPr/>
        </p:nvCxnSpPr>
        <p:spPr>
          <a:xfrm>
            <a:off x="3952548" y="3243432"/>
            <a:ext cx="345736" cy="246437"/>
          </a:xfrm>
          <a:prstGeom prst="straightConnector1">
            <a:avLst/>
          </a:prstGeom>
          <a:ln w="28575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Straight Connector 50">
            <a:extLst>
              <a:ext uri="{FF2B5EF4-FFF2-40B4-BE49-F238E27FC236}">
                <a16:creationId xmlns:a16="http://schemas.microsoft.com/office/drawing/2014/main" id="{0A469FF4-5ED7-2EF9-A4AC-9BA77AA800F7}"/>
              </a:ext>
            </a:extLst>
          </p:cNvPr>
          <p:cNvCxnSpPr>
            <a:cxnSpLocks/>
          </p:cNvCxnSpPr>
          <p:nvPr/>
        </p:nvCxnSpPr>
        <p:spPr>
          <a:xfrm>
            <a:off x="4517136" y="6544056"/>
            <a:ext cx="5495544" cy="0"/>
          </a:xfrm>
          <a:prstGeom prst="straightConnector1">
            <a:avLst/>
          </a:prstGeom>
          <a:ln w="28575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Straight Connector 50">
            <a:extLst>
              <a:ext uri="{FF2B5EF4-FFF2-40B4-BE49-F238E27FC236}">
                <a16:creationId xmlns:a16="http://schemas.microsoft.com/office/drawing/2014/main" id="{85C5C126-7681-0907-A2F5-DBF9164F73D2}"/>
              </a:ext>
            </a:extLst>
          </p:cNvPr>
          <p:cNvCxnSpPr>
            <a:cxnSpLocks/>
          </p:cNvCxnSpPr>
          <p:nvPr/>
        </p:nvCxnSpPr>
        <p:spPr>
          <a:xfrm flipH="1">
            <a:off x="10012680" y="6266494"/>
            <a:ext cx="230703" cy="290841"/>
          </a:xfrm>
          <a:prstGeom prst="straightConnector1">
            <a:avLst/>
          </a:prstGeom>
          <a:ln w="28575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Straight Connector 50">
            <a:extLst>
              <a:ext uri="{FF2B5EF4-FFF2-40B4-BE49-F238E27FC236}">
                <a16:creationId xmlns:a16="http://schemas.microsoft.com/office/drawing/2014/main" id="{111B5628-C215-AF9C-FB59-2416EBB77990}"/>
              </a:ext>
            </a:extLst>
          </p:cNvPr>
          <p:cNvCxnSpPr>
            <a:cxnSpLocks/>
          </p:cNvCxnSpPr>
          <p:nvPr/>
        </p:nvCxnSpPr>
        <p:spPr>
          <a:xfrm>
            <a:off x="10244800" y="5446977"/>
            <a:ext cx="0" cy="814606"/>
          </a:xfrm>
          <a:prstGeom prst="straightConnector1">
            <a:avLst/>
          </a:prstGeom>
          <a:ln w="28575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Straight Connector 50">
            <a:extLst>
              <a:ext uri="{FF2B5EF4-FFF2-40B4-BE49-F238E27FC236}">
                <a16:creationId xmlns:a16="http://schemas.microsoft.com/office/drawing/2014/main" id="{7989BA6F-E895-5306-3A97-76B4F36A6BA3}"/>
              </a:ext>
            </a:extLst>
          </p:cNvPr>
          <p:cNvCxnSpPr>
            <a:cxnSpLocks/>
          </p:cNvCxnSpPr>
          <p:nvPr/>
        </p:nvCxnSpPr>
        <p:spPr>
          <a:xfrm flipH="1" flipV="1">
            <a:off x="4306824" y="6270285"/>
            <a:ext cx="226703" cy="264394"/>
          </a:xfrm>
          <a:prstGeom prst="straightConnector1">
            <a:avLst/>
          </a:prstGeom>
          <a:ln w="28575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" name="Straight Connector 50">
            <a:extLst>
              <a:ext uri="{FF2B5EF4-FFF2-40B4-BE49-F238E27FC236}">
                <a16:creationId xmlns:a16="http://schemas.microsoft.com/office/drawing/2014/main" id="{158B6C7D-D9A1-1742-9BBD-56B070138E88}"/>
              </a:ext>
            </a:extLst>
          </p:cNvPr>
          <p:cNvCxnSpPr>
            <a:cxnSpLocks/>
          </p:cNvCxnSpPr>
          <p:nvPr/>
        </p:nvCxnSpPr>
        <p:spPr>
          <a:xfrm>
            <a:off x="5480596" y="6071189"/>
            <a:ext cx="2451947" cy="0"/>
          </a:xfrm>
          <a:prstGeom prst="straightConnector1">
            <a:avLst/>
          </a:prstGeom>
          <a:ln w="28575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" name="Straight Connector 50">
            <a:extLst>
              <a:ext uri="{FF2B5EF4-FFF2-40B4-BE49-F238E27FC236}">
                <a16:creationId xmlns:a16="http://schemas.microsoft.com/office/drawing/2014/main" id="{2EF159EF-6C34-920F-B5A2-5DACA3BE4E4A}"/>
              </a:ext>
            </a:extLst>
          </p:cNvPr>
          <p:cNvCxnSpPr>
            <a:cxnSpLocks/>
          </p:cNvCxnSpPr>
          <p:nvPr/>
        </p:nvCxnSpPr>
        <p:spPr>
          <a:xfrm>
            <a:off x="5454385" y="5478102"/>
            <a:ext cx="526287" cy="0"/>
          </a:xfrm>
          <a:prstGeom prst="straightConnector1">
            <a:avLst/>
          </a:prstGeom>
          <a:ln w="28575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" name="Straight Connector 50">
            <a:extLst>
              <a:ext uri="{FF2B5EF4-FFF2-40B4-BE49-F238E27FC236}">
                <a16:creationId xmlns:a16="http://schemas.microsoft.com/office/drawing/2014/main" id="{041E55C9-2457-79C8-477B-3CE2B9A28775}"/>
              </a:ext>
            </a:extLst>
          </p:cNvPr>
          <p:cNvCxnSpPr>
            <a:cxnSpLocks/>
          </p:cNvCxnSpPr>
          <p:nvPr/>
        </p:nvCxnSpPr>
        <p:spPr>
          <a:xfrm flipH="1">
            <a:off x="7932543" y="5780348"/>
            <a:ext cx="230703" cy="290841"/>
          </a:xfrm>
          <a:prstGeom prst="straightConnector1">
            <a:avLst/>
          </a:prstGeom>
          <a:ln w="28575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" name="Straight Connector 50">
            <a:extLst>
              <a:ext uri="{FF2B5EF4-FFF2-40B4-BE49-F238E27FC236}">
                <a16:creationId xmlns:a16="http://schemas.microsoft.com/office/drawing/2014/main" id="{B9F3FCEC-4138-49C5-55BB-541B6FDC914F}"/>
              </a:ext>
            </a:extLst>
          </p:cNvPr>
          <p:cNvCxnSpPr>
            <a:cxnSpLocks/>
            <a:stCxn id="43" idx="2"/>
          </p:cNvCxnSpPr>
          <p:nvPr/>
        </p:nvCxnSpPr>
        <p:spPr>
          <a:xfrm flipH="1">
            <a:off x="5157619" y="2567078"/>
            <a:ext cx="4526" cy="922791"/>
          </a:xfrm>
          <a:prstGeom prst="straightConnector1">
            <a:avLst/>
          </a:prstGeom>
          <a:ln w="28575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146" name="Picture 2" descr="Mobile Svg Vectors - Download Free High-Quality Vectors from ...">
            <a:extLst>
              <a:ext uri="{FF2B5EF4-FFF2-40B4-BE49-F238E27FC236}">
                <a16:creationId xmlns:a16="http://schemas.microsoft.com/office/drawing/2014/main" id="{58DE76A0-7D08-FB84-C347-57738C019DB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427" t="5687" r="27020" b="12956"/>
          <a:stretch/>
        </p:blipFill>
        <p:spPr bwMode="auto">
          <a:xfrm>
            <a:off x="698911" y="3508704"/>
            <a:ext cx="1342145" cy="23455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7" name="Picture 146">
            <a:extLst>
              <a:ext uri="{FF2B5EF4-FFF2-40B4-BE49-F238E27FC236}">
                <a16:creationId xmlns:a16="http://schemas.microsoft.com/office/drawing/2014/main" id="{7DE4CB3B-42B4-88D1-9FEE-01A91AC9D31F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53518" y="4159388"/>
            <a:ext cx="1044208" cy="1044208"/>
          </a:xfrm>
          <a:prstGeom prst="rect">
            <a:avLst/>
          </a:prstGeom>
          <a:ln>
            <a:noFill/>
          </a:ln>
          <a:effectLst>
            <a:glow rad="101600">
              <a:schemeClr val="accent3">
                <a:alpha val="40000"/>
              </a:schemeClr>
            </a:glow>
            <a:softEdge rad="63500"/>
          </a:effectLst>
        </p:spPr>
      </p:pic>
      <p:sp>
        <p:nvSpPr>
          <p:cNvPr id="148" name="Arrow: Down 147">
            <a:extLst>
              <a:ext uri="{FF2B5EF4-FFF2-40B4-BE49-F238E27FC236}">
                <a16:creationId xmlns:a16="http://schemas.microsoft.com/office/drawing/2014/main" id="{B65804AD-1F51-396A-DBE9-E8FF5274BEA2}"/>
              </a:ext>
            </a:extLst>
          </p:cNvPr>
          <p:cNvSpPr/>
          <p:nvPr/>
        </p:nvSpPr>
        <p:spPr>
          <a:xfrm rot="16200000">
            <a:off x="2698673" y="3889591"/>
            <a:ext cx="384322" cy="1095389"/>
          </a:xfrm>
          <a:prstGeom prst="downArrow">
            <a:avLst/>
          </a:prstGeom>
          <a:blipFill>
            <a:blip r:embed="rId14"/>
            <a:tile tx="0" ty="0" sx="100000" sy="100000" flip="none" algn="tl"/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9" name="Arrow: Down 148">
            <a:extLst>
              <a:ext uri="{FF2B5EF4-FFF2-40B4-BE49-F238E27FC236}">
                <a16:creationId xmlns:a16="http://schemas.microsoft.com/office/drawing/2014/main" id="{3F9C7457-FAB0-DEE4-C0FF-81BAFC1149AF}"/>
              </a:ext>
            </a:extLst>
          </p:cNvPr>
          <p:cNvSpPr/>
          <p:nvPr/>
        </p:nvSpPr>
        <p:spPr>
          <a:xfrm rot="5400000">
            <a:off x="2658698" y="4244086"/>
            <a:ext cx="384322" cy="1095389"/>
          </a:xfrm>
          <a:prstGeom prst="downArrow">
            <a:avLst/>
          </a:prstGeom>
          <a:blipFill>
            <a:blip r:embed="rId14"/>
            <a:tile tx="0" ty="0" sx="100000" sy="100000" flip="none" algn="tl"/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50" name="Picture 149">
            <a:extLst>
              <a:ext uri="{FF2B5EF4-FFF2-40B4-BE49-F238E27FC236}">
                <a16:creationId xmlns:a16="http://schemas.microsoft.com/office/drawing/2014/main" id="{4481CD58-DAE1-B082-E2E3-C8AC2B8BE174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173536" y="3057832"/>
            <a:ext cx="450872" cy="450872"/>
          </a:xfrm>
          <a:prstGeom prst="rect">
            <a:avLst/>
          </a:prstGeom>
        </p:spPr>
      </p:pic>
      <p:sp>
        <p:nvSpPr>
          <p:cNvPr id="151" name="Rectangle: Rounded Corners 150">
            <a:extLst>
              <a:ext uri="{FF2B5EF4-FFF2-40B4-BE49-F238E27FC236}">
                <a16:creationId xmlns:a16="http://schemas.microsoft.com/office/drawing/2014/main" id="{063A70EE-70C1-DFD3-0B79-CD3B2B541ED2}"/>
              </a:ext>
            </a:extLst>
          </p:cNvPr>
          <p:cNvSpPr/>
          <p:nvPr/>
        </p:nvSpPr>
        <p:spPr>
          <a:xfrm>
            <a:off x="6096000" y="4911212"/>
            <a:ext cx="738841" cy="244183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  <a:effectLst>
            <a:glow rad="114300">
              <a:schemeClr val="accent3">
                <a:alpha val="40000"/>
              </a:schemeClr>
            </a:glow>
            <a:softEdge rad="127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bg2"/>
                </a:solidFill>
              </a:rPr>
              <a:t>MQ2</a:t>
            </a:r>
          </a:p>
        </p:txBody>
      </p:sp>
      <p:sp>
        <p:nvSpPr>
          <p:cNvPr id="152" name="Rectangle: Rounded Corners 151">
            <a:extLst>
              <a:ext uri="{FF2B5EF4-FFF2-40B4-BE49-F238E27FC236}">
                <a16:creationId xmlns:a16="http://schemas.microsoft.com/office/drawing/2014/main" id="{116B23CD-5FBE-0E93-1647-5A19239E5C60}"/>
              </a:ext>
            </a:extLst>
          </p:cNvPr>
          <p:cNvSpPr/>
          <p:nvPr/>
        </p:nvSpPr>
        <p:spPr>
          <a:xfrm>
            <a:off x="7758802" y="4937428"/>
            <a:ext cx="820333" cy="244183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  <a:effectLst>
            <a:glow rad="114300">
              <a:schemeClr val="accent3">
                <a:alpha val="40000"/>
              </a:schemeClr>
            </a:glow>
            <a:softEdge rad="127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bg2"/>
                </a:solidFill>
              </a:rPr>
              <a:t>Buzzer</a:t>
            </a:r>
          </a:p>
        </p:txBody>
      </p:sp>
      <p:sp>
        <p:nvSpPr>
          <p:cNvPr id="153" name="Rectangle: Rounded Corners 152">
            <a:extLst>
              <a:ext uri="{FF2B5EF4-FFF2-40B4-BE49-F238E27FC236}">
                <a16:creationId xmlns:a16="http://schemas.microsoft.com/office/drawing/2014/main" id="{B3C8E8E8-AB08-1DEF-A932-7F6B7B776601}"/>
              </a:ext>
            </a:extLst>
          </p:cNvPr>
          <p:cNvSpPr/>
          <p:nvPr/>
        </p:nvSpPr>
        <p:spPr>
          <a:xfrm>
            <a:off x="9107766" y="5139445"/>
            <a:ext cx="738841" cy="244183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  <a:effectLst>
            <a:glow rad="114300">
              <a:schemeClr val="accent3">
                <a:alpha val="40000"/>
              </a:schemeClr>
            </a:glow>
            <a:softEdge rad="127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bg2"/>
                </a:solidFill>
              </a:rPr>
              <a:t>PIR</a:t>
            </a:r>
          </a:p>
        </p:txBody>
      </p:sp>
      <p:sp>
        <p:nvSpPr>
          <p:cNvPr id="154" name="Rectangle: Rounded Corners 153">
            <a:extLst>
              <a:ext uri="{FF2B5EF4-FFF2-40B4-BE49-F238E27FC236}">
                <a16:creationId xmlns:a16="http://schemas.microsoft.com/office/drawing/2014/main" id="{C6BBE86C-959A-BA18-0B8F-96DBB5364D27}"/>
              </a:ext>
            </a:extLst>
          </p:cNvPr>
          <p:cNvSpPr/>
          <p:nvPr/>
        </p:nvSpPr>
        <p:spPr>
          <a:xfrm>
            <a:off x="5746129" y="2140062"/>
            <a:ext cx="738841" cy="465327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  <a:effectLst>
            <a:glow rad="114300">
              <a:schemeClr val="accent3">
                <a:alpha val="40000"/>
              </a:schemeClr>
            </a:glow>
            <a:softEdge rad="127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bg2"/>
                </a:solidFill>
              </a:rPr>
              <a:t>Ultra sonic</a:t>
            </a:r>
          </a:p>
        </p:txBody>
      </p:sp>
      <p:sp>
        <p:nvSpPr>
          <p:cNvPr id="155" name="Rectangle: Rounded Corners 154">
            <a:extLst>
              <a:ext uri="{FF2B5EF4-FFF2-40B4-BE49-F238E27FC236}">
                <a16:creationId xmlns:a16="http://schemas.microsoft.com/office/drawing/2014/main" id="{5776A13D-7FED-1241-05AD-4F462C7FD5CC}"/>
              </a:ext>
            </a:extLst>
          </p:cNvPr>
          <p:cNvSpPr/>
          <p:nvPr/>
        </p:nvSpPr>
        <p:spPr>
          <a:xfrm>
            <a:off x="7452872" y="2497421"/>
            <a:ext cx="738841" cy="244183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  <a:effectLst>
            <a:glow rad="114300">
              <a:schemeClr val="accent3">
                <a:alpha val="40000"/>
              </a:schemeClr>
            </a:glow>
            <a:softEdge rad="127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bg2"/>
                </a:solidFill>
              </a:rPr>
              <a:t>DH11</a:t>
            </a:r>
          </a:p>
        </p:txBody>
      </p:sp>
      <p:sp>
        <p:nvSpPr>
          <p:cNvPr id="156" name="Rectangle: Rounded Corners 155">
            <a:extLst>
              <a:ext uri="{FF2B5EF4-FFF2-40B4-BE49-F238E27FC236}">
                <a16:creationId xmlns:a16="http://schemas.microsoft.com/office/drawing/2014/main" id="{2C4F2F5B-6E3D-0BC5-4489-F892A6A34AC2}"/>
              </a:ext>
            </a:extLst>
          </p:cNvPr>
          <p:cNvSpPr/>
          <p:nvPr/>
        </p:nvSpPr>
        <p:spPr>
          <a:xfrm>
            <a:off x="9200106" y="2410774"/>
            <a:ext cx="738841" cy="244183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  <a:effectLst>
            <a:glow rad="114300">
              <a:schemeClr val="accent3">
                <a:alpha val="40000"/>
              </a:schemeClr>
            </a:glow>
            <a:softEdge rad="127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bg2"/>
                </a:solidFill>
              </a:rPr>
              <a:t>IR</a:t>
            </a:r>
          </a:p>
        </p:txBody>
      </p:sp>
      <p:sp>
        <p:nvSpPr>
          <p:cNvPr id="157" name="Rectangle: Rounded Corners 156">
            <a:extLst>
              <a:ext uri="{FF2B5EF4-FFF2-40B4-BE49-F238E27FC236}">
                <a16:creationId xmlns:a16="http://schemas.microsoft.com/office/drawing/2014/main" id="{61024B0B-D37E-31FC-0BB4-385FCA003584}"/>
              </a:ext>
            </a:extLst>
          </p:cNvPr>
          <p:cNvSpPr/>
          <p:nvPr/>
        </p:nvSpPr>
        <p:spPr>
          <a:xfrm>
            <a:off x="948505" y="5893196"/>
            <a:ext cx="905041" cy="559362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  <a:effectLst>
            <a:glow rad="114300">
              <a:schemeClr val="accent3">
                <a:alpha val="40000"/>
              </a:schemeClr>
            </a:glow>
            <a:softEdge rad="127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bg2"/>
                </a:solidFill>
              </a:rPr>
              <a:t>BLYNK App</a:t>
            </a:r>
          </a:p>
        </p:txBody>
      </p:sp>
      <p:cxnSp>
        <p:nvCxnSpPr>
          <p:cNvPr id="158" name="Straight Connector 50">
            <a:extLst>
              <a:ext uri="{FF2B5EF4-FFF2-40B4-BE49-F238E27FC236}">
                <a16:creationId xmlns:a16="http://schemas.microsoft.com/office/drawing/2014/main" id="{6E949FAE-CB73-67E9-AE3A-082A52DDAB19}"/>
              </a:ext>
            </a:extLst>
          </p:cNvPr>
          <p:cNvCxnSpPr>
            <a:cxnSpLocks/>
          </p:cNvCxnSpPr>
          <p:nvPr/>
        </p:nvCxnSpPr>
        <p:spPr>
          <a:xfrm>
            <a:off x="533400" y="1346454"/>
            <a:ext cx="320118" cy="0"/>
          </a:xfrm>
          <a:prstGeom prst="straightConnector1">
            <a:avLst/>
          </a:prstGeom>
          <a:ln w="28575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3" name="Rectangle 162">
            <a:extLst>
              <a:ext uri="{FF2B5EF4-FFF2-40B4-BE49-F238E27FC236}">
                <a16:creationId xmlns:a16="http://schemas.microsoft.com/office/drawing/2014/main" id="{678288DF-7D34-FE54-F936-DAB2DFB55D52}"/>
              </a:ext>
            </a:extLst>
          </p:cNvPr>
          <p:cNvSpPr/>
          <p:nvPr/>
        </p:nvSpPr>
        <p:spPr>
          <a:xfrm>
            <a:off x="892799" y="1235583"/>
            <a:ext cx="810901" cy="21644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bg2"/>
                </a:solidFill>
              </a:rPr>
              <a:t>wire</a:t>
            </a:r>
          </a:p>
        </p:txBody>
      </p:sp>
      <p:cxnSp>
        <p:nvCxnSpPr>
          <p:cNvPr id="164" name="Straight Connector 50">
            <a:extLst>
              <a:ext uri="{FF2B5EF4-FFF2-40B4-BE49-F238E27FC236}">
                <a16:creationId xmlns:a16="http://schemas.microsoft.com/office/drawing/2014/main" id="{947017A3-2F17-9260-4696-5C846D96EAFB}"/>
              </a:ext>
            </a:extLst>
          </p:cNvPr>
          <p:cNvCxnSpPr>
            <a:cxnSpLocks/>
          </p:cNvCxnSpPr>
          <p:nvPr/>
        </p:nvCxnSpPr>
        <p:spPr>
          <a:xfrm>
            <a:off x="533400" y="1555822"/>
            <a:ext cx="320118" cy="0"/>
          </a:xfrm>
          <a:prstGeom prst="straightConnector1">
            <a:avLst/>
          </a:prstGeom>
          <a:ln w="571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5" name="Rectangle 164">
            <a:extLst>
              <a:ext uri="{FF2B5EF4-FFF2-40B4-BE49-F238E27FC236}">
                <a16:creationId xmlns:a16="http://schemas.microsoft.com/office/drawing/2014/main" id="{A1638176-A871-5AAD-9672-E147A37A43B8}"/>
              </a:ext>
            </a:extLst>
          </p:cNvPr>
          <p:cNvSpPr/>
          <p:nvPr/>
        </p:nvSpPr>
        <p:spPr>
          <a:xfrm>
            <a:off x="892799" y="1444951"/>
            <a:ext cx="810901" cy="21644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bg2"/>
                </a:solidFill>
              </a:rPr>
              <a:t>wall</a:t>
            </a:r>
          </a:p>
        </p:txBody>
      </p:sp>
      <p:sp>
        <p:nvSpPr>
          <p:cNvPr id="167" name="Rectangle: Rounded Corners 166">
            <a:extLst>
              <a:ext uri="{FF2B5EF4-FFF2-40B4-BE49-F238E27FC236}">
                <a16:creationId xmlns:a16="http://schemas.microsoft.com/office/drawing/2014/main" id="{5B23539D-7D5E-73E0-C540-C6B607A63613}"/>
              </a:ext>
            </a:extLst>
          </p:cNvPr>
          <p:cNvSpPr/>
          <p:nvPr/>
        </p:nvSpPr>
        <p:spPr>
          <a:xfrm>
            <a:off x="5481659" y="3752628"/>
            <a:ext cx="738841" cy="492496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  <a:effectLst>
            <a:glow rad="114300">
              <a:schemeClr val="accent3">
                <a:alpha val="40000"/>
              </a:schemeClr>
            </a:glow>
            <a:softEdge rad="127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bg2"/>
                </a:solidFill>
              </a:rPr>
              <a:t>ESP 8266</a:t>
            </a:r>
          </a:p>
        </p:txBody>
      </p:sp>
      <p:sp>
        <p:nvSpPr>
          <p:cNvPr id="168" name="Rectangle: Rounded Corners 167">
            <a:extLst>
              <a:ext uri="{FF2B5EF4-FFF2-40B4-BE49-F238E27FC236}">
                <a16:creationId xmlns:a16="http://schemas.microsoft.com/office/drawing/2014/main" id="{805EB035-E210-0565-D37F-CBC59E95DEE4}"/>
              </a:ext>
            </a:extLst>
          </p:cNvPr>
          <p:cNvSpPr/>
          <p:nvPr/>
        </p:nvSpPr>
        <p:spPr>
          <a:xfrm>
            <a:off x="4650379" y="5352026"/>
            <a:ext cx="791692" cy="361310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  <a:effectLst>
            <a:glow rad="114300">
              <a:schemeClr val="accent3">
                <a:alpha val="40000"/>
              </a:schemeClr>
            </a:glow>
            <a:softEdge rad="127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bg2"/>
                </a:solidFill>
              </a:rPr>
              <a:t>Relay Module</a:t>
            </a:r>
          </a:p>
        </p:txBody>
      </p:sp>
      <p:sp>
        <p:nvSpPr>
          <p:cNvPr id="169" name="Rectangle: Rounded Corners 168">
            <a:extLst>
              <a:ext uri="{FF2B5EF4-FFF2-40B4-BE49-F238E27FC236}">
                <a16:creationId xmlns:a16="http://schemas.microsoft.com/office/drawing/2014/main" id="{6A9C4146-6523-ABAB-7626-296C21A98B45}"/>
              </a:ext>
            </a:extLst>
          </p:cNvPr>
          <p:cNvSpPr/>
          <p:nvPr/>
        </p:nvSpPr>
        <p:spPr>
          <a:xfrm>
            <a:off x="3506633" y="5492970"/>
            <a:ext cx="891921" cy="361310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  <a:effectLst>
            <a:glow rad="114300">
              <a:schemeClr val="accent3">
                <a:alpha val="40000"/>
              </a:schemeClr>
            </a:glow>
            <a:softEdge rad="127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bg2"/>
                </a:solidFill>
              </a:rPr>
              <a:t>LCD with I2C</a:t>
            </a:r>
          </a:p>
        </p:txBody>
      </p:sp>
    </p:spTree>
    <p:extLst>
      <p:ext uri="{BB962C8B-B14F-4D97-AF65-F5344CB8AC3E}">
        <p14:creationId xmlns:p14="http://schemas.microsoft.com/office/powerpoint/2010/main" val="15412778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250">
        <p159:morph option="byObject"/>
      </p:transition>
    </mc:Choice>
    <mc:Fallback xmlns="">
      <p:transition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E8DF421-70D6-7FEE-2F03-09D2AE7FEA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roup 41">
            <a:extLst>
              <a:ext uri="{FF2B5EF4-FFF2-40B4-BE49-F238E27FC236}">
                <a16:creationId xmlns:a16="http://schemas.microsoft.com/office/drawing/2014/main" id="{BF4E480B-94D6-46F9-A2B6-B98D311FDC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1999" cy="6861600"/>
            <a:chOff x="1" y="0"/>
            <a:chExt cx="12191999" cy="6861600"/>
          </a:xfrm>
        </p:grpSpPr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07183CDE-91A1-40C3-8E80-66F89E1C2D5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" y="1640114"/>
              <a:ext cx="5217886" cy="5217886"/>
            </a:xfrm>
            <a:prstGeom prst="rect">
              <a:avLst/>
            </a:prstGeom>
            <a:gradFill flip="none" rotWithShape="1">
              <a:gsLst>
                <a:gs pos="0">
                  <a:schemeClr val="accent2">
                    <a:alpha val="60000"/>
                  </a:schemeClr>
                </a:gs>
                <a:gs pos="60000">
                  <a:schemeClr val="accent2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  <p:sp>
          <p:nvSpPr>
            <p:cNvPr id="44" name="Oval 43">
              <a:extLst>
                <a:ext uri="{FF2B5EF4-FFF2-40B4-BE49-F238E27FC236}">
                  <a16:creationId xmlns:a16="http://schemas.microsoft.com/office/drawing/2014/main" id="{A6756515-F9AA-46BD-8DD2-AA15BA492AC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4514" y="0"/>
              <a:ext cx="4320000" cy="4320000"/>
            </a:xfrm>
            <a:prstGeom prst="ellipse">
              <a:avLst/>
            </a:prstGeom>
            <a:solidFill>
              <a:schemeClr val="accent3">
                <a:alpha val="96000"/>
              </a:schemeClr>
            </a:solidFill>
            <a:ln>
              <a:noFill/>
            </a:ln>
            <a:effectLst>
              <a:softEdge rad="1016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  <p:sp>
          <p:nvSpPr>
            <p:cNvPr id="45" name="Oval 44">
              <a:extLst>
                <a:ext uri="{FF2B5EF4-FFF2-40B4-BE49-F238E27FC236}">
                  <a16:creationId xmlns:a16="http://schemas.microsoft.com/office/drawing/2014/main" id="{ABA365E2-8B71-408B-9092-0104216AC7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19057" y="1230054"/>
              <a:ext cx="5506886" cy="5506886"/>
            </a:xfrm>
            <a:prstGeom prst="ellipse">
              <a:avLst/>
            </a:prstGeom>
            <a:solidFill>
              <a:schemeClr val="accent2">
                <a:alpha val="60000"/>
              </a:schemeClr>
            </a:solidFill>
            <a:ln>
              <a:noFill/>
            </a:ln>
            <a:effectLst>
              <a:softEdge rad="1270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 dirty="0"/>
            </a:p>
          </p:txBody>
        </p:sp>
        <p:grpSp>
          <p:nvGrpSpPr>
            <p:cNvPr id="46" name="Group 45">
              <a:extLst>
                <a:ext uri="{FF2B5EF4-FFF2-40B4-BE49-F238E27FC236}">
                  <a16:creationId xmlns:a16="http://schemas.microsoft.com/office/drawing/2014/main" id="{BEDB8D7A-1BF6-4CDB-B93A-7736955F504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 noChangeAspect="1"/>
            </p:cNvGrp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690092" y="0"/>
              <a:ext cx="10800000" cy="6858000"/>
              <a:chOff x="2328000" y="0"/>
              <a:chExt cx="2880000" cy="1440000"/>
            </a:xfrm>
          </p:grpSpPr>
          <p:sp>
            <p:nvSpPr>
              <p:cNvPr id="51" name="Rectangle 50">
                <a:extLst>
                  <a:ext uri="{FF2B5EF4-FFF2-40B4-BE49-F238E27FC236}">
                    <a16:creationId xmlns:a16="http://schemas.microsoft.com/office/drawing/2014/main" id="{5AACD774-5167-46C7-8A62-6E2FE4BE946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376800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/>
                  </a:gs>
                  <a:gs pos="60000">
                    <a:schemeClr val="accent1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:endParaRPr lang="en-US"/>
              </a:p>
            </p:txBody>
          </p:sp>
          <p:sp>
            <p:nvSpPr>
              <p:cNvPr id="52" name="Rectangle 51">
                <a:extLst>
                  <a:ext uri="{FF2B5EF4-FFF2-40B4-BE49-F238E27FC236}">
                    <a16:creationId xmlns:a16="http://schemas.microsoft.com/office/drawing/2014/main" id="{06E0F2D8-452E-48F9-9912-C47EAEAE180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 flipH="1">
                <a:off x="232800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/>
                  </a:gs>
                  <a:gs pos="60000">
                    <a:schemeClr val="accent1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:endParaRPr lang="en-US"/>
              </a:p>
            </p:txBody>
          </p:sp>
        </p:grpSp>
        <p:grpSp>
          <p:nvGrpSpPr>
            <p:cNvPr id="47" name="Group 46">
              <a:extLst>
                <a:ext uri="{FF2B5EF4-FFF2-40B4-BE49-F238E27FC236}">
                  <a16:creationId xmlns:a16="http://schemas.microsoft.com/office/drawing/2014/main" id="{91FBBF95-430B-427C-A6E8-DB899217FC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 noChangeAspect="1"/>
            </p:cNvGrp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 rot="5400000">
              <a:off x="7048499" y="1714500"/>
              <a:ext cx="6858000" cy="3429000"/>
              <a:chOff x="0" y="0"/>
              <a:chExt cx="2880000" cy="1440000"/>
            </a:xfrm>
          </p:grpSpPr>
          <p:sp>
            <p:nvSpPr>
              <p:cNvPr id="49" name="Rectangle 48">
                <a:extLst>
                  <a:ext uri="{FF2B5EF4-FFF2-40B4-BE49-F238E27FC236}">
                    <a16:creationId xmlns:a16="http://schemas.microsoft.com/office/drawing/2014/main" id="{BEE64698-3ED2-4395-B7FC-65248E437E0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144000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/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:endParaRPr lang="en-US"/>
              </a:p>
            </p:txBody>
          </p:sp>
          <p:sp>
            <p:nvSpPr>
              <p:cNvPr id="50" name="Rectangle 49">
                <a:extLst>
                  <a:ext uri="{FF2B5EF4-FFF2-40B4-BE49-F238E27FC236}">
                    <a16:creationId xmlns:a16="http://schemas.microsoft.com/office/drawing/2014/main" id="{FE20B1E1-CE09-4C2A-A3FB-DB8026C54E9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 flipH="1">
                <a:off x="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/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:endParaRPr lang="en-US"/>
              </a:p>
            </p:txBody>
          </p:sp>
        </p:grp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0CB2405B-A907-48B3-906A-FB3573C0B2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5602287" y="271887"/>
              <a:ext cx="6589713" cy="6589713"/>
            </a:xfrm>
            <a:prstGeom prst="rect">
              <a:avLst/>
            </a:prstGeom>
            <a:gradFill flip="none" rotWithShape="1">
              <a:gsLst>
                <a:gs pos="0">
                  <a:schemeClr val="accent3"/>
                </a:gs>
                <a:gs pos="60000">
                  <a:schemeClr val="accent3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</p:grpSp>
      <p:sp>
        <p:nvSpPr>
          <p:cNvPr id="54" name="Rectangle 53">
            <a:extLst>
              <a:ext uri="{FF2B5EF4-FFF2-40B4-BE49-F238E27FC236}">
                <a16:creationId xmlns:a16="http://schemas.microsoft.com/office/drawing/2014/main" id="{6DC8E2D9-6729-4614-8667-C1016D3182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alpha val="4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dirty="0"/>
          </a:p>
        </p:txBody>
      </p:sp>
      <p:sp useBgFill="1">
        <p:nvSpPr>
          <p:cNvPr id="56" name="Rectangle 55">
            <a:extLst>
              <a:ext uri="{FF2B5EF4-FFF2-40B4-BE49-F238E27FC236}">
                <a16:creationId xmlns:a16="http://schemas.microsoft.com/office/drawing/2014/main" id="{EB9B5A19-3592-48E2-BC31-90E092BD68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8" name="Group 57">
            <a:extLst>
              <a:ext uri="{FF2B5EF4-FFF2-40B4-BE49-F238E27FC236}">
                <a16:creationId xmlns:a16="http://schemas.microsoft.com/office/drawing/2014/main" id="{E2548C40-4C00-4E91-BFA6-84B4D66225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1999" cy="6861600"/>
            <a:chOff x="1" y="0"/>
            <a:chExt cx="12191999" cy="6861600"/>
          </a:xfrm>
        </p:grpSpPr>
        <p:sp>
          <p:nvSpPr>
            <p:cNvPr id="59" name="Rectangle 58">
              <a:extLst>
                <a:ext uri="{FF2B5EF4-FFF2-40B4-BE49-F238E27FC236}">
                  <a16:creationId xmlns:a16="http://schemas.microsoft.com/office/drawing/2014/main" id="{B6EE6BCA-C84E-4BED-B084-F599F7EE68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" y="1640114"/>
              <a:ext cx="5217886" cy="5217886"/>
            </a:xfrm>
            <a:prstGeom prst="rect">
              <a:avLst/>
            </a:prstGeom>
            <a:gradFill flip="none" rotWithShape="1">
              <a:gsLst>
                <a:gs pos="0">
                  <a:schemeClr val="accent2">
                    <a:alpha val="60000"/>
                  </a:schemeClr>
                </a:gs>
                <a:gs pos="60000">
                  <a:schemeClr val="accent2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Oval 59">
              <a:extLst>
                <a:ext uri="{FF2B5EF4-FFF2-40B4-BE49-F238E27FC236}">
                  <a16:creationId xmlns:a16="http://schemas.microsoft.com/office/drawing/2014/main" id="{24695526-4BAA-4EFE-91C1-1E446117C0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4514" y="0"/>
              <a:ext cx="4320000" cy="4320000"/>
            </a:xfrm>
            <a:prstGeom prst="ellipse">
              <a:avLst/>
            </a:prstGeom>
            <a:solidFill>
              <a:schemeClr val="accent3">
                <a:alpha val="96000"/>
              </a:schemeClr>
            </a:solidFill>
            <a:ln>
              <a:noFill/>
            </a:ln>
            <a:effectLst>
              <a:softEdge rad="1016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Oval 60">
              <a:extLst>
                <a:ext uri="{FF2B5EF4-FFF2-40B4-BE49-F238E27FC236}">
                  <a16:creationId xmlns:a16="http://schemas.microsoft.com/office/drawing/2014/main" id="{00DF9B86-7987-40DC-85D6-479F5A2E87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19057" y="1230054"/>
              <a:ext cx="5506886" cy="5506886"/>
            </a:xfrm>
            <a:prstGeom prst="ellipse">
              <a:avLst/>
            </a:prstGeom>
            <a:solidFill>
              <a:schemeClr val="accent2">
                <a:alpha val="60000"/>
              </a:schemeClr>
            </a:solidFill>
            <a:ln>
              <a:noFill/>
            </a:ln>
            <a:effectLst>
              <a:softEdge rad="1270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62" name="Group 61">
              <a:extLst>
                <a:ext uri="{FF2B5EF4-FFF2-40B4-BE49-F238E27FC236}">
                  <a16:creationId xmlns:a16="http://schemas.microsoft.com/office/drawing/2014/main" id="{A5465368-1AF5-43D6-BAD2-6BE8B04D94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 noChangeAspect="1"/>
            </p:cNvGrp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690092" y="0"/>
              <a:ext cx="10800000" cy="6858000"/>
              <a:chOff x="2328000" y="0"/>
              <a:chExt cx="2880000" cy="1440000"/>
            </a:xfrm>
          </p:grpSpPr>
          <p:sp>
            <p:nvSpPr>
              <p:cNvPr id="67" name="Rectangle 66">
                <a:extLst>
                  <a:ext uri="{FF2B5EF4-FFF2-40B4-BE49-F238E27FC236}">
                    <a16:creationId xmlns:a16="http://schemas.microsoft.com/office/drawing/2014/main" id="{CEB28D27-BDED-4D8C-94FC-58E93235713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376800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/>
                  </a:gs>
                  <a:gs pos="60000">
                    <a:schemeClr val="accent1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8" name="Rectangle 67">
                <a:extLst>
                  <a:ext uri="{FF2B5EF4-FFF2-40B4-BE49-F238E27FC236}">
                    <a16:creationId xmlns:a16="http://schemas.microsoft.com/office/drawing/2014/main" id="{77AC833D-449C-45F4-9851-216F3681F24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 flipH="1">
                <a:off x="232800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/>
                  </a:gs>
                  <a:gs pos="60000">
                    <a:schemeClr val="accent1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63" name="Group 62">
              <a:extLst>
                <a:ext uri="{FF2B5EF4-FFF2-40B4-BE49-F238E27FC236}">
                  <a16:creationId xmlns:a16="http://schemas.microsoft.com/office/drawing/2014/main" id="{09528AAE-A1EB-446C-81BE-BA5E4490E4E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 noChangeAspect="1"/>
            </p:cNvGrp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 rot="5400000">
              <a:off x="7048499" y="1714500"/>
              <a:ext cx="6858000" cy="3429000"/>
              <a:chOff x="0" y="0"/>
              <a:chExt cx="2880000" cy="1440000"/>
            </a:xfrm>
          </p:grpSpPr>
          <p:sp>
            <p:nvSpPr>
              <p:cNvPr id="65" name="Rectangle 64">
                <a:extLst>
                  <a:ext uri="{FF2B5EF4-FFF2-40B4-BE49-F238E27FC236}">
                    <a16:creationId xmlns:a16="http://schemas.microsoft.com/office/drawing/2014/main" id="{9F7C0F2C-B581-402B-B4C4-6DFB7131498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144000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/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6" name="Rectangle 65">
                <a:extLst>
                  <a:ext uri="{FF2B5EF4-FFF2-40B4-BE49-F238E27FC236}">
                    <a16:creationId xmlns:a16="http://schemas.microsoft.com/office/drawing/2014/main" id="{356A6B0D-707F-420B-BF4D-2CB60CCCA06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 flipH="1">
                <a:off x="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/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64" name="Rectangle 63">
              <a:extLst>
                <a:ext uri="{FF2B5EF4-FFF2-40B4-BE49-F238E27FC236}">
                  <a16:creationId xmlns:a16="http://schemas.microsoft.com/office/drawing/2014/main" id="{F8B7A59E-D61A-4BEB-A38A-1E8E5EBB837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5602287" y="271887"/>
              <a:ext cx="6589713" cy="6589713"/>
            </a:xfrm>
            <a:prstGeom prst="rect">
              <a:avLst/>
            </a:prstGeom>
            <a:gradFill flip="none" rotWithShape="1">
              <a:gsLst>
                <a:gs pos="0">
                  <a:schemeClr val="accent3"/>
                </a:gs>
                <a:gs pos="60000">
                  <a:schemeClr val="accent3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70" name="Rectangle 69">
            <a:extLst>
              <a:ext uri="{FF2B5EF4-FFF2-40B4-BE49-F238E27FC236}">
                <a16:creationId xmlns:a16="http://schemas.microsoft.com/office/drawing/2014/main" id="{DD99E1B6-CBC4-4306-9DFC-847D6D1352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bg2">
                  <a:alpha val="40000"/>
                </a:schemeClr>
              </a:gs>
              <a:gs pos="100000">
                <a:schemeClr val="bg2">
                  <a:alpha val="80000"/>
                </a:schemeClr>
              </a:gs>
            </a:gsLst>
            <a:lin ang="0" scaled="1"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A04555E-27AC-A640-3E51-94B2AF20F1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0287" y="0"/>
            <a:ext cx="4500561" cy="951533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400" dirty="0"/>
              <a:t>Timeline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545C9E79-ACAB-0AC9-1E5F-15BEFD789D1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12982673"/>
              </p:ext>
            </p:extLst>
          </p:nvPr>
        </p:nvGraphicFramePr>
        <p:xfrm>
          <a:off x="1192696" y="1108994"/>
          <a:ext cx="9700591" cy="5412471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2105455">
                  <a:extLst>
                    <a:ext uri="{9D8B030D-6E8A-4147-A177-3AD203B41FA5}">
                      <a16:colId xmlns:a16="http://schemas.microsoft.com/office/drawing/2014/main" val="2719962912"/>
                    </a:ext>
                  </a:extLst>
                </a:gridCol>
                <a:gridCol w="7595136">
                  <a:extLst>
                    <a:ext uri="{9D8B030D-6E8A-4147-A177-3AD203B41FA5}">
                      <a16:colId xmlns:a16="http://schemas.microsoft.com/office/drawing/2014/main" val="2846010569"/>
                    </a:ext>
                  </a:extLst>
                </a:gridCol>
              </a:tblGrid>
              <a:tr h="594871">
                <a:tc>
                  <a:txBody>
                    <a:bodyPr/>
                    <a:lstStyle/>
                    <a:p>
                      <a:r>
                        <a:rPr lang="en-US" sz="2000" b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Week</a:t>
                      </a:r>
                      <a:endParaRPr lang="en-US" sz="20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marL="278846" marR="145000" marT="145000" marB="145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alpha val="34902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Tasks / Milestones</a:t>
                      </a:r>
                      <a:endParaRPr lang="en-US" sz="20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marL="278846" marR="145000" marT="145000" marB="145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alpha val="34902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7419745"/>
                  </a:ext>
                </a:extLst>
              </a:tr>
              <a:tr h="1115384">
                <a:tc>
                  <a:txBody>
                    <a:bodyPr/>
                    <a:lstStyle/>
                    <a:p>
                      <a:r>
                        <a:rPr lang="en-US" sz="2000" b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Week 1</a:t>
                      </a:r>
                      <a:endParaRPr lang="en-US" sz="20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marL="278846" marR="145000" marT="145000" marB="145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alpha val="34902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0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- Finalize system design</a:t>
                      </a:r>
                      <a:br>
                        <a:rPr lang="en-GB" sz="20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</a:br>
                      <a:r>
                        <a:rPr lang="en-GB" sz="20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- Gather components and set up NodeMCU</a:t>
                      </a:r>
                      <a:br>
                        <a:rPr lang="en-GB" sz="20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</a:br>
                      <a:r>
                        <a:rPr lang="en-GB" sz="20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- Install Arduino IDE and Blynk App</a:t>
                      </a:r>
                    </a:p>
                  </a:txBody>
                  <a:tcPr marL="278846" marR="145000" marT="145000" marB="145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alpha val="34902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93429710"/>
                  </a:ext>
                </a:extLst>
              </a:tr>
              <a:tr h="1115384">
                <a:tc>
                  <a:txBody>
                    <a:bodyPr/>
                    <a:lstStyle/>
                    <a:p>
                      <a:r>
                        <a:rPr lang="en-US" sz="2000" b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Week 2</a:t>
                      </a:r>
                      <a:endParaRPr lang="en-US" sz="20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marL="278846" marR="145000" marT="145000" marB="145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alpha val="34902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0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- Interface and test all sensors individually</a:t>
                      </a:r>
                      <a:br>
                        <a:rPr lang="en-GB" sz="20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</a:br>
                      <a:r>
                        <a:rPr lang="en-GB" sz="20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- Connect Blynk with NodeMCU</a:t>
                      </a:r>
                      <a:br>
                        <a:rPr lang="en-GB" sz="20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</a:br>
                      <a:r>
                        <a:rPr lang="en-GB" sz="20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- Build initial prototype on breadboard</a:t>
                      </a:r>
                    </a:p>
                  </a:txBody>
                  <a:tcPr marL="278846" marR="145000" marT="145000" marB="145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alpha val="34902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43201206"/>
                  </a:ext>
                </a:extLst>
              </a:tr>
              <a:tr h="1115384">
                <a:tc>
                  <a:txBody>
                    <a:bodyPr/>
                    <a:lstStyle/>
                    <a:p>
                      <a:r>
                        <a:rPr lang="en-US" sz="2000" b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Week 3</a:t>
                      </a:r>
                      <a:endParaRPr lang="en-US" sz="20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marL="278846" marR="145000" marT="145000" marB="145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alpha val="34902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0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- Integrate all components</a:t>
                      </a:r>
                      <a:br>
                        <a:rPr lang="en-GB" sz="20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</a:br>
                      <a:r>
                        <a:rPr lang="en-GB" sz="20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- Develop and test system logic</a:t>
                      </a:r>
                      <a:br>
                        <a:rPr lang="en-GB" sz="20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</a:br>
                      <a:r>
                        <a:rPr lang="en-GB" sz="20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- Configure alerts and control via Blynk</a:t>
                      </a:r>
                    </a:p>
                  </a:txBody>
                  <a:tcPr marL="278846" marR="145000" marT="145000" marB="145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alpha val="34902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458588"/>
                  </a:ext>
                </a:extLst>
              </a:tr>
              <a:tr h="1115384">
                <a:tc>
                  <a:txBody>
                    <a:bodyPr/>
                    <a:lstStyle/>
                    <a:p>
                      <a:r>
                        <a:rPr lang="en-US" sz="2000" b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Week 4</a:t>
                      </a:r>
                      <a:endParaRPr lang="en-US" sz="20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marL="278846" marR="145000" marT="145000" marB="145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alpha val="34902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0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- Final testing and debugging</a:t>
                      </a:r>
                      <a:br>
                        <a:rPr lang="en-GB" sz="20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</a:br>
                      <a:r>
                        <a:rPr lang="en-GB" sz="20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- Create presentation and documentation</a:t>
                      </a:r>
                      <a:br>
                        <a:rPr lang="en-GB" sz="20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</a:br>
                      <a:r>
                        <a:rPr lang="en-GB" sz="20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- Prepare for project demonstration</a:t>
                      </a:r>
                    </a:p>
                  </a:txBody>
                  <a:tcPr marL="278846" marR="145000" marT="145000" marB="145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alpha val="34902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362833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3249632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250">
        <p159:morph option="byObject"/>
      </p:transition>
    </mc:Choice>
    <mc:Fallback xmlns="">
      <p:transition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2423691-72F6-D818-9FA5-D61566F04A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roup 41">
            <a:extLst>
              <a:ext uri="{FF2B5EF4-FFF2-40B4-BE49-F238E27FC236}">
                <a16:creationId xmlns:a16="http://schemas.microsoft.com/office/drawing/2014/main" id="{3DEAB65D-CEB4-A47C-5EC2-5A920DDF1D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1999" cy="6861600"/>
            <a:chOff x="1" y="0"/>
            <a:chExt cx="12191999" cy="6861600"/>
          </a:xfrm>
        </p:grpSpPr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42FAFC7D-E48E-2EE0-8B1A-010254D15D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" y="1640114"/>
              <a:ext cx="5217886" cy="5217886"/>
            </a:xfrm>
            <a:prstGeom prst="rect">
              <a:avLst/>
            </a:prstGeom>
            <a:gradFill flip="none" rotWithShape="1">
              <a:gsLst>
                <a:gs pos="0">
                  <a:schemeClr val="accent2">
                    <a:alpha val="60000"/>
                  </a:schemeClr>
                </a:gs>
                <a:gs pos="60000">
                  <a:schemeClr val="accent2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  <p:sp>
          <p:nvSpPr>
            <p:cNvPr id="44" name="Oval 43">
              <a:extLst>
                <a:ext uri="{FF2B5EF4-FFF2-40B4-BE49-F238E27FC236}">
                  <a16:creationId xmlns:a16="http://schemas.microsoft.com/office/drawing/2014/main" id="{09A44633-31BC-6B4C-C1A4-4B5AA9E2C6E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4514" y="0"/>
              <a:ext cx="4320000" cy="4320000"/>
            </a:xfrm>
            <a:prstGeom prst="ellipse">
              <a:avLst/>
            </a:prstGeom>
            <a:solidFill>
              <a:schemeClr val="accent3">
                <a:alpha val="96000"/>
              </a:schemeClr>
            </a:solidFill>
            <a:ln>
              <a:noFill/>
            </a:ln>
            <a:effectLst>
              <a:softEdge rad="1016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  <p:sp>
          <p:nvSpPr>
            <p:cNvPr id="45" name="Oval 44">
              <a:extLst>
                <a:ext uri="{FF2B5EF4-FFF2-40B4-BE49-F238E27FC236}">
                  <a16:creationId xmlns:a16="http://schemas.microsoft.com/office/drawing/2014/main" id="{0FDD2DE0-BC0A-922F-CEFB-F9C104FFE0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19057" y="1230054"/>
              <a:ext cx="5506886" cy="5506886"/>
            </a:xfrm>
            <a:prstGeom prst="ellipse">
              <a:avLst/>
            </a:prstGeom>
            <a:solidFill>
              <a:schemeClr val="accent2">
                <a:alpha val="60000"/>
              </a:schemeClr>
            </a:solidFill>
            <a:ln>
              <a:noFill/>
            </a:ln>
            <a:effectLst>
              <a:softEdge rad="1270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 dirty="0"/>
            </a:p>
          </p:txBody>
        </p:sp>
        <p:grpSp>
          <p:nvGrpSpPr>
            <p:cNvPr id="46" name="Group 45">
              <a:extLst>
                <a:ext uri="{FF2B5EF4-FFF2-40B4-BE49-F238E27FC236}">
                  <a16:creationId xmlns:a16="http://schemas.microsoft.com/office/drawing/2014/main" id="{6875DE8B-026A-58A1-C373-9DE43686A4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 noChangeAspect="1"/>
            </p:cNvGrp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690092" y="0"/>
              <a:ext cx="10800000" cy="6858000"/>
              <a:chOff x="2328000" y="0"/>
              <a:chExt cx="2880000" cy="1440000"/>
            </a:xfrm>
          </p:grpSpPr>
          <p:sp>
            <p:nvSpPr>
              <p:cNvPr id="51" name="Rectangle 50">
                <a:extLst>
                  <a:ext uri="{FF2B5EF4-FFF2-40B4-BE49-F238E27FC236}">
                    <a16:creationId xmlns:a16="http://schemas.microsoft.com/office/drawing/2014/main" id="{574D5497-0855-0DB2-9517-16C07E15DDD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376800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/>
                  </a:gs>
                  <a:gs pos="60000">
                    <a:schemeClr val="accent1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:endParaRPr lang="en-US"/>
              </a:p>
            </p:txBody>
          </p:sp>
          <p:sp>
            <p:nvSpPr>
              <p:cNvPr id="52" name="Rectangle 51">
                <a:extLst>
                  <a:ext uri="{FF2B5EF4-FFF2-40B4-BE49-F238E27FC236}">
                    <a16:creationId xmlns:a16="http://schemas.microsoft.com/office/drawing/2014/main" id="{FFFCC552-B8A6-A6C8-184B-6B6EE493E78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 flipH="1">
                <a:off x="232800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/>
                  </a:gs>
                  <a:gs pos="60000">
                    <a:schemeClr val="accent1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:endParaRPr lang="en-US"/>
              </a:p>
            </p:txBody>
          </p:sp>
        </p:grpSp>
        <p:grpSp>
          <p:nvGrpSpPr>
            <p:cNvPr id="47" name="Group 46">
              <a:extLst>
                <a:ext uri="{FF2B5EF4-FFF2-40B4-BE49-F238E27FC236}">
                  <a16:creationId xmlns:a16="http://schemas.microsoft.com/office/drawing/2014/main" id="{77C0E967-59BD-7D79-EB8B-BD85AE6B70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 noChangeAspect="1"/>
            </p:cNvGrp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 rot="5400000">
              <a:off x="7048499" y="1714500"/>
              <a:ext cx="6858000" cy="3429000"/>
              <a:chOff x="0" y="0"/>
              <a:chExt cx="2880000" cy="1440000"/>
            </a:xfrm>
          </p:grpSpPr>
          <p:sp>
            <p:nvSpPr>
              <p:cNvPr id="49" name="Rectangle 48">
                <a:extLst>
                  <a:ext uri="{FF2B5EF4-FFF2-40B4-BE49-F238E27FC236}">
                    <a16:creationId xmlns:a16="http://schemas.microsoft.com/office/drawing/2014/main" id="{B69FAF11-0257-9848-B874-F061F548913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144000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/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:endParaRPr lang="en-US"/>
              </a:p>
            </p:txBody>
          </p:sp>
          <p:sp>
            <p:nvSpPr>
              <p:cNvPr id="50" name="Rectangle 49">
                <a:extLst>
                  <a:ext uri="{FF2B5EF4-FFF2-40B4-BE49-F238E27FC236}">
                    <a16:creationId xmlns:a16="http://schemas.microsoft.com/office/drawing/2014/main" id="{67406144-18D8-4976-94F4-9A2AC026F40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 flipH="1">
                <a:off x="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/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:endParaRPr lang="en-US"/>
              </a:p>
            </p:txBody>
          </p:sp>
        </p:grp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227D6659-50C9-BA86-E22F-B35AEEBB27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5602287" y="271887"/>
              <a:ext cx="6589713" cy="6589713"/>
            </a:xfrm>
            <a:prstGeom prst="rect">
              <a:avLst/>
            </a:prstGeom>
            <a:gradFill flip="none" rotWithShape="1">
              <a:gsLst>
                <a:gs pos="0">
                  <a:schemeClr val="accent3"/>
                </a:gs>
                <a:gs pos="60000">
                  <a:schemeClr val="accent3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</p:grpSp>
      <p:sp>
        <p:nvSpPr>
          <p:cNvPr id="54" name="Rectangle 53">
            <a:extLst>
              <a:ext uri="{FF2B5EF4-FFF2-40B4-BE49-F238E27FC236}">
                <a16:creationId xmlns:a16="http://schemas.microsoft.com/office/drawing/2014/main" id="{A3BAC56C-2DD7-1512-21CD-3CC36C89AA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alpha val="4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dirty="0"/>
          </a:p>
        </p:txBody>
      </p:sp>
      <p:sp useBgFill="1">
        <p:nvSpPr>
          <p:cNvPr id="56" name="Rectangle 55">
            <a:extLst>
              <a:ext uri="{FF2B5EF4-FFF2-40B4-BE49-F238E27FC236}">
                <a16:creationId xmlns:a16="http://schemas.microsoft.com/office/drawing/2014/main" id="{87C59069-ABED-F551-8BC0-03408420EA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8" name="Group 57">
            <a:extLst>
              <a:ext uri="{FF2B5EF4-FFF2-40B4-BE49-F238E27FC236}">
                <a16:creationId xmlns:a16="http://schemas.microsoft.com/office/drawing/2014/main" id="{2F6C3FFD-2F82-97CF-AAF6-088D063AE8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1999" cy="6861600"/>
            <a:chOff x="1" y="0"/>
            <a:chExt cx="12191999" cy="6861600"/>
          </a:xfrm>
        </p:grpSpPr>
        <p:sp>
          <p:nvSpPr>
            <p:cNvPr id="59" name="Rectangle 58">
              <a:extLst>
                <a:ext uri="{FF2B5EF4-FFF2-40B4-BE49-F238E27FC236}">
                  <a16:creationId xmlns:a16="http://schemas.microsoft.com/office/drawing/2014/main" id="{033C7FBD-B7E5-4656-C5A9-D89DD1C7F9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" y="1640114"/>
              <a:ext cx="5217886" cy="5217886"/>
            </a:xfrm>
            <a:prstGeom prst="rect">
              <a:avLst/>
            </a:prstGeom>
            <a:gradFill flip="none" rotWithShape="1">
              <a:gsLst>
                <a:gs pos="0">
                  <a:schemeClr val="accent2">
                    <a:alpha val="60000"/>
                  </a:schemeClr>
                </a:gs>
                <a:gs pos="60000">
                  <a:schemeClr val="accent2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Oval 59">
              <a:extLst>
                <a:ext uri="{FF2B5EF4-FFF2-40B4-BE49-F238E27FC236}">
                  <a16:creationId xmlns:a16="http://schemas.microsoft.com/office/drawing/2014/main" id="{F23E257E-AD13-1D51-EA19-AD037581BE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4514" y="0"/>
              <a:ext cx="4320000" cy="4320000"/>
            </a:xfrm>
            <a:prstGeom prst="ellipse">
              <a:avLst/>
            </a:prstGeom>
            <a:solidFill>
              <a:schemeClr val="accent3">
                <a:alpha val="96000"/>
              </a:schemeClr>
            </a:solidFill>
            <a:ln>
              <a:noFill/>
            </a:ln>
            <a:effectLst>
              <a:softEdge rad="1016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Oval 60">
              <a:extLst>
                <a:ext uri="{FF2B5EF4-FFF2-40B4-BE49-F238E27FC236}">
                  <a16:creationId xmlns:a16="http://schemas.microsoft.com/office/drawing/2014/main" id="{9ADA50C5-C603-696C-B4C7-2EF099576AD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19057" y="1230054"/>
              <a:ext cx="5506886" cy="5506886"/>
            </a:xfrm>
            <a:prstGeom prst="ellipse">
              <a:avLst/>
            </a:prstGeom>
            <a:solidFill>
              <a:schemeClr val="accent2">
                <a:alpha val="60000"/>
              </a:schemeClr>
            </a:solidFill>
            <a:ln>
              <a:noFill/>
            </a:ln>
            <a:effectLst>
              <a:softEdge rad="1270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62" name="Group 61">
              <a:extLst>
                <a:ext uri="{FF2B5EF4-FFF2-40B4-BE49-F238E27FC236}">
                  <a16:creationId xmlns:a16="http://schemas.microsoft.com/office/drawing/2014/main" id="{7E9C7CFF-4CDB-7A79-1B56-9CF1BDD838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 noChangeAspect="1"/>
            </p:cNvGrp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690092" y="0"/>
              <a:ext cx="10800000" cy="6858000"/>
              <a:chOff x="2328000" y="0"/>
              <a:chExt cx="2880000" cy="1440000"/>
            </a:xfrm>
          </p:grpSpPr>
          <p:sp>
            <p:nvSpPr>
              <p:cNvPr id="67" name="Rectangle 66">
                <a:extLst>
                  <a:ext uri="{FF2B5EF4-FFF2-40B4-BE49-F238E27FC236}">
                    <a16:creationId xmlns:a16="http://schemas.microsoft.com/office/drawing/2014/main" id="{EBFED3AA-DBB3-2336-5DCA-192AF04AB44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376800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/>
                  </a:gs>
                  <a:gs pos="60000">
                    <a:schemeClr val="accent1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8" name="Rectangle 67">
                <a:extLst>
                  <a:ext uri="{FF2B5EF4-FFF2-40B4-BE49-F238E27FC236}">
                    <a16:creationId xmlns:a16="http://schemas.microsoft.com/office/drawing/2014/main" id="{96B157E0-1FF8-0123-9A87-1F8DBB94530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 flipH="1">
                <a:off x="232800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/>
                  </a:gs>
                  <a:gs pos="60000">
                    <a:schemeClr val="accent1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63" name="Group 62">
              <a:extLst>
                <a:ext uri="{FF2B5EF4-FFF2-40B4-BE49-F238E27FC236}">
                  <a16:creationId xmlns:a16="http://schemas.microsoft.com/office/drawing/2014/main" id="{8E3244FF-DD75-070D-73ED-B792678033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 noChangeAspect="1"/>
            </p:cNvGrp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 rot="5400000">
              <a:off x="7048499" y="1714500"/>
              <a:ext cx="6858000" cy="3429000"/>
              <a:chOff x="0" y="0"/>
              <a:chExt cx="2880000" cy="1440000"/>
            </a:xfrm>
          </p:grpSpPr>
          <p:sp>
            <p:nvSpPr>
              <p:cNvPr id="65" name="Rectangle 64">
                <a:extLst>
                  <a:ext uri="{FF2B5EF4-FFF2-40B4-BE49-F238E27FC236}">
                    <a16:creationId xmlns:a16="http://schemas.microsoft.com/office/drawing/2014/main" id="{ECA62A4A-9AD1-521A-3A90-FE596DDE117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144000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/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6" name="Rectangle 65">
                <a:extLst>
                  <a:ext uri="{FF2B5EF4-FFF2-40B4-BE49-F238E27FC236}">
                    <a16:creationId xmlns:a16="http://schemas.microsoft.com/office/drawing/2014/main" id="{1F5B839D-77A3-5EB6-6812-59011BF9F99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 flipH="1">
                <a:off x="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/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64" name="Rectangle 63">
              <a:extLst>
                <a:ext uri="{FF2B5EF4-FFF2-40B4-BE49-F238E27FC236}">
                  <a16:creationId xmlns:a16="http://schemas.microsoft.com/office/drawing/2014/main" id="{B7DF003D-5A97-8324-34CA-A36507595D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5602287" y="271887"/>
              <a:ext cx="6589713" cy="6589713"/>
            </a:xfrm>
            <a:prstGeom prst="rect">
              <a:avLst/>
            </a:prstGeom>
            <a:gradFill flip="none" rotWithShape="1">
              <a:gsLst>
                <a:gs pos="0">
                  <a:schemeClr val="accent3"/>
                </a:gs>
                <a:gs pos="60000">
                  <a:schemeClr val="accent3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70" name="Rectangle 69">
            <a:extLst>
              <a:ext uri="{FF2B5EF4-FFF2-40B4-BE49-F238E27FC236}">
                <a16:creationId xmlns:a16="http://schemas.microsoft.com/office/drawing/2014/main" id="{02AA03F8-6E8D-7E08-A676-D044F1438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bg2">
                  <a:alpha val="40000"/>
                </a:schemeClr>
              </a:gs>
              <a:gs pos="100000">
                <a:schemeClr val="bg2">
                  <a:alpha val="80000"/>
                </a:schemeClr>
              </a:gs>
            </a:gsLst>
            <a:lin ang="0" scaled="1"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F5BB62C1-3518-3F3A-CB38-5866174D02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0287" y="631935"/>
            <a:ext cx="4500561" cy="951533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400" dirty="0"/>
              <a:t>Conclusion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FD0DFDA-BCFC-0822-057D-ADD543279636}"/>
              </a:ext>
            </a:extLst>
          </p:cNvPr>
          <p:cNvSpPr txBox="1"/>
          <p:nvPr/>
        </p:nvSpPr>
        <p:spPr>
          <a:xfrm>
            <a:off x="690089" y="2215402"/>
            <a:ext cx="1081182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dirty="0"/>
              <a:t>The proposed IoT-based smart building system offers a reliable, affordable, and scalable solution for enhancing safety, efficiency, and comfort in modern buildings. By integrating real-time monitoring, automation, and remote control through the Blynk platform, this project demonstrates the potential of IoT in transforming traditional infrastructure into intelligent living environments.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67196213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250">
        <p159:morph option="byObject"/>
      </p:transition>
    </mc:Choice>
    <mc:Fallback xmlns="">
      <p:transition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B5EA4CC-956D-1D26-2B9A-0EBAF2EBBE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5" name="Group 74">
            <a:extLst>
              <a:ext uri="{FF2B5EF4-FFF2-40B4-BE49-F238E27FC236}">
                <a16:creationId xmlns:a16="http://schemas.microsoft.com/office/drawing/2014/main" id="{5ED88E92-14F3-4B58-9E48-1D79E139A8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1999" cy="6861600"/>
            <a:chOff x="1" y="0"/>
            <a:chExt cx="12191999" cy="6861600"/>
          </a:xfrm>
        </p:grpSpPr>
        <p:sp>
          <p:nvSpPr>
            <p:cNvPr id="76" name="Rectangle 75">
              <a:extLst>
                <a:ext uri="{FF2B5EF4-FFF2-40B4-BE49-F238E27FC236}">
                  <a16:creationId xmlns:a16="http://schemas.microsoft.com/office/drawing/2014/main" id="{A6466AE7-32B6-4334-AF41-B9387E6726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" y="1640114"/>
              <a:ext cx="5217886" cy="5217886"/>
            </a:xfrm>
            <a:prstGeom prst="rect">
              <a:avLst/>
            </a:prstGeom>
            <a:gradFill flip="none" rotWithShape="1">
              <a:gsLst>
                <a:gs pos="0">
                  <a:schemeClr val="accent2">
                    <a:alpha val="60000"/>
                  </a:schemeClr>
                </a:gs>
                <a:gs pos="60000">
                  <a:schemeClr val="accent2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  <p:sp>
          <p:nvSpPr>
            <p:cNvPr id="77" name="Oval 76">
              <a:extLst>
                <a:ext uri="{FF2B5EF4-FFF2-40B4-BE49-F238E27FC236}">
                  <a16:creationId xmlns:a16="http://schemas.microsoft.com/office/drawing/2014/main" id="{659C09F8-90CD-443F-9AA1-D08C56A605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4514" y="0"/>
              <a:ext cx="4320000" cy="4320000"/>
            </a:xfrm>
            <a:prstGeom prst="ellipse">
              <a:avLst/>
            </a:prstGeom>
            <a:solidFill>
              <a:schemeClr val="accent3">
                <a:alpha val="96000"/>
              </a:schemeClr>
            </a:solidFill>
            <a:ln>
              <a:noFill/>
            </a:ln>
            <a:effectLst>
              <a:softEdge rad="1016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  <p:sp>
          <p:nvSpPr>
            <p:cNvPr id="78" name="Oval 77">
              <a:extLst>
                <a:ext uri="{FF2B5EF4-FFF2-40B4-BE49-F238E27FC236}">
                  <a16:creationId xmlns:a16="http://schemas.microsoft.com/office/drawing/2014/main" id="{DC7304AB-BE7D-45AC-A876-4A24543AE5B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19057" y="1230054"/>
              <a:ext cx="5506886" cy="5506886"/>
            </a:xfrm>
            <a:prstGeom prst="ellipse">
              <a:avLst/>
            </a:prstGeom>
            <a:solidFill>
              <a:schemeClr val="accent2">
                <a:alpha val="60000"/>
              </a:schemeClr>
            </a:solidFill>
            <a:ln>
              <a:noFill/>
            </a:ln>
            <a:effectLst>
              <a:softEdge rad="1270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 dirty="0"/>
            </a:p>
          </p:txBody>
        </p:sp>
        <p:grpSp>
          <p:nvGrpSpPr>
            <p:cNvPr id="79" name="Group 78">
              <a:extLst>
                <a:ext uri="{FF2B5EF4-FFF2-40B4-BE49-F238E27FC236}">
                  <a16:creationId xmlns:a16="http://schemas.microsoft.com/office/drawing/2014/main" id="{8E11922B-DDB3-46D7-B1BD-C1CCDB3C42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 noChangeAspect="1"/>
            </p:cNvGrp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690092" y="0"/>
              <a:ext cx="10800000" cy="6858000"/>
              <a:chOff x="2328000" y="0"/>
              <a:chExt cx="2880000" cy="1440000"/>
            </a:xfrm>
          </p:grpSpPr>
          <p:sp>
            <p:nvSpPr>
              <p:cNvPr id="84" name="Rectangle 83">
                <a:extLst>
                  <a:ext uri="{FF2B5EF4-FFF2-40B4-BE49-F238E27FC236}">
                    <a16:creationId xmlns:a16="http://schemas.microsoft.com/office/drawing/2014/main" id="{C580F8F6-E662-4BCD-AC9C-7E5DDBD5A77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376800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/>
                  </a:gs>
                  <a:gs pos="60000">
                    <a:schemeClr val="accent1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:endParaRPr lang="en-US"/>
              </a:p>
            </p:txBody>
          </p:sp>
          <p:sp>
            <p:nvSpPr>
              <p:cNvPr id="85" name="Rectangle 84">
                <a:extLst>
                  <a:ext uri="{FF2B5EF4-FFF2-40B4-BE49-F238E27FC236}">
                    <a16:creationId xmlns:a16="http://schemas.microsoft.com/office/drawing/2014/main" id="{9A333FE5-ADB0-48EE-A1A6-9AA36DA343A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 flipH="1">
                <a:off x="232800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/>
                  </a:gs>
                  <a:gs pos="60000">
                    <a:schemeClr val="accent1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:endParaRPr lang="en-US"/>
              </a:p>
            </p:txBody>
          </p:sp>
        </p:grpSp>
        <p:grpSp>
          <p:nvGrpSpPr>
            <p:cNvPr id="80" name="Group 79">
              <a:extLst>
                <a:ext uri="{FF2B5EF4-FFF2-40B4-BE49-F238E27FC236}">
                  <a16:creationId xmlns:a16="http://schemas.microsoft.com/office/drawing/2014/main" id="{0B09CD4F-6DF4-48AA-BD35-23E3F2A643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 noChangeAspect="1"/>
            </p:cNvGrp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 rot="5400000">
              <a:off x="7048499" y="1714500"/>
              <a:ext cx="6858000" cy="3429000"/>
              <a:chOff x="0" y="0"/>
              <a:chExt cx="2880000" cy="1440000"/>
            </a:xfrm>
          </p:grpSpPr>
          <p:sp>
            <p:nvSpPr>
              <p:cNvPr id="82" name="Rectangle 81">
                <a:extLst>
                  <a:ext uri="{FF2B5EF4-FFF2-40B4-BE49-F238E27FC236}">
                    <a16:creationId xmlns:a16="http://schemas.microsoft.com/office/drawing/2014/main" id="{02223219-ACCC-42F2-A1B4-E3C8C8AB12A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144000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/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:endParaRPr lang="en-US"/>
              </a:p>
            </p:txBody>
          </p:sp>
          <p:sp>
            <p:nvSpPr>
              <p:cNvPr id="83" name="Rectangle 82">
                <a:extLst>
                  <a:ext uri="{FF2B5EF4-FFF2-40B4-BE49-F238E27FC236}">
                    <a16:creationId xmlns:a16="http://schemas.microsoft.com/office/drawing/2014/main" id="{1510B0E9-9BA0-4357-9E04-554C19BAAC8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 flipH="1">
                <a:off x="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/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:endParaRPr lang="en-US"/>
              </a:p>
            </p:txBody>
          </p:sp>
        </p:grpSp>
        <p:sp>
          <p:nvSpPr>
            <p:cNvPr id="81" name="Rectangle 80">
              <a:extLst>
                <a:ext uri="{FF2B5EF4-FFF2-40B4-BE49-F238E27FC236}">
                  <a16:creationId xmlns:a16="http://schemas.microsoft.com/office/drawing/2014/main" id="{DF06DA80-525A-4C9E-A441-50630AA772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5602287" y="271887"/>
              <a:ext cx="6589713" cy="6589713"/>
            </a:xfrm>
            <a:prstGeom prst="rect">
              <a:avLst/>
            </a:prstGeom>
            <a:gradFill flip="none" rotWithShape="1">
              <a:gsLst>
                <a:gs pos="0">
                  <a:schemeClr val="accent3"/>
                </a:gs>
                <a:gs pos="60000">
                  <a:schemeClr val="accent3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</p:grpSp>
      <p:sp>
        <p:nvSpPr>
          <p:cNvPr id="87" name="Rectangle 86">
            <a:extLst>
              <a:ext uri="{FF2B5EF4-FFF2-40B4-BE49-F238E27FC236}">
                <a16:creationId xmlns:a16="http://schemas.microsoft.com/office/drawing/2014/main" id="{E841E027-8E53-4FEB-8605-2124D85731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alpha val="4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76801D9-839A-739D-AC5A-0A5E8A9E55A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481" r="5481"/>
          <a:stretch/>
        </p:blipFill>
        <p:spPr>
          <a:xfrm>
            <a:off x="20" y="10"/>
            <a:ext cx="12191980" cy="685799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392B372-3A06-2C25-7886-4CD781127CAC}"/>
              </a:ext>
            </a:extLst>
          </p:cNvPr>
          <p:cNvSpPr txBox="1"/>
          <p:nvPr/>
        </p:nvSpPr>
        <p:spPr>
          <a:xfrm>
            <a:off x="3209513" y="3536732"/>
            <a:ext cx="5217887" cy="20912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effectLst>
                  <a:glow rad="228600">
                    <a:schemeClr val="accent6">
                      <a:satMod val="175000"/>
                      <a:alpha val="40000"/>
                    </a:schemeClr>
                  </a:glow>
                </a:effectLst>
              </a:rPr>
              <a:t>Thank You !</a:t>
            </a:r>
          </a:p>
          <a:p>
            <a:pPr algn="ctr">
              <a:lnSpc>
                <a:spcPct val="200000"/>
              </a:lnSpc>
            </a:pPr>
            <a:r>
              <a:rPr lang="en-US" sz="4800" b="1" dirty="0">
                <a:effectLst>
                  <a:glow rad="228600">
                    <a:schemeClr val="accent6">
                      <a:satMod val="175000"/>
                      <a:alpha val="40000"/>
                    </a:schemeClr>
                  </a:glow>
                </a:effectLst>
              </a:rPr>
              <a:t>Any Questions?</a:t>
            </a:r>
          </a:p>
        </p:txBody>
      </p:sp>
    </p:spTree>
    <p:extLst>
      <p:ext uri="{BB962C8B-B14F-4D97-AF65-F5344CB8AC3E}">
        <p14:creationId xmlns:p14="http://schemas.microsoft.com/office/powerpoint/2010/main" val="333954170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250">
        <p159:morph option="byObject"/>
      </p:transition>
    </mc:Choice>
    <mc:Fallback xmlns="">
      <p:transition>
        <p:fade/>
      </p:transition>
    </mc:Fallback>
  </mc:AlternateContent>
</p:sld>
</file>

<file path=ppt/theme/theme1.xml><?xml version="1.0" encoding="utf-8"?>
<a:theme xmlns:a="http://schemas.openxmlformats.org/drawingml/2006/main" name="GlowVTI">
  <a:themeElements>
    <a:clrScheme name="Glow">
      <a:dk1>
        <a:sysClr val="windowText" lastClr="000000"/>
      </a:dk1>
      <a:lt1>
        <a:sysClr val="window" lastClr="FFFFFF"/>
      </a:lt1>
      <a:dk2>
        <a:srgbClr val="000000"/>
      </a:dk2>
      <a:lt2>
        <a:srgbClr val="F2F2F2"/>
      </a:lt2>
      <a:accent1>
        <a:srgbClr val="00BAC8"/>
      </a:accent1>
      <a:accent2>
        <a:srgbClr val="794DFF"/>
      </a:accent2>
      <a:accent3>
        <a:srgbClr val="00D17D"/>
      </a:accent3>
      <a:accent4>
        <a:srgbClr val="E69500"/>
      </a:accent4>
      <a:accent5>
        <a:srgbClr val="FE5D21"/>
      </a:accent5>
      <a:accent6>
        <a:srgbClr val="404040"/>
      </a:accent6>
      <a:hlink>
        <a:srgbClr val="3E8FF1"/>
      </a:hlink>
      <a:folHlink>
        <a:srgbClr val="939393"/>
      </a:folHlink>
    </a:clrScheme>
    <a:fontScheme name="Blur">
      <a:majorFont>
        <a:latin typeface="Bell MT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lowVTI" id="{D5B5AA20-F6D3-43B8-AF6B-ECAF69256418}" vid="{93025AB5-1D44-4CD3-9BC3-729F6E11E04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313</TotalTime>
  <Words>709</Words>
  <Application>Microsoft Office PowerPoint</Application>
  <PresentationFormat>Widescreen</PresentationFormat>
  <Paragraphs>77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Abadi</vt:lpstr>
      <vt:lpstr>Arial</vt:lpstr>
      <vt:lpstr>Avenir Next LT Pro</vt:lpstr>
      <vt:lpstr>Bell MT</vt:lpstr>
      <vt:lpstr>Courier New</vt:lpstr>
      <vt:lpstr>GlowVTI</vt:lpstr>
      <vt:lpstr>IoT-Based Smart Building Monitoring and Control System</vt:lpstr>
      <vt:lpstr>Introduction</vt:lpstr>
      <vt:lpstr>Problem Statement</vt:lpstr>
      <vt:lpstr>Objectives</vt:lpstr>
      <vt:lpstr>Proposed Solution</vt:lpstr>
      <vt:lpstr>Hardware Requirements</vt:lpstr>
      <vt:lpstr>Software Requirements</vt:lpstr>
      <vt:lpstr>System Architecture</vt:lpstr>
      <vt:lpstr>Timeline</vt:lpstr>
      <vt:lpstr>Conclusion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Mohammed Naseer Sihanas</dc:creator>
  <cp:lastModifiedBy>Mohammed Naseer Sihanas</cp:lastModifiedBy>
  <cp:revision>4</cp:revision>
  <dcterms:created xsi:type="dcterms:W3CDTF">2025-08-01T11:38:04Z</dcterms:created>
  <dcterms:modified xsi:type="dcterms:W3CDTF">2025-08-01T17:12:30Z</dcterms:modified>
</cp:coreProperties>
</file>