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7" r:id="rId3"/>
    <p:sldId id="258" r:id="rId4"/>
    <p:sldId id="259" r:id="rId5"/>
    <p:sldId id="261" r:id="rId6"/>
    <p:sldId id="262" r:id="rId7"/>
    <p:sldId id="263" r:id="rId8"/>
    <p:sldId id="264"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FE5D21"/>
    <a:srgbClr val="E69500"/>
    <a:srgbClr val="00D1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C2CE3E-5EB3-41F4-884D-91FFAA456108}" v="25" dt="2025-09-18T12:34:12.069"/>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90A18498-CD8B-4BF7-A59C-DBA8FB896AF7}"/>
    <pc:docChg chg="undo custSel delSld modSld modMainMaster">
      <pc:chgData name="Mohammed Naseer Sihanas" userId="baf10d46-ca0e-4f93-8b9a-bd1fa4bc7e8f" providerId="ADAL" clId="{90A18498-CD8B-4BF7-A59C-DBA8FB896AF7}" dt="2025-09-18T12:34:12.069" v="292"/>
      <pc:docMkLst>
        <pc:docMk/>
      </pc:docMkLst>
      <pc:sldChg chg="addSp delSp modSp mod modTransition">
        <pc:chgData name="Mohammed Naseer Sihanas" userId="baf10d46-ca0e-4f93-8b9a-bd1fa4bc7e8f" providerId="ADAL" clId="{90A18498-CD8B-4BF7-A59C-DBA8FB896AF7}" dt="2025-09-18T12:34:12.069" v="292"/>
        <pc:sldMkLst>
          <pc:docMk/>
          <pc:sldMk cId="910447531" sldId="256"/>
        </pc:sldMkLst>
        <pc:spChg chg="mod">
          <ac:chgData name="Mohammed Naseer Sihanas" userId="baf10d46-ca0e-4f93-8b9a-bd1fa4bc7e8f" providerId="ADAL" clId="{90A18498-CD8B-4BF7-A59C-DBA8FB896AF7}" dt="2025-09-18T12:31:01.295" v="213" actId="122"/>
          <ac:spMkLst>
            <pc:docMk/>
            <pc:sldMk cId="910447531" sldId="256"/>
            <ac:spMk id="2" creationId="{BEFBB1A5-9875-72D7-9556-92FFE93A1875}"/>
          </ac:spMkLst>
        </pc:spChg>
        <pc:spChg chg="add mod">
          <ac:chgData name="Mohammed Naseer Sihanas" userId="baf10d46-ca0e-4f93-8b9a-bd1fa4bc7e8f" providerId="ADAL" clId="{90A18498-CD8B-4BF7-A59C-DBA8FB896AF7}" dt="2025-09-18T12:33:32.663" v="287" actId="1076"/>
          <ac:spMkLst>
            <pc:docMk/>
            <pc:sldMk cId="910447531" sldId="256"/>
            <ac:spMk id="3" creationId="{E14E7CBF-4F20-CF9D-6531-70A282E5FCD5}"/>
          </ac:spMkLst>
        </pc:spChg>
        <pc:picChg chg="del">
          <ac:chgData name="Mohammed Naseer Sihanas" userId="baf10d46-ca0e-4f93-8b9a-bd1fa4bc7e8f" providerId="ADAL" clId="{90A18498-CD8B-4BF7-A59C-DBA8FB896AF7}" dt="2025-09-18T12:30:49.150" v="210" actId="478"/>
          <ac:picMkLst>
            <pc:docMk/>
            <pc:sldMk cId="910447531" sldId="256"/>
            <ac:picMk id="5" creationId="{DB0D4EAB-C887-DBE9-A48F-244D65BE925B}"/>
          </ac:picMkLst>
        </pc:picChg>
      </pc:sldChg>
      <pc:sldChg chg="addSp delSp modSp mod modTransition">
        <pc:chgData name="Mohammed Naseer Sihanas" userId="baf10d46-ca0e-4f93-8b9a-bd1fa4bc7e8f" providerId="ADAL" clId="{90A18498-CD8B-4BF7-A59C-DBA8FB896AF7}" dt="2025-09-18T12:34:12.069" v="292"/>
        <pc:sldMkLst>
          <pc:docMk/>
          <pc:sldMk cId="3148674760" sldId="257"/>
        </pc:sldMkLst>
        <pc:spChg chg="add mod">
          <ac:chgData name="Mohammed Naseer Sihanas" userId="baf10d46-ca0e-4f93-8b9a-bd1fa4bc7e8f" providerId="ADAL" clId="{90A18498-CD8B-4BF7-A59C-DBA8FB896AF7}" dt="2025-09-18T12:33:43.284" v="290" actId="113"/>
          <ac:spMkLst>
            <pc:docMk/>
            <pc:sldMk cId="3148674760" sldId="257"/>
            <ac:spMk id="4" creationId="{E940ABE5-B2FA-9BC5-E50F-8CA946CF2DFD}"/>
          </ac:spMkLst>
        </pc:spChg>
        <pc:graphicFrameChg chg="del">
          <ac:chgData name="Mohammed Naseer Sihanas" userId="baf10d46-ca0e-4f93-8b9a-bd1fa4bc7e8f" providerId="ADAL" clId="{90A18498-CD8B-4BF7-A59C-DBA8FB896AF7}" dt="2025-09-18T12:25:49.339" v="102" actId="478"/>
          <ac:graphicFrameMkLst>
            <pc:docMk/>
            <pc:sldMk cId="3148674760" sldId="257"/>
            <ac:graphicFrameMk id="10" creationId="{987A67ED-AE6F-2AD2-2D1A-EFC821956E97}"/>
          </ac:graphicFrameMkLst>
        </pc:graphicFrameChg>
      </pc:sldChg>
      <pc:sldChg chg="addSp delSp modSp mod modTransition">
        <pc:chgData name="Mohammed Naseer Sihanas" userId="baf10d46-ca0e-4f93-8b9a-bd1fa4bc7e8f" providerId="ADAL" clId="{90A18498-CD8B-4BF7-A59C-DBA8FB896AF7}" dt="2025-09-18T12:34:12.069" v="292"/>
        <pc:sldMkLst>
          <pc:docMk/>
          <pc:sldMk cId="317004597" sldId="258"/>
        </pc:sldMkLst>
        <pc:spChg chg="del">
          <ac:chgData name="Mohammed Naseer Sihanas" userId="baf10d46-ca0e-4f93-8b9a-bd1fa4bc7e8f" providerId="ADAL" clId="{90A18498-CD8B-4BF7-A59C-DBA8FB896AF7}" dt="2025-09-18T12:26:58.896" v="112" actId="478"/>
          <ac:spMkLst>
            <pc:docMk/>
            <pc:sldMk cId="317004597" sldId="258"/>
            <ac:spMk id="3" creationId="{FCDEA3C9-AFE9-C46A-18B2-BD24642617E8}"/>
          </ac:spMkLst>
        </pc:spChg>
        <pc:spChg chg="add del mod">
          <ac:chgData name="Mohammed Naseer Sihanas" userId="baf10d46-ca0e-4f93-8b9a-bd1fa4bc7e8f" providerId="ADAL" clId="{90A18498-CD8B-4BF7-A59C-DBA8FB896AF7}" dt="2025-09-18T12:27:27.709" v="126" actId="27636"/>
          <ac:spMkLst>
            <pc:docMk/>
            <pc:sldMk cId="317004597" sldId="258"/>
            <ac:spMk id="5" creationId="{63E238B2-169C-2DB6-C623-591733C026F3}"/>
          </ac:spMkLst>
        </pc:spChg>
        <pc:spChg chg="add mod">
          <ac:chgData name="Mohammed Naseer Sihanas" userId="baf10d46-ca0e-4f93-8b9a-bd1fa4bc7e8f" providerId="ADAL" clId="{90A18498-CD8B-4BF7-A59C-DBA8FB896AF7}" dt="2025-09-18T12:27:01.704" v="114"/>
          <ac:spMkLst>
            <pc:docMk/>
            <pc:sldMk cId="317004597" sldId="258"/>
            <ac:spMk id="6" creationId="{BD103154-4C1A-C2C5-8048-F72BB8874A02}"/>
          </ac:spMkLst>
        </pc:spChg>
        <pc:spChg chg="add mod">
          <ac:chgData name="Mohammed Naseer Sihanas" userId="baf10d46-ca0e-4f93-8b9a-bd1fa4bc7e8f" providerId="ADAL" clId="{90A18498-CD8B-4BF7-A59C-DBA8FB896AF7}" dt="2025-09-18T12:27:12.223" v="116"/>
          <ac:spMkLst>
            <pc:docMk/>
            <pc:sldMk cId="317004597" sldId="258"/>
            <ac:spMk id="7" creationId="{5AAF5B33-82A7-BA15-F3F5-2AE7A26AD64D}"/>
          </ac:spMkLst>
        </pc:spChg>
      </pc:sldChg>
      <pc:sldChg chg="modSp modTransition">
        <pc:chgData name="Mohammed Naseer Sihanas" userId="baf10d46-ca0e-4f93-8b9a-bd1fa4bc7e8f" providerId="ADAL" clId="{90A18498-CD8B-4BF7-A59C-DBA8FB896AF7}" dt="2025-09-18T12:34:12.069" v="292"/>
        <pc:sldMkLst>
          <pc:docMk/>
          <pc:sldMk cId="1722699503" sldId="259"/>
        </pc:sldMkLst>
        <pc:graphicFrameChg chg="mod">
          <ac:chgData name="Mohammed Naseer Sihanas" userId="baf10d46-ca0e-4f93-8b9a-bd1fa4bc7e8f" providerId="ADAL" clId="{90A18498-CD8B-4BF7-A59C-DBA8FB896AF7}" dt="2025-09-18T12:28:15.920" v="132" actId="478"/>
          <ac:graphicFrameMkLst>
            <pc:docMk/>
            <pc:sldMk cId="1722699503" sldId="259"/>
            <ac:graphicFrameMk id="39" creationId="{31710A24-0840-39BA-F458-EEABC1508374}"/>
          </ac:graphicFrameMkLst>
        </pc:graphicFrameChg>
      </pc:sldChg>
      <pc:sldChg chg="addSp delSp modSp mod modTransition">
        <pc:chgData name="Mohammed Naseer Sihanas" userId="baf10d46-ca0e-4f93-8b9a-bd1fa4bc7e8f" providerId="ADAL" clId="{90A18498-CD8B-4BF7-A59C-DBA8FB896AF7}" dt="2025-09-18T12:34:12.069" v="292"/>
        <pc:sldMkLst>
          <pc:docMk/>
          <pc:sldMk cId="3277057984" sldId="261"/>
        </pc:sldMkLst>
        <pc:spChg chg="add mod">
          <ac:chgData name="Mohammed Naseer Sihanas" userId="baf10d46-ca0e-4f93-8b9a-bd1fa4bc7e8f" providerId="ADAL" clId="{90A18498-CD8B-4BF7-A59C-DBA8FB896AF7}" dt="2025-09-18T12:29:24.199" v="143" actId="404"/>
          <ac:spMkLst>
            <pc:docMk/>
            <pc:sldMk cId="3277057984" sldId="261"/>
            <ac:spMk id="8" creationId="{A34C160C-3451-E24A-6498-92ADFF693BFA}"/>
          </ac:spMkLst>
        </pc:spChg>
        <pc:spChg chg="del">
          <ac:chgData name="Mohammed Naseer Sihanas" userId="baf10d46-ca0e-4f93-8b9a-bd1fa4bc7e8f" providerId="ADAL" clId="{90A18498-CD8B-4BF7-A59C-DBA8FB896AF7}" dt="2025-09-18T12:28:45.825" v="133" actId="478"/>
          <ac:spMkLst>
            <pc:docMk/>
            <pc:sldMk cId="3277057984" sldId="261"/>
            <ac:spMk id="53" creationId="{46EA7298-FF17-80BB-F9BB-30E5E080E66F}"/>
          </ac:spMkLst>
        </pc:spChg>
        <pc:spChg chg="del">
          <ac:chgData name="Mohammed Naseer Sihanas" userId="baf10d46-ca0e-4f93-8b9a-bd1fa4bc7e8f" providerId="ADAL" clId="{90A18498-CD8B-4BF7-A59C-DBA8FB896AF7}" dt="2025-09-18T12:28:45.825" v="133" actId="478"/>
          <ac:spMkLst>
            <pc:docMk/>
            <pc:sldMk cId="3277057984" sldId="261"/>
            <ac:spMk id="55" creationId="{F7C6A77B-B5BA-3CD2-8380-F88021A78CA2}"/>
          </ac:spMkLst>
        </pc:spChg>
        <pc:spChg chg="del">
          <ac:chgData name="Mohammed Naseer Sihanas" userId="baf10d46-ca0e-4f93-8b9a-bd1fa4bc7e8f" providerId="ADAL" clId="{90A18498-CD8B-4BF7-A59C-DBA8FB896AF7}" dt="2025-09-18T12:28:45.825" v="133" actId="478"/>
          <ac:spMkLst>
            <pc:docMk/>
            <pc:sldMk cId="3277057984" sldId="261"/>
            <ac:spMk id="57" creationId="{FABE7D66-ABFE-99BF-3F50-9722E0C808E0}"/>
          </ac:spMkLst>
        </pc:spChg>
        <pc:spChg chg="del">
          <ac:chgData name="Mohammed Naseer Sihanas" userId="baf10d46-ca0e-4f93-8b9a-bd1fa4bc7e8f" providerId="ADAL" clId="{90A18498-CD8B-4BF7-A59C-DBA8FB896AF7}" dt="2025-09-18T12:28:45.825" v="133" actId="478"/>
          <ac:spMkLst>
            <pc:docMk/>
            <pc:sldMk cId="3277057984" sldId="261"/>
            <ac:spMk id="59" creationId="{F545709A-D41A-4CF8-4749-073B2888271D}"/>
          </ac:spMkLst>
        </pc:spChg>
        <pc:spChg chg="del">
          <ac:chgData name="Mohammed Naseer Sihanas" userId="baf10d46-ca0e-4f93-8b9a-bd1fa4bc7e8f" providerId="ADAL" clId="{90A18498-CD8B-4BF7-A59C-DBA8FB896AF7}" dt="2025-09-18T12:28:45.825" v="133" actId="478"/>
          <ac:spMkLst>
            <pc:docMk/>
            <pc:sldMk cId="3277057984" sldId="261"/>
            <ac:spMk id="61" creationId="{840010BB-D4CF-F834-8DF2-74F17B07B92E}"/>
          </ac:spMkLst>
        </pc:spChg>
        <pc:spChg chg="del">
          <ac:chgData name="Mohammed Naseer Sihanas" userId="baf10d46-ca0e-4f93-8b9a-bd1fa4bc7e8f" providerId="ADAL" clId="{90A18498-CD8B-4BF7-A59C-DBA8FB896AF7}" dt="2025-09-18T12:28:45.825" v="133" actId="478"/>
          <ac:spMkLst>
            <pc:docMk/>
            <pc:sldMk cId="3277057984" sldId="261"/>
            <ac:spMk id="63" creationId="{F9D349BC-F747-5E9D-BA85-380635AC7D1B}"/>
          </ac:spMkLst>
        </pc:spChg>
        <pc:spChg chg="del">
          <ac:chgData name="Mohammed Naseer Sihanas" userId="baf10d46-ca0e-4f93-8b9a-bd1fa4bc7e8f" providerId="ADAL" clId="{90A18498-CD8B-4BF7-A59C-DBA8FB896AF7}" dt="2025-09-18T12:28:45.825" v="133" actId="478"/>
          <ac:spMkLst>
            <pc:docMk/>
            <pc:sldMk cId="3277057984" sldId="261"/>
            <ac:spMk id="64" creationId="{5348481B-057E-91E4-A950-2F356E21F3F9}"/>
          </ac:spMkLst>
        </pc:spChg>
        <pc:spChg chg="del">
          <ac:chgData name="Mohammed Naseer Sihanas" userId="baf10d46-ca0e-4f93-8b9a-bd1fa4bc7e8f" providerId="ADAL" clId="{90A18498-CD8B-4BF7-A59C-DBA8FB896AF7}" dt="2025-09-18T12:28:45.825" v="133" actId="478"/>
          <ac:spMkLst>
            <pc:docMk/>
            <pc:sldMk cId="3277057984" sldId="261"/>
            <ac:spMk id="65" creationId="{65CA37EE-9E70-1FBC-C917-AC4E6987F987}"/>
          </ac:spMkLst>
        </pc:spChg>
        <pc:spChg chg="del">
          <ac:chgData name="Mohammed Naseer Sihanas" userId="baf10d46-ca0e-4f93-8b9a-bd1fa4bc7e8f" providerId="ADAL" clId="{90A18498-CD8B-4BF7-A59C-DBA8FB896AF7}" dt="2025-09-18T12:28:45.825" v="133" actId="478"/>
          <ac:spMkLst>
            <pc:docMk/>
            <pc:sldMk cId="3277057984" sldId="261"/>
            <ac:spMk id="66" creationId="{F22FBE24-5BE5-AE45-3669-7A6267715465}"/>
          </ac:spMkLst>
        </pc:spChg>
        <pc:spChg chg="del">
          <ac:chgData name="Mohammed Naseer Sihanas" userId="baf10d46-ca0e-4f93-8b9a-bd1fa4bc7e8f" providerId="ADAL" clId="{90A18498-CD8B-4BF7-A59C-DBA8FB896AF7}" dt="2025-09-18T12:28:45.825" v="133" actId="478"/>
          <ac:spMkLst>
            <pc:docMk/>
            <pc:sldMk cId="3277057984" sldId="261"/>
            <ac:spMk id="67" creationId="{7BE3DE1D-3BC3-8BB2-86BF-B25B24E6A5C7}"/>
          </ac:spMkLst>
        </pc:spChg>
      </pc:sldChg>
      <pc:sldChg chg="addSp delSp modSp mod modTransition">
        <pc:chgData name="Mohammed Naseer Sihanas" userId="baf10d46-ca0e-4f93-8b9a-bd1fa4bc7e8f" providerId="ADAL" clId="{90A18498-CD8B-4BF7-A59C-DBA8FB896AF7}" dt="2025-09-18T12:34:12.069" v="292"/>
        <pc:sldMkLst>
          <pc:docMk/>
          <pc:sldMk cId="154127786" sldId="262"/>
        </pc:sldMkLst>
        <pc:spChg chg="del">
          <ac:chgData name="Mohammed Naseer Sihanas" userId="baf10d46-ca0e-4f93-8b9a-bd1fa4bc7e8f" providerId="ADAL" clId="{90A18498-CD8B-4BF7-A59C-DBA8FB896AF7}" dt="2025-09-18T12:21:09.402" v="34" actId="478"/>
          <ac:spMkLst>
            <pc:docMk/>
            <pc:sldMk cId="154127786" sldId="262"/>
            <ac:spMk id="24" creationId="{EC7D17D0-01CC-E49C-3844-AB071718D5A6}"/>
          </ac:spMkLst>
        </pc:spChg>
        <pc:spChg chg="del">
          <ac:chgData name="Mohammed Naseer Sihanas" userId="baf10d46-ca0e-4f93-8b9a-bd1fa4bc7e8f" providerId="ADAL" clId="{90A18498-CD8B-4BF7-A59C-DBA8FB896AF7}" dt="2025-09-18T12:21:31.489" v="46" actId="478"/>
          <ac:spMkLst>
            <pc:docMk/>
            <pc:sldMk cId="154127786" sldId="262"/>
            <ac:spMk id="153" creationId="{B3C8E8E8-AB08-1DEF-A932-7F6B7B776601}"/>
          </ac:spMkLst>
        </pc:spChg>
        <pc:spChg chg="del">
          <ac:chgData name="Mohammed Naseer Sihanas" userId="baf10d46-ca0e-4f93-8b9a-bd1fa4bc7e8f" providerId="ADAL" clId="{90A18498-CD8B-4BF7-A59C-DBA8FB896AF7}" dt="2025-09-18T12:21:21.205" v="42" actId="478"/>
          <ac:spMkLst>
            <pc:docMk/>
            <pc:sldMk cId="154127786" sldId="262"/>
            <ac:spMk id="154" creationId="{C6BBE86C-959A-BA18-0B8F-96DBB5364D27}"/>
          </ac:spMkLst>
        </pc:spChg>
        <pc:spChg chg="del">
          <ac:chgData name="Mohammed Naseer Sihanas" userId="baf10d46-ca0e-4f93-8b9a-bd1fa4bc7e8f" providerId="ADAL" clId="{90A18498-CD8B-4BF7-A59C-DBA8FB896AF7}" dt="2025-09-18T12:21:20.062" v="41" actId="478"/>
          <ac:spMkLst>
            <pc:docMk/>
            <pc:sldMk cId="154127786" sldId="262"/>
            <ac:spMk id="155" creationId="{5776A13D-7FED-1241-05AD-4F462C7FD5CC}"/>
          </ac:spMkLst>
        </pc:spChg>
        <pc:spChg chg="mod">
          <ac:chgData name="Mohammed Naseer Sihanas" userId="baf10d46-ca0e-4f93-8b9a-bd1fa4bc7e8f" providerId="ADAL" clId="{90A18498-CD8B-4BF7-A59C-DBA8FB896AF7}" dt="2025-09-18T12:21:25.828" v="44" actId="20577"/>
          <ac:spMkLst>
            <pc:docMk/>
            <pc:sldMk cId="154127786" sldId="262"/>
            <ac:spMk id="167" creationId="{5B23539D-7D5E-73E0-C540-C6B607A63613}"/>
          </ac:spMkLst>
        </pc:spChg>
        <pc:spChg chg="del mod">
          <ac:chgData name="Mohammed Naseer Sihanas" userId="baf10d46-ca0e-4f93-8b9a-bd1fa4bc7e8f" providerId="ADAL" clId="{90A18498-CD8B-4BF7-A59C-DBA8FB896AF7}" dt="2025-09-18T12:22:00.918" v="59" actId="478"/>
          <ac:spMkLst>
            <pc:docMk/>
            <pc:sldMk cId="154127786" sldId="262"/>
            <ac:spMk id="168" creationId="{805EB035-E210-0565-D37F-CBC59E95DEE4}"/>
          </ac:spMkLst>
        </pc:spChg>
        <pc:spChg chg="del mod">
          <ac:chgData name="Mohammed Naseer Sihanas" userId="baf10d46-ca0e-4f93-8b9a-bd1fa4bc7e8f" providerId="ADAL" clId="{90A18498-CD8B-4BF7-A59C-DBA8FB896AF7}" dt="2025-09-18T12:22:02.551" v="61" actId="478"/>
          <ac:spMkLst>
            <pc:docMk/>
            <pc:sldMk cId="154127786" sldId="262"/>
            <ac:spMk id="169" creationId="{6A9C4146-6523-ABAB-7626-296C21A98B45}"/>
          </ac:spMkLst>
        </pc:spChg>
        <pc:picChg chg="add mod">
          <ac:chgData name="Mohammed Naseer Sihanas" userId="baf10d46-ca0e-4f93-8b9a-bd1fa4bc7e8f" providerId="ADAL" clId="{90A18498-CD8B-4BF7-A59C-DBA8FB896AF7}" dt="2025-09-18T12:23:22.302" v="76" actId="1076"/>
          <ac:picMkLst>
            <pc:docMk/>
            <pc:sldMk cId="154127786" sldId="262"/>
            <ac:picMk id="2" creationId="{1C7E175F-EEDE-E994-05ED-90CE043CB891}"/>
          </ac:picMkLst>
        </pc:picChg>
        <pc:picChg chg="add mod">
          <ac:chgData name="Mohammed Naseer Sihanas" userId="baf10d46-ca0e-4f93-8b9a-bd1fa4bc7e8f" providerId="ADAL" clId="{90A18498-CD8B-4BF7-A59C-DBA8FB896AF7}" dt="2025-09-18T12:24:28.431" v="96" actId="14100"/>
          <ac:picMkLst>
            <pc:docMk/>
            <pc:sldMk cId="154127786" sldId="262"/>
            <ac:picMk id="3" creationId="{1E968911-FCF4-4479-3C42-560C3F1750DB}"/>
          </ac:picMkLst>
        </pc:picChg>
        <pc:picChg chg="del">
          <ac:chgData name="Mohammed Naseer Sihanas" userId="baf10d46-ca0e-4f93-8b9a-bd1fa4bc7e8f" providerId="ADAL" clId="{90A18498-CD8B-4BF7-A59C-DBA8FB896AF7}" dt="2025-09-18T12:21:30.414" v="45" actId="478"/>
          <ac:picMkLst>
            <pc:docMk/>
            <pc:sldMk cId="154127786" sldId="262"/>
            <ac:picMk id="33" creationId="{04F5518E-4B71-D51C-0320-737B4B3D18EA}"/>
          </ac:picMkLst>
        </pc:picChg>
        <pc:picChg chg="del">
          <ac:chgData name="Mohammed Naseer Sihanas" userId="baf10d46-ca0e-4f93-8b9a-bd1fa4bc7e8f" providerId="ADAL" clId="{90A18498-CD8B-4BF7-A59C-DBA8FB896AF7}" dt="2025-09-18T12:21:19.151" v="40" actId="478"/>
          <ac:picMkLst>
            <pc:docMk/>
            <pc:sldMk cId="154127786" sldId="262"/>
            <ac:picMk id="40" creationId="{8A0FA687-5CFF-9C66-503D-60CD1FBA9FAE}"/>
          </ac:picMkLst>
        </pc:picChg>
        <pc:picChg chg="del">
          <ac:chgData name="Mohammed Naseer Sihanas" userId="baf10d46-ca0e-4f93-8b9a-bd1fa4bc7e8f" providerId="ADAL" clId="{90A18498-CD8B-4BF7-A59C-DBA8FB896AF7}" dt="2025-09-18T12:21:08.335" v="33" actId="478"/>
          <ac:picMkLst>
            <pc:docMk/>
            <pc:sldMk cId="154127786" sldId="262"/>
            <ac:picMk id="43" creationId="{2850CA5D-B07A-F55A-F7E3-837FE3847551}"/>
          </ac:picMkLst>
        </pc:picChg>
        <pc:picChg chg="del">
          <ac:chgData name="Mohammed Naseer Sihanas" userId="baf10d46-ca0e-4f93-8b9a-bd1fa4bc7e8f" providerId="ADAL" clId="{90A18498-CD8B-4BF7-A59C-DBA8FB896AF7}" dt="2025-09-18T12:22:01.534" v="60" actId="478"/>
          <ac:picMkLst>
            <pc:docMk/>
            <pc:sldMk cId="154127786" sldId="262"/>
            <ac:picMk id="47" creationId="{9CF5899F-946B-6794-B6B4-CDE0EBF3ED34}"/>
          </ac:picMkLst>
        </pc:picChg>
        <pc:picChg chg="del">
          <ac:chgData name="Mohammed Naseer Sihanas" userId="baf10d46-ca0e-4f93-8b9a-bd1fa4bc7e8f" providerId="ADAL" clId="{90A18498-CD8B-4BF7-A59C-DBA8FB896AF7}" dt="2025-09-18T12:21:57.942" v="56" actId="478"/>
          <ac:picMkLst>
            <pc:docMk/>
            <pc:sldMk cId="154127786" sldId="262"/>
            <ac:picMk id="49" creationId="{84AB1BFF-5AE8-9178-CD20-5DF704024CCD}"/>
          </ac:picMkLst>
        </pc:picChg>
        <pc:cxnChg chg="add mod">
          <ac:chgData name="Mohammed Naseer Sihanas" userId="baf10d46-ca0e-4f93-8b9a-bd1fa4bc7e8f" providerId="ADAL" clId="{90A18498-CD8B-4BF7-A59C-DBA8FB896AF7}" dt="2025-09-18T12:24:23.985" v="95" actId="14100"/>
          <ac:cxnSpMkLst>
            <pc:docMk/>
            <pc:sldMk cId="154127786" sldId="262"/>
            <ac:cxnSpMk id="6" creationId="{54D55CAE-92BE-5211-6778-C893D328C501}"/>
          </ac:cxnSpMkLst>
        </pc:cxnChg>
        <pc:cxnChg chg="add mod">
          <ac:chgData name="Mohammed Naseer Sihanas" userId="baf10d46-ca0e-4f93-8b9a-bd1fa4bc7e8f" providerId="ADAL" clId="{90A18498-CD8B-4BF7-A59C-DBA8FB896AF7}" dt="2025-09-18T12:24:05.726" v="90" actId="14100"/>
          <ac:cxnSpMkLst>
            <pc:docMk/>
            <pc:sldMk cId="154127786" sldId="262"/>
            <ac:cxnSpMk id="10" creationId="{916B37E2-FD2C-D53D-E00A-2D088FC44F3A}"/>
          </ac:cxnSpMkLst>
        </pc:cxnChg>
        <pc:cxnChg chg="add mod">
          <ac:chgData name="Mohammed Naseer Sihanas" userId="baf10d46-ca0e-4f93-8b9a-bd1fa4bc7e8f" providerId="ADAL" clId="{90A18498-CD8B-4BF7-A59C-DBA8FB896AF7}" dt="2025-09-18T12:23:57.524" v="87" actId="14100"/>
          <ac:cxnSpMkLst>
            <pc:docMk/>
            <pc:sldMk cId="154127786" sldId="262"/>
            <ac:cxnSpMk id="11" creationId="{54248F57-C796-FDFF-49F6-FE30C48AC5F0}"/>
          </ac:cxnSpMkLst>
        </pc:cxnChg>
        <pc:cxnChg chg="del">
          <ac:chgData name="Mohammed Naseer Sihanas" userId="baf10d46-ca0e-4f93-8b9a-bd1fa4bc7e8f" providerId="ADAL" clId="{90A18498-CD8B-4BF7-A59C-DBA8FB896AF7}" dt="2025-09-18T12:21:14.218" v="39" actId="478"/>
          <ac:cxnSpMkLst>
            <pc:docMk/>
            <pc:sldMk cId="154127786" sldId="262"/>
            <ac:cxnSpMk id="16" creationId="{19DC51D7-02D6-2D03-5EF9-43571E16A9AB}"/>
          </ac:cxnSpMkLst>
        </pc:cxnChg>
        <pc:cxnChg chg="del">
          <ac:chgData name="Mohammed Naseer Sihanas" userId="baf10d46-ca0e-4f93-8b9a-bd1fa4bc7e8f" providerId="ADAL" clId="{90A18498-CD8B-4BF7-A59C-DBA8FB896AF7}" dt="2025-09-18T12:21:13.018" v="38" actId="478"/>
          <ac:cxnSpMkLst>
            <pc:docMk/>
            <pc:sldMk cId="154127786" sldId="262"/>
            <ac:cxnSpMk id="19" creationId="{7E6627F8-B525-B0B4-86A7-017BE5AB1A41}"/>
          </ac:cxnSpMkLst>
        </pc:cxnChg>
        <pc:cxnChg chg="add mod">
          <ac:chgData name="Mohammed Naseer Sihanas" userId="baf10d46-ca0e-4f93-8b9a-bd1fa4bc7e8f" providerId="ADAL" clId="{90A18498-CD8B-4BF7-A59C-DBA8FB896AF7}" dt="2025-09-18T12:24:18.269" v="93" actId="14100"/>
          <ac:cxnSpMkLst>
            <pc:docMk/>
            <pc:sldMk cId="154127786" sldId="262"/>
            <ac:cxnSpMk id="21" creationId="{FAE7F4CD-CC59-1EF8-44CA-F56FBA573F8A}"/>
          </ac:cxnSpMkLst>
        </pc:cxnChg>
        <pc:cxnChg chg="del">
          <ac:chgData name="Mohammed Naseer Sihanas" userId="baf10d46-ca0e-4f93-8b9a-bd1fa4bc7e8f" providerId="ADAL" clId="{90A18498-CD8B-4BF7-A59C-DBA8FB896AF7}" dt="2025-09-18T12:21:11.725" v="37" actId="478"/>
          <ac:cxnSpMkLst>
            <pc:docMk/>
            <pc:sldMk cId="154127786" sldId="262"/>
            <ac:cxnSpMk id="22" creationId="{10C517F8-BAA9-0254-8699-5A076932972C}"/>
          </ac:cxnSpMkLst>
        </pc:cxnChg>
        <pc:cxnChg chg="add mod">
          <ac:chgData name="Mohammed Naseer Sihanas" userId="baf10d46-ca0e-4f93-8b9a-bd1fa4bc7e8f" providerId="ADAL" clId="{90A18498-CD8B-4BF7-A59C-DBA8FB896AF7}" dt="2025-09-18T12:24:35.719" v="98" actId="1076"/>
          <ac:cxnSpMkLst>
            <pc:docMk/>
            <pc:sldMk cId="154127786" sldId="262"/>
            <ac:cxnSpMk id="29" creationId="{B0B01294-4242-78FF-906D-F30C8C903C2F}"/>
          </ac:cxnSpMkLst>
        </pc:cxnChg>
        <pc:cxnChg chg="add mod">
          <ac:chgData name="Mohammed Naseer Sihanas" userId="baf10d46-ca0e-4f93-8b9a-bd1fa4bc7e8f" providerId="ADAL" clId="{90A18498-CD8B-4BF7-A59C-DBA8FB896AF7}" dt="2025-09-18T12:24:42.319" v="101" actId="14100"/>
          <ac:cxnSpMkLst>
            <pc:docMk/>
            <pc:sldMk cId="154127786" sldId="262"/>
            <ac:cxnSpMk id="34" creationId="{0AEA34D2-7A64-15FA-8166-8F8B95AA2E8D}"/>
          </ac:cxnSpMkLst>
        </pc:cxnChg>
        <pc:cxnChg chg="del">
          <ac:chgData name="Mohammed Naseer Sihanas" userId="baf10d46-ca0e-4f93-8b9a-bd1fa4bc7e8f" providerId="ADAL" clId="{90A18498-CD8B-4BF7-A59C-DBA8FB896AF7}" dt="2025-09-18T12:21:10.252" v="35" actId="478"/>
          <ac:cxnSpMkLst>
            <pc:docMk/>
            <pc:sldMk cId="154127786" sldId="262"/>
            <ac:cxnSpMk id="44" creationId="{6124F54D-DE02-912D-F7B2-EFEE40547B58}"/>
          </ac:cxnSpMkLst>
        </pc:cxnChg>
        <pc:cxnChg chg="add del">
          <ac:chgData name="Mohammed Naseer Sihanas" userId="baf10d46-ca0e-4f93-8b9a-bd1fa4bc7e8f" providerId="ADAL" clId="{90A18498-CD8B-4BF7-A59C-DBA8FB896AF7}" dt="2025-09-18T12:23:40.753" v="81" actId="21"/>
          <ac:cxnSpMkLst>
            <pc:docMk/>
            <pc:sldMk cId="154127786" sldId="262"/>
            <ac:cxnSpMk id="105" creationId="{3C8076F1-11A6-766B-3168-E54510E859E8}"/>
          </ac:cxnSpMkLst>
        </pc:cxnChg>
        <pc:cxnChg chg="del">
          <ac:chgData name="Mohammed Naseer Sihanas" userId="baf10d46-ca0e-4f93-8b9a-bd1fa4bc7e8f" providerId="ADAL" clId="{90A18498-CD8B-4BF7-A59C-DBA8FB896AF7}" dt="2025-09-18T12:21:46.286" v="52" actId="478"/>
          <ac:cxnSpMkLst>
            <pc:docMk/>
            <pc:sldMk cId="154127786" sldId="262"/>
            <ac:cxnSpMk id="112" creationId="{616B0C09-604C-3F1E-1299-21437E2ED90A}"/>
          </ac:cxnSpMkLst>
        </pc:cxnChg>
        <pc:cxnChg chg="del">
          <ac:chgData name="Mohammed Naseer Sihanas" userId="baf10d46-ca0e-4f93-8b9a-bd1fa4bc7e8f" providerId="ADAL" clId="{90A18498-CD8B-4BF7-A59C-DBA8FB896AF7}" dt="2025-09-18T12:21:45.351" v="51" actId="478"/>
          <ac:cxnSpMkLst>
            <pc:docMk/>
            <pc:sldMk cId="154127786" sldId="262"/>
            <ac:cxnSpMk id="114" creationId="{6CB6888C-D577-1AEE-7930-BB36F6C13711}"/>
          </ac:cxnSpMkLst>
        </pc:cxnChg>
        <pc:cxnChg chg="del">
          <ac:chgData name="Mohammed Naseer Sihanas" userId="baf10d46-ca0e-4f93-8b9a-bd1fa4bc7e8f" providerId="ADAL" clId="{90A18498-CD8B-4BF7-A59C-DBA8FB896AF7}" dt="2025-09-18T12:21:47.468" v="53" actId="478"/>
          <ac:cxnSpMkLst>
            <pc:docMk/>
            <pc:sldMk cId="154127786" sldId="262"/>
            <ac:cxnSpMk id="115" creationId="{44C3A101-13F4-7C2B-2958-5EF3CB0B9EE5}"/>
          </ac:cxnSpMkLst>
        </pc:cxnChg>
        <pc:cxnChg chg="del">
          <ac:chgData name="Mohammed Naseer Sihanas" userId="baf10d46-ca0e-4f93-8b9a-bd1fa4bc7e8f" providerId="ADAL" clId="{90A18498-CD8B-4BF7-A59C-DBA8FB896AF7}" dt="2025-09-18T12:21:48.132" v="54" actId="478"/>
          <ac:cxnSpMkLst>
            <pc:docMk/>
            <pc:sldMk cId="154127786" sldId="262"/>
            <ac:cxnSpMk id="117" creationId="{F81B8DC7-BA0D-B56E-AC1A-70451B768AF2}"/>
          </ac:cxnSpMkLst>
        </pc:cxnChg>
        <pc:cxnChg chg="del">
          <ac:chgData name="Mohammed Naseer Sihanas" userId="baf10d46-ca0e-4f93-8b9a-bd1fa4bc7e8f" providerId="ADAL" clId="{90A18498-CD8B-4BF7-A59C-DBA8FB896AF7}" dt="2025-09-18T12:21:49.135" v="55" actId="478"/>
          <ac:cxnSpMkLst>
            <pc:docMk/>
            <pc:sldMk cId="154127786" sldId="262"/>
            <ac:cxnSpMk id="119" creationId="{522BB1E2-FD6E-F022-951E-D78EF972F2F2}"/>
          </ac:cxnSpMkLst>
        </pc:cxnChg>
        <pc:cxnChg chg="del">
          <ac:chgData name="Mohammed Naseer Sihanas" userId="baf10d46-ca0e-4f93-8b9a-bd1fa4bc7e8f" providerId="ADAL" clId="{90A18498-CD8B-4BF7-A59C-DBA8FB896AF7}" dt="2025-09-18T12:21:38.470" v="49" actId="478"/>
          <ac:cxnSpMkLst>
            <pc:docMk/>
            <pc:sldMk cId="154127786" sldId="262"/>
            <ac:cxnSpMk id="121" creationId="{0A469FF4-5ED7-2EF9-A4AC-9BA77AA800F7}"/>
          </ac:cxnSpMkLst>
        </pc:cxnChg>
        <pc:cxnChg chg="del">
          <ac:chgData name="Mohammed Naseer Sihanas" userId="baf10d46-ca0e-4f93-8b9a-bd1fa4bc7e8f" providerId="ADAL" clId="{90A18498-CD8B-4BF7-A59C-DBA8FB896AF7}" dt="2025-09-18T12:21:37.691" v="48" actId="478"/>
          <ac:cxnSpMkLst>
            <pc:docMk/>
            <pc:sldMk cId="154127786" sldId="262"/>
            <ac:cxnSpMk id="123" creationId="{85C5C126-7681-0907-A2F5-DBF9164F73D2}"/>
          </ac:cxnSpMkLst>
        </pc:cxnChg>
        <pc:cxnChg chg="del">
          <ac:chgData name="Mohammed Naseer Sihanas" userId="baf10d46-ca0e-4f93-8b9a-bd1fa4bc7e8f" providerId="ADAL" clId="{90A18498-CD8B-4BF7-A59C-DBA8FB896AF7}" dt="2025-09-18T12:21:36.687" v="47" actId="478"/>
          <ac:cxnSpMkLst>
            <pc:docMk/>
            <pc:sldMk cId="154127786" sldId="262"/>
            <ac:cxnSpMk id="125" creationId="{111B5628-C215-AF9C-FB59-2416EBB77990}"/>
          </ac:cxnSpMkLst>
        </pc:cxnChg>
        <pc:cxnChg chg="del">
          <ac:chgData name="Mohammed Naseer Sihanas" userId="baf10d46-ca0e-4f93-8b9a-bd1fa4bc7e8f" providerId="ADAL" clId="{90A18498-CD8B-4BF7-A59C-DBA8FB896AF7}" dt="2025-09-18T12:21:39.566" v="50" actId="478"/>
          <ac:cxnSpMkLst>
            <pc:docMk/>
            <pc:sldMk cId="154127786" sldId="262"/>
            <ac:cxnSpMk id="128" creationId="{7989BA6F-E895-5306-3A97-76B4F36A6BA3}"/>
          </ac:cxnSpMkLst>
        </pc:cxnChg>
        <pc:cxnChg chg="del mod">
          <ac:chgData name="Mohammed Naseer Sihanas" userId="baf10d46-ca0e-4f93-8b9a-bd1fa4bc7e8f" providerId="ADAL" clId="{90A18498-CD8B-4BF7-A59C-DBA8FB896AF7}" dt="2025-09-18T12:21:11.059" v="36" actId="478"/>
          <ac:cxnSpMkLst>
            <pc:docMk/>
            <pc:sldMk cId="154127786" sldId="262"/>
            <ac:cxnSpMk id="140" creationId="{B9F3FCEC-4138-49C5-55BB-541B6FDC914F}"/>
          </ac:cxnSpMkLst>
        </pc:cxnChg>
      </pc:sldChg>
      <pc:sldChg chg="addSp delSp modSp mod modTransition">
        <pc:chgData name="Mohammed Naseer Sihanas" userId="baf10d46-ca0e-4f93-8b9a-bd1fa4bc7e8f" providerId="ADAL" clId="{90A18498-CD8B-4BF7-A59C-DBA8FB896AF7}" dt="2025-09-18T12:34:12.069" v="292"/>
        <pc:sldMkLst>
          <pc:docMk/>
          <pc:sldMk cId="3053341922" sldId="263"/>
        </pc:sldMkLst>
        <pc:spChg chg="mod">
          <ac:chgData name="Mohammed Naseer Sihanas" userId="baf10d46-ca0e-4f93-8b9a-bd1fa4bc7e8f" providerId="ADAL" clId="{90A18498-CD8B-4BF7-A59C-DBA8FB896AF7}" dt="2025-09-18T12:20:44.935" v="31" actId="1076"/>
          <ac:spMkLst>
            <pc:docMk/>
            <pc:sldMk cId="3053341922" sldId="263"/>
            <ac:spMk id="5" creationId="{5553A777-E321-32EF-1244-66BA7F8FF3FE}"/>
          </ac:spMkLst>
        </pc:spChg>
        <pc:spChg chg="mod">
          <ac:chgData name="Mohammed Naseer Sihanas" userId="baf10d46-ca0e-4f93-8b9a-bd1fa4bc7e8f" providerId="ADAL" clId="{90A18498-CD8B-4BF7-A59C-DBA8FB896AF7}" dt="2025-09-18T12:20:44.935" v="31" actId="1076"/>
          <ac:spMkLst>
            <pc:docMk/>
            <pc:sldMk cId="3053341922" sldId="263"/>
            <ac:spMk id="6" creationId="{38494D17-1ABD-1D6A-A71C-3EC2A9E96E13}"/>
          </ac:spMkLst>
        </pc:spChg>
        <pc:spChg chg="del">
          <ac:chgData name="Mohammed Naseer Sihanas" userId="baf10d46-ca0e-4f93-8b9a-bd1fa4bc7e8f" providerId="ADAL" clId="{90A18498-CD8B-4BF7-A59C-DBA8FB896AF7}" dt="2025-09-18T12:19:31.129" v="14" actId="478"/>
          <ac:spMkLst>
            <pc:docMk/>
            <pc:sldMk cId="3053341922" sldId="263"/>
            <ac:spMk id="7" creationId="{48072A84-2912-52E7-3D48-93ABEF261B78}"/>
          </ac:spMkLst>
        </pc:spChg>
        <pc:spChg chg="del">
          <ac:chgData name="Mohammed Naseer Sihanas" userId="baf10d46-ca0e-4f93-8b9a-bd1fa4bc7e8f" providerId="ADAL" clId="{90A18498-CD8B-4BF7-A59C-DBA8FB896AF7}" dt="2025-09-18T12:19:30.100" v="13" actId="478"/>
          <ac:spMkLst>
            <pc:docMk/>
            <pc:sldMk cId="3053341922" sldId="263"/>
            <ac:spMk id="8" creationId="{F40A0BCE-A0AF-333A-B1F6-14F254103E74}"/>
          </ac:spMkLst>
        </pc:spChg>
        <pc:spChg chg="mod">
          <ac:chgData name="Mohammed Naseer Sihanas" userId="baf10d46-ca0e-4f93-8b9a-bd1fa4bc7e8f" providerId="ADAL" clId="{90A18498-CD8B-4BF7-A59C-DBA8FB896AF7}" dt="2025-09-18T12:20:44.935" v="31" actId="1076"/>
          <ac:spMkLst>
            <pc:docMk/>
            <pc:sldMk cId="3053341922" sldId="263"/>
            <ac:spMk id="9" creationId="{D7052578-BE9E-79B4-1A26-96B48CD9A869}"/>
          </ac:spMkLst>
        </pc:spChg>
        <pc:spChg chg="del">
          <ac:chgData name="Mohammed Naseer Sihanas" userId="baf10d46-ca0e-4f93-8b9a-bd1fa4bc7e8f" providerId="ADAL" clId="{90A18498-CD8B-4BF7-A59C-DBA8FB896AF7}" dt="2025-09-18T12:19:40.491" v="21" actId="478"/>
          <ac:spMkLst>
            <pc:docMk/>
            <pc:sldMk cId="3053341922" sldId="263"/>
            <ac:spMk id="10" creationId="{0CE0727B-D6BE-217C-9917-98A1C1146E6D}"/>
          </ac:spMkLst>
        </pc:spChg>
        <pc:spChg chg="del">
          <ac:chgData name="Mohammed Naseer Sihanas" userId="baf10d46-ca0e-4f93-8b9a-bd1fa4bc7e8f" providerId="ADAL" clId="{90A18498-CD8B-4BF7-A59C-DBA8FB896AF7}" dt="2025-09-18T12:19:36.877" v="18" actId="478"/>
          <ac:spMkLst>
            <pc:docMk/>
            <pc:sldMk cId="3053341922" sldId="263"/>
            <ac:spMk id="11" creationId="{27226799-660C-D9AE-0DFE-305732CE4C7D}"/>
          </ac:spMkLst>
        </pc:spChg>
        <pc:spChg chg="mod">
          <ac:chgData name="Mohammed Naseer Sihanas" userId="baf10d46-ca0e-4f93-8b9a-bd1fa4bc7e8f" providerId="ADAL" clId="{90A18498-CD8B-4BF7-A59C-DBA8FB896AF7}" dt="2025-09-18T12:20:56.951" v="32" actId="1076"/>
          <ac:spMkLst>
            <pc:docMk/>
            <pc:sldMk cId="3053341922" sldId="263"/>
            <ac:spMk id="12" creationId="{E07F89AB-2B94-A150-8E97-D425BA595A9A}"/>
          </ac:spMkLst>
        </pc:spChg>
        <pc:spChg chg="add del mod">
          <ac:chgData name="Mohammed Naseer Sihanas" userId="baf10d46-ca0e-4f93-8b9a-bd1fa4bc7e8f" providerId="ADAL" clId="{90A18498-CD8B-4BF7-A59C-DBA8FB896AF7}" dt="2025-09-18T12:20:56.951" v="32" actId="1076"/>
          <ac:spMkLst>
            <pc:docMk/>
            <pc:sldMk cId="3053341922" sldId="263"/>
            <ac:spMk id="13" creationId="{951F2FA9-042F-308E-8C65-C8B215098F12}"/>
          </ac:spMkLst>
        </pc:spChg>
        <pc:spChg chg="mod">
          <ac:chgData name="Mohammed Naseer Sihanas" userId="baf10d46-ca0e-4f93-8b9a-bd1fa4bc7e8f" providerId="ADAL" clId="{90A18498-CD8B-4BF7-A59C-DBA8FB896AF7}" dt="2025-09-18T12:20:56.951" v="32" actId="1076"/>
          <ac:spMkLst>
            <pc:docMk/>
            <pc:sldMk cId="3053341922" sldId="263"/>
            <ac:spMk id="14" creationId="{EB720356-6990-C415-F853-F1D53F0A4FA4}"/>
          </ac:spMkLst>
        </pc:spChg>
        <pc:spChg chg="mod">
          <ac:chgData name="Mohammed Naseer Sihanas" userId="baf10d46-ca0e-4f93-8b9a-bd1fa4bc7e8f" providerId="ADAL" clId="{90A18498-CD8B-4BF7-A59C-DBA8FB896AF7}" dt="2025-09-18T12:20:44.935" v="31" actId="1076"/>
          <ac:spMkLst>
            <pc:docMk/>
            <pc:sldMk cId="3053341922" sldId="263"/>
            <ac:spMk id="19" creationId="{BF7C4EC2-1E33-AFF4-B182-C453FC9CDA14}"/>
          </ac:spMkLst>
        </pc:spChg>
        <pc:spChg chg="mod">
          <ac:chgData name="Mohammed Naseer Sihanas" userId="baf10d46-ca0e-4f93-8b9a-bd1fa4bc7e8f" providerId="ADAL" clId="{90A18498-CD8B-4BF7-A59C-DBA8FB896AF7}" dt="2025-09-18T12:20:44.935" v="31" actId="1076"/>
          <ac:spMkLst>
            <pc:docMk/>
            <pc:sldMk cId="3053341922" sldId="263"/>
            <ac:spMk id="22" creationId="{573751B6-5E16-CA5C-CB1B-67271CC8C58C}"/>
          </ac:spMkLst>
        </pc:spChg>
        <pc:spChg chg="del">
          <ac:chgData name="Mohammed Naseer Sihanas" userId="baf10d46-ca0e-4f93-8b9a-bd1fa4bc7e8f" providerId="ADAL" clId="{90A18498-CD8B-4BF7-A59C-DBA8FB896AF7}" dt="2025-09-18T12:19:29.271" v="12" actId="478"/>
          <ac:spMkLst>
            <pc:docMk/>
            <pc:sldMk cId="3053341922" sldId="263"/>
            <ac:spMk id="23" creationId="{50EA0341-D38D-FDD3-3F84-E41F9DC413E9}"/>
          </ac:spMkLst>
        </pc:spChg>
        <pc:spChg chg="mod">
          <ac:chgData name="Mohammed Naseer Sihanas" userId="baf10d46-ca0e-4f93-8b9a-bd1fa4bc7e8f" providerId="ADAL" clId="{90A18498-CD8B-4BF7-A59C-DBA8FB896AF7}" dt="2025-09-18T12:20:44.935" v="31" actId="1076"/>
          <ac:spMkLst>
            <pc:docMk/>
            <pc:sldMk cId="3053341922" sldId="263"/>
            <ac:spMk id="24" creationId="{F91F9D67-38D3-39BA-50A0-43C24C3672F2}"/>
          </ac:spMkLst>
        </pc:spChg>
        <pc:spChg chg="del">
          <ac:chgData name="Mohammed Naseer Sihanas" userId="baf10d46-ca0e-4f93-8b9a-bd1fa4bc7e8f" providerId="ADAL" clId="{90A18498-CD8B-4BF7-A59C-DBA8FB896AF7}" dt="2025-09-18T12:19:42.605" v="22" actId="478"/>
          <ac:spMkLst>
            <pc:docMk/>
            <pc:sldMk cId="3053341922" sldId="263"/>
            <ac:spMk id="25" creationId="{3CFC9C49-6CF7-7AF7-8648-381119602740}"/>
          </ac:spMkLst>
        </pc:spChg>
        <pc:spChg chg="del">
          <ac:chgData name="Mohammed Naseer Sihanas" userId="baf10d46-ca0e-4f93-8b9a-bd1fa4bc7e8f" providerId="ADAL" clId="{90A18498-CD8B-4BF7-A59C-DBA8FB896AF7}" dt="2025-09-18T12:19:38.692" v="19" actId="478"/>
          <ac:spMkLst>
            <pc:docMk/>
            <pc:sldMk cId="3053341922" sldId="263"/>
            <ac:spMk id="26" creationId="{D044995C-8DA2-9808-692F-E846A1C81612}"/>
          </ac:spMkLst>
        </pc:spChg>
        <pc:spChg chg="del">
          <ac:chgData name="Mohammed Naseer Sihanas" userId="baf10d46-ca0e-4f93-8b9a-bd1fa4bc7e8f" providerId="ADAL" clId="{90A18498-CD8B-4BF7-A59C-DBA8FB896AF7}" dt="2025-09-18T12:19:33.335" v="16" actId="478"/>
          <ac:spMkLst>
            <pc:docMk/>
            <pc:sldMk cId="3053341922" sldId="263"/>
            <ac:spMk id="27" creationId="{B2CA0012-AB92-206E-EE09-C391C99E3237}"/>
          </ac:spMkLst>
        </pc:spChg>
        <pc:spChg chg="mod">
          <ac:chgData name="Mohammed Naseer Sihanas" userId="baf10d46-ca0e-4f93-8b9a-bd1fa4bc7e8f" providerId="ADAL" clId="{90A18498-CD8B-4BF7-A59C-DBA8FB896AF7}" dt="2025-09-18T12:20:56.951" v="32" actId="1076"/>
          <ac:spMkLst>
            <pc:docMk/>
            <pc:sldMk cId="3053341922" sldId="263"/>
            <ac:spMk id="28" creationId="{8E9789BD-4C1C-2D2D-E478-C4B82F82BD0B}"/>
          </ac:spMkLst>
        </pc:spChg>
        <pc:spChg chg="add del mod">
          <ac:chgData name="Mohammed Naseer Sihanas" userId="baf10d46-ca0e-4f93-8b9a-bd1fa4bc7e8f" providerId="ADAL" clId="{90A18498-CD8B-4BF7-A59C-DBA8FB896AF7}" dt="2025-09-18T12:20:56.951" v="32" actId="1076"/>
          <ac:spMkLst>
            <pc:docMk/>
            <pc:sldMk cId="3053341922" sldId="263"/>
            <ac:spMk id="29" creationId="{7DB2529C-6F65-680C-0FE1-73FF2F53FC51}"/>
          </ac:spMkLst>
        </pc:spChg>
        <pc:spChg chg="mod">
          <ac:chgData name="Mohammed Naseer Sihanas" userId="baf10d46-ca0e-4f93-8b9a-bd1fa4bc7e8f" providerId="ADAL" clId="{90A18498-CD8B-4BF7-A59C-DBA8FB896AF7}" dt="2025-09-18T12:20:56.951" v="32" actId="1076"/>
          <ac:spMkLst>
            <pc:docMk/>
            <pc:sldMk cId="3053341922" sldId="263"/>
            <ac:spMk id="30" creationId="{6B2A9FD7-CAAD-83E4-92A6-B86FC8E1446B}"/>
          </ac:spMkLst>
        </pc:spChg>
        <pc:picChg chg="mod">
          <ac:chgData name="Mohammed Naseer Sihanas" userId="baf10d46-ca0e-4f93-8b9a-bd1fa4bc7e8f" providerId="ADAL" clId="{90A18498-CD8B-4BF7-A59C-DBA8FB896AF7}" dt="2025-09-18T12:20:44.935" v="31" actId="1076"/>
          <ac:picMkLst>
            <pc:docMk/>
            <pc:sldMk cId="3053341922" sldId="263"/>
            <ac:picMk id="31" creationId="{851D44D3-F756-FDBE-0FB0-0AEB5A5AB832}"/>
          </ac:picMkLst>
        </pc:picChg>
        <pc:picChg chg="mod">
          <ac:chgData name="Mohammed Naseer Sihanas" userId="baf10d46-ca0e-4f93-8b9a-bd1fa4bc7e8f" providerId="ADAL" clId="{90A18498-CD8B-4BF7-A59C-DBA8FB896AF7}" dt="2025-09-18T12:20:44.935" v="31" actId="1076"/>
          <ac:picMkLst>
            <pc:docMk/>
            <pc:sldMk cId="3053341922" sldId="263"/>
            <ac:picMk id="32" creationId="{3773D087-D87E-AF42-CDAC-14EC2304D4BE}"/>
          </ac:picMkLst>
        </pc:picChg>
        <pc:picChg chg="del">
          <ac:chgData name="Mohammed Naseer Sihanas" userId="baf10d46-ca0e-4f93-8b9a-bd1fa4bc7e8f" providerId="ADAL" clId="{90A18498-CD8B-4BF7-A59C-DBA8FB896AF7}" dt="2025-09-18T12:19:31.756" v="15" actId="478"/>
          <ac:picMkLst>
            <pc:docMk/>
            <pc:sldMk cId="3053341922" sldId="263"/>
            <ac:picMk id="33" creationId="{C472AB19-020E-516C-BFF9-D15DC9BB18B1}"/>
          </ac:picMkLst>
        </pc:picChg>
        <pc:picChg chg="del">
          <ac:chgData name="Mohammed Naseer Sihanas" userId="baf10d46-ca0e-4f93-8b9a-bd1fa4bc7e8f" providerId="ADAL" clId="{90A18498-CD8B-4BF7-A59C-DBA8FB896AF7}" dt="2025-09-18T12:19:27.296" v="11" actId="478"/>
          <ac:picMkLst>
            <pc:docMk/>
            <pc:sldMk cId="3053341922" sldId="263"/>
            <ac:picMk id="34" creationId="{C90C542F-2719-4578-EF51-660FC569D624}"/>
          </ac:picMkLst>
        </pc:picChg>
        <pc:picChg chg="mod">
          <ac:chgData name="Mohammed Naseer Sihanas" userId="baf10d46-ca0e-4f93-8b9a-bd1fa4bc7e8f" providerId="ADAL" clId="{90A18498-CD8B-4BF7-A59C-DBA8FB896AF7}" dt="2025-09-18T12:20:44.935" v="31" actId="1076"/>
          <ac:picMkLst>
            <pc:docMk/>
            <pc:sldMk cId="3053341922" sldId="263"/>
            <ac:picMk id="35" creationId="{56951FDC-076D-B305-9AE2-50152978F4F6}"/>
          </ac:picMkLst>
        </pc:picChg>
        <pc:picChg chg="del">
          <ac:chgData name="Mohammed Naseer Sihanas" userId="baf10d46-ca0e-4f93-8b9a-bd1fa4bc7e8f" providerId="ADAL" clId="{90A18498-CD8B-4BF7-A59C-DBA8FB896AF7}" dt="2025-09-18T12:19:39.436" v="20" actId="478"/>
          <ac:picMkLst>
            <pc:docMk/>
            <pc:sldMk cId="3053341922" sldId="263"/>
            <ac:picMk id="37" creationId="{AD5E6ECD-1862-0AF0-5D55-01070B3C316F}"/>
          </ac:picMkLst>
        </pc:picChg>
        <pc:picChg chg="del">
          <ac:chgData name="Mohammed Naseer Sihanas" userId="baf10d46-ca0e-4f93-8b9a-bd1fa4bc7e8f" providerId="ADAL" clId="{90A18498-CD8B-4BF7-A59C-DBA8FB896AF7}" dt="2025-09-18T12:19:36.193" v="17" actId="478"/>
          <ac:picMkLst>
            <pc:docMk/>
            <pc:sldMk cId="3053341922" sldId="263"/>
            <ac:picMk id="38" creationId="{473A5F57-3594-731E-2301-A5E34CF576F7}"/>
          </ac:picMkLst>
        </pc:picChg>
        <pc:picChg chg="mod">
          <ac:chgData name="Mohammed Naseer Sihanas" userId="baf10d46-ca0e-4f93-8b9a-bd1fa4bc7e8f" providerId="ADAL" clId="{90A18498-CD8B-4BF7-A59C-DBA8FB896AF7}" dt="2025-09-18T12:20:56.951" v="32" actId="1076"/>
          <ac:picMkLst>
            <pc:docMk/>
            <pc:sldMk cId="3053341922" sldId="263"/>
            <ac:picMk id="39" creationId="{691EAA20-E53F-E969-587E-ECF62C602A53}"/>
          </ac:picMkLst>
        </pc:picChg>
        <pc:picChg chg="add del mod">
          <ac:chgData name="Mohammed Naseer Sihanas" userId="baf10d46-ca0e-4f93-8b9a-bd1fa4bc7e8f" providerId="ADAL" clId="{90A18498-CD8B-4BF7-A59C-DBA8FB896AF7}" dt="2025-09-18T12:20:56.951" v="32" actId="1076"/>
          <ac:picMkLst>
            <pc:docMk/>
            <pc:sldMk cId="3053341922" sldId="263"/>
            <ac:picMk id="40" creationId="{B1903C18-E920-373C-8A14-6927C3CE5E6C}"/>
          </ac:picMkLst>
        </pc:picChg>
        <pc:picChg chg="mod">
          <ac:chgData name="Mohammed Naseer Sihanas" userId="baf10d46-ca0e-4f93-8b9a-bd1fa4bc7e8f" providerId="ADAL" clId="{90A18498-CD8B-4BF7-A59C-DBA8FB896AF7}" dt="2025-09-18T12:20:56.951" v="32" actId="1076"/>
          <ac:picMkLst>
            <pc:docMk/>
            <pc:sldMk cId="3053341922" sldId="263"/>
            <ac:picMk id="41" creationId="{4F492997-8C1C-189B-D4C3-9E2311004A76}"/>
          </ac:picMkLst>
        </pc:picChg>
      </pc:sldChg>
      <pc:sldChg chg="modSp mod modTransition">
        <pc:chgData name="Mohammed Naseer Sihanas" userId="baf10d46-ca0e-4f93-8b9a-bd1fa4bc7e8f" providerId="ADAL" clId="{90A18498-CD8B-4BF7-A59C-DBA8FB896AF7}" dt="2025-09-18T12:34:12.069" v="292"/>
        <pc:sldMkLst>
          <pc:docMk/>
          <pc:sldMk cId="3859060747" sldId="264"/>
        </pc:sldMkLst>
        <pc:spChg chg="mod">
          <ac:chgData name="Mohammed Naseer Sihanas" userId="baf10d46-ca0e-4f93-8b9a-bd1fa4bc7e8f" providerId="ADAL" clId="{90A18498-CD8B-4BF7-A59C-DBA8FB896AF7}" dt="2025-09-18T12:19:12.159" v="5" actId="20577"/>
          <ac:spMkLst>
            <pc:docMk/>
            <pc:sldMk cId="3859060747" sldId="264"/>
            <ac:spMk id="10" creationId="{17A54493-48DD-C8E5-DEAD-2E46FA60CFE9}"/>
          </ac:spMkLst>
        </pc:spChg>
      </pc:sldChg>
      <pc:sldChg chg="del">
        <pc:chgData name="Mohammed Naseer Sihanas" userId="baf10d46-ca0e-4f93-8b9a-bd1fa4bc7e8f" providerId="ADAL" clId="{90A18498-CD8B-4BF7-A59C-DBA8FB896AF7}" dt="2025-09-18T12:29:47.784" v="144" actId="47"/>
        <pc:sldMkLst>
          <pc:docMk/>
          <pc:sldMk cId="532496320" sldId="265"/>
        </pc:sldMkLst>
      </pc:sldChg>
      <pc:sldChg chg="modSp modTransition">
        <pc:chgData name="Mohammed Naseer Sihanas" userId="baf10d46-ca0e-4f93-8b9a-bd1fa4bc7e8f" providerId="ADAL" clId="{90A18498-CD8B-4BF7-A59C-DBA8FB896AF7}" dt="2025-09-18T12:34:12.069" v="292"/>
        <pc:sldMkLst>
          <pc:docMk/>
          <pc:sldMk cId="3671962134" sldId="266"/>
        </pc:sldMkLst>
        <pc:spChg chg="mod">
          <ac:chgData name="Mohammed Naseer Sihanas" userId="baf10d46-ca0e-4f93-8b9a-bd1fa4bc7e8f" providerId="ADAL" clId="{90A18498-CD8B-4BF7-A59C-DBA8FB896AF7}" dt="2025-09-18T12:32:16.063" v="214"/>
          <ac:spMkLst>
            <pc:docMk/>
            <pc:sldMk cId="3671962134" sldId="266"/>
            <ac:spMk id="5" creationId="{4FD0DFDA-BCFC-0822-057D-ADD543279636}"/>
          </ac:spMkLst>
        </pc:spChg>
      </pc:sldChg>
      <pc:sldChg chg="del">
        <pc:chgData name="Mohammed Naseer Sihanas" userId="baf10d46-ca0e-4f93-8b9a-bd1fa4bc7e8f" providerId="ADAL" clId="{90A18498-CD8B-4BF7-A59C-DBA8FB896AF7}" dt="2025-09-18T12:30:05.980" v="145" actId="47"/>
        <pc:sldMkLst>
          <pc:docMk/>
          <pc:sldMk cId="3339541703" sldId="267"/>
        </pc:sldMkLst>
      </pc:sldChg>
      <pc:sldMasterChg chg="modTransition modSldLayout">
        <pc:chgData name="Mohammed Naseer Sihanas" userId="baf10d46-ca0e-4f93-8b9a-bd1fa4bc7e8f" providerId="ADAL" clId="{90A18498-CD8B-4BF7-A59C-DBA8FB896AF7}" dt="2025-09-18T12:34:12.069" v="292"/>
        <pc:sldMasterMkLst>
          <pc:docMk/>
          <pc:sldMasterMk cId="3954073358" sldId="2147483751"/>
        </pc:sldMasterMkLst>
        <pc:sldLayoutChg chg="modTransition">
          <pc:chgData name="Mohammed Naseer Sihanas" userId="baf10d46-ca0e-4f93-8b9a-bd1fa4bc7e8f" providerId="ADAL" clId="{90A18498-CD8B-4BF7-A59C-DBA8FB896AF7}" dt="2025-09-18T12:34:12.069" v="292"/>
          <pc:sldLayoutMkLst>
            <pc:docMk/>
            <pc:sldMasterMk cId="3954073358" sldId="2147483751"/>
            <pc:sldLayoutMk cId="3417164552" sldId="2147483740"/>
          </pc:sldLayoutMkLst>
        </pc:sldLayoutChg>
        <pc:sldLayoutChg chg="modTransition">
          <pc:chgData name="Mohammed Naseer Sihanas" userId="baf10d46-ca0e-4f93-8b9a-bd1fa4bc7e8f" providerId="ADAL" clId="{90A18498-CD8B-4BF7-A59C-DBA8FB896AF7}" dt="2025-09-18T12:34:12.069" v="292"/>
          <pc:sldLayoutMkLst>
            <pc:docMk/>
            <pc:sldMasterMk cId="3954073358" sldId="2147483751"/>
            <pc:sldLayoutMk cId="457184254" sldId="2147483741"/>
          </pc:sldLayoutMkLst>
        </pc:sldLayoutChg>
        <pc:sldLayoutChg chg="modTransition">
          <pc:chgData name="Mohammed Naseer Sihanas" userId="baf10d46-ca0e-4f93-8b9a-bd1fa4bc7e8f" providerId="ADAL" clId="{90A18498-CD8B-4BF7-A59C-DBA8FB896AF7}" dt="2025-09-18T12:34:12.069" v="292"/>
          <pc:sldLayoutMkLst>
            <pc:docMk/>
            <pc:sldMasterMk cId="3954073358" sldId="2147483751"/>
            <pc:sldLayoutMk cId="824187717" sldId="2147483742"/>
          </pc:sldLayoutMkLst>
        </pc:sldLayoutChg>
        <pc:sldLayoutChg chg="modTransition">
          <pc:chgData name="Mohammed Naseer Sihanas" userId="baf10d46-ca0e-4f93-8b9a-bd1fa4bc7e8f" providerId="ADAL" clId="{90A18498-CD8B-4BF7-A59C-DBA8FB896AF7}" dt="2025-09-18T12:34:12.069" v="292"/>
          <pc:sldLayoutMkLst>
            <pc:docMk/>
            <pc:sldMasterMk cId="3954073358" sldId="2147483751"/>
            <pc:sldLayoutMk cId="698671098" sldId="2147483743"/>
          </pc:sldLayoutMkLst>
        </pc:sldLayoutChg>
        <pc:sldLayoutChg chg="modTransition">
          <pc:chgData name="Mohammed Naseer Sihanas" userId="baf10d46-ca0e-4f93-8b9a-bd1fa4bc7e8f" providerId="ADAL" clId="{90A18498-CD8B-4BF7-A59C-DBA8FB896AF7}" dt="2025-09-18T12:34:12.069" v="292"/>
          <pc:sldLayoutMkLst>
            <pc:docMk/>
            <pc:sldMasterMk cId="3954073358" sldId="2147483751"/>
            <pc:sldLayoutMk cId="1597207152" sldId="2147483744"/>
          </pc:sldLayoutMkLst>
        </pc:sldLayoutChg>
        <pc:sldLayoutChg chg="modTransition">
          <pc:chgData name="Mohammed Naseer Sihanas" userId="baf10d46-ca0e-4f93-8b9a-bd1fa4bc7e8f" providerId="ADAL" clId="{90A18498-CD8B-4BF7-A59C-DBA8FB896AF7}" dt="2025-09-18T12:34:12.069" v="292"/>
          <pc:sldLayoutMkLst>
            <pc:docMk/>
            <pc:sldMasterMk cId="3954073358" sldId="2147483751"/>
            <pc:sldLayoutMk cId="3246440105" sldId="2147483745"/>
          </pc:sldLayoutMkLst>
        </pc:sldLayoutChg>
        <pc:sldLayoutChg chg="modTransition">
          <pc:chgData name="Mohammed Naseer Sihanas" userId="baf10d46-ca0e-4f93-8b9a-bd1fa4bc7e8f" providerId="ADAL" clId="{90A18498-CD8B-4BF7-A59C-DBA8FB896AF7}" dt="2025-09-18T12:34:12.069" v="292"/>
          <pc:sldLayoutMkLst>
            <pc:docMk/>
            <pc:sldMasterMk cId="3954073358" sldId="2147483751"/>
            <pc:sldLayoutMk cId="3478988365" sldId="2147483746"/>
          </pc:sldLayoutMkLst>
        </pc:sldLayoutChg>
        <pc:sldLayoutChg chg="modTransition">
          <pc:chgData name="Mohammed Naseer Sihanas" userId="baf10d46-ca0e-4f93-8b9a-bd1fa4bc7e8f" providerId="ADAL" clId="{90A18498-CD8B-4BF7-A59C-DBA8FB896AF7}" dt="2025-09-18T12:34:12.069" v="292"/>
          <pc:sldLayoutMkLst>
            <pc:docMk/>
            <pc:sldMasterMk cId="3954073358" sldId="2147483751"/>
            <pc:sldLayoutMk cId="4177134577" sldId="2147483747"/>
          </pc:sldLayoutMkLst>
        </pc:sldLayoutChg>
        <pc:sldLayoutChg chg="modTransition">
          <pc:chgData name="Mohammed Naseer Sihanas" userId="baf10d46-ca0e-4f93-8b9a-bd1fa4bc7e8f" providerId="ADAL" clId="{90A18498-CD8B-4BF7-A59C-DBA8FB896AF7}" dt="2025-09-18T12:34:12.069" v="292"/>
          <pc:sldLayoutMkLst>
            <pc:docMk/>
            <pc:sldMasterMk cId="3954073358" sldId="2147483751"/>
            <pc:sldLayoutMk cId="357677197" sldId="2147483748"/>
          </pc:sldLayoutMkLst>
        </pc:sldLayoutChg>
        <pc:sldLayoutChg chg="modTransition">
          <pc:chgData name="Mohammed Naseer Sihanas" userId="baf10d46-ca0e-4f93-8b9a-bd1fa4bc7e8f" providerId="ADAL" clId="{90A18498-CD8B-4BF7-A59C-DBA8FB896AF7}" dt="2025-09-18T12:34:12.069" v="292"/>
          <pc:sldLayoutMkLst>
            <pc:docMk/>
            <pc:sldMasterMk cId="3954073358" sldId="2147483751"/>
            <pc:sldLayoutMk cId="1775328733" sldId="2147483749"/>
          </pc:sldLayoutMkLst>
        </pc:sldLayoutChg>
        <pc:sldLayoutChg chg="modTransition">
          <pc:chgData name="Mohammed Naseer Sihanas" userId="baf10d46-ca0e-4f93-8b9a-bd1fa4bc7e8f" providerId="ADAL" clId="{90A18498-CD8B-4BF7-A59C-DBA8FB896AF7}" dt="2025-09-18T12:34:12.069" v="292"/>
          <pc:sldLayoutMkLst>
            <pc:docMk/>
            <pc:sldMasterMk cId="3954073358" sldId="2147483751"/>
            <pc:sldLayoutMk cId="2920474178" sldId="214748375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135CD7-DD3D-4865-84BE-2BD0B56053CD}"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E9852E6A-F80A-4E78-8FAA-807BC8D3048F}">
      <dgm:prSet custT="1"/>
      <dgm:spPr>
        <a:noFill/>
        <a:ln w="19050">
          <a:solidFill>
            <a:srgbClr val="00B0F0"/>
          </a:solidFill>
        </a:ln>
      </dgm:spPr>
      <dgm:t>
        <a:bodyPr/>
        <a:lstStyle/>
        <a:p>
          <a:r>
            <a:rPr lang="en-US" sz="2400" b="0" i="0" baseline="0" dirty="0"/>
            <a:t>1. </a:t>
          </a:r>
          <a:r>
            <a:rPr lang="en-GB" sz="2400" b="0" i="0" baseline="0" dirty="0"/>
            <a:t>Detect Hazards Automatically: Use MQ2 and flame sensors to identify gas leaks and fire in real time.</a:t>
          </a:r>
          <a:endParaRPr lang="en-US" sz="2400" b="0" i="0" baseline="0" dirty="0"/>
        </a:p>
        <a:p>
          <a:endParaRPr lang="en-US" sz="2400" dirty="0"/>
        </a:p>
      </dgm:t>
    </dgm:pt>
    <dgm:pt modelId="{C4B06F49-C88D-4C49-AE38-A26B6CB45313}" type="parTrans" cxnId="{0239CB29-14E7-4075-8BE5-0C7F84D4F0A2}">
      <dgm:prSet/>
      <dgm:spPr/>
      <dgm:t>
        <a:bodyPr/>
        <a:lstStyle/>
        <a:p>
          <a:endParaRPr lang="en-US"/>
        </a:p>
      </dgm:t>
    </dgm:pt>
    <dgm:pt modelId="{103B70D3-16B4-4E37-AE9C-5136B5829B59}" type="sibTrans" cxnId="{0239CB29-14E7-4075-8BE5-0C7F84D4F0A2}">
      <dgm:prSet phldrT="01" phldr="0"/>
      <dgm:spPr/>
      <dgm:t>
        <a:bodyPr/>
        <a:lstStyle/>
        <a:p>
          <a:endParaRPr lang="en-US" dirty="0"/>
        </a:p>
      </dgm:t>
    </dgm:pt>
    <dgm:pt modelId="{6E8DDA0E-D768-4F61-9911-7BAD150EEDE0}">
      <dgm:prSet custT="1"/>
      <dgm:spPr>
        <a:noFill/>
        <a:ln w="19050">
          <a:solidFill>
            <a:srgbClr val="00D17D"/>
          </a:solidFill>
        </a:ln>
      </dgm:spPr>
      <dgm:t>
        <a:bodyPr/>
        <a:lstStyle/>
        <a:p>
          <a:r>
            <a:rPr lang="en-US" sz="2400" b="0" i="0" baseline="0" dirty="0"/>
            <a:t>2. </a:t>
          </a:r>
          <a:r>
            <a:rPr lang="en-GB" sz="2400" b="0" i="0" baseline="0" dirty="0"/>
            <a:t>Provide Local Alerts: Trigger buzzer and LEDs instantly to warn nearby users.</a:t>
          </a:r>
          <a:endParaRPr lang="en-US" sz="2400" b="0" i="0" baseline="0" dirty="0"/>
        </a:p>
        <a:p>
          <a:endParaRPr lang="en-US" sz="2400" dirty="0"/>
        </a:p>
      </dgm:t>
    </dgm:pt>
    <dgm:pt modelId="{4D00D5FF-A3CB-4D29-B226-9DBAF19417F4}" type="parTrans" cxnId="{08500927-1383-49C0-8CB8-2472918DB2E3}">
      <dgm:prSet/>
      <dgm:spPr/>
      <dgm:t>
        <a:bodyPr/>
        <a:lstStyle/>
        <a:p>
          <a:endParaRPr lang="en-US"/>
        </a:p>
      </dgm:t>
    </dgm:pt>
    <dgm:pt modelId="{14909649-FACD-4D6A-A1B8-4A1D2EFDDC3C}" type="sibTrans" cxnId="{08500927-1383-49C0-8CB8-2472918DB2E3}">
      <dgm:prSet phldrT="02" phldr="0"/>
      <dgm:spPr/>
      <dgm:t>
        <a:bodyPr/>
        <a:lstStyle/>
        <a:p>
          <a:endParaRPr lang="en-US"/>
        </a:p>
      </dgm:t>
    </dgm:pt>
    <dgm:pt modelId="{934BD913-8E45-43AA-8BAD-0C1C8A8A7736}">
      <dgm:prSet custT="1"/>
      <dgm:spPr>
        <a:noFill/>
        <a:ln w="19050">
          <a:solidFill>
            <a:srgbClr val="E69500"/>
          </a:solidFill>
        </a:ln>
      </dgm:spPr>
      <dgm:t>
        <a:bodyPr/>
        <a:lstStyle/>
        <a:p>
          <a:r>
            <a:rPr lang="en-US" sz="2400" b="0" i="0" baseline="0" dirty="0"/>
            <a:t>3. </a:t>
          </a:r>
          <a:r>
            <a:rPr lang="en-GB" sz="2400" b="0" i="0" baseline="0" dirty="0"/>
            <a:t>Enable Remote Monitoring: Send notifications to the Blynk app for quick action even when away.</a:t>
          </a:r>
          <a:endParaRPr lang="en-US" sz="2400" b="0" i="0" baseline="0" dirty="0"/>
        </a:p>
        <a:p>
          <a:endParaRPr lang="en-US" sz="2400" dirty="0"/>
        </a:p>
      </dgm:t>
    </dgm:pt>
    <dgm:pt modelId="{938690BD-3A4E-404C-A151-282C31697F4F}" type="parTrans" cxnId="{65DFC775-B09E-46FE-B094-086C6BCFA4C0}">
      <dgm:prSet/>
      <dgm:spPr/>
      <dgm:t>
        <a:bodyPr/>
        <a:lstStyle/>
        <a:p>
          <a:endParaRPr lang="en-US"/>
        </a:p>
      </dgm:t>
    </dgm:pt>
    <dgm:pt modelId="{CF8901A8-DB79-4CBA-A90E-1828E3D5A425}" type="sibTrans" cxnId="{65DFC775-B09E-46FE-B094-086C6BCFA4C0}">
      <dgm:prSet phldrT="03" phldr="0"/>
      <dgm:spPr/>
      <dgm:t>
        <a:bodyPr/>
        <a:lstStyle/>
        <a:p>
          <a:endParaRPr lang="en-US"/>
        </a:p>
      </dgm:t>
    </dgm:pt>
    <dgm:pt modelId="{34C94E94-266B-43F5-8114-E60160582F9C}">
      <dgm:prSet custT="1"/>
      <dgm:spPr>
        <a:noFill/>
        <a:ln w="19050">
          <a:solidFill>
            <a:srgbClr val="FE5D21"/>
          </a:solidFill>
        </a:ln>
      </dgm:spPr>
      <dgm:t>
        <a:bodyPr/>
        <a:lstStyle/>
        <a:p>
          <a:r>
            <a:rPr lang="en-US" sz="2400" b="0" i="0" baseline="0" dirty="0"/>
            <a:t>4. </a:t>
          </a:r>
          <a:r>
            <a:rPr lang="en-GB" sz="2400" b="0" i="0" baseline="0" dirty="0"/>
            <a:t>Enhance Safety: Reduce risks by ensuring timely detection and response.</a:t>
          </a:r>
          <a:endParaRPr lang="en-US" sz="2400" b="0" i="0" baseline="0" dirty="0"/>
        </a:p>
        <a:p>
          <a:endParaRPr lang="en-US" sz="2400" dirty="0"/>
        </a:p>
      </dgm:t>
    </dgm:pt>
    <dgm:pt modelId="{F20D53A0-70CE-4C4D-BB60-74AB3B25857E}" type="sibTrans" cxnId="{E8735672-8884-4EC3-80B0-E89FF64F34FC}">
      <dgm:prSet phldrT="04" phldr="0"/>
      <dgm:spPr/>
      <dgm:t>
        <a:bodyPr/>
        <a:lstStyle/>
        <a:p>
          <a:endParaRPr lang="en-US"/>
        </a:p>
      </dgm:t>
    </dgm:pt>
    <dgm:pt modelId="{1153AC6B-C2A5-4ED0-A44C-B266F413EDE5}" type="parTrans" cxnId="{E8735672-8884-4EC3-80B0-E89FF64F34FC}">
      <dgm:prSet/>
      <dgm:spPr/>
      <dgm:t>
        <a:bodyPr/>
        <a:lstStyle/>
        <a:p>
          <a:endParaRPr lang="en-US"/>
        </a:p>
      </dgm:t>
    </dgm:pt>
    <dgm:pt modelId="{69097241-DF93-4EDD-91B8-5F1D17DE4E89}" type="pres">
      <dgm:prSet presAssocID="{16135CD7-DD3D-4865-84BE-2BD0B56053CD}" presName="diagram" presStyleCnt="0">
        <dgm:presLayoutVars>
          <dgm:dir/>
          <dgm:resizeHandles val="exact"/>
        </dgm:presLayoutVars>
      </dgm:prSet>
      <dgm:spPr/>
    </dgm:pt>
    <dgm:pt modelId="{136B406E-37E3-48BA-9E52-A9F1A4C762D3}" type="pres">
      <dgm:prSet presAssocID="{E9852E6A-F80A-4E78-8FAA-807BC8D3048F}" presName="node" presStyleLbl="node1" presStyleIdx="0" presStyleCnt="4">
        <dgm:presLayoutVars>
          <dgm:bulletEnabled val="1"/>
        </dgm:presLayoutVars>
      </dgm:prSet>
      <dgm:spPr/>
    </dgm:pt>
    <dgm:pt modelId="{369670C9-D6FC-4EB3-B447-F647C58ACF60}" type="pres">
      <dgm:prSet presAssocID="{103B70D3-16B4-4E37-AE9C-5136B5829B59}" presName="sibTrans" presStyleCnt="0"/>
      <dgm:spPr/>
    </dgm:pt>
    <dgm:pt modelId="{665ADC09-1C7F-47D4-BA0F-E6F1F6879F96}" type="pres">
      <dgm:prSet presAssocID="{6E8DDA0E-D768-4F61-9911-7BAD150EEDE0}" presName="node" presStyleLbl="node1" presStyleIdx="1" presStyleCnt="4">
        <dgm:presLayoutVars>
          <dgm:bulletEnabled val="1"/>
        </dgm:presLayoutVars>
      </dgm:prSet>
      <dgm:spPr/>
    </dgm:pt>
    <dgm:pt modelId="{57E9E7A6-53CA-4E37-A821-125D8A73F537}" type="pres">
      <dgm:prSet presAssocID="{14909649-FACD-4D6A-A1B8-4A1D2EFDDC3C}" presName="sibTrans" presStyleCnt="0"/>
      <dgm:spPr/>
    </dgm:pt>
    <dgm:pt modelId="{F879522B-F3ED-4853-B20E-2AC8D991D81B}" type="pres">
      <dgm:prSet presAssocID="{934BD913-8E45-43AA-8BAD-0C1C8A8A7736}" presName="node" presStyleLbl="node1" presStyleIdx="2" presStyleCnt="4">
        <dgm:presLayoutVars>
          <dgm:bulletEnabled val="1"/>
        </dgm:presLayoutVars>
      </dgm:prSet>
      <dgm:spPr/>
    </dgm:pt>
    <dgm:pt modelId="{F553A960-2B60-422C-81C9-953D1C91F12E}" type="pres">
      <dgm:prSet presAssocID="{CF8901A8-DB79-4CBA-A90E-1828E3D5A425}" presName="sibTrans" presStyleCnt="0"/>
      <dgm:spPr/>
    </dgm:pt>
    <dgm:pt modelId="{392717BA-1CFF-49CF-A433-7DFDD28BD850}" type="pres">
      <dgm:prSet presAssocID="{34C94E94-266B-43F5-8114-E60160582F9C}" presName="node" presStyleLbl="node1" presStyleIdx="3" presStyleCnt="4" custScaleX="113012">
        <dgm:presLayoutVars>
          <dgm:bulletEnabled val="1"/>
        </dgm:presLayoutVars>
      </dgm:prSet>
      <dgm:spPr/>
    </dgm:pt>
  </dgm:ptLst>
  <dgm:cxnLst>
    <dgm:cxn modelId="{08500927-1383-49C0-8CB8-2472918DB2E3}" srcId="{16135CD7-DD3D-4865-84BE-2BD0B56053CD}" destId="{6E8DDA0E-D768-4F61-9911-7BAD150EEDE0}" srcOrd="1" destOrd="0" parTransId="{4D00D5FF-A3CB-4D29-B226-9DBAF19417F4}" sibTransId="{14909649-FACD-4D6A-A1B8-4A1D2EFDDC3C}"/>
    <dgm:cxn modelId="{0239CB29-14E7-4075-8BE5-0C7F84D4F0A2}" srcId="{16135CD7-DD3D-4865-84BE-2BD0B56053CD}" destId="{E9852E6A-F80A-4E78-8FAA-807BC8D3048F}" srcOrd="0" destOrd="0" parTransId="{C4B06F49-C88D-4C49-AE38-A26B6CB45313}" sibTransId="{103B70D3-16B4-4E37-AE9C-5136B5829B59}"/>
    <dgm:cxn modelId="{37CEFC30-6940-42F9-A2F3-1461DDC2EF5C}" type="presOf" srcId="{934BD913-8E45-43AA-8BAD-0C1C8A8A7736}" destId="{F879522B-F3ED-4853-B20E-2AC8D991D81B}" srcOrd="0" destOrd="0" presId="urn:microsoft.com/office/officeart/2005/8/layout/default"/>
    <dgm:cxn modelId="{E8735672-8884-4EC3-80B0-E89FF64F34FC}" srcId="{16135CD7-DD3D-4865-84BE-2BD0B56053CD}" destId="{34C94E94-266B-43F5-8114-E60160582F9C}" srcOrd="3" destOrd="0" parTransId="{1153AC6B-C2A5-4ED0-A44C-B266F413EDE5}" sibTransId="{F20D53A0-70CE-4C4D-BB60-74AB3B25857E}"/>
    <dgm:cxn modelId="{65DFC775-B09E-46FE-B094-086C6BCFA4C0}" srcId="{16135CD7-DD3D-4865-84BE-2BD0B56053CD}" destId="{934BD913-8E45-43AA-8BAD-0C1C8A8A7736}" srcOrd="2" destOrd="0" parTransId="{938690BD-3A4E-404C-A151-282C31697F4F}" sibTransId="{CF8901A8-DB79-4CBA-A90E-1828E3D5A425}"/>
    <dgm:cxn modelId="{B02CAF7D-672D-4D18-90D2-390B5E601DF9}" type="presOf" srcId="{6E8DDA0E-D768-4F61-9911-7BAD150EEDE0}" destId="{665ADC09-1C7F-47D4-BA0F-E6F1F6879F96}" srcOrd="0" destOrd="0" presId="urn:microsoft.com/office/officeart/2005/8/layout/default"/>
    <dgm:cxn modelId="{97D48299-D10C-40F1-8FB3-DCF9F72D6C5A}" type="presOf" srcId="{16135CD7-DD3D-4865-84BE-2BD0B56053CD}" destId="{69097241-DF93-4EDD-91B8-5F1D17DE4E89}" srcOrd="0" destOrd="0" presId="urn:microsoft.com/office/officeart/2005/8/layout/default"/>
    <dgm:cxn modelId="{17C858B1-0FDF-4C12-9E7D-5F6BEF5A082B}" type="presOf" srcId="{34C94E94-266B-43F5-8114-E60160582F9C}" destId="{392717BA-1CFF-49CF-A433-7DFDD28BD850}" srcOrd="0" destOrd="0" presId="urn:microsoft.com/office/officeart/2005/8/layout/default"/>
    <dgm:cxn modelId="{A4EE10F7-92A7-4B59-B0C8-25F2F59CF96E}" type="presOf" srcId="{E9852E6A-F80A-4E78-8FAA-807BC8D3048F}" destId="{136B406E-37E3-48BA-9E52-A9F1A4C762D3}" srcOrd="0" destOrd="0" presId="urn:microsoft.com/office/officeart/2005/8/layout/default"/>
    <dgm:cxn modelId="{D3B543DB-BBF0-4D6C-AC78-66359DEEE19A}" type="presParOf" srcId="{69097241-DF93-4EDD-91B8-5F1D17DE4E89}" destId="{136B406E-37E3-48BA-9E52-A9F1A4C762D3}" srcOrd="0" destOrd="0" presId="urn:microsoft.com/office/officeart/2005/8/layout/default"/>
    <dgm:cxn modelId="{66F88BE7-7942-4FEC-A873-31C6BABBC457}" type="presParOf" srcId="{69097241-DF93-4EDD-91B8-5F1D17DE4E89}" destId="{369670C9-D6FC-4EB3-B447-F647C58ACF60}" srcOrd="1" destOrd="0" presId="urn:microsoft.com/office/officeart/2005/8/layout/default"/>
    <dgm:cxn modelId="{EC68C6E9-C60B-43F6-B3EC-604D017A3AAB}" type="presParOf" srcId="{69097241-DF93-4EDD-91B8-5F1D17DE4E89}" destId="{665ADC09-1C7F-47D4-BA0F-E6F1F6879F96}" srcOrd="2" destOrd="0" presId="urn:microsoft.com/office/officeart/2005/8/layout/default"/>
    <dgm:cxn modelId="{0393669C-ABD9-471A-8124-A9932C871965}" type="presParOf" srcId="{69097241-DF93-4EDD-91B8-5F1D17DE4E89}" destId="{57E9E7A6-53CA-4E37-A821-125D8A73F537}" srcOrd="3" destOrd="0" presId="urn:microsoft.com/office/officeart/2005/8/layout/default"/>
    <dgm:cxn modelId="{EE8A05BE-DD82-46FA-A1E5-EF8D2F597F50}" type="presParOf" srcId="{69097241-DF93-4EDD-91B8-5F1D17DE4E89}" destId="{F879522B-F3ED-4853-B20E-2AC8D991D81B}" srcOrd="4" destOrd="0" presId="urn:microsoft.com/office/officeart/2005/8/layout/default"/>
    <dgm:cxn modelId="{98A32462-449B-4466-BBD8-E1DABCEE769D}" type="presParOf" srcId="{69097241-DF93-4EDD-91B8-5F1D17DE4E89}" destId="{F553A960-2B60-422C-81C9-953D1C91F12E}" srcOrd="5" destOrd="0" presId="urn:microsoft.com/office/officeart/2005/8/layout/default"/>
    <dgm:cxn modelId="{8F907D84-C099-4287-B2EF-85AD24430627}" type="presParOf" srcId="{69097241-DF93-4EDD-91B8-5F1D17DE4E89}" destId="{392717BA-1CFF-49CF-A433-7DFDD28BD850}"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6B406E-37E3-48BA-9E52-A9F1A4C762D3}">
      <dsp:nvSpPr>
        <dsp:cNvPr id="0" name=""/>
        <dsp:cNvSpPr/>
      </dsp:nvSpPr>
      <dsp:spPr>
        <a:xfrm>
          <a:off x="1270588" y="475"/>
          <a:ext cx="4076290" cy="2445774"/>
        </a:xfrm>
        <a:prstGeom prst="rect">
          <a:avLst/>
        </a:prstGeom>
        <a:noFill/>
        <a:ln w="19050" cap="flat" cmpd="sng" algn="ctr">
          <a:solidFill>
            <a:srgbClr val="00B0F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t>1. </a:t>
          </a:r>
          <a:r>
            <a:rPr lang="en-GB" sz="2400" b="0" i="0" kern="1200" baseline="0" dirty="0"/>
            <a:t>Detect Hazards Automatically: Use MQ2 and flame sensors to identify gas leaks and fire in real time.</a:t>
          </a:r>
          <a:endParaRPr lang="en-US" sz="2400" b="0" i="0" kern="1200" baseline="0" dirty="0"/>
        </a:p>
        <a:p>
          <a:pPr marL="0" lvl="0" indent="0" algn="ctr" defTabSz="1066800">
            <a:lnSpc>
              <a:spcPct val="90000"/>
            </a:lnSpc>
            <a:spcBef>
              <a:spcPct val="0"/>
            </a:spcBef>
            <a:spcAft>
              <a:spcPct val="35000"/>
            </a:spcAft>
            <a:buNone/>
          </a:pPr>
          <a:endParaRPr lang="en-US" sz="2400" kern="1200" dirty="0"/>
        </a:p>
      </dsp:txBody>
      <dsp:txXfrm>
        <a:off x="1270588" y="475"/>
        <a:ext cx="4076290" cy="2445774"/>
      </dsp:txXfrm>
    </dsp:sp>
    <dsp:sp modelId="{665ADC09-1C7F-47D4-BA0F-E6F1F6879F96}">
      <dsp:nvSpPr>
        <dsp:cNvPr id="0" name=""/>
        <dsp:cNvSpPr/>
      </dsp:nvSpPr>
      <dsp:spPr>
        <a:xfrm>
          <a:off x="5754508" y="475"/>
          <a:ext cx="4076290" cy="2445774"/>
        </a:xfrm>
        <a:prstGeom prst="rect">
          <a:avLst/>
        </a:prstGeom>
        <a:noFill/>
        <a:ln w="19050" cap="flat" cmpd="sng" algn="ctr">
          <a:solidFill>
            <a:srgbClr val="00D17D"/>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t>2. </a:t>
          </a:r>
          <a:r>
            <a:rPr lang="en-GB" sz="2400" b="0" i="0" kern="1200" baseline="0" dirty="0"/>
            <a:t>Provide Local Alerts: Trigger buzzer and LEDs instantly to warn nearby users.</a:t>
          </a:r>
          <a:endParaRPr lang="en-US" sz="2400" b="0" i="0" kern="1200" baseline="0" dirty="0"/>
        </a:p>
        <a:p>
          <a:pPr marL="0" lvl="0" indent="0" algn="ctr" defTabSz="1066800">
            <a:lnSpc>
              <a:spcPct val="90000"/>
            </a:lnSpc>
            <a:spcBef>
              <a:spcPct val="0"/>
            </a:spcBef>
            <a:spcAft>
              <a:spcPct val="35000"/>
            </a:spcAft>
            <a:buNone/>
          </a:pPr>
          <a:endParaRPr lang="en-US" sz="2400" kern="1200" dirty="0"/>
        </a:p>
      </dsp:txBody>
      <dsp:txXfrm>
        <a:off x="5754508" y="475"/>
        <a:ext cx="4076290" cy="2445774"/>
      </dsp:txXfrm>
    </dsp:sp>
    <dsp:sp modelId="{F879522B-F3ED-4853-B20E-2AC8D991D81B}">
      <dsp:nvSpPr>
        <dsp:cNvPr id="0" name=""/>
        <dsp:cNvSpPr/>
      </dsp:nvSpPr>
      <dsp:spPr>
        <a:xfrm>
          <a:off x="1005385" y="2853879"/>
          <a:ext cx="4076290" cy="2445774"/>
        </a:xfrm>
        <a:prstGeom prst="rect">
          <a:avLst/>
        </a:prstGeom>
        <a:noFill/>
        <a:ln w="19050" cap="flat" cmpd="sng" algn="ctr">
          <a:solidFill>
            <a:srgbClr val="E695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t>3. </a:t>
          </a:r>
          <a:r>
            <a:rPr lang="en-GB" sz="2400" b="0" i="0" kern="1200" baseline="0" dirty="0"/>
            <a:t>Enable Remote Monitoring: Send notifications to the Blynk app for quick action even when away.</a:t>
          </a:r>
          <a:endParaRPr lang="en-US" sz="2400" b="0" i="0" kern="1200" baseline="0" dirty="0"/>
        </a:p>
        <a:p>
          <a:pPr marL="0" lvl="0" indent="0" algn="ctr" defTabSz="1066800">
            <a:lnSpc>
              <a:spcPct val="90000"/>
            </a:lnSpc>
            <a:spcBef>
              <a:spcPct val="0"/>
            </a:spcBef>
            <a:spcAft>
              <a:spcPct val="35000"/>
            </a:spcAft>
            <a:buNone/>
          </a:pPr>
          <a:endParaRPr lang="en-US" sz="2400" kern="1200" dirty="0"/>
        </a:p>
      </dsp:txBody>
      <dsp:txXfrm>
        <a:off x="1005385" y="2853879"/>
        <a:ext cx="4076290" cy="2445774"/>
      </dsp:txXfrm>
    </dsp:sp>
    <dsp:sp modelId="{392717BA-1CFF-49CF-A433-7DFDD28BD850}">
      <dsp:nvSpPr>
        <dsp:cNvPr id="0" name=""/>
        <dsp:cNvSpPr/>
      </dsp:nvSpPr>
      <dsp:spPr>
        <a:xfrm>
          <a:off x="5489305" y="2853879"/>
          <a:ext cx="4606697" cy="2445774"/>
        </a:xfrm>
        <a:prstGeom prst="rect">
          <a:avLst/>
        </a:prstGeom>
        <a:noFill/>
        <a:ln w="19050" cap="flat" cmpd="sng" algn="ctr">
          <a:solidFill>
            <a:srgbClr val="FE5D2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0" i="0" kern="1200" baseline="0" dirty="0"/>
            <a:t>4. </a:t>
          </a:r>
          <a:r>
            <a:rPr lang="en-GB" sz="2400" b="0" i="0" kern="1200" baseline="0" dirty="0"/>
            <a:t>Enhance Safety: Reduce risks by ensuring timely detection and response.</a:t>
          </a:r>
          <a:endParaRPr lang="en-US" sz="2400" b="0" i="0" kern="1200" baseline="0" dirty="0"/>
        </a:p>
        <a:p>
          <a:pPr marL="0" lvl="0" indent="0" algn="ctr" defTabSz="1066800">
            <a:lnSpc>
              <a:spcPct val="90000"/>
            </a:lnSpc>
            <a:spcBef>
              <a:spcPct val="0"/>
            </a:spcBef>
            <a:spcAft>
              <a:spcPct val="35000"/>
            </a:spcAft>
            <a:buNone/>
          </a:pPr>
          <a:endParaRPr lang="en-US" sz="2400" kern="1200" dirty="0"/>
        </a:p>
      </dsp:txBody>
      <dsp:txXfrm>
        <a:off x="5489305" y="2853879"/>
        <a:ext cx="4606697" cy="244577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9/18/2025</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478988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7CF0BCE0-945C-4FDF-95A1-2149B1FF5B83}" type="datetimeFigureOut">
              <a:rPr lang="en-US" smtClean="0"/>
              <a:t>9/18/2025</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177134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7CF0BCE0-945C-4FDF-95A1-2149B1FF5B83}" type="datetimeFigureOut">
              <a:rPr lang="en-US" smtClean="0"/>
              <a:t>9/18/2025</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57677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CF0BCE0-945C-4FDF-95A1-2149B1FF5B83}" type="datetimeFigureOut">
              <a:rPr lang="en-US" smtClean="0"/>
              <a:t>9/18/2025</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775328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7CF0BCE0-945C-4FDF-95A1-2149B1FF5B83}" type="datetimeFigureOut">
              <a:rPr lang="en-US" smtClean="0"/>
              <a:t>9/18/2025</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920474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7CF0BCE0-945C-4FDF-95A1-2149B1FF5B83}" type="datetimeFigureOut">
              <a:rPr lang="en-US" smtClean="0"/>
              <a:t>9/18/2025</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597207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7CF0BCE0-945C-4FDF-95A1-2149B1FF5B83}" type="datetimeFigureOut">
              <a:rPr lang="en-US" smtClean="0"/>
              <a:t>9/18/2025</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417164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7CF0BCE0-945C-4FDF-95A1-2149B1FF5B83}" type="datetimeFigureOut">
              <a:rPr lang="en-US" smtClean="0"/>
              <a:t>9/18/2025</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57184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7CF0BCE0-945C-4FDF-95A1-2149B1FF5B83}" type="datetimeFigureOut">
              <a:rPr lang="en-US" smtClean="0"/>
              <a:t>9/18/2025</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824187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7CF0BCE0-945C-4FDF-95A1-2149B1FF5B83}" type="datetimeFigureOut">
              <a:rPr lang="en-US" smtClean="0"/>
              <a:t>9/18/2025</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698671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7CF0BCE0-945C-4FDF-95A1-2149B1FF5B83}" type="datetimeFigureOut">
              <a:rPr lang="en-US" smtClean="0"/>
              <a:t>9/18/2025</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246440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9/18/2025</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3954073358"/>
      </p:ext>
    </p:extLst>
  </p:cSld>
  <p:clrMap bg1="dk1" tx1="lt1" bg2="dk2" tx2="lt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B9B5A19-3592-48E2-BC31-90E092BD6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2548C40-4C00-4E91-BFA6-84B4D66225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13" name="Rectangle 12">
              <a:extLst>
                <a:ext uri="{FF2B5EF4-FFF2-40B4-BE49-F238E27FC236}">
                  <a16:creationId xmlns:a16="http://schemas.microsoft.com/office/drawing/2014/main" id="{B6EE6BCA-C84E-4BED-B084-F599F7EE689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4695526-4BAA-4EFE-91C1-1E446117C0C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0DF9B86-7987-40DC-85D6-479F5A2E87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A5465368-1AF5-43D6-BAD2-6BE8B04D94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21" name="Rectangle 20">
                <a:extLst>
                  <a:ext uri="{FF2B5EF4-FFF2-40B4-BE49-F238E27FC236}">
                    <a16:creationId xmlns:a16="http://schemas.microsoft.com/office/drawing/2014/main" id="{CEB28D27-BDED-4D8C-94FC-58E93235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7AC833D-449C-45F4-9851-216F3681F2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09528AAE-A1EB-446C-81BE-BA5E4490E4E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9" name="Rectangle 18">
                <a:extLst>
                  <a:ext uri="{FF2B5EF4-FFF2-40B4-BE49-F238E27FC236}">
                    <a16:creationId xmlns:a16="http://schemas.microsoft.com/office/drawing/2014/main" id="{9F7C0F2C-B581-402B-B4C4-6DFB71314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56A6B0D-707F-420B-BF4D-2CB60CCCA0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F8B7A59E-D61A-4BEB-A38A-1E8E5EBB83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DD99E1B6-CBC4-4306-9DFC-847D6D135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BEFBB1A5-9875-72D7-9556-92FFE93A1875}"/>
              </a:ext>
            </a:extLst>
          </p:cNvPr>
          <p:cNvSpPr>
            <a:spLocks noGrp="1"/>
          </p:cNvSpPr>
          <p:nvPr>
            <p:ph type="ctrTitle"/>
          </p:nvPr>
        </p:nvSpPr>
        <p:spPr>
          <a:xfrm>
            <a:off x="529448" y="604742"/>
            <a:ext cx="10960643" cy="2285942"/>
          </a:xfrm>
        </p:spPr>
        <p:txBody>
          <a:bodyPr>
            <a:normAutofit/>
          </a:bodyPr>
          <a:lstStyle/>
          <a:p>
            <a:pPr algn="ctr"/>
            <a:r>
              <a:rPr lang="en-GB" sz="4800" dirty="0"/>
              <a:t>IoT-Based Fire and Gas Leak Detection System</a:t>
            </a:r>
            <a:endParaRPr lang="en-US" sz="4800" dirty="0"/>
          </a:p>
        </p:txBody>
      </p:sp>
      <p:sp>
        <p:nvSpPr>
          <p:cNvPr id="6" name="Title 1">
            <a:extLst>
              <a:ext uri="{FF2B5EF4-FFF2-40B4-BE49-F238E27FC236}">
                <a16:creationId xmlns:a16="http://schemas.microsoft.com/office/drawing/2014/main" id="{B7C35BD2-6CF8-2E91-7DC3-FCA65894FD1F}"/>
              </a:ext>
            </a:extLst>
          </p:cNvPr>
          <p:cNvSpPr txBox="1">
            <a:spLocks/>
          </p:cNvSpPr>
          <p:nvPr/>
        </p:nvSpPr>
        <p:spPr>
          <a:xfrm>
            <a:off x="561312" y="4249056"/>
            <a:ext cx="4500561" cy="16762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800" kern="1200">
                <a:solidFill>
                  <a:schemeClr val="tx1"/>
                </a:solidFill>
                <a:latin typeface="+mj-lt"/>
                <a:ea typeface="+mj-ea"/>
                <a:cs typeface="+mj-cs"/>
              </a:defRPr>
            </a:lvl1pPr>
          </a:lstStyle>
          <a:p>
            <a:r>
              <a:rPr lang="en-GB" sz="2400" dirty="0">
                <a:latin typeface="Abadi" panose="020B0604020104020204" pitchFamily="34" charset="0"/>
              </a:rPr>
              <a:t>Presenters: </a:t>
            </a:r>
          </a:p>
          <a:p>
            <a:r>
              <a:rPr lang="en-GB" sz="2400" dirty="0">
                <a:latin typeface="Abadi" panose="020B0604020104020204" pitchFamily="34" charset="0"/>
              </a:rPr>
              <a:t>      MN. Sihanas</a:t>
            </a:r>
          </a:p>
          <a:p>
            <a:r>
              <a:rPr lang="en-GB" sz="2400" dirty="0">
                <a:latin typeface="Abadi" panose="020B0604020104020204" pitchFamily="34" charset="0"/>
              </a:rPr>
              <a:t>      AJ. Nishak Mohammed</a:t>
            </a:r>
            <a:endParaRPr lang="en-US" sz="2400" dirty="0">
              <a:latin typeface="Abadi" panose="020B0604020104020204" pitchFamily="34" charset="0"/>
            </a:endParaRPr>
          </a:p>
        </p:txBody>
      </p:sp>
      <p:sp>
        <p:nvSpPr>
          <p:cNvPr id="3" name="Title 1">
            <a:extLst>
              <a:ext uri="{FF2B5EF4-FFF2-40B4-BE49-F238E27FC236}">
                <a16:creationId xmlns:a16="http://schemas.microsoft.com/office/drawing/2014/main" id="{E14E7CBF-4F20-CF9D-6531-70A282E5FCD5}"/>
              </a:ext>
            </a:extLst>
          </p:cNvPr>
          <p:cNvSpPr txBox="1">
            <a:spLocks/>
          </p:cNvSpPr>
          <p:nvPr/>
        </p:nvSpPr>
        <p:spPr>
          <a:xfrm>
            <a:off x="7852082" y="4020188"/>
            <a:ext cx="4500561" cy="16762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8800" kern="1200">
                <a:solidFill>
                  <a:schemeClr val="tx1"/>
                </a:solidFill>
                <a:latin typeface="+mj-lt"/>
                <a:ea typeface="+mj-ea"/>
                <a:cs typeface="+mj-cs"/>
              </a:defRPr>
            </a:lvl1pPr>
          </a:lstStyle>
          <a:p>
            <a:r>
              <a:rPr lang="en-GB" sz="2400" dirty="0">
                <a:latin typeface="Abadi" panose="020B0604020104020204" pitchFamily="34" charset="0"/>
              </a:rPr>
              <a:t>Assessor: </a:t>
            </a:r>
          </a:p>
          <a:p>
            <a:r>
              <a:rPr lang="en-GB" sz="2400" dirty="0">
                <a:latin typeface="Abadi" panose="020B0604020104020204" pitchFamily="34" charset="0"/>
              </a:rPr>
              <a:t>      Eng. NTM. Sajith</a:t>
            </a:r>
          </a:p>
        </p:txBody>
      </p:sp>
    </p:spTree>
    <p:extLst>
      <p:ext uri="{BB962C8B-B14F-4D97-AF65-F5344CB8AC3E}">
        <p14:creationId xmlns:p14="http://schemas.microsoft.com/office/powerpoint/2010/main" val="910447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19" name="Rectangle 18">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27" name="Rectangle 26">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25" name="Rectangle 24">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7542F940-24C7-B387-3109-A03D19A26BD4}"/>
              </a:ext>
            </a:extLst>
          </p:cNvPr>
          <p:cNvSpPr>
            <a:spLocks noGrp="1"/>
          </p:cNvSpPr>
          <p:nvPr>
            <p:ph type="title"/>
          </p:nvPr>
        </p:nvSpPr>
        <p:spPr>
          <a:xfrm>
            <a:off x="550863" y="363024"/>
            <a:ext cx="11075080" cy="899490"/>
          </a:xfrm>
        </p:spPr>
        <p:txBody>
          <a:bodyPr anchor="t">
            <a:normAutofit fontScale="90000"/>
          </a:bodyPr>
          <a:lstStyle/>
          <a:p>
            <a:r>
              <a:rPr lang="en-US" dirty="0"/>
              <a:t>Introduction</a:t>
            </a:r>
          </a:p>
        </p:txBody>
      </p:sp>
      <p:sp>
        <p:nvSpPr>
          <p:cNvPr id="4" name="Content Placeholder 3">
            <a:extLst>
              <a:ext uri="{FF2B5EF4-FFF2-40B4-BE49-F238E27FC236}">
                <a16:creationId xmlns:a16="http://schemas.microsoft.com/office/drawing/2014/main" id="{E940ABE5-B2FA-9BC5-E50F-8CA946CF2DFD}"/>
              </a:ext>
            </a:extLst>
          </p:cNvPr>
          <p:cNvSpPr>
            <a:spLocks noGrp="1"/>
          </p:cNvSpPr>
          <p:nvPr>
            <p:ph idx="1"/>
          </p:nvPr>
        </p:nvSpPr>
        <p:spPr>
          <a:xfrm>
            <a:off x="540000" y="2528888"/>
            <a:ext cx="11101136" cy="1890740"/>
          </a:xfrm>
        </p:spPr>
        <p:txBody>
          <a:bodyPr>
            <a:normAutofit fontScale="92500" lnSpcReduction="10000"/>
          </a:bodyPr>
          <a:lstStyle/>
          <a:p>
            <a:pPr marL="0" indent="0">
              <a:buNone/>
            </a:pPr>
            <a:r>
              <a:rPr lang="en-GB" sz="2600" dirty="0">
                <a:latin typeface="Poppins" panose="00000500000000000000" pitchFamily="2" charset="0"/>
                <a:cs typeface="Poppins" panose="00000500000000000000" pitchFamily="2" charset="0"/>
              </a:rPr>
              <a:t>This project focuses on safety by developing an IoT-based gas and flame detection system. It uses sensors with real-time alerts via buzzer, LEDs, and the Blynk app to ensure early hazard detection and quick response.</a:t>
            </a:r>
            <a:endParaRPr lang="en-US" sz="2600" dirty="0">
              <a:latin typeface="Poppins" panose="00000500000000000000" pitchFamily="2" charset="0"/>
              <a:cs typeface="Poppins" panose="00000500000000000000" pitchFamily="2" charset="0"/>
            </a:endParaRPr>
          </a:p>
          <a:p>
            <a:pPr marL="0" indent="0">
              <a:buNone/>
            </a:pPr>
            <a:endParaRPr lang="en-US" sz="2800" dirty="0"/>
          </a:p>
        </p:txBody>
      </p:sp>
    </p:spTree>
    <p:extLst>
      <p:ext uri="{BB962C8B-B14F-4D97-AF65-F5344CB8AC3E}">
        <p14:creationId xmlns:p14="http://schemas.microsoft.com/office/powerpoint/2010/main" val="3148674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D645F-1138-3265-CBBC-D34279B19026}"/>
              </a:ext>
            </a:extLst>
          </p:cNvPr>
          <p:cNvSpPr>
            <a:spLocks noGrp="1"/>
          </p:cNvSpPr>
          <p:nvPr>
            <p:ph type="title"/>
          </p:nvPr>
        </p:nvSpPr>
        <p:spPr>
          <a:xfrm>
            <a:off x="540000" y="500672"/>
            <a:ext cx="11101135" cy="1052827"/>
          </a:xfrm>
        </p:spPr>
        <p:txBody>
          <a:bodyPr>
            <a:normAutofit/>
          </a:bodyPr>
          <a:lstStyle/>
          <a:p>
            <a:r>
              <a:rPr lang="en-US" sz="4800" dirty="0"/>
              <a:t>Problem Statement</a:t>
            </a:r>
          </a:p>
        </p:txBody>
      </p:sp>
      <p:sp>
        <p:nvSpPr>
          <p:cNvPr id="5" name="Content Placeholder 4">
            <a:extLst>
              <a:ext uri="{FF2B5EF4-FFF2-40B4-BE49-F238E27FC236}">
                <a16:creationId xmlns:a16="http://schemas.microsoft.com/office/drawing/2014/main" id="{63E238B2-169C-2DB6-C623-591733C026F3}"/>
              </a:ext>
            </a:extLst>
          </p:cNvPr>
          <p:cNvSpPr>
            <a:spLocks noGrp="1"/>
          </p:cNvSpPr>
          <p:nvPr>
            <p:ph idx="1"/>
          </p:nvPr>
        </p:nvSpPr>
        <p:spPr>
          <a:xfrm>
            <a:off x="540000" y="1553499"/>
            <a:ext cx="11101136" cy="4755225"/>
          </a:xfrm>
        </p:spPr>
        <p:txBody>
          <a:bodyPr>
            <a:normAutofit/>
          </a:bodyPr>
          <a:lstStyle/>
          <a:p>
            <a:r>
              <a:rPr lang="en-GB" sz="2400" dirty="0"/>
              <a:t>Unnoticed Threats: Gas leaks and fire incidents frequently remain undetected during their initial phases, posing serious risks to human life and property.</a:t>
            </a:r>
          </a:p>
          <a:p>
            <a:r>
              <a:rPr lang="en-GB" sz="2400" dirty="0"/>
              <a:t>Slow Emergency Action: The absence of real-time notifications delays timely response and intervention during emergencies.</a:t>
            </a:r>
          </a:p>
          <a:p>
            <a:r>
              <a:rPr lang="en-GB" sz="2400" dirty="0"/>
              <a:t>Conventional System Limitations: Traditional alarm systems lack IoT integration, preventing remote monitoring and control.</a:t>
            </a:r>
          </a:p>
          <a:p>
            <a:r>
              <a:rPr lang="en-GB" sz="2400" dirty="0"/>
              <a:t>Safety Risks: Inadequate detection mechanisms reduce the overall safety of households and workplaces.</a:t>
            </a:r>
            <a:endParaRPr lang="en-US" sz="2400" dirty="0"/>
          </a:p>
        </p:txBody>
      </p:sp>
    </p:spTree>
    <p:extLst>
      <p:ext uri="{BB962C8B-B14F-4D97-AF65-F5344CB8AC3E}">
        <p14:creationId xmlns:p14="http://schemas.microsoft.com/office/powerpoint/2010/main" val="317004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807C163-87AF-4BC4-ADE2-4E5EAFEEE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F696E8E-5A50-4F12-9E0B-502F850615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2191999" cy="6861600"/>
            <a:chOff x="1" y="0"/>
            <a:chExt cx="12191999" cy="6861600"/>
          </a:xfrm>
        </p:grpSpPr>
        <p:sp>
          <p:nvSpPr>
            <p:cNvPr id="30" name="Rectangle 29">
              <a:extLst>
                <a:ext uri="{FF2B5EF4-FFF2-40B4-BE49-F238E27FC236}">
                  <a16:creationId xmlns:a16="http://schemas.microsoft.com/office/drawing/2014/main" id="{AB8A07F7-656D-4B06-860B-4290325213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D932A44-B2F8-4EA5-A529-D1EF350CB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4211287-5AF6-4DE8-9550-CE2475D625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935D3D5B-2BDE-4FFA-AD19-2A6FA11B44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33" name="Rectangle 32">
                <a:extLst>
                  <a:ext uri="{FF2B5EF4-FFF2-40B4-BE49-F238E27FC236}">
                    <a16:creationId xmlns:a16="http://schemas.microsoft.com/office/drawing/2014/main" id="{65141913-6183-49C2-BACE-61AF50181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CBF2F32-98FF-4601-8322-C5E0724D9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1AF3E2D8-35DA-4B2D-891A-A1594F7DB5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35" name="Rectangle 34">
                <a:extLst>
                  <a:ext uri="{FF2B5EF4-FFF2-40B4-BE49-F238E27FC236}">
                    <a16:creationId xmlns:a16="http://schemas.microsoft.com/office/drawing/2014/main" id="{4543934E-E678-45FF-8C62-1EF71BABE7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9B54ED7-1C7F-4C59-B1CB-84D3D9C21C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6ABFC7E0-9992-4076-88C6-3354EB12EB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19C03209-5BD8-4B0B-847E-430FFF592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100000">
                <a:schemeClr val="bg2">
                  <a:alpha val="80000"/>
                </a:schemeClr>
              </a:gs>
            </a:gsLst>
            <a:lin ang="540000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588F1B47-2737-FF83-97BE-9E17AC6E2589}"/>
              </a:ext>
            </a:extLst>
          </p:cNvPr>
          <p:cNvSpPr>
            <a:spLocks noGrp="1"/>
          </p:cNvSpPr>
          <p:nvPr>
            <p:ph type="title"/>
          </p:nvPr>
        </p:nvSpPr>
        <p:spPr>
          <a:xfrm>
            <a:off x="539750" y="231515"/>
            <a:ext cx="4070298" cy="979053"/>
          </a:xfrm>
        </p:spPr>
        <p:txBody>
          <a:bodyPr anchor="t">
            <a:normAutofit/>
          </a:bodyPr>
          <a:lstStyle/>
          <a:p>
            <a:r>
              <a:rPr lang="en-US" sz="5400" dirty="0"/>
              <a:t>Objectives</a:t>
            </a:r>
            <a:endParaRPr lang="en-US" dirty="0"/>
          </a:p>
        </p:txBody>
      </p:sp>
      <p:graphicFrame>
        <p:nvGraphicFramePr>
          <p:cNvPr id="39" name="Rectangle 1">
            <a:extLst>
              <a:ext uri="{FF2B5EF4-FFF2-40B4-BE49-F238E27FC236}">
                <a16:creationId xmlns:a16="http://schemas.microsoft.com/office/drawing/2014/main" id="{31710A24-0840-39BA-F458-EEABC1508374}"/>
              </a:ext>
            </a:extLst>
          </p:cNvPr>
          <p:cNvGraphicFramePr>
            <a:graphicFrameLocks noGrp="1"/>
          </p:cNvGraphicFramePr>
          <p:nvPr>
            <p:ph idx="1"/>
            <p:extLst>
              <p:ext uri="{D42A27DB-BD31-4B8C-83A1-F6EECF244321}">
                <p14:modId xmlns:p14="http://schemas.microsoft.com/office/powerpoint/2010/main" val="1636846260"/>
              </p:ext>
            </p:extLst>
          </p:nvPr>
        </p:nvGraphicFramePr>
        <p:xfrm>
          <a:off x="539750" y="1090838"/>
          <a:ext cx="11101388" cy="53001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2699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B4BEF-C12D-4DE2-A598-6C21042F8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13C8E-13E0-FC93-B9E8-8958626579EB}"/>
              </a:ext>
            </a:extLst>
          </p:cNvPr>
          <p:cNvSpPr>
            <a:spLocks noGrp="1"/>
          </p:cNvSpPr>
          <p:nvPr>
            <p:ph type="title"/>
          </p:nvPr>
        </p:nvSpPr>
        <p:spPr>
          <a:xfrm>
            <a:off x="180978" y="139081"/>
            <a:ext cx="6067685" cy="969913"/>
          </a:xfrm>
        </p:spPr>
        <p:txBody>
          <a:bodyPr anchor="b">
            <a:normAutofit/>
          </a:bodyPr>
          <a:lstStyle/>
          <a:p>
            <a:r>
              <a:rPr lang="en-US" sz="5400"/>
              <a:t>Proposed Solution</a:t>
            </a:r>
            <a:endParaRPr lang="en-US" sz="5400" dirty="0"/>
          </a:p>
        </p:txBody>
      </p:sp>
      <p:sp>
        <p:nvSpPr>
          <p:cNvPr id="8" name="TextBox 7">
            <a:extLst>
              <a:ext uri="{FF2B5EF4-FFF2-40B4-BE49-F238E27FC236}">
                <a16:creationId xmlns:a16="http://schemas.microsoft.com/office/drawing/2014/main" id="{A34C160C-3451-E24A-6498-92ADFF693BFA}"/>
              </a:ext>
            </a:extLst>
          </p:cNvPr>
          <p:cNvSpPr txBox="1"/>
          <p:nvPr/>
        </p:nvSpPr>
        <p:spPr>
          <a:xfrm>
            <a:off x="481780" y="1108994"/>
            <a:ext cx="11021962" cy="5454570"/>
          </a:xfrm>
          <a:prstGeom prst="rect">
            <a:avLst/>
          </a:prstGeom>
          <a:noFill/>
        </p:spPr>
        <p:txBody>
          <a:bodyPr wrap="square">
            <a:spAutoFit/>
          </a:bodyPr>
          <a:lstStyle/>
          <a:p>
            <a:pPr marL="0" indent="0">
              <a:lnSpc>
                <a:spcPct val="150000"/>
              </a:lnSpc>
              <a:buNone/>
            </a:pPr>
            <a:r>
              <a:rPr lang="en-GB" b="1" dirty="0">
                <a:latin typeface="Poppins" pitchFamily="2" charset="77"/>
                <a:cs typeface="Poppins" pitchFamily="2" charset="77"/>
              </a:rPr>
              <a:t>Proposed Solution Overview:</a:t>
            </a:r>
          </a:p>
          <a:p>
            <a:pPr marL="0" indent="0">
              <a:lnSpc>
                <a:spcPct val="150000"/>
              </a:lnSpc>
              <a:buNone/>
            </a:pPr>
            <a:r>
              <a:rPr lang="en-GB" dirty="0">
                <a:latin typeface="Poppins" pitchFamily="2" charset="77"/>
                <a:cs typeface="Poppins" pitchFamily="2" charset="77"/>
              </a:rPr>
              <a:t>IoT-enabled system for detecting gas leaks and flames using ESP32, MQ2, and IR flame sensor with real-time alerts.</a:t>
            </a:r>
          </a:p>
          <a:p>
            <a:pPr marL="0" indent="0">
              <a:lnSpc>
                <a:spcPct val="150000"/>
              </a:lnSpc>
              <a:buNone/>
            </a:pPr>
            <a:endParaRPr lang="en-GB" dirty="0">
              <a:latin typeface="Poppins" pitchFamily="2" charset="77"/>
              <a:cs typeface="Poppins" pitchFamily="2" charset="77"/>
            </a:endParaRPr>
          </a:p>
          <a:p>
            <a:pPr marL="0" indent="0">
              <a:lnSpc>
                <a:spcPct val="150000"/>
              </a:lnSpc>
              <a:buNone/>
            </a:pPr>
            <a:r>
              <a:rPr lang="en-GB" b="1" dirty="0">
                <a:latin typeface="Poppins" pitchFamily="2" charset="77"/>
                <a:cs typeface="Poppins" pitchFamily="2" charset="77"/>
              </a:rPr>
              <a:t>Key Features:</a:t>
            </a:r>
          </a:p>
          <a:p>
            <a:pPr marL="342900" indent="-342900">
              <a:lnSpc>
                <a:spcPct val="150000"/>
              </a:lnSpc>
              <a:buFont typeface="Arial" panose="020B0604020202020204" pitchFamily="34" charset="0"/>
              <a:buChar char="•"/>
            </a:pPr>
            <a:r>
              <a:rPr lang="en-GB" dirty="0">
                <a:latin typeface="Poppins" pitchFamily="2" charset="77"/>
                <a:cs typeface="Poppins" pitchFamily="2" charset="77"/>
              </a:rPr>
              <a:t>Local alerts via buzzer and LEDs.</a:t>
            </a:r>
          </a:p>
          <a:p>
            <a:pPr marL="342900" indent="-342900">
              <a:lnSpc>
                <a:spcPct val="150000"/>
              </a:lnSpc>
              <a:buFont typeface="Arial" panose="020B0604020202020204" pitchFamily="34" charset="0"/>
              <a:buChar char="•"/>
            </a:pPr>
            <a:r>
              <a:rPr lang="en-GB" dirty="0">
                <a:latin typeface="Poppins" pitchFamily="2" charset="77"/>
                <a:cs typeface="Poppins" pitchFamily="2" charset="77"/>
              </a:rPr>
              <a:t>Remote notifications through the Blynk app.</a:t>
            </a:r>
          </a:p>
          <a:p>
            <a:pPr marL="342900" indent="-342900">
              <a:lnSpc>
                <a:spcPct val="150000"/>
              </a:lnSpc>
              <a:buFont typeface="Arial" panose="020B0604020202020204" pitchFamily="34" charset="0"/>
              <a:buChar char="•"/>
            </a:pPr>
            <a:r>
              <a:rPr lang="en-GB" dirty="0">
                <a:latin typeface="Poppins" pitchFamily="2" charset="77"/>
                <a:cs typeface="Poppins" pitchFamily="2" charset="77"/>
              </a:rPr>
              <a:t>Continuous monitoring for early hazard detection.</a:t>
            </a:r>
          </a:p>
          <a:p>
            <a:pPr>
              <a:lnSpc>
                <a:spcPct val="150000"/>
              </a:lnSpc>
            </a:pPr>
            <a:endParaRPr lang="en-GB" dirty="0">
              <a:latin typeface="Poppins" pitchFamily="2" charset="77"/>
              <a:cs typeface="Poppins" pitchFamily="2" charset="77"/>
            </a:endParaRPr>
          </a:p>
          <a:p>
            <a:pPr marL="0" indent="0">
              <a:lnSpc>
                <a:spcPct val="150000"/>
              </a:lnSpc>
              <a:buNone/>
            </a:pPr>
            <a:r>
              <a:rPr lang="en-GB" b="1" dirty="0">
                <a:latin typeface="Poppins" pitchFamily="2" charset="77"/>
                <a:cs typeface="Poppins" pitchFamily="2" charset="77"/>
              </a:rPr>
              <a:t>Advantages:</a:t>
            </a:r>
          </a:p>
          <a:p>
            <a:pPr marL="342900" indent="-342900">
              <a:lnSpc>
                <a:spcPct val="150000"/>
              </a:lnSpc>
              <a:buFont typeface="Arial" panose="020B0604020202020204" pitchFamily="34" charset="0"/>
              <a:buChar char="•"/>
            </a:pPr>
            <a:r>
              <a:rPr lang="en-GB" dirty="0">
                <a:latin typeface="Poppins" pitchFamily="2" charset="77"/>
                <a:cs typeface="Poppins" pitchFamily="2" charset="77"/>
              </a:rPr>
              <a:t>Ensures timely response to emergencies.</a:t>
            </a:r>
          </a:p>
          <a:p>
            <a:pPr marL="342900" indent="-342900">
              <a:lnSpc>
                <a:spcPct val="150000"/>
              </a:lnSpc>
              <a:buFont typeface="Arial" panose="020B0604020202020204" pitchFamily="34" charset="0"/>
              <a:buChar char="•"/>
            </a:pPr>
            <a:r>
              <a:rPr lang="en-GB" dirty="0">
                <a:latin typeface="Poppins" pitchFamily="2" charset="77"/>
                <a:cs typeface="Poppins" pitchFamily="2" charset="77"/>
              </a:rPr>
              <a:t>Improves safety in homes and workplaces.</a:t>
            </a:r>
          </a:p>
          <a:p>
            <a:pPr marL="342900" indent="-342900">
              <a:lnSpc>
                <a:spcPct val="150000"/>
              </a:lnSpc>
              <a:buFont typeface="Arial" panose="020B0604020202020204" pitchFamily="34" charset="0"/>
              <a:buChar char="•"/>
            </a:pPr>
            <a:r>
              <a:rPr lang="en-GB" dirty="0">
                <a:latin typeface="Poppins" pitchFamily="2" charset="77"/>
                <a:cs typeface="Poppins" pitchFamily="2" charset="77"/>
              </a:rPr>
              <a:t>Scalable and cost-effective IoT-based safety solution.</a:t>
            </a:r>
            <a:endParaRPr lang="en-US" dirty="0">
              <a:latin typeface="Poppins" pitchFamily="2" charset="77"/>
              <a:cs typeface="Poppins" pitchFamily="2" charset="77"/>
            </a:endParaRPr>
          </a:p>
        </p:txBody>
      </p:sp>
    </p:spTree>
    <p:extLst>
      <p:ext uri="{BB962C8B-B14F-4D97-AF65-F5344CB8AC3E}">
        <p14:creationId xmlns:p14="http://schemas.microsoft.com/office/powerpoint/2010/main" val="3277057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33307A0-67E0-7D55-2366-87C2618BB732}"/>
              </a:ext>
            </a:extLst>
          </p:cNvPr>
          <p:cNvSpPr>
            <a:spLocks noGrp="1"/>
          </p:cNvSpPr>
          <p:nvPr>
            <p:ph type="title"/>
          </p:nvPr>
        </p:nvSpPr>
        <p:spPr>
          <a:xfrm>
            <a:off x="180978" y="72406"/>
            <a:ext cx="6067685" cy="969913"/>
          </a:xfrm>
        </p:spPr>
        <p:txBody>
          <a:bodyPr anchor="b">
            <a:normAutofit/>
          </a:bodyPr>
          <a:lstStyle/>
          <a:p>
            <a:r>
              <a:rPr lang="en-US" sz="5400" dirty="0"/>
              <a:t>System Architecture</a:t>
            </a:r>
          </a:p>
        </p:txBody>
      </p:sp>
      <p:sp>
        <p:nvSpPr>
          <p:cNvPr id="5" name="Rectangle: Rounded Corners 4">
            <a:extLst>
              <a:ext uri="{FF2B5EF4-FFF2-40B4-BE49-F238E27FC236}">
                <a16:creationId xmlns:a16="http://schemas.microsoft.com/office/drawing/2014/main" id="{2C674400-1DE1-875C-C7E0-2C5D33B594C9}"/>
              </a:ext>
            </a:extLst>
          </p:cNvPr>
          <p:cNvSpPr>
            <a:spLocks noGrp="1" noRot="1" noMove="1" noResize="1" noEditPoints="1" noAdjustHandles="1" noChangeArrowheads="1" noChangeShapeType="1"/>
          </p:cNvSpPr>
          <p:nvPr/>
        </p:nvSpPr>
        <p:spPr>
          <a:xfrm>
            <a:off x="98323" y="1022555"/>
            <a:ext cx="11995354" cy="583544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860C1546-E305-2637-D758-E69D0FEF4359}"/>
              </a:ext>
            </a:extLst>
          </p:cNvPr>
          <p:cNvCxnSpPr/>
          <p:nvPr/>
        </p:nvCxnSpPr>
        <p:spPr>
          <a:xfrm>
            <a:off x="5980672" y="1779639"/>
            <a:ext cx="0" cy="3972233"/>
          </a:xfrm>
          <a:prstGeom prst="line">
            <a:avLst/>
          </a:prstGeom>
          <a:ln w="57150"/>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BB6895D-F4E9-90D3-9D8E-F455D4426CD4}"/>
              </a:ext>
            </a:extLst>
          </p:cNvPr>
          <p:cNvCxnSpPr>
            <a:cxnSpLocks/>
          </p:cNvCxnSpPr>
          <p:nvPr/>
        </p:nvCxnSpPr>
        <p:spPr>
          <a:xfrm>
            <a:off x="5980672" y="1779639"/>
            <a:ext cx="4168877" cy="0"/>
          </a:xfrm>
          <a:prstGeom prst="line">
            <a:avLst/>
          </a:prstGeom>
          <a:ln w="57150"/>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C988E531-E53B-2772-1E51-D807575047AF}"/>
              </a:ext>
            </a:extLst>
          </p:cNvPr>
          <p:cNvCxnSpPr>
            <a:cxnSpLocks/>
          </p:cNvCxnSpPr>
          <p:nvPr/>
        </p:nvCxnSpPr>
        <p:spPr>
          <a:xfrm>
            <a:off x="5980672" y="5751872"/>
            <a:ext cx="4168877" cy="0"/>
          </a:xfrm>
          <a:prstGeom prst="line">
            <a:avLst/>
          </a:prstGeom>
          <a:ln w="57150"/>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DCD18602-9286-2C3E-19FE-EA208FFFFF1A}"/>
              </a:ext>
            </a:extLst>
          </p:cNvPr>
          <p:cNvCxnSpPr>
            <a:cxnSpLocks/>
          </p:cNvCxnSpPr>
          <p:nvPr/>
        </p:nvCxnSpPr>
        <p:spPr>
          <a:xfrm>
            <a:off x="10149549" y="1779639"/>
            <a:ext cx="0" cy="2782529"/>
          </a:xfrm>
          <a:prstGeom prst="line">
            <a:avLst/>
          </a:prstGeom>
          <a:ln w="571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A7866D62-E047-DBDE-DF64-F20088BB2B5F}"/>
              </a:ext>
            </a:extLst>
          </p:cNvPr>
          <p:cNvCxnSpPr>
            <a:cxnSpLocks/>
          </p:cNvCxnSpPr>
          <p:nvPr/>
        </p:nvCxnSpPr>
        <p:spPr>
          <a:xfrm>
            <a:off x="9852125" y="4581833"/>
            <a:ext cx="594847" cy="0"/>
          </a:xfrm>
          <a:prstGeom prst="line">
            <a:avLst/>
          </a:prstGeom>
          <a:ln w="57150"/>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6236CC4B-CA49-0B30-B1F6-C28C77D6C867}"/>
              </a:ext>
            </a:extLst>
          </p:cNvPr>
          <p:cNvCxnSpPr>
            <a:cxnSpLocks/>
          </p:cNvCxnSpPr>
          <p:nvPr/>
        </p:nvCxnSpPr>
        <p:spPr>
          <a:xfrm flipV="1">
            <a:off x="10149548" y="5515897"/>
            <a:ext cx="0" cy="235975"/>
          </a:xfrm>
          <a:prstGeom prst="line">
            <a:avLst/>
          </a:prstGeom>
          <a:ln w="5715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7BBA2E95-7AD6-21D2-6157-DD217D297FF9}"/>
              </a:ext>
            </a:extLst>
          </p:cNvPr>
          <p:cNvCxnSpPr>
            <a:cxnSpLocks/>
          </p:cNvCxnSpPr>
          <p:nvPr/>
        </p:nvCxnSpPr>
        <p:spPr>
          <a:xfrm>
            <a:off x="9852125" y="5481485"/>
            <a:ext cx="594847" cy="0"/>
          </a:xfrm>
          <a:prstGeom prst="line">
            <a:avLst/>
          </a:prstGeom>
          <a:ln w="57150"/>
        </p:spPr>
        <p:style>
          <a:lnRef idx="1">
            <a:schemeClr val="dk1"/>
          </a:lnRef>
          <a:fillRef idx="0">
            <a:schemeClr val="dk1"/>
          </a:fillRef>
          <a:effectRef idx="0">
            <a:schemeClr val="dk1"/>
          </a:effectRef>
          <a:fontRef idx="minor">
            <a:schemeClr val="tx1"/>
          </a:fontRef>
        </p:style>
      </p:cxnSp>
      <p:pic>
        <p:nvPicPr>
          <p:cNvPr id="31" name="Picture 30">
            <a:extLst>
              <a:ext uri="{FF2B5EF4-FFF2-40B4-BE49-F238E27FC236}">
                <a16:creationId xmlns:a16="http://schemas.microsoft.com/office/drawing/2014/main" id="{27280421-6384-6768-5C24-A2425096438E}"/>
              </a:ext>
            </a:extLst>
          </p:cNvPr>
          <p:cNvPicPr>
            <a:picLocks noChangeAspect="1"/>
          </p:cNvPicPr>
          <p:nvPr/>
        </p:nvPicPr>
        <p:blipFill>
          <a:blip r:embed="rId2"/>
          <a:srcRect l="26266" t="27115" r="35411" b="9820"/>
          <a:stretch/>
        </p:blipFill>
        <p:spPr>
          <a:xfrm>
            <a:off x="3963675" y="3352801"/>
            <a:ext cx="1553497" cy="3116823"/>
          </a:xfrm>
          <a:prstGeom prst="rect">
            <a:avLst/>
          </a:prstGeom>
        </p:spPr>
      </p:pic>
      <p:pic>
        <p:nvPicPr>
          <p:cNvPr id="32" name="Picture 31">
            <a:extLst>
              <a:ext uri="{FF2B5EF4-FFF2-40B4-BE49-F238E27FC236}">
                <a16:creationId xmlns:a16="http://schemas.microsoft.com/office/drawing/2014/main" id="{E2C7A36B-4C23-AF10-A4A3-475761A73515}"/>
              </a:ext>
            </a:extLst>
          </p:cNvPr>
          <p:cNvPicPr>
            <a:picLocks noChangeAspect="1"/>
          </p:cNvPicPr>
          <p:nvPr/>
        </p:nvPicPr>
        <p:blipFill>
          <a:blip r:embed="rId3"/>
          <a:srcRect l="22301" r="22130"/>
          <a:stretch/>
        </p:blipFill>
        <p:spPr>
          <a:xfrm>
            <a:off x="4823999" y="3672968"/>
            <a:ext cx="594843" cy="1070442"/>
          </a:xfrm>
          <a:prstGeom prst="rect">
            <a:avLst/>
          </a:prstGeom>
        </p:spPr>
      </p:pic>
      <p:pic>
        <p:nvPicPr>
          <p:cNvPr id="39" name="Picture 38">
            <a:extLst>
              <a:ext uri="{FF2B5EF4-FFF2-40B4-BE49-F238E27FC236}">
                <a16:creationId xmlns:a16="http://schemas.microsoft.com/office/drawing/2014/main" id="{90A63D06-EF88-93CA-B7A8-1E130BA0CCFD}"/>
              </a:ext>
            </a:extLst>
          </p:cNvPr>
          <p:cNvPicPr>
            <a:picLocks noChangeAspect="1"/>
          </p:cNvPicPr>
          <p:nvPr/>
        </p:nvPicPr>
        <p:blipFill>
          <a:blip r:embed="rId4"/>
          <a:srcRect l="21093" t="29076" r="20978" b="28077"/>
          <a:stretch/>
        </p:blipFill>
        <p:spPr>
          <a:xfrm>
            <a:off x="6016753" y="5226725"/>
            <a:ext cx="818095" cy="453818"/>
          </a:xfrm>
          <a:prstGeom prst="rect">
            <a:avLst/>
          </a:prstGeom>
        </p:spPr>
      </p:pic>
      <p:pic>
        <p:nvPicPr>
          <p:cNvPr id="42" name="Picture 41">
            <a:extLst>
              <a:ext uri="{FF2B5EF4-FFF2-40B4-BE49-F238E27FC236}">
                <a16:creationId xmlns:a16="http://schemas.microsoft.com/office/drawing/2014/main" id="{48C9D03E-4943-38D8-92DB-089378D5087B}"/>
              </a:ext>
            </a:extLst>
          </p:cNvPr>
          <p:cNvPicPr>
            <a:picLocks noChangeAspect="1"/>
          </p:cNvPicPr>
          <p:nvPr/>
        </p:nvPicPr>
        <p:blipFill>
          <a:blip r:embed="rId5"/>
          <a:srcRect l="5952" t="36276" r="6406" b="35509"/>
          <a:stretch/>
        </p:blipFill>
        <p:spPr>
          <a:xfrm>
            <a:off x="9103963" y="1942342"/>
            <a:ext cx="1014651" cy="326653"/>
          </a:xfrm>
          <a:prstGeom prst="rect">
            <a:avLst/>
          </a:prstGeom>
        </p:spPr>
      </p:pic>
      <p:pic>
        <p:nvPicPr>
          <p:cNvPr id="48" name="Picture 47">
            <a:extLst>
              <a:ext uri="{FF2B5EF4-FFF2-40B4-BE49-F238E27FC236}">
                <a16:creationId xmlns:a16="http://schemas.microsoft.com/office/drawing/2014/main" id="{FD18367C-0E3E-CE90-D4C0-6F343CC1665B}"/>
              </a:ext>
            </a:extLst>
          </p:cNvPr>
          <p:cNvPicPr>
            <a:picLocks noChangeAspect="1"/>
          </p:cNvPicPr>
          <p:nvPr/>
        </p:nvPicPr>
        <p:blipFill>
          <a:blip r:embed="rId6"/>
          <a:srcRect l="29208" t="12460" r="30206" b="20895"/>
          <a:stretch/>
        </p:blipFill>
        <p:spPr>
          <a:xfrm>
            <a:off x="7951760" y="5241545"/>
            <a:ext cx="410773" cy="473114"/>
          </a:xfrm>
          <a:prstGeom prst="rect">
            <a:avLst/>
          </a:prstGeom>
        </p:spPr>
      </p:pic>
      <p:cxnSp>
        <p:nvCxnSpPr>
          <p:cNvPr id="56" name="Straight Connector 50">
            <a:extLst>
              <a:ext uri="{FF2B5EF4-FFF2-40B4-BE49-F238E27FC236}">
                <a16:creationId xmlns:a16="http://schemas.microsoft.com/office/drawing/2014/main" id="{B6416DF4-3F9B-F889-9FAD-654B6B3A7F84}"/>
              </a:ext>
            </a:extLst>
          </p:cNvPr>
          <p:cNvCxnSpPr>
            <a:cxnSpLocks/>
            <a:stCxn id="42" idx="3"/>
          </p:cNvCxnSpPr>
          <p:nvPr/>
        </p:nvCxnSpPr>
        <p:spPr>
          <a:xfrm>
            <a:off x="10118614" y="2105669"/>
            <a:ext cx="241538" cy="0"/>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50">
            <a:extLst>
              <a:ext uri="{FF2B5EF4-FFF2-40B4-BE49-F238E27FC236}">
                <a16:creationId xmlns:a16="http://schemas.microsoft.com/office/drawing/2014/main" id="{AE6C3019-FC13-E69E-1A25-1AADA46AF8C6}"/>
              </a:ext>
            </a:extLst>
          </p:cNvPr>
          <p:cNvCxnSpPr>
            <a:cxnSpLocks/>
          </p:cNvCxnSpPr>
          <p:nvPr/>
        </p:nvCxnSpPr>
        <p:spPr>
          <a:xfrm flipV="1">
            <a:off x="10633762" y="1517904"/>
            <a:ext cx="0" cy="350225"/>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50">
            <a:extLst>
              <a:ext uri="{FF2B5EF4-FFF2-40B4-BE49-F238E27FC236}">
                <a16:creationId xmlns:a16="http://schemas.microsoft.com/office/drawing/2014/main" id="{D990231A-0056-2437-921D-3683346F488A}"/>
              </a:ext>
            </a:extLst>
          </p:cNvPr>
          <p:cNvCxnSpPr>
            <a:cxnSpLocks/>
          </p:cNvCxnSpPr>
          <p:nvPr/>
        </p:nvCxnSpPr>
        <p:spPr>
          <a:xfrm>
            <a:off x="4069080" y="1289304"/>
            <a:ext cx="6363514" cy="0"/>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50">
            <a:extLst>
              <a:ext uri="{FF2B5EF4-FFF2-40B4-BE49-F238E27FC236}">
                <a16:creationId xmlns:a16="http://schemas.microsoft.com/office/drawing/2014/main" id="{4FE887FF-C9E9-1A09-4948-06FEEA05BF11}"/>
              </a:ext>
            </a:extLst>
          </p:cNvPr>
          <p:cNvCxnSpPr>
            <a:cxnSpLocks/>
          </p:cNvCxnSpPr>
          <p:nvPr/>
        </p:nvCxnSpPr>
        <p:spPr>
          <a:xfrm flipV="1">
            <a:off x="10360152" y="1868129"/>
            <a:ext cx="273610" cy="237539"/>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50">
            <a:extLst>
              <a:ext uri="{FF2B5EF4-FFF2-40B4-BE49-F238E27FC236}">
                <a16:creationId xmlns:a16="http://schemas.microsoft.com/office/drawing/2014/main" id="{F8D34596-8265-C6D2-D870-98EBDACE9831}"/>
              </a:ext>
            </a:extLst>
          </p:cNvPr>
          <p:cNvCxnSpPr>
            <a:cxnSpLocks/>
          </p:cNvCxnSpPr>
          <p:nvPr/>
        </p:nvCxnSpPr>
        <p:spPr>
          <a:xfrm>
            <a:off x="10425964" y="1289304"/>
            <a:ext cx="207798" cy="228600"/>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50">
            <a:extLst>
              <a:ext uri="{FF2B5EF4-FFF2-40B4-BE49-F238E27FC236}">
                <a16:creationId xmlns:a16="http://schemas.microsoft.com/office/drawing/2014/main" id="{50A2D972-59F4-ABBB-2B89-24530AF0D607}"/>
              </a:ext>
            </a:extLst>
          </p:cNvPr>
          <p:cNvCxnSpPr>
            <a:cxnSpLocks/>
          </p:cNvCxnSpPr>
          <p:nvPr/>
        </p:nvCxnSpPr>
        <p:spPr>
          <a:xfrm>
            <a:off x="3689592" y="1583647"/>
            <a:ext cx="0" cy="2089321"/>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50">
            <a:extLst>
              <a:ext uri="{FF2B5EF4-FFF2-40B4-BE49-F238E27FC236}">
                <a16:creationId xmlns:a16="http://schemas.microsoft.com/office/drawing/2014/main" id="{3C8076F1-11A6-766B-3168-E54510E859E8}"/>
              </a:ext>
            </a:extLst>
          </p:cNvPr>
          <p:cNvCxnSpPr>
            <a:cxnSpLocks/>
          </p:cNvCxnSpPr>
          <p:nvPr/>
        </p:nvCxnSpPr>
        <p:spPr>
          <a:xfrm flipV="1">
            <a:off x="3689591" y="1289304"/>
            <a:ext cx="379488" cy="294343"/>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50">
            <a:extLst>
              <a:ext uri="{FF2B5EF4-FFF2-40B4-BE49-F238E27FC236}">
                <a16:creationId xmlns:a16="http://schemas.microsoft.com/office/drawing/2014/main" id="{93B8595E-9234-A4BD-9A61-FD09805B2512}"/>
              </a:ext>
            </a:extLst>
          </p:cNvPr>
          <p:cNvCxnSpPr>
            <a:cxnSpLocks/>
          </p:cNvCxnSpPr>
          <p:nvPr/>
        </p:nvCxnSpPr>
        <p:spPr>
          <a:xfrm>
            <a:off x="3688436" y="3658885"/>
            <a:ext cx="321149" cy="228600"/>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50">
            <a:extLst>
              <a:ext uri="{FF2B5EF4-FFF2-40B4-BE49-F238E27FC236}">
                <a16:creationId xmlns:a16="http://schemas.microsoft.com/office/drawing/2014/main" id="{158B6C7D-D9A1-1742-9BBD-56B070138E88}"/>
              </a:ext>
            </a:extLst>
          </p:cNvPr>
          <p:cNvCxnSpPr>
            <a:cxnSpLocks/>
          </p:cNvCxnSpPr>
          <p:nvPr/>
        </p:nvCxnSpPr>
        <p:spPr>
          <a:xfrm>
            <a:off x="5480596" y="6071189"/>
            <a:ext cx="2451947" cy="0"/>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50">
            <a:extLst>
              <a:ext uri="{FF2B5EF4-FFF2-40B4-BE49-F238E27FC236}">
                <a16:creationId xmlns:a16="http://schemas.microsoft.com/office/drawing/2014/main" id="{2EF159EF-6C34-920F-B5A2-5DACA3BE4E4A}"/>
              </a:ext>
            </a:extLst>
          </p:cNvPr>
          <p:cNvCxnSpPr>
            <a:cxnSpLocks/>
          </p:cNvCxnSpPr>
          <p:nvPr/>
        </p:nvCxnSpPr>
        <p:spPr>
          <a:xfrm>
            <a:off x="5454385" y="5478102"/>
            <a:ext cx="526287" cy="0"/>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50">
            <a:extLst>
              <a:ext uri="{FF2B5EF4-FFF2-40B4-BE49-F238E27FC236}">
                <a16:creationId xmlns:a16="http://schemas.microsoft.com/office/drawing/2014/main" id="{041E55C9-2457-79C8-477B-3CE2B9A28775}"/>
              </a:ext>
            </a:extLst>
          </p:cNvPr>
          <p:cNvCxnSpPr>
            <a:cxnSpLocks/>
          </p:cNvCxnSpPr>
          <p:nvPr/>
        </p:nvCxnSpPr>
        <p:spPr>
          <a:xfrm flipH="1">
            <a:off x="7932543" y="5780348"/>
            <a:ext cx="230703" cy="290841"/>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146" name="Picture 2" descr="Mobile Svg Vectors - Download Free High-Quality Vectors from ...">
            <a:extLst>
              <a:ext uri="{FF2B5EF4-FFF2-40B4-BE49-F238E27FC236}">
                <a16:creationId xmlns:a16="http://schemas.microsoft.com/office/drawing/2014/main" id="{58DE76A0-7D08-FB84-C347-57738C019DB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6427" t="5687" r="27020" b="12956"/>
          <a:stretch/>
        </p:blipFill>
        <p:spPr bwMode="auto">
          <a:xfrm>
            <a:off x="698911" y="3508704"/>
            <a:ext cx="1342145" cy="2345576"/>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146">
            <a:extLst>
              <a:ext uri="{FF2B5EF4-FFF2-40B4-BE49-F238E27FC236}">
                <a16:creationId xmlns:a16="http://schemas.microsoft.com/office/drawing/2014/main" id="{7DE4CB3B-42B4-88D1-9FEE-01A91AC9D31F}"/>
              </a:ext>
            </a:extLst>
          </p:cNvPr>
          <p:cNvPicPr>
            <a:picLocks noChangeAspect="1"/>
          </p:cNvPicPr>
          <p:nvPr/>
        </p:nvPicPr>
        <p:blipFill>
          <a:blip r:embed="rId8"/>
          <a:stretch>
            <a:fillRect/>
          </a:stretch>
        </p:blipFill>
        <p:spPr>
          <a:xfrm>
            <a:off x="853518" y="4159388"/>
            <a:ext cx="1044208" cy="1044208"/>
          </a:xfrm>
          <a:prstGeom prst="rect">
            <a:avLst/>
          </a:prstGeom>
          <a:ln>
            <a:noFill/>
          </a:ln>
          <a:effectLst>
            <a:glow rad="101600">
              <a:schemeClr val="accent3">
                <a:alpha val="40000"/>
              </a:schemeClr>
            </a:glow>
            <a:softEdge rad="63500"/>
          </a:effectLst>
        </p:spPr>
      </p:pic>
      <p:sp>
        <p:nvSpPr>
          <p:cNvPr id="148" name="Arrow: Down 147">
            <a:extLst>
              <a:ext uri="{FF2B5EF4-FFF2-40B4-BE49-F238E27FC236}">
                <a16:creationId xmlns:a16="http://schemas.microsoft.com/office/drawing/2014/main" id="{B65804AD-1F51-396A-DBE9-E8FF5274BEA2}"/>
              </a:ext>
            </a:extLst>
          </p:cNvPr>
          <p:cNvSpPr/>
          <p:nvPr/>
        </p:nvSpPr>
        <p:spPr>
          <a:xfrm rot="16200000">
            <a:off x="2698673" y="3889591"/>
            <a:ext cx="384322" cy="1095389"/>
          </a:xfrm>
          <a:prstGeom prst="downArrow">
            <a:avLst/>
          </a:prstGeom>
          <a:blipFill>
            <a:blip r:embed="rId9"/>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Arrow: Down 148">
            <a:extLst>
              <a:ext uri="{FF2B5EF4-FFF2-40B4-BE49-F238E27FC236}">
                <a16:creationId xmlns:a16="http://schemas.microsoft.com/office/drawing/2014/main" id="{3F9C7457-FAB0-DEE4-C0FF-81BAFC1149AF}"/>
              </a:ext>
            </a:extLst>
          </p:cNvPr>
          <p:cNvSpPr/>
          <p:nvPr/>
        </p:nvSpPr>
        <p:spPr>
          <a:xfrm rot="5400000">
            <a:off x="2658698" y="4244086"/>
            <a:ext cx="384322" cy="1095389"/>
          </a:xfrm>
          <a:prstGeom prst="downArrow">
            <a:avLst/>
          </a:prstGeom>
          <a:blipFill>
            <a:blip r:embed="rId9"/>
            <a:tile tx="0" ty="0" sx="100000" sy="100000" flip="none" algn="tl"/>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0" name="Picture 149">
            <a:extLst>
              <a:ext uri="{FF2B5EF4-FFF2-40B4-BE49-F238E27FC236}">
                <a16:creationId xmlns:a16="http://schemas.microsoft.com/office/drawing/2014/main" id="{4481CD58-DAE1-B082-E2E3-C8AC2B8BE174}"/>
              </a:ext>
            </a:extLst>
          </p:cNvPr>
          <p:cNvPicPr>
            <a:picLocks noChangeAspect="1"/>
          </p:cNvPicPr>
          <p:nvPr/>
        </p:nvPicPr>
        <p:blipFill>
          <a:blip r:embed="rId10"/>
          <a:stretch>
            <a:fillRect/>
          </a:stretch>
        </p:blipFill>
        <p:spPr>
          <a:xfrm>
            <a:off x="1173536" y="3057832"/>
            <a:ext cx="450872" cy="450872"/>
          </a:xfrm>
          <a:prstGeom prst="rect">
            <a:avLst/>
          </a:prstGeom>
        </p:spPr>
      </p:pic>
      <p:sp>
        <p:nvSpPr>
          <p:cNvPr id="151" name="Rectangle: Rounded Corners 150">
            <a:extLst>
              <a:ext uri="{FF2B5EF4-FFF2-40B4-BE49-F238E27FC236}">
                <a16:creationId xmlns:a16="http://schemas.microsoft.com/office/drawing/2014/main" id="{063A70EE-70C1-DFD3-0B79-CD3B2B541ED2}"/>
              </a:ext>
            </a:extLst>
          </p:cNvPr>
          <p:cNvSpPr/>
          <p:nvPr/>
        </p:nvSpPr>
        <p:spPr>
          <a:xfrm>
            <a:off x="6096000" y="4911212"/>
            <a:ext cx="738841" cy="244183"/>
          </a:xfrm>
          <a:prstGeom prst="roundRect">
            <a:avLst/>
          </a:prstGeom>
          <a:solidFill>
            <a:schemeClr val="accent3">
              <a:lumMod val="40000"/>
              <a:lumOff val="60000"/>
            </a:schemeClr>
          </a:solidFill>
          <a:ln>
            <a:noFill/>
          </a:ln>
          <a:effectLst>
            <a:glow rad="114300">
              <a:schemeClr val="accent3">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rPr>
              <a:t>MQ2</a:t>
            </a:r>
          </a:p>
        </p:txBody>
      </p:sp>
      <p:sp>
        <p:nvSpPr>
          <p:cNvPr id="152" name="Rectangle: Rounded Corners 151">
            <a:extLst>
              <a:ext uri="{FF2B5EF4-FFF2-40B4-BE49-F238E27FC236}">
                <a16:creationId xmlns:a16="http://schemas.microsoft.com/office/drawing/2014/main" id="{116B23CD-5FBE-0E93-1647-5A19239E5C60}"/>
              </a:ext>
            </a:extLst>
          </p:cNvPr>
          <p:cNvSpPr/>
          <p:nvPr/>
        </p:nvSpPr>
        <p:spPr>
          <a:xfrm>
            <a:off x="7758802" y="4937428"/>
            <a:ext cx="820333" cy="244183"/>
          </a:xfrm>
          <a:prstGeom prst="roundRect">
            <a:avLst/>
          </a:prstGeom>
          <a:solidFill>
            <a:schemeClr val="accent3">
              <a:lumMod val="40000"/>
              <a:lumOff val="60000"/>
            </a:schemeClr>
          </a:solidFill>
          <a:ln>
            <a:noFill/>
          </a:ln>
          <a:effectLst>
            <a:glow rad="114300">
              <a:schemeClr val="accent3">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rPr>
              <a:t>Buzzer</a:t>
            </a:r>
          </a:p>
        </p:txBody>
      </p:sp>
      <p:sp>
        <p:nvSpPr>
          <p:cNvPr id="156" name="Rectangle: Rounded Corners 155">
            <a:extLst>
              <a:ext uri="{FF2B5EF4-FFF2-40B4-BE49-F238E27FC236}">
                <a16:creationId xmlns:a16="http://schemas.microsoft.com/office/drawing/2014/main" id="{2C4F2F5B-6E3D-0BC5-4489-F892A6A34AC2}"/>
              </a:ext>
            </a:extLst>
          </p:cNvPr>
          <p:cNvSpPr/>
          <p:nvPr/>
        </p:nvSpPr>
        <p:spPr>
          <a:xfrm>
            <a:off x="9200106" y="2410774"/>
            <a:ext cx="738841" cy="244183"/>
          </a:xfrm>
          <a:prstGeom prst="roundRect">
            <a:avLst/>
          </a:prstGeom>
          <a:solidFill>
            <a:schemeClr val="accent3">
              <a:lumMod val="40000"/>
              <a:lumOff val="60000"/>
            </a:schemeClr>
          </a:solidFill>
          <a:ln>
            <a:noFill/>
          </a:ln>
          <a:effectLst>
            <a:glow rad="114300">
              <a:schemeClr val="accent3">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rPr>
              <a:t>IR</a:t>
            </a:r>
          </a:p>
        </p:txBody>
      </p:sp>
      <p:sp>
        <p:nvSpPr>
          <p:cNvPr id="157" name="Rectangle: Rounded Corners 156">
            <a:extLst>
              <a:ext uri="{FF2B5EF4-FFF2-40B4-BE49-F238E27FC236}">
                <a16:creationId xmlns:a16="http://schemas.microsoft.com/office/drawing/2014/main" id="{61024B0B-D37E-31FC-0BB4-385FCA003584}"/>
              </a:ext>
            </a:extLst>
          </p:cNvPr>
          <p:cNvSpPr/>
          <p:nvPr/>
        </p:nvSpPr>
        <p:spPr>
          <a:xfrm>
            <a:off x="948505" y="5893196"/>
            <a:ext cx="905041" cy="559362"/>
          </a:xfrm>
          <a:prstGeom prst="roundRect">
            <a:avLst/>
          </a:prstGeom>
          <a:solidFill>
            <a:schemeClr val="accent3">
              <a:lumMod val="40000"/>
              <a:lumOff val="60000"/>
            </a:schemeClr>
          </a:solidFill>
          <a:ln>
            <a:noFill/>
          </a:ln>
          <a:effectLst>
            <a:glow rad="114300">
              <a:schemeClr val="accent3">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rPr>
              <a:t>BLYNK App</a:t>
            </a:r>
          </a:p>
        </p:txBody>
      </p:sp>
      <p:cxnSp>
        <p:nvCxnSpPr>
          <p:cNvPr id="158" name="Straight Connector 50">
            <a:extLst>
              <a:ext uri="{FF2B5EF4-FFF2-40B4-BE49-F238E27FC236}">
                <a16:creationId xmlns:a16="http://schemas.microsoft.com/office/drawing/2014/main" id="{6E949FAE-CB73-67E9-AE3A-082A52DDAB19}"/>
              </a:ext>
            </a:extLst>
          </p:cNvPr>
          <p:cNvCxnSpPr>
            <a:cxnSpLocks/>
          </p:cNvCxnSpPr>
          <p:nvPr/>
        </p:nvCxnSpPr>
        <p:spPr>
          <a:xfrm>
            <a:off x="533400" y="1346454"/>
            <a:ext cx="320118" cy="0"/>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63" name="Rectangle 162">
            <a:extLst>
              <a:ext uri="{FF2B5EF4-FFF2-40B4-BE49-F238E27FC236}">
                <a16:creationId xmlns:a16="http://schemas.microsoft.com/office/drawing/2014/main" id="{678288DF-7D34-FE54-F936-DAB2DFB55D52}"/>
              </a:ext>
            </a:extLst>
          </p:cNvPr>
          <p:cNvSpPr/>
          <p:nvPr/>
        </p:nvSpPr>
        <p:spPr>
          <a:xfrm>
            <a:off x="892799" y="1235583"/>
            <a:ext cx="810901" cy="2164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rPr>
              <a:t>wire</a:t>
            </a:r>
          </a:p>
        </p:txBody>
      </p:sp>
      <p:cxnSp>
        <p:nvCxnSpPr>
          <p:cNvPr id="164" name="Straight Connector 50">
            <a:extLst>
              <a:ext uri="{FF2B5EF4-FFF2-40B4-BE49-F238E27FC236}">
                <a16:creationId xmlns:a16="http://schemas.microsoft.com/office/drawing/2014/main" id="{947017A3-2F17-9260-4696-5C846D96EAFB}"/>
              </a:ext>
            </a:extLst>
          </p:cNvPr>
          <p:cNvCxnSpPr>
            <a:cxnSpLocks/>
          </p:cNvCxnSpPr>
          <p:nvPr/>
        </p:nvCxnSpPr>
        <p:spPr>
          <a:xfrm>
            <a:off x="533400" y="1555822"/>
            <a:ext cx="320118" cy="0"/>
          </a:xfrm>
          <a:prstGeom prst="straightConnector1">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5" name="Rectangle 164">
            <a:extLst>
              <a:ext uri="{FF2B5EF4-FFF2-40B4-BE49-F238E27FC236}">
                <a16:creationId xmlns:a16="http://schemas.microsoft.com/office/drawing/2014/main" id="{A1638176-A871-5AAD-9672-E147A37A43B8}"/>
              </a:ext>
            </a:extLst>
          </p:cNvPr>
          <p:cNvSpPr/>
          <p:nvPr/>
        </p:nvSpPr>
        <p:spPr>
          <a:xfrm>
            <a:off x="892799" y="1444951"/>
            <a:ext cx="810901" cy="21644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2"/>
                </a:solidFill>
              </a:rPr>
              <a:t>wall</a:t>
            </a:r>
          </a:p>
        </p:txBody>
      </p:sp>
      <p:sp>
        <p:nvSpPr>
          <p:cNvPr id="167" name="Rectangle: Rounded Corners 166">
            <a:extLst>
              <a:ext uri="{FF2B5EF4-FFF2-40B4-BE49-F238E27FC236}">
                <a16:creationId xmlns:a16="http://schemas.microsoft.com/office/drawing/2014/main" id="{5B23539D-7D5E-73E0-C540-C6B607A63613}"/>
              </a:ext>
            </a:extLst>
          </p:cNvPr>
          <p:cNvSpPr/>
          <p:nvPr/>
        </p:nvSpPr>
        <p:spPr>
          <a:xfrm>
            <a:off x="5481659" y="3752628"/>
            <a:ext cx="738841" cy="492496"/>
          </a:xfrm>
          <a:prstGeom prst="roundRect">
            <a:avLst/>
          </a:prstGeom>
          <a:solidFill>
            <a:schemeClr val="accent3">
              <a:lumMod val="40000"/>
              <a:lumOff val="60000"/>
            </a:schemeClr>
          </a:solidFill>
          <a:ln>
            <a:noFill/>
          </a:ln>
          <a:effectLst>
            <a:glow rad="114300">
              <a:schemeClr val="accent3">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rPr>
              <a:t>ESP 32</a:t>
            </a:r>
          </a:p>
        </p:txBody>
      </p:sp>
      <p:pic>
        <p:nvPicPr>
          <p:cNvPr id="2" name="Picture 1">
            <a:extLst>
              <a:ext uri="{FF2B5EF4-FFF2-40B4-BE49-F238E27FC236}">
                <a16:creationId xmlns:a16="http://schemas.microsoft.com/office/drawing/2014/main" id="{1C7E175F-EEDE-E994-05ED-90CE043CB891}"/>
              </a:ext>
            </a:extLst>
          </p:cNvPr>
          <p:cNvPicPr>
            <a:picLocks noChangeAspect="1"/>
          </p:cNvPicPr>
          <p:nvPr/>
        </p:nvPicPr>
        <p:blipFill>
          <a:blip r:embed="rId11"/>
          <a:stretch>
            <a:fillRect/>
          </a:stretch>
        </p:blipFill>
        <p:spPr>
          <a:xfrm rot="10453945">
            <a:off x="6412614" y="1405021"/>
            <a:ext cx="930237" cy="930237"/>
          </a:xfrm>
          <a:prstGeom prst="rect">
            <a:avLst/>
          </a:prstGeom>
        </p:spPr>
      </p:pic>
      <p:pic>
        <p:nvPicPr>
          <p:cNvPr id="3" name="Picture 2">
            <a:extLst>
              <a:ext uri="{FF2B5EF4-FFF2-40B4-BE49-F238E27FC236}">
                <a16:creationId xmlns:a16="http://schemas.microsoft.com/office/drawing/2014/main" id="{1E968911-FCF4-4479-3C42-560C3F1750DB}"/>
              </a:ext>
            </a:extLst>
          </p:cNvPr>
          <p:cNvPicPr>
            <a:picLocks noChangeAspect="1"/>
          </p:cNvPicPr>
          <p:nvPr/>
        </p:nvPicPr>
        <p:blipFill>
          <a:blip r:embed="rId12"/>
          <a:stretch>
            <a:fillRect/>
          </a:stretch>
        </p:blipFill>
        <p:spPr>
          <a:xfrm rot="10104551">
            <a:off x="6889788" y="1367545"/>
            <a:ext cx="1016232" cy="874251"/>
          </a:xfrm>
          <a:prstGeom prst="rect">
            <a:avLst/>
          </a:prstGeom>
        </p:spPr>
      </p:pic>
      <p:cxnSp>
        <p:nvCxnSpPr>
          <p:cNvPr id="6" name="Straight Connector 50">
            <a:extLst>
              <a:ext uri="{FF2B5EF4-FFF2-40B4-BE49-F238E27FC236}">
                <a16:creationId xmlns:a16="http://schemas.microsoft.com/office/drawing/2014/main" id="{54D55CAE-92BE-5211-6778-C893D328C501}"/>
              </a:ext>
            </a:extLst>
          </p:cNvPr>
          <p:cNvCxnSpPr>
            <a:cxnSpLocks/>
          </p:cNvCxnSpPr>
          <p:nvPr/>
        </p:nvCxnSpPr>
        <p:spPr>
          <a:xfrm>
            <a:off x="5517172" y="1468057"/>
            <a:ext cx="1870066" cy="0"/>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50">
            <a:extLst>
              <a:ext uri="{FF2B5EF4-FFF2-40B4-BE49-F238E27FC236}">
                <a16:creationId xmlns:a16="http://schemas.microsoft.com/office/drawing/2014/main" id="{916B37E2-FD2C-D53D-E00A-2D088FC44F3A}"/>
              </a:ext>
            </a:extLst>
          </p:cNvPr>
          <p:cNvCxnSpPr>
            <a:cxnSpLocks/>
          </p:cNvCxnSpPr>
          <p:nvPr/>
        </p:nvCxnSpPr>
        <p:spPr>
          <a:xfrm flipV="1">
            <a:off x="5028578" y="1461449"/>
            <a:ext cx="481124" cy="480893"/>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50">
            <a:extLst>
              <a:ext uri="{FF2B5EF4-FFF2-40B4-BE49-F238E27FC236}">
                <a16:creationId xmlns:a16="http://schemas.microsoft.com/office/drawing/2014/main" id="{54248F57-C796-FDFF-49F6-FE30C48AC5F0}"/>
              </a:ext>
            </a:extLst>
          </p:cNvPr>
          <p:cNvCxnSpPr>
            <a:cxnSpLocks/>
          </p:cNvCxnSpPr>
          <p:nvPr/>
        </p:nvCxnSpPr>
        <p:spPr>
          <a:xfrm flipV="1">
            <a:off x="5028578" y="1942342"/>
            <a:ext cx="0" cy="1526048"/>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50">
            <a:extLst>
              <a:ext uri="{FF2B5EF4-FFF2-40B4-BE49-F238E27FC236}">
                <a16:creationId xmlns:a16="http://schemas.microsoft.com/office/drawing/2014/main" id="{FAE7F4CD-CC59-1EF8-44CA-F56FBA573F8A}"/>
              </a:ext>
            </a:extLst>
          </p:cNvPr>
          <p:cNvCxnSpPr>
            <a:cxnSpLocks/>
          </p:cNvCxnSpPr>
          <p:nvPr/>
        </p:nvCxnSpPr>
        <p:spPr>
          <a:xfrm>
            <a:off x="5717528" y="1620457"/>
            <a:ext cx="1160204" cy="0"/>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50">
            <a:extLst>
              <a:ext uri="{FF2B5EF4-FFF2-40B4-BE49-F238E27FC236}">
                <a16:creationId xmlns:a16="http://schemas.microsoft.com/office/drawing/2014/main" id="{B0B01294-4242-78FF-906D-F30C8C903C2F}"/>
              </a:ext>
            </a:extLst>
          </p:cNvPr>
          <p:cNvCxnSpPr>
            <a:cxnSpLocks/>
          </p:cNvCxnSpPr>
          <p:nvPr/>
        </p:nvCxnSpPr>
        <p:spPr>
          <a:xfrm flipV="1">
            <a:off x="5232112" y="1614539"/>
            <a:ext cx="481124" cy="480893"/>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50">
            <a:extLst>
              <a:ext uri="{FF2B5EF4-FFF2-40B4-BE49-F238E27FC236}">
                <a16:creationId xmlns:a16="http://schemas.microsoft.com/office/drawing/2014/main" id="{0AEA34D2-7A64-15FA-8166-8F8B95AA2E8D}"/>
              </a:ext>
            </a:extLst>
          </p:cNvPr>
          <p:cNvCxnSpPr>
            <a:cxnSpLocks/>
          </p:cNvCxnSpPr>
          <p:nvPr/>
        </p:nvCxnSpPr>
        <p:spPr>
          <a:xfrm flipV="1">
            <a:off x="5231490" y="2095432"/>
            <a:ext cx="0" cy="1413272"/>
          </a:xfrm>
          <a:prstGeom prst="straightConnector1">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127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B8250F8-3F44-BFCB-8474-A34812DC355F}"/>
              </a:ext>
            </a:extLst>
          </p:cNvPr>
          <p:cNvSpPr>
            <a:spLocks noGrp="1"/>
          </p:cNvSpPr>
          <p:nvPr>
            <p:ph type="title"/>
          </p:nvPr>
        </p:nvSpPr>
        <p:spPr>
          <a:xfrm>
            <a:off x="180978" y="139081"/>
            <a:ext cx="9484132" cy="969913"/>
          </a:xfrm>
        </p:spPr>
        <p:txBody>
          <a:bodyPr anchor="b">
            <a:normAutofit/>
          </a:bodyPr>
          <a:lstStyle/>
          <a:p>
            <a:r>
              <a:rPr lang="en-US" sz="5400" dirty="0"/>
              <a:t>Hardware Requirements</a:t>
            </a:r>
          </a:p>
        </p:txBody>
      </p:sp>
      <p:sp>
        <p:nvSpPr>
          <p:cNvPr id="5" name="Rectangle: Rounded Corners 4">
            <a:extLst>
              <a:ext uri="{FF2B5EF4-FFF2-40B4-BE49-F238E27FC236}">
                <a16:creationId xmlns:a16="http://schemas.microsoft.com/office/drawing/2014/main" id="{5553A777-E321-32EF-1244-66BA7F8FF3FE}"/>
              </a:ext>
            </a:extLst>
          </p:cNvPr>
          <p:cNvSpPr/>
          <p:nvPr/>
        </p:nvSpPr>
        <p:spPr>
          <a:xfrm>
            <a:off x="2780068" y="1159635"/>
            <a:ext cx="2035277" cy="227125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Rectangle: Rounded Corners 5">
            <a:extLst>
              <a:ext uri="{FF2B5EF4-FFF2-40B4-BE49-F238E27FC236}">
                <a16:creationId xmlns:a16="http://schemas.microsoft.com/office/drawing/2014/main" id="{38494D17-1ABD-1D6A-A71C-3EC2A9E96E13}"/>
              </a:ext>
            </a:extLst>
          </p:cNvPr>
          <p:cNvSpPr/>
          <p:nvPr/>
        </p:nvSpPr>
        <p:spPr>
          <a:xfrm>
            <a:off x="5078362" y="1159635"/>
            <a:ext cx="2035276" cy="227125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MQ2 Gas Sensor</a:t>
            </a:r>
            <a:endParaRPr lang="en-US" dirty="0"/>
          </a:p>
        </p:txBody>
      </p:sp>
      <p:sp>
        <p:nvSpPr>
          <p:cNvPr id="9" name="Rectangle: Rounded Corners 8">
            <a:extLst>
              <a:ext uri="{FF2B5EF4-FFF2-40B4-BE49-F238E27FC236}">
                <a16:creationId xmlns:a16="http://schemas.microsoft.com/office/drawing/2014/main" id="{D7052578-BE9E-79B4-1A26-96B48CD9A869}"/>
              </a:ext>
            </a:extLst>
          </p:cNvPr>
          <p:cNvSpPr/>
          <p:nvPr/>
        </p:nvSpPr>
        <p:spPr>
          <a:xfrm>
            <a:off x="7374201" y="1159635"/>
            <a:ext cx="2035273" cy="227125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E07F89AB-2B94-A150-8E97-D425BA595A9A}"/>
              </a:ext>
            </a:extLst>
          </p:cNvPr>
          <p:cNvSpPr/>
          <p:nvPr/>
        </p:nvSpPr>
        <p:spPr>
          <a:xfrm>
            <a:off x="2800357" y="3777641"/>
            <a:ext cx="2035275" cy="227125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Rounded Corners 12">
            <a:extLst>
              <a:ext uri="{FF2B5EF4-FFF2-40B4-BE49-F238E27FC236}">
                <a16:creationId xmlns:a16="http://schemas.microsoft.com/office/drawing/2014/main" id="{951F2FA9-042F-308E-8C65-C8B215098F12}"/>
              </a:ext>
            </a:extLst>
          </p:cNvPr>
          <p:cNvSpPr/>
          <p:nvPr/>
        </p:nvSpPr>
        <p:spPr>
          <a:xfrm>
            <a:off x="5098649" y="3777641"/>
            <a:ext cx="2035274" cy="227125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EB720356-6990-C415-F853-F1D53F0A4FA4}"/>
              </a:ext>
            </a:extLst>
          </p:cNvPr>
          <p:cNvSpPr/>
          <p:nvPr/>
        </p:nvSpPr>
        <p:spPr>
          <a:xfrm>
            <a:off x="7396940" y="3777641"/>
            <a:ext cx="2035273" cy="2271252"/>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F7C4EC2-1E33-AFF4-B182-C453FC9CDA14}"/>
              </a:ext>
            </a:extLst>
          </p:cNvPr>
          <p:cNvSpPr txBox="1"/>
          <p:nvPr/>
        </p:nvSpPr>
        <p:spPr>
          <a:xfrm>
            <a:off x="2780069" y="2820042"/>
            <a:ext cx="2035276" cy="523220"/>
          </a:xfrm>
          <a:prstGeom prst="rect">
            <a:avLst/>
          </a:prstGeom>
          <a:noFill/>
        </p:spPr>
        <p:txBody>
          <a:bodyPr wrap="square">
            <a:spAutoFit/>
          </a:bodyPr>
          <a:lstStyle/>
          <a:p>
            <a:pPr algn="ctr"/>
            <a:r>
              <a:rPr lang="en-US" sz="1400" b="1" dirty="0">
                <a:solidFill>
                  <a:schemeClr val="bg1"/>
                </a:solidFill>
              </a:rPr>
              <a:t>NodeMCU (ESP32) – Dev Board</a:t>
            </a:r>
            <a:endParaRPr lang="en-US" sz="1400" dirty="0">
              <a:solidFill>
                <a:schemeClr val="bg1"/>
              </a:solidFill>
            </a:endParaRPr>
          </a:p>
        </p:txBody>
      </p:sp>
      <p:sp>
        <p:nvSpPr>
          <p:cNvPr id="22" name="TextBox 21">
            <a:extLst>
              <a:ext uri="{FF2B5EF4-FFF2-40B4-BE49-F238E27FC236}">
                <a16:creationId xmlns:a16="http://schemas.microsoft.com/office/drawing/2014/main" id="{573751B6-5E16-CA5C-CB1B-67271CC8C58C}"/>
              </a:ext>
            </a:extLst>
          </p:cNvPr>
          <p:cNvSpPr txBox="1"/>
          <p:nvPr/>
        </p:nvSpPr>
        <p:spPr>
          <a:xfrm>
            <a:off x="5078362" y="2800376"/>
            <a:ext cx="2035276" cy="523220"/>
          </a:xfrm>
          <a:prstGeom prst="rect">
            <a:avLst/>
          </a:prstGeom>
          <a:noFill/>
        </p:spPr>
        <p:txBody>
          <a:bodyPr wrap="square">
            <a:spAutoFit/>
          </a:bodyPr>
          <a:lstStyle/>
          <a:p>
            <a:pPr algn="ctr"/>
            <a:r>
              <a:rPr lang="en-US" sz="1400" b="1" dirty="0">
                <a:solidFill>
                  <a:schemeClr val="bg1"/>
                </a:solidFill>
              </a:rPr>
              <a:t>MQ2 - Gas Detection Modul</a:t>
            </a:r>
            <a:endParaRPr lang="en-US" sz="1400" dirty="0">
              <a:solidFill>
                <a:schemeClr val="bg1"/>
              </a:solidFill>
            </a:endParaRPr>
          </a:p>
        </p:txBody>
      </p:sp>
      <p:sp>
        <p:nvSpPr>
          <p:cNvPr id="24" name="TextBox 23">
            <a:extLst>
              <a:ext uri="{FF2B5EF4-FFF2-40B4-BE49-F238E27FC236}">
                <a16:creationId xmlns:a16="http://schemas.microsoft.com/office/drawing/2014/main" id="{F91F9D67-38D3-39BA-50A0-43C24C3672F2}"/>
              </a:ext>
            </a:extLst>
          </p:cNvPr>
          <p:cNvSpPr txBox="1"/>
          <p:nvPr/>
        </p:nvSpPr>
        <p:spPr>
          <a:xfrm>
            <a:off x="7370514" y="2826934"/>
            <a:ext cx="2035276" cy="523220"/>
          </a:xfrm>
          <a:prstGeom prst="rect">
            <a:avLst/>
          </a:prstGeom>
          <a:noFill/>
        </p:spPr>
        <p:txBody>
          <a:bodyPr wrap="square">
            <a:spAutoFit/>
          </a:bodyPr>
          <a:lstStyle/>
          <a:p>
            <a:pPr algn="ctr"/>
            <a:r>
              <a:rPr lang="en-US" sz="1400" b="1" dirty="0">
                <a:solidFill>
                  <a:schemeClr val="bg1"/>
                </a:solidFill>
              </a:rPr>
              <a:t>Flame Sensor - IR module</a:t>
            </a:r>
            <a:endParaRPr lang="en-US" sz="1400" dirty="0">
              <a:solidFill>
                <a:schemeClr val="bg1"/>
              </a:solidFill>
            </a:endParaRPr>
          </a:p>
        </p:txBody>
      </p:sp>
      <p:sp>
        <p:nvSpPr>
          <p:cNvPr id="28" name="TextBox 27">
            <a:extLst>
              <a:ext uri="{FF2B5EF4-FFF2-40B4-BE49-F238E27FC236}">
                <a16:creationId xmlns:a16="http://schemas.microsoft.com/office/drawing/2014/main" id="{8E9789BD-4C1C-2D2D-E478-C4B82F82BD0B}"/>
              </a:ext>
            </a:extLst>
          </p:cNvPr>
          <p:cNvSpPr txBox="1"/>
          <p:nvPr/>
        </p:nvSpPr>
        <p:spPr>
          <a:xfrm>
            <a:off x="2797900" y="5538980"/>
            <a:ext cx="2035276" cy="307777"/>
          </a:xfrm>
          <a:prstGeom prst="rect">
            <a:avLst/>
          </a:prstGeom>
          <a:noFill/>
        </p:spPr>
        <p:txBody>
          <a:bodyPr wrap="square">
            <a:spAutoFit/>
          </a:bodyPr>
          <a:lstStyle/>
          <a:p>
            <a:pPr algn="ctr"/>
            <a:r>
              <a:rPr lang="en-US" sz="1400" b="1" dirty="0">
                <a:solidFill>
                  <a:schemeClr val="bg1"/>
                </a:solidFill>
              </a:rPr>
              <a:t>Buzzer</a:t>
            </a:r>
            <a:endParaRPr lang="en-US" sz="1400" dirty="0">
              <a:solidFill>
                <a:schemeClr val="bg1"/>
              </a:solidFill>
            </a:endParaRPr>
          </a:p>
        </p:txBody>
      </p:sp>
      <p:sp>
        <p:nvSpPr>
          <p:cNvPr id="29" name="TextBox 28">
            <a:extLst>
              <a:ext uri="{FF2B5EF4-FFF2-40B4-BE49-F238E27FC236}">
                <a16:creationId xmlns:a16="http://schemas.microsoft.com/office/drawing/2014/main" id="{7DB2529C-6F65-680C-0FE1-73FF2F53FC51}"/>
              </a:ext>
            </a:extLst>
          </p:cNvPr>
          <p:cNvSpPr txBox="1"/>
          <p:nvPr/>
        </p:nvSpPr>
        <p:spPr>
          <a:xfrm>
            <a:off x="5104791" y="5514404"/>
            <a:ext cx="2035276" cy="523220"/>
          </a:xfrm>
          <a:prstGeom prst="rect">
            <a:avLst/>
          </a:prstGeom>
          <a:noFill/>
        </p:spPr>
        <p:txBody>
          <a:bodyPr wrap="square">
            <a:spAutoFit/>
          </a:bodyPr>
          <a:lstStyle/>
          <a:p>
            <a:pPr algn="ctr"/>
            <a:r>
              <a:rPr lang="en-US" sz="1400" b="1" dirty="0">
                <a:solidFill>
                  <a:schemeClr val="bg1"/>
                </a:solidFill>
              </a:rPr>
              <a:t>LCD Display with I2C module</a:t>
            </a:r>
            <a:endParaRPr lang="en-US" sz="1400" dirty="0">
              <a:solidFill>
                <a:schemeClr val="bg1"/>
              </a:solidFill>
            </a:endParaRPr>
          </a:p>
        </p:txBody>
      </p:sp>
      <p:sp>
        <p:nvSpPr>
          <p:cNvPr id="30" name="TextBox 29">
            <a:extLst>
              <a:ext uri="{FF2B5EF4-FFF2-40B4-BE49-F238E27FC236}">
                <a16:creationId xmlns:a16="http://schemas.microsoft.com/office/drawing/2014/main" id="{6B2A9FD7-CAAD-83E4-92A6-B86FC8E1446B}"/>
              </a:ext>
            </a:extLst>
          </p:cNvPr>
          <p:cNvSpPr txBox="1"/>
          <p:nvPr/>
        </p:nvSpPr>
        <p:spPr>
          <a:xfrm>
            <a:off x="7383418" y="5507880"/>
            <a:ext cx="2035276" cy="523220"/>
          </a:xfrm>
          <a:prstGeom prst="rect">
            <a:avLst/>
          </a:prstGeom>
          <a:noFill/>
        </p:spPr>
        <p:txBody>
          <a:bodyPr wrap="square">
            <a:spAutoFit/>
          </a:bodyPr>
          <a:lstStyle/>
          <a:p>
            <a:pPr algn="ctr"/>
            <a:r>
              <a:rPr lang="en-US" sz="1400" b="1" dirty="0">
                <a:solidFill>
                  <a:schemeClr val="bg1"/>
                </a:solidFill>
              </a:rPr>
              <a:t>Breadboard &amp; Jumper Wires</a:t>
            </a:r>
            <a:endParaRPr lang="en-US" sz="1400" dirty="0">
              <a:solidFill>
                <a:schemeClr val="bg1"/>
              </a:solidFill>
            </a:endParaRPr>
          </a:p>
        </p:txBody>
      </p:sp>
      <p:pic>
        <p:nvPicPr>
          <p:cNvPr id="31" name="Picture 30">
            <a:extLst>
              <a:ext uri="{FF2B5EF4-FFF2-40B4-BE49-F238E27FC236}">
                <a16:creationId xmlns:a16="http://schemas.microsoft.com/office/drawing/2014/main" id="{851D44D3-F756-FDBE-0FB0-0AEB5A5AB83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69155" y="1222086"/>
            <a:ext cx="1657102" cy="1657102"/>
          </a:xfrm>
          <a:prstGeom prst="rect">
            <a:avLst/>
          </a:prstGeom>
        </p:spPr>
      </p:pic>
      <p:pic>
        <p:nvPicPr>
          <p:cNvPr id="32" name="Picture 31">
            <a:extLst>
              <a:ext uri="{FF2B5EF4-FFF2-40B4-BE49-F238E27FC236}">
                <a16:creationId xmlns:a16="http://schemas.microsoft.com/office/drawing/2014/main" id="{3773D087-D87E-AF42-CDAC-14EC2304D4B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267449" y="1223557"/>
            <a:ext cx="1657102" cy="1657102"/>
          </a:xfrm>
          <a:prstGeom prst="rect">
            <a:avLst/>
          </a:prstGeom>
        </p:spPr>
      </p:pic>
      <p:pic>
        <p:nvPicPr>
          <p:cNvPr id="35" name="Picture 34">
            <a:extLst>
              <a:ext uri="{FF2B5EF4-FFF2-40B4-BE49-F238E27FC236}">
                <a16:creationId xmlns:a16="http://schemas.microsoft.com/office/drawing/2014/main" id="{56951FDC-076D-B305-9AE2-50152978F4F6}"/>
              </a:ext>
            </a:extLst>
          </p:cNvPr>
          <p:cNvPicPr>
            <a:picLocks noChangeAspect="1"/>
          </p:cNvPicPr>
          <p:nvPr/>
        </p:nvPicPr>
        <p:blipFill>
          <a:blip r:embed="rId4"/>
          <a:stretch>
            <a:fillRect/>
          </a:stretch>
        </p:blipFill>
        <p:spPr>
          <a:xfrm>
            <a:off x="7559601" y="1245741"/>
            <a:ext cx="1657102" cy="1657102"/>
          </a:xfrm>
          <a:prstGeom prst="rect">
            <a:avLst/>
          </a:prstGeom>
        </p:spPr>
      </p:pic>
      <p:pic>
        <p:nvPicPr>
          <p:cNvPr id="39" name="Picture 38">
            <a:extLst>
              <a:ext uri="{FF2B5EF4-FFF2-40B4-BE49-F238E27FC236}">
                <a16:creationId xmlns:a16="http://schemas.microsoft.com/office/drawing/2014/main" id="{691EAA20-E53F-E969-587E-ECF62C602A5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996819" y="3892204"/>
            <a:ext cx="1657102" cy="1657102"/>
          </a:xfrm>
          <a:prstGeom prst="rect">
            <a:avLst/>
          </a:prstGeom>
        </p:spPr>
      </p:pic>
      <p:pic>
        <p:nvPicPr>
          <p:cNvPr id="40" name="Picture 39">
            <a:extLst>
              <a:ext uri="{FF2B5EF4-FFF2-40B4-BE49-F238E27FC236}">
                <a16:creationId xmlns:a16="http://schemas.microsoft.com/office/drawing/2014/main" id="{B1903C18-E920-373C-8A14-6927C3CE5E6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430903" y="4021608"/>
            <a:ext cx="1370764" cy="1370764"/>
          </a:xfrm>
          <a:prstGeom prst="rect">
            <a:avLst/>
          </a:prstGeom>
        </p:spPr>
      </p:pic>
      <p:pic>
        <p:nvPicPr>
          <p:cNvPr id="41" name="Picture 40">
            <a:extLst>
              <a:ext uri="{FF2B5EF4-FFF2-40B4-BE49-F238E27FC236}">
                <a16:creationId xmlns:a16="http://schemas.microsoft.com/office/drawing/2014/main" id="{4F492997-8C1C-189B-D4C3-9E2311004A7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559601" y="3885758"/>
            <a:ext cx="1657102" cy="1657102"/>
          </a:xfrm>
          <a:prstGeom prst="rect">
            <a:avLst/>
          </a:prstGeom>
        </p:spPr>
      </p:pic>
    </p:spTree>
    <p:extLst>
      <p:ext uri="{BB962C8B-B14F-4D97-AF65-F5344CB8AC3E}">
        <p14:creationId xmlns:p14="http://schemas.microsoft.com/office/powerpoint/2010/main" val="3053341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1E6DF-3A8E-7538-F4BB-AC21EDDEF5C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9F7B63C-5841-8281-7101-EC74FE3CD46C}"/>
              </a:ext>
            </a:extLst>
          </p:cNvPr>
          <p:cNvSpPr>
            <a:spLocks noGrp="1"/>
          </p:cNvSpPr>
          <p:nvPr>
            <p:ph type="title"/>
          </p:nvPr>
        </p:nvSpPr>
        <p:spPr>
          <a:xfrm>
            <a:off x="180978" y="139081"/>
            <a:ext cx="9484132" cy="969913"/>
          </a:xfrm>
        </p:spPr>
        <p:txBody>
          <a:bodyPr anchor="b">
            <a:normAutofit/>
          </a:bodyPr>
          <a:lstStyle/>
          <a:p>
            <a:r>
              <a:rPr lang="en-US" sz="5400" dirty="0"/>
              <a:t>Software Requirements</a:t>
            </a:r>
          </a:p>
        </p:txBody>
      </p:sp>
      <p:sp>
        <p:nvSpPr>
          <p:cNvPr id="2" name="Rectangle: Rounded Corners 1">
            <a:extLst>
              <a:ext uri="{FF2B5EF4-FFF2-40B4-BE49-F238E27FC236}">
                <a16:creationId xmlns:a16="http://schemas.microsoft.com/office/drawing/2014/main" id="{DB1BB482-700E-C46C-8773-013052880911}"/>
              </a:ext>
            </a:extLst>
          </p:cNvPr>
          <p:cNvSpPr/>
          <p:nvPr/>
        </p:nvSpPr>
        <p:spPr>
          <a:xfrm>
            <a:off x="1467456" y="1917292"/>
            <a:ext cx="2035277" cy="286118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Rectangle: Rounded Corners 2">
            <a:extLst>
              <a:ext uri="{FF2B5EF4-FFF2-40B4-BE49-F238E27FC236}">
                <a16:creationId xmlns:a16="http://schemas.microsoft.com/office/drawing/2014/main" id="{27B333B6-184C-46F2-1A38-2A6B4CFD6265}"/>
              </a:ext>
            </a:extLst>
          </p:cNvPr>
          <p:cNvSpPr/>
          <p:nvPr/>
        </p:nvSpPr>
        <p:spPr>
          <a:xfrm>
            <a:off x="3765750" y="1917292"/>
            <a:ext cx="2035276" cy="286118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MQ2 Gas Sensor</a:t>
            </a:r>
            <a:endParaRPr lang="en-US" dirty="0"/>
          </a:p>
        </p:txBody>
      </p:sp>
      <p:sp>
        <p:nvSpPr>
          <p:cNvPr id="5" name="Rectangle: Rounded Corners 4">
            <a:extLst>
              <a:ext uri="{FF2B5EF4-FFF2-40B4-BE49-F238E27FC236}">
                <a16:creationId xmlns:a16="http://schemas.microsoft.com/office/drawing/2014/main" id="{7A47F80F-E37B-B4D8-EE79-37CF51EB08F5}"/>
              </a:ext>
            </a:extLst>
          </p:cNvPr>
          <p:cNvSpPr/>
          <p:nvPr/>
        </p:nvSpPr>
        <p:spPr>
          <a:xfrm>
            <a:off x="6064043" y="1917292"/>
            <a:ext cx="2035275" cy="286118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C32DEBE-6BF0-B983-77B0-4F8936A1F8D4}"/>
              </a:ext>
            </a:extLst>
          </p:cNvPr>
          <p:cNvSpPr/>
          <p:nvPr/>
        </p:nvSpPr>
        <p:spPr>
          <a:xfrm>
            <a:off x="8362335" y="1917292"/>
            <a:ext cx="2035274" cy="286118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FA800DA-37DE-7032-646A-03B950CAAAB1}"/>
              </a:ext>
            </a:extLst>
          </p:cNvPr>
          <p:cNvSpPr txBox="1"/>
          <p:nvPr/>
        </p:nvSpPr>
        <p:spPr>
          <a:xfrm>
            <a:off x="1467457" y="3813674"/>
            <a:ext cx="2035276" cy="738664"/>
          </a:xfrm>
          <a:prstGeom prst="rect">
            <a:avLst/>
          </a:prstGeom>
          <a:noFill/>
        </p:spPr>
        <p:txBody>
          <a:bodyPr wrap="square">
            <a:spAutoFit/>
          </a:bodyPr>
          <a:lstStyle/>
          <a:p>
            <a:pPr algn="ctr"/>
            <a:r>
              <a:rPr lang="en-GB" sz="1400" b="1" dirty="0">
                <a:solidFill>
                  <a:schemeClr val="bg1"/>
                </a:solidFill>
                <a:highlight>
                  <a:srgbClr val="00FFFF"/>
                </a:highlight>
              </a:rPr>
              <a:t>Arduino IDE </a:t>
            </a:r>
            <a:r>
              <a:rPr lang="en-GB" sz="1400" b="1" dirty="0">
                <a:solidFill>
                  <a:schemeClr val="bg1"/>
                </a:solidFill>
              </a:rPr>
              <a:t>– Code development and uploading</a:t>
            </a:r>
            <a:endParaRPr lang="en-US" sz="1400" dirty="0">
              <a:solidFill>
                <a:schemeClr val="bg1"/>
              </a:solidFill>
            </a:endParaRPr>
          </a:p>
        </p:txBody>
      </p:sp>
      <p:sp>
        <p:nvSpPr>
          <p:cNvPr id="9" name="TextBox 8">
            <a:extLst>
              <a:ext uri="{FF2B5EF4-FFF2-40B4-BE49-F238E27FC236}">
                <a16:creationId xmlns:a16="http://schemas.microsoft.com/office/drawing/2014/main" id="{3B80F335-5AE5-F624-2074-1FA7469926F7}"/>
              </a:ext>
            </a:extLst>
          </p:cNvPr>
          <p:cNvSpPr txBox="1"/>
          <p:nvPr/>
        </p:nvSpPr>
        <p:spPr>
          <a:xfrm>
            <a:off x="3726421" y="3813668"/>
            <a:ext cx="2143437" cy="738664"/>
          </a:xfrm>
          <a:prstGeom prst="rect">
            <a:avLst/>
          </a:prstGeom>
          <a:noFill/>
        </p:spPr>
        <p:txBody>
          <a:bodyPr wrap="square">
            <a:spAutoFit/>
          </a:bodyPr>
          <a:lstStyle/>
          <a:p>
            <a:pPr algn="ctr"/>
            <a:r>
              <a:rPr lang="en-GB" sz="1400" b="1" dirty="0">
                <a:solidFill>
                  <a:schemeClr val="bg1"/>
                </a:solidFill>
                <a:highlight>
                  <a:srgbClr val="00FFFF"/>
                </a:highlight>
              </a:rPr>
              <a:t>Blynk Application </a:t>
            </a:r>
            <a:r>
              <a:rPr lang="en-GB" sz="1400" b="1" dirty="0">
                <a:solidFill>
                  <a:schemeClr val="bg1"/>
                </a:solidFill>
              </a:rPr>
              <a:t>(Mobile) – IoT dashboard and control</a:t>
            </a:r>
            <a:endParaRPr lang="en-US" sz="1400" dirty="0">
              <a:solidFill>
                <a:schemeClr val="bg1"/>
              </a:solidFill>
            </a:endParaRPr>
          </a:p>
        </p:txBody>
      </p:sp>
      <p:sp>
        <p:nvSpPr>
          <p:cNvPr id="10" name="TextBox 9">
            <a:extLst>
              <a:ext uri="{FF2B5EF4-FFF2-40B4-BE49-F238E27FC236}">
                <a16:creationId xmlns:a16="http://schemas.microsoft.com/office/drawing/2014/main" id="{17A54493-48DD-C8E5-DEAD-2E46FA60CFE9}"/>
              </a:ext>
            </a:extLst>
          </p:cNvPr>
          <p:cNvSpPr txBox="1"/>
          <p:nvPr/>
        </p:nvSpPr>
        <p:spPr>
          <a:xfrm>
            <a:off x="8362335" y="3819452"/>
            <a:ext cx="2035276" cy="738664"/>
          </a:xfrm>
          <a:prstGeom prst="rect">
            <a:avLst/>
          </a:prstGeom>
          <a:noFill/>
        </p:spPr>
        <p:txBody>
          <a:bodyPr wrap="square">
            <a:spAutoFit/>
          </a:bodyPr>
          <a:lstStyle/>
          <a:p>
            <a:pPr algn="ctr"/>
            <a:r>
              <a:rPr lang="en-US" sz="1400" b="1" dirty="0">
                <a:solidFill>
                  <a:schemeClr val="bg1"/>
                </a:solidFill>
                <a:highlight>
                  <a:srgbClr val="00FFFF"/>
                </a:highlight>
              </a:rPr>
              <a:t>ESP32 Board Package </a:t>
            </a:r>
            <a:r>
              <a:rPr lang="en-US" sz="1400" b="1" dirty="0">
                <a:solidFill>
                  <a:schemeClr val="bg1"/>
                </a:solidFill>
              </a:rPr>
              <a:t>– For NodeMCU in Arduino IDE</a:t>
            </a:r>
            <a:endParaRPr lang="en-US" sz="1400" dirty="0">
              <a:solidFill>
                <a:schemeClr val="bg1"/>
              </a:solidFill>
            </a:endParaRPr>
          </a:p>
        </p:txBody>
      </p:sp>
      <p:sp>
        <p:nvSpPr>
          <p:cNvPr id="12" name="TextBox 11">
            <a:extLst>
              <a:ext uri="{FF2B5EF4-FFF2-40B4-BE49-F238E27FC236}">
                <a16:creationId xmlns:a16="http://schemas.microsoft.com/office/drawing/2014/main" id="{D3E6F8AD-05C6-8109-BB6B-B5A236229EC1}"/>
              </a:ext>
            </a:extLst>
          </p:cNvPr>
          <p:cNvSpPr txBox="1"/>
          <p:nvPr/>
        </p:nvSpPr>
        <p:spPr>
          <a:xfrm>
            <a:off x="6064043" y="3814376"/>
            <a:ext cx="2035276" cy="738664"/>
          </a:xfrm>
          <a:prstGeom prst="rect">
            <a:avLst/>
          </a:prstGeom>
          <a:noFill/>
        </p:spPr>
        <p:txBody>
          <a:bodyPr wrap="square">
            <a:spAutoFit/>
          </a:bodyPr>
          <a:lstStyle/>
          <a:p>
            <a:pPr algn="ctr"/>
            <a:r>
              <a:rPr lang="en-GB" sz="1400" b="1" dirty="0">
                <a:solidFill>
                  <a:schemeClr val="bg1"/>
                </a:solidFill>
                <a:highlight>
                  <a:srgbClr val="00FFFF"/>
                </a:highlight>
              </a:rPr>
              <a:t>Blynk Library </a:t>
            </a:r>
            <a:r>
              <a:rPr lang="en-GB" sz="1400" b="1" dirty="0">
                <a:solidFill>
                  <a:schemeClr val="bg1"/>
                </a:solidFill>
              </a:rPr>
              <a:t>– Integration with Arduino code</a:t>
            </a:r>
            <a:endParaRPr lang="en-US" sz="1400" dirty="0">
              <a:solidFill>
                <a:schemeClr val="bg1"/>
              </a:solidFill>
            </a:endParaRPr>
          </a:p>
        </p:txBody>
      </p:sp>
      <p:pic>
        <p:nvPicPr>
          <p:cNvPr id="4098" name="Picture 2">
            <a:extLst>
              <a:ext uri="{FF2B5EF4-FFF2-40B4-BE49-F238E27FC236}">
                <a16:creationId xmlns:a16="http://schemas.microsoft.com/office/drawing/2014/main" id="{3F036BFE-70BA-508D-EC45-3546CDA93D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571" y="1979882"/>
            <a:ext cx="1585045" cy="158504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D2547A28-B060-2E31-FE77-C7B111226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4060724" y="2052269"/>
            <a:ext cx="1436530" cy="143653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C9204607-98AF-54AF-735D-11A12897BF2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5888"/>
          <a:stretch/>
        </p:blipFill>
        <p:spPr bwMode="auto">
          <a:xfrm>
            <a:off x="6367816" y="2123768"/>
            <a:ext cx="1458661" cy="1237213"/>
          </a:xfrm>
          <a:prstGeom prst="rect">
            <a:avLst/>
          </a:prstGeom>
          <a:noFill/>
          <a:ln>
            <a:solidFill>
              <a:schemeClr val="accent1">
                <a:lumMod val="50000"/>
              </a:schemeClr>
            </a:solidFill>
          </a:ln>
          <a:extLst>
            <a:ext uri="{909E8E84-426E-40DD-AFC4-6F175D3DCCD1}">
              <a14:hiddenFill xmlns:a14="http://schemas.microsoft.com/office/drawing/2010/main">
                <a:solidFill>
                  <a:srgbClr val="FFFFFF"/>
                </a:solidFill>
              </a14:hiddenFill>
            </a:ext>
          </a:extLst>
        </p:spPr>
      </p:pic>
      <p:pic>
        <p:nvPicPr>
          <p:cNvPr id="15" name="Picture 2">
            <a:extLst>
              <a:ext uri="{FF2B5EF4-FFF2-40B4-BE49-F238E27FC236}">
                <a16:creationId xmlns:a16="http://schemas.microsoft.com/office/drawing/2014/main" id="{F54894B6-5617-365D-02BD-F7747D18F0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p:blipFill>
        <p:spPr bwMode="auto">
          <a:xfrm>
            <a:off x="8587449" y="2078294"/>
            <a:ext cx="1585045" cy="1388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060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423691-72F6-D818-9FA5-D61566F04A88}"/>
            </a:ext>
          </a:extLst>
        </p:cNvPr>
        <p:cNvGrpSpPr/>
        <p:nvPr/>
      </p:nvGrpSpPr>
      <p:grpSpPr>
        <a:xfrm>
          <a:off x="0" y="0"/>
          <a:ext cx="0" cy="0"/>
          <a:chOff x="0" y="0"/>
          <a:chExt cx="0" cy="0"/>
        </a:xfrm>
      </p:grpSpPr>
      <p:grpSp>
        <p:nvGrpSpPr>
          <p:cNvPr id="42" name="Group 41">
            <a:extLst>
              <a:ext uri="{FF2B5EF4-FFF2-40B4-BE49-F238E27FC236}">
                <a16:creationId xmlns:a16="http://schemas.microsoft.com/office/drawing/2014/main" id="{3DEAB65D-CEB4-A47C-5EC2-5A920DDF1D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43" name="Rectangle 42">
              <a:extLst>
                <a:ext uri="{FF2B5EF4-FFF2-40B4-BE49-F238E27FC236}">
                  <a16:creationId xmlns:a16="http://schemas.microsoft.com/office/drawing/2014/main" id="{42FAFC7D-E48E-2EE0-8B1A-010254D15DB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4" name="Oval 43">
              <a:extLst>
                <a:ext uri="{FF2B5EF4-FFF2-40B4-BE49-F238E27FC236}">
                  <a16:creationId xmlns:a16="http://schemas.microsoft.com/office/drawing/2014/main" id="{09A44633-31BC-6B4C-C1A4-4B5AA9E2C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45" name="Oval 44">
              <a:extLst>
                <a:ext uri="{FF2B5EF4-FFF2-40B4-BE49-F238E27FC236}">
                  <a16:creationId xmlns:a16="http://schemas.microsoft.com/office/drawing/2014/main" id="{0FDD2DE0-BC0A-922F-CEFB-F9C104FF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46" name="Group 45">
              <a:extLst>
                <a:ext uri="{FF2B5EF4-FFF2-40B4-BE49-F238E27FC236}">
                  <a16:creationId xmlns:a16="http://schemas.microsoft.com/office/drawing/2014/main" id="{6875DE8B-026A-58A1-C373-9DE43686A43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51" name="Rectangle 50">
                <a:extLst>
                  <a:ext uri="{FF2B5EF4-FFF2-40B4-BE49-F238E27FC236}">
                    <a16:creationId xmlns:a16="http://schemas.microsoft.com/office/drawing/2014/main" id="{574D5497-0855-0DB2-9517-16C07E15D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2" name="Rectangle 51">
                <a:extLst>
                  <a:ext uri="{FF2B5EF4-FFF2-40B4-BE49-F238E27FC236}">
                    <a16:creationId xmlns:a16="http://schemas.microsoft.com/office/drawing/2014/main" id="{FFFCC552-B8A6-A6C8-184B-6B6EE493E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47" name="Group 46">
              <a:extLst>
                <a:ext uri="{FF2B5EF4-FFF2-40B4-BE49-F238E27FC236}">
                  <a16:creationId xmlns:a16="http://schemas.microsoft.com/office/drawing/2014/main" id="{77C0E967-59BD-7D79-EB8B-BD85AE6B70B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49" name="Rectangle 48">
                <a:extLst>
                  <a:ext uri="{FF2B5EF4-FFF2-40B4-BE49-F238E27FC236}">
                    <a16:creationId xmlns:a16="http://schemas.microsoft.com/office/drawing/2014/main" id="{B69FAF11-0257-9848-B874-F061F5489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50" name="Rectangle 49">
                <a:extLst>
                  <a:ext uri="{FF2B5EF4-FFF2-40B4-BE49-F238E27FC236}">
                    <a16:creationId xmlns:a16="http://schemas.microsoft.com/office/drawing/2014/main" id="{67406144-18D8-4976-94F4-9A2AC026F4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48" name="Rectangle 47">
              <a:extLst>
                <a:ext uri="{FF2B5EF4-FFF2-40B4-BE49-F238E27FC236}">
                  <a16:creationId xmlns:a16="http://schemas.microsoft.com/office/drawing/2014/main" id="{227D6659-50C9-BA86-E22F-B35AEEBB276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54" name="Rectangle 53">
            <a:extLst>
              <a:ext uri="{FF2B5EF4-FFF2-40B4-BE49-F238E27FC236}">
                <a16:creationId xmlns:a16="http://schemas.microsoft.com/office/drawing/2014/main" id="{A3BAC56C-2DD7-1512-21CD-3CC36C89A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56" name="Rectangle 55">
            <a:extLst>
              <a:ext uri="{FF2B5EF4-FFF2-40B4-BE49-F238E27FC236}">
                <a16:creationId xmlns:a16="http://schemas.microsoft.com/office/drawing/2014/main" id="{87C59069-ABED-F551-8BC0-03408420E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2F6C3FFD-2F82-97CF-AAF6-088D063AE8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59" name="Rectangle 58">
              <a:extLst>
                <a:ext uri="{FF2B5EF4-FFF2-40B4-BE49-F238E27FC236}">
                  <a16:creationId xmlns:a16="http://schemas.microsoft.com/office/drawing/2014/main" id="{033C7FBD-B7E5-4656-C5A9-D89DD1C7F9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F23E257E-AD13-1D51-EA19-AD037581BE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9ADA50C5-C603-696C-B4C7-2EF099576A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a:extLst>
                <a:ext uri="{FF2B5EF4-FFF2-40B4-BE49-F238E27FC236}">
                  <a16:creationId xmlns:a16="http://schemas.microsoft.com/office/drawing/2014/main" id="{7E9C7CFF-4CDB-7A79-1B56-9CF1BDD8387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67" name="Rectangle 66">
                <a:extLst>
                  <a:ext uri="{FF2B5EF4-FFF2-40B4-BE49-F238E27FC236}">
                    <a16:creationId xmlns:a16="http://schemas.microsoft.com/office/drawing/2014/main" id="{EBFED3AA-DBB3-2336-5DCA-192AF04AB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96B157E0-1FF8-0123-9A87-1F8DBB9453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3" name="Group 62">
              <a:extLst>
                <a:ext uri="{FF2B5EF4-FFF2-40B4-BE49-F238E27FC236}">
                  <a16:creationId xmlns:a16="http://schemas.microsoft.com/office/drawing/2014/main" id="{8E3244FF-DD75-070D-73ED-B792678033C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65" name="Rectangle 64">
                <a:extLst>
                  <a:ext uri="{FF2B5EF4-FFF2-40B4-BE49-F238E27FC236}">
                    <a16:creationId xmlns:a16="http://schemas.microsoft.com/office/drawing/2014/main" id="{ECA62A4A-9AD1-521A-3A90-FE596DDE1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1F5B839D-77A3-5EB6-6812-59011BF9F9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Rectangle 63">
              <a:extLst>
                <a:ext uri="{FF2B5EF4-FFF2-40B4-BE49-F238E27FC236}">
                  <a16:creationId xmlns:a16="http://schemas.microsoft.com/office/drawing/2014/main" id="{B7DF003D-5A97-8324-34CA-A36507595D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a:extLst>
              <a:ext uri="{FF2B5EF4-FFF2-40B4-BE49-F238E27FC236}">
                <a16:creationId xmlns:a16="http://schemas.microsoft.com/office/drawing/2014/main" id="{02AA03F8-6E8D-7E08-A676-D044F1438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bg2">
                  <a:alpha val="40000"/>
                </a:schemeClr>
              </a:gs>
              <a:gs pos="100000">
                <a:schemeClr val="bg2">
                  <a:alpha val="80000"/>
                </a:schemeClr>
              </a:gs>
            </a:gsLst>
            <a:lin ang="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4" name="Title 1">
            <a:extLst>
              <a:ext uri="{FF2B5EF4-FFF2-40B4-BE49-F238E27FC236}">
                <a16:creationId xmlns:a16="http://schemas.microsoft.com/office/drawing/2014/main" id="{F5BB62C1-3518-3F3A-CB38-5866174D0297}"/>
              </a:ext>
            </a:extLst>
          </p:cNvPr>
          <p:cNvSpPr>
            <a:spLocks noGrp="1"/>
          </p:cNvSpPr>
          <p:nvPr>
            <p:ph type="title"/>
          </p:nvPr>
        </p:nvSpPr>
        <p:spPr>
          <a:xfrm>
            <a:off x="400287" y="631935"/>
            <a:ext cx="4500561" cy="951533"/>
          </a:xfrm>
        </p:spPr>
        <p:txBody>
          <a:bodyPr vert="horz" lIns="91440" tIns="45720" rIns="91440" bIns="45720" rtlCol="0" anchor="b">
            <a:normAutofit/>
          </a:bodyPr>
          <a:lstStyle/>
          <a:p>
            <a:r>
              <a:rPr lang="en-US" sz="5400" dirty="0"/>
              <a:t>Conclusion</a:t>
            </a:r>
          </a:p>
        </p:txBody>
      </p:sp>
      <p:sp>
        <p:nvSpPr>
          <p:cNvPr id="5" name="TextBox 4">
            <a:extLst>
              <a:ext uri="{FF2B5EF4-FFF2-40B4-BE49-F238E27FC236}">
                <a16:creationId xmlns:a16="http://schemas.microsoft.com/office/drawing/2014/main" id="{4FD0DFDA-BCFC-0822-057D-ADD543279636}"/>
              </a:ext>
            </a:extLst>
          </p:cNvPr>
          <p:cNvSpPr txBox="1"/>
          <p:nvPr/>
        </p:nvSpPr>
        <p:spPr>
          <a:xfrm>
            <a:off x="690089" y="2215402"/>
            <a:ext cx="10811820" cy="2677656"/>
          </a:xfrm>
          <a:prstGeom prst="rect">
            <a:avLst/>
          </a:prstGeom>
          <a:noFill/>
        </p:spPr>
        <p:txBody>
          <a:bodyPr wrap="square">
            <a:spAutoFit/>
          </a:bodyPr>
          <a:lstStyle/>
          <a:p>
            <a:r>
              <a:rPr lang="en-GB" sz="2400" dirty="0"/>
              <a:t>This proposed IoT-based gas and flame detection system aims to address critical safety challenges by enabling early hazard detection and rapid response. Through the integration of sensors with real-time alerts delivered via buzzers, LEDs, and the Blynk application, the system is expected to enhance safety in both residential and workplace environments. By leveraging IoT technology, the project seeks to provide a reliable, efficient, and scalable solution that reduces risks to life and property while contributing to the advancement of modern safety practices.</a:t>
            </a:r>
            <a:endParaRPr lang="en-US" sz="2400" dirty="0"/>
          </a:p>
        </p:txBody>
      </p:sp>
    </p:spTree>
    <p:extLst>
      <p:ext uri="{BB962C8B-B14F-4D97-AF65-F5344CB8AC3E}">
        <p14:creationId xmlns:p14="http://schemas.microsoft.com/office/powerpoint/2010/main" val="3671962134"/>
      </p:ext>
    </p:extLst>
  </p:cSld>
  <p:clrMapOvr>
    <a:masterClrMapping/>
  </p:clrMapOvr>
</p:sld>
</file>

<file path=ppt/theme/theme1.xml><?xml version="1.0" encoding="utf-8"?>
<a:theme xmlns:a="http://schemas.openxmlformats.org/drawingml/2006/main" name="GlowVTI">
  <a:themeElements>
    <a:clrScheme name="Glow">
      <a:dk1>
        <a:sysClr val="windowText" lastClr="000000"/>
      </a:dk1>
      <a:lt1>
        <a:sysClr val="window" lastClr="FFFFFF"/>
      </a:lt1>
      <a:dk2>
        <a:srgbClr val="000000"/>
      </a:dk2>
      <a:lt2>
        <a:srgbClr val="F2F2F2"/>
      </a:lt2>
      <a:accent1>
        <a:srgbClr val="00BAC8"/>
      </a:accent1>
      <a:accent2>
        <a:srgbClr val="794DFF"/>
      </a:accent2>
      <a:accent3>
        <a:srgbClr val="00D17D"/>
      </a:accent3>
      <a:accent4>
        <a:srgbClr val="E69500"/>
      </a:accent4>
      <a:accent5>
        <a:srgbClr val="FE5D21"/>
      </a:accent5>
      <a:accent6>
        <a:srgbClr val="404040"/>
      </a:accent6>
      <a:hlink>
        <a:srgbClr val="3E8FF1"/>
      </a:hlink>
      <a:folHlink>
        <a:srgbClr val="939393"/>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docProps/app.xml><?xml version="1.0" encoding="utf-8"?>
<Properties xmlns="http://schemas.openxmlformats.org/officeDocument/2006/extended-properties" xmlns:vt="http://schemas.openxmlformats.org/officeDocument/2006/docPropsVTypes">
  <TotalTime>299</TotalTime>
  <Words>459</Words>
  <Application>Microsoft Office PowerPoint</Application>
  <PresentationFormat>Widescreen</PresentationFormat>
  <Paragraphs>55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Abadi</vt:lpstr>
      <vt:lpstr>Arial</vt:lpstr>
      <vt:lpstr>Avenir Next LT Pro</vt:lpstr>
      <vt:lpstr>Bell MT</vt:lpstr>
      <vt:lpstr>Poppins</vt:lpstr>
      <vt:lpstr>GlowVTI</vt:lpstr>
      <vt:lpstr>IoT-Based Fire and Gas Leak Detection System</vt:lpstr>
      <vt:lpstr>Introduction</vt:lpstr>
      <vt:lpstr>Problem Statement</vt:lpstr>
      <vt:lpstr>Objectives</vt:lpstr>
      <vt:lpstr>Proposed Solution</vt:lpstr>
      <vt:lpstr>System Architecture</vt:lpstr>
      <vt:lpstr>Hardware Requirements</vt:lpstr>
      <vt:lpstr>Software Requirements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Mohammed Naseer Sihanas</dc:creator>
  <cp:lastModifiedBy>Sihanas Sihanas</cp:lastModifiedBy>
  <cp:revision>3</cp:revision>
  <dcterms:created xsi:type="dcterms:W3CDTF">2025-08-01T11:38:04Z</dcterms:created>
  <dcterms:modified xsi:type="dcterms:W3CDTF">2025-09-18T12:34:19Z</dcterms:modified>
</cp:coreProperties>
</file>