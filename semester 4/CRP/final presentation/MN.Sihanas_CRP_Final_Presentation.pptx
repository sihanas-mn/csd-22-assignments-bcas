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2"/>
  </p:notesMasterIdLst>
  <p:sldIdLst>
    <p:sldId id="256" r:id="rId2"/>
    <p:sldId id="322" r:id="rId3"/>
    <p:sldId id="340" r:id="rId4"/>
    <p:sldId id="342" r:id="rId5"/>
    <p:sldId id="371" r:id="rId6"/>
    <p:sldId id="372" r:id="rId7"/>
    <p:sldId id="327" r:id="rId8"/>
    <p:sldId id="328" r:id="rId9"/>
    <p:sldId id="336" r:id="rId10"/>
    <p:sldId id="394" r:id="rId11"/>
    <p:sldId id="348" r:id="rId12"/>
    <p:sldId id="350" r:id="rId13"/>
    <p:sldId id="360" r:id="rId14"/>
    <p:sldId id="361" r:id="rId15"/>
    <p:sldId id="352" r:id="rId16"/>
    <p:sldId id="373" r:id="rId17"/>
    <p:sldId id="374" r:id="rId18"/>
    <p:sldId id="375" r:id="rId19"/>
    <p:sldId id="376" r:id="rId20"/>
    <p:sldId id="378" r:id="rId21"/>
    <p:sldId id="357" r:id="rId22"/>
    <p:sldId id="382" r:id="rId23"/>
    <p:sldId id="383" r:id="rId24"/>
    <p:sldId id="384" r:id="rId25"/>
    <p:sldId id="386" r:id="rId26"/>
    <p:sldId id="385" r:id="rId27"/>
    <p:sldId id="387" r:id="rId28"/>
    <p:sldId id="388" r:id="rId29"/>
    <p:sldId id="389" r:id="rId30"/>
    <p:sldId id="393" r:id="rId31"/>
    <p:sldId id="390" r:id="rId32"/>
    <p:sldId id="391" r:id="rId33"/>
    <p:sldId id="392" r:id="rId34"/>
    <p:sldId id="367" r:id="rId35"/>
    <p:sldId id="369" r:id="rId36"/>
    <p:sldId id="379" r:id="rId37"/>
    <p:sldId id="380" r:id="rId38"/>
    <p:sldId id="326" r:id="rId39"/>
    <p:sldId id="284" r:id="rId40"/>
    <p:sldId id="264"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B644FD-CC95-42A0-A7A0-875B6A253109}" v="452" dt="2025-08-14T03:06:18.6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04" autoAdjust="0"/>
    <p:restoredTop sz="76340" autoAdjust="0"/>
  </p:normalViewPr>
  <p:slideViewPr>
    <p:cSldViewPr snapToGrid="0">
      <p:cViewPr varScale="1">
        <p:scale>
          <a:sx n="63" d="100"/>
          <a:sy n="63" d="100"/>
        </p:scale>
        <p:origin x="2069" y="53"/>
      </p:cViewPr>
      <p:guideLst/>
    </p:cSldViewPr>
  </p:slid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Naseer Sihanas" userId="baf10d46-ca0e-4f93-8b9a-bd1fa4bc7e8f" providerId="ADAL" clId="{69B644FD-CC95-42A0-A7A0-875B6A253109}"/>
    <pc:docChg chg="undo custSel addSld delSld modSld">
      <pc:chgData name="Mohammed Naseer Sihanas" userId="baf10d46-ca0e-4f93-8b9a-bd1fa4bc7e8f" providerId="ADAL" clId="{69B644FD-CC95-42A0-A7A0-875B6A253109}" dt="2025-08-14T03:07:54.453" v="3330" actId="47"/>
      <pc:docMkLst>
        <pc:docMk/>
      </pc:docMkLst>
      <pc:sldChg chg="modNotesTx">
        <pc:chgData name="Mohammed Naseer Sihanas" userId="baf10d46-ca0e-4f93-8b9a-bd1fa4bc7e8f" providerId="ADAL" clId="{69B644FD-CC95-42A0-A7A0-875B6A253109}" dt="2025-08-13T15:51:30.111" v="2968" actId="20577"/>
        <pc:sldMkLst>
          <pc:docMk/>
          <pc:sldMk cId="586279802" sldId="256"/>
        </pc:sldMkLst>
      </pc:sldChg>
      <pc:sldChg chg="modNotesTx">
        <pc:chgData name="Mohammed Naseer Sihanas" userId="baf10d46-ca0e-4f93-8b9a-bd1fa4bc7e8f" providerId="ADAL" clId="{69B644FD-CC95-42A0-A7A0-875B6A253109}" dt="2025-08-10T07:35:30.432" v="72" actId="20577"/>
        <pc:sldMkLst>
          <pc:docMk/>
          <pc:sldMk cId="2019341643" sldId="322"/>
        </pc:sldMkLst>
      </pc:sldChg>
      <pc:sldChg chg="modNotesTx">
        <pc:chgData name="Mohammed Naseer Sihanas" userId="baf10d46-ca0e-4f93-8b9a-bd1fa4bc7e8f" providerId="ADAL" clId="{69B644FD-CC95-42A0-A7A0-875B6A253109}" dt="2025-08-13T16:17:16.781" v="3307" actId="20577"/>
        <pc:sldMkLst>
          <pc:docMk/>
          <pc:sldMk cId="741349727" sldId="326"/>
        </pc:sldMkLst>
      </pc:sldChg>
      <pc:sldChg chg="modNotesTx">
        <pc:chgData name="Mohammed Naseer Sihanas" userId="baf10d46-ca0e-4f93-8b9a-bd1fa4bc7e8f" providerId="ADAL" clId="{69B644FD-CC95-42A0-A7A0-875B6A253109}" dt="2025-08-10T07:40:21.544" v="145" actId="20577"/>
        <pc:sldMkLst>
          <pc:docMk/>
          <pc:sldMk cId="1120326709" sldId="328"/>
        </pc:sldMkLst>
      </pc:sldChg>
      <pc:sldChg chg="addSp delSp modSp del mod modNotesTx">
        <pc:chgData name="Mohammed Naseer Sihanas" userId="baf10d46-ca0e-4f93-8b9a-bd1fa4bc7e8f" providerId="ADAL" clId="{69B644FD-CC95-42A0-A7A0-875B6A253109}" dt="2025-08-14T03:07:54.453" v="3330" actId="47"/>
        <pc:sldMkLst>
          <pc:docMk/>
          <pc:sldMk cId="73318650" sldId="338"/>
        </pc:sldMkLst>
        <pc:spChg chg="mod">
          <ac:chgData name="Mohammed Naseer Sihanas" userId="baf10d46-ca0e-4f93-8b9a-bd1fa4bc7e8f" providerId="ADAL" clId="{69B644FD-CC95-42A0-A7A0-875B6A253109}" dt="2025-08-10T07:45:43.910" v="489" actId="26606"/>
          <ac:spMkLst>
            <pc:docMk/>
            <pc:sldMk cId="73318650" sldId="338"/>
            <ac:spMk id="4" creationId="{CBBD532E-64D0-4EDF-8CB2-01936B63643A}"/>
          </ac:spMkLst>
        </pc:spChg>
        <pc:spChg chg="mod">
          <ac:chgData name="Mohammed Naseer Sihanas" userId="baf10d46-ca0e-4f93-8b9a-bd1fa4bc7e8f" providerId="ADAL" clId="{69B644FD-CC95-42A0-A7A0-875B6A253109}" dt="2025-08-10T07:45:43.910" v="489" actId="26606"/>
          <ac:spMkLst>
            <pc:docMk/>
            <pc:sldMk cId="73318650" sldId="338"/>
            <ac:spMk id="5" creationId="{BE493AC1-341C-416D-9B4C-0E2ADB9F70BC}"/>
          </ac:spMkLst>
        </pc:spChg>
        <pc:spChg chg="mod">
          <ac:chgData name="Mohammed Naseer Sihanas" userId="baf10d46-ca0e-4f93-8b9a-bd1fa4bc7e8f" providerId="ADAL" clId="{69B644FD-CC95-42A0-A7A0-875B6A253109}" dt="2025-08-10T07:45:43.910" v="489" actId="26606"/>
          <ac:spMkLst>
            <pc:docMk/>
            <pc:sldMk cId="73318650" sldId="338"/>
            <ac:spMk id="6" creationId="{00000000-0000-0000-0000-000000000000}"/>
          </ac:spMkLst>
        </pc:spChg>
        <pc:spChg chg="mod">
          <ac:chgData name="Mohammed Naseer Sihanas" userId="baf10d46-ca0e-4f93-8b9a-bd1fa4bc7e8f" providerId="ADAL" clId="{69B644FD-CC95-42A0-A7A0-875B6A253109}" dt="2025-08-10T07:46:03.632" v="502" actId="20577"/>
          <ac:spMkLst>
            <pc:docMk/>
            <pc:sldMk cId="73318650" sldId="338"/>
            <ac:spMk id="12" creationId="{634380F5-514D-4989-966A-49BC47C96416}"/>
          </ac:spMkLst>
        </pc:spChg>
        <pc:spChg chg="add del">
          <ac:chgData name="Mohammed Naseer Sihanas" userId="baf10d46-ca0e-4f93-8b9a-bd1fa4bc7e8f" providerId="ADAL" clId="{69B644FD-CC95-42A0-A7A0-875B6A253109}" dt="2025-08-10T07:45:43.910" v="489" actId="26606"/>
          <ac:spMkLst>
            <pc:docMk/>
            <pc:sldMk cId="73318650" sldId="338"/>
            <ac:spMk id="42" creationId="{353CF00F-82D0-0DBA-75D5-1D01B4526C68}"/>
          </ac:spMkLst>
        </pc:spChg>
        <pc:spChg chg="add del">
          <ac:chgData name="Mohammed Naseer Sihanas" userId="baf10d46-ca0e-4f93-8b9a-bd1fa4bc7e8f" providerId="ADAL" clId="{69B644FD-CC95-42A0-A7A0-875B6A253109}" dt="2025-08-10T07:45:42.036" v="487" actId="26606"/>
          <ac:spMkLst>
            <pc:docMk/>
            <pc:sldMk cId="73318650" sldId="338"/>
            <ac:spMk id="47" creationId="{35DB3719-6FDC-4E5D-891D-FF40B7300F64}"/>
          </ac:spMkLst>
        </pc:spChg>
        <pc:spChg chg="add del">
          <ac:chgData name="Mohammed Naseer Sihanas" userId="baf10d46-ca0e-4f93-8b9a-bd1fa4bc7e8f" providerId="ADAL" clId="{69B644FD-CC95-42A0-A7A0-875B6A253109}" dt="2025-08-10T07:45:42.036" v="487" actId="26606"/>
          <ac:spMkLst>
            <pc:docMk/>
            <pc:sldMk cId="73318650" sldId="338"/>
            <ac:spMk id="49" creationId="{E0CBAC23-2E3F-4A90-BA59-F8299F6A5439}"/>
          </ac:spMkLst>
        </pc:spChg>
        <pc:spChg chg="add del">
          <ac:chgData name="Mohammed Naseer Sihanas" userId="baf10d46-ca0e-4f93-8b9a-bd1fa4bc7e8f" providerId="ADAL" clId="{69B644FD-CC95-42A0-A7A0-875B6A253109}" dt="2025-08-10T07:45:43.910" v="489" actId="26606"/>
          <ac:spMkLst>
            <pc:docMk/>
            <pc:sldMk cId="73318650" sldId="338"/>
            <ac:spMk id="51" creationId="{955A2079-FA98-4876-80F0-72364A7D2EA4}"/>
          </ac:spMkLst>
        </pc:spChg>
        <pc:graphicFrameChg chg="mod modGraphic">
          <ac:chgData name="Mohammed Naseer Sihanas" userId="baf10d46-ca0e-4f93-8b9a-bd1fa4bc7e8f" providerId="ADAL" clId="{69B644FD-CC95-42A0-A7A0-875B6A253109}" dt="2025-08-10T07:45:43.910" v="489" actId="26606"/>
          <ac:graphicFrameMkLst>
            <pc:docMk/>
            <pc:sldMk cId="73318650" sldId="338"/>
            <ac:graphicFrameMk id="38" creationId="{9EC604F3-4E54-6D39-24C3-29C5CFB095F7}"/>
          </ac:graphicFrameMkLst>
        </pc:graphicFrameChg>
      </pc:sldChg>
      <pc:sldChg chg="modNotesTx">
        <pc:chgData name="Mohammed Naseer Sihanas" userId="baf10d46-ca0e-4f93-8b9a-bd1fa4bc7e8f" providerId="ADAL" clId="{69B644FD-CC95-42A0-A7A0-875B6A253109}" dt="2025-08-10T07:36:19.513" v="75" actId="20577"/>
        <pc:sldMkLst>
          <pc:docMk/>
          <pc:sldMk cId="2100183469" sldId="342"/>
        </pc:sldMkLst>
      </pc:sldChg>
      <pc:sldChg chg="modNotesTx">
        <pc:chgData name="Mohammed Naseer Sihanas" userId="baf10d46-ca0e-4f93-8b9a-bd1fa4bc7e8f" providerId="ADAL" clId="{69B644FD-CC95-42A0-A7A0-875B6A253109}" dt="2025-08-10T07:56:39.898" v="788" actId="20577"/>
        <pc:sldMkLst>
          <pc:docMk/>
          <pc:sldMk cId="1129763718" sldId="350"/>
        </pc:sldMkLst>
      </pc:sldChg>
      <pc:sldChg chg="modNotesTx">
        <pc:chgData name="Mohammed Naseer Sihanas" userId="baf10d46-ca0e-4f93-8b9a-bd1fa4bc7e8f" providerId="ADAL" clId="{69B644FD-CC95-42A0-A7A0-875B6A253109}" dt="2025-08-13T16:08:47.784" v="3073" actId="20577"/>
        <pc:sldMkLst>
          <pc:docMk/>
          <pc:sldMk cId="2810002984" sldId="357"/>
        </pc:sldMkLst>
      </pc:sldChg>
      <pc:sldChg chg="addSp modSp mod modNotesTx">
        <pc:chgData name="Mohammed Naseer Sihanas" userId="baf10d46-ca0e-4f93-8b9a-bd1fa4bc7e8f" providerId="ADAL" clId="{69B644FD-CC95-42A0-A7A0-875B6A253109}" dt="2025-08-13T15:57:18.609" v="2969" actId="20577"/>
        <pc:sldMkLst>
          <pc:docMk/>
          <pc:sldMk cId="780469627" sldId="361"/>
        </pc:sldMkLst>
        <pc:spChg chg="add mod">
          <ac:chgData name="Mohammed Naseer Sihanas" userId="baf10d46-ca0e-4f93-8b9a-bd1fa4bc7e8f" providerId="ADAL" clId="{69B644FD-CC95-42A0-A7A0-875B6A253109}" dt="2025-08-10T07:54:41.518" v="655" actId="1036"/>
          <ac:spMkLst>
            <pc:docMk/>
            <pc:sldMk cId="780469627" sldId="361"/>
            <ac:spMk id="2" creationId="{1364B2A4-9FBF-C716-D77B-688209018348}"/>
          </ac:spMkLst>
        </pc:spChg>
        <pc:spChg chg="mod">
          <ac:chgData name="Mohammed Naseer Sihanas" userId="baf10d46-ca0e-4f93-8b9a-bd1fa4bc7e8f" providerId="ADAL" clId="{69B644FD-CC95-42A0-A7A0-875B6A253109}" dt="2025-08-10T07:54:28.584" v="649" actId="1035"/>
          <ac:spMkLst>
            <pc:docMk/>
            <pc:sldMk cId="780469627" sldId="361"/>
            <ac:spMk id="12" creationId="{602922B3-2B31-7CA8-6CF4-516CA1BDEF9B}"/>
          </ac:spMkLst>
        </pc:spChg>
        <pc:spChg chg="mod">
          <ac:chgData name="Mohammed Naseer Sihanas" userId="baf10d46-ca0e-4f93-8b9a-bd1fa4bc7e8f" providerId="ADAL" clId="{69B644FD-CC95-42A0-A7A0-875B6A253109}" dt="2025-08-10T07:54:28.584" v="649" actId="1035"/>
          <ac:spMkLst>
            <pc:docMk/>
            <pc:sldMk cId="780469627" sldId="361"/>
            <ac:spMk id="13" creationId="{E0FECF72-C647-963F-D925-D7DAF0A58C79}"/>
          </ac:spMkLst>
        </pc:spChg>
        <pc:spChg chg="mod">
          <ac:chgData name="Mohammed Naseer Sihanas" userId="baf10d46-ca0e-4f93-8b9a-bd1fa4bc7e8f" providerId="ADAL" clId="{69B644FD-CC95-42A0-A7A0-875B6A253109}" dt="2025-08-10T07:54:28.584" v="649" actId="1035"/>
          <ac:spMkLst>
            <pc:docMk/>
            <pc:sldMk cId="780469627" sldId="361"/>
            <ac:spMk id="15" creationId="{66AFB0A0-32EB-AE88-FE77-0FD0E0668DA1}"/>
          </ac:spMkLst>
        </pc:spChg>
        <pc:spChg chg="mod">
          <ac:chgData name="Mohammed Naseer Sihanas" userId="baf10d46-ca0e-4f93-8b9a-bd1fa4bc7e8f" providerId="ADAL" clId="{69B644FD-CC95-42A0-A7A0-875B6A253109}" dt="2025-08-10T07:53:07.346" v="571"/>
          <ac:spMkLst>
            <pc:docMk/>
            <pc:sldMk cId="780469627" sldId="361"/>
            <ac:spMk id="46" creationId="{160CE1AA-5D46-D4DD-8B9B-F28EDF378C55}"/>
          </ac:spMkLst>
        </pc:spChg>
        <pc:spChg chg="mod">
          <ac:chgData name="Mohammed Naseer Sihanas" userId="baf10d46-ca0e-4f93-8b9a-bd1fa4bc7e8f" providerId="ADAL" clId="{69B644FD-CC95-42A0-A7A0-875B6A253109}" dt="2025-08-10T07:54:31.359" v="650" actId="1076"/>
          <ac:spMkLst>
            <pc:docMk/>
            <pc:sldMk cId="780469627" sldId="361"/>
            <ac:spMk id="78" creationId="{CEB85383-93A2-A6CC-BDCF-7AB734A1D5FF}"/>
          </ac:spMkLst>
        </pc:spChg>
        <pc:cxnChg chg="add mod">
          <ac:chgData name="Mohammed Naseer Sihanas" userId="baf10d46-ca0e-4f93-8b9a-bd1fa4bc7e8f" providerId="ADAL" clId="{69B644FD-CC95-42A0-A7A0-875B6A253109}" dt="2025-08-10T07:54:41.518" v="655" actId="1036"/>
          <ac:cxnSpMkLst>
            <pc:docMk/>
            <pc:sldMk cId="780469627" sldId="361"/>
            <ac:cxnSpMk id="8" creationId="{06413AB9-ECBA-55C2-E6B8-117DF7CD8A9C}"/>
          </ac:cxnSpMkLst>
        </pc:cxnChg>
        <pc:cxnChg chg="mod">
          <ac:chgData name="Mohammed Naseer Sihanas" userId="baf10d46-ca0e-4f93-8b9a-bd1fa4bc7e8f" providerId="ADAL" clId="{69B644FD-CC95-42A0-A7A0-875B6A253109}" dt="2025-08-10T07:54:28.584" v="649" actId="1035"/>
          <ac:cxnSpMkLst>
            <pc:docMk/>
            <pc:sldMk cId="780469627" sldId="361"/>
            <ac:cxnSpMk id="20" creationId="{F904009D-1B12-B504-0CE5-15E927BCA958}"/>
          </ac:cxnSpMkLst>
        </pc:cxnChg>
        <pc:cxnChg chg="mod">
          <ac:chgData name="Mohammed Naseer Sihanas" userId="baf10d46-ca0e-4f93-8b9a-bd1fa4bc7e8f" providerId="ADAL" clId="{69B644FD-CC95-42A0-A7A0-875B6A253109}" dt="2025-08-10T07:54:28.584" v="649" actId="1035"/>
          <ac:cxnSpMkLst>
            <pc:docMk/>
            <pc:sldMk cId="780469627" sldId="361"/>
            <ac:cxnSpMk id="24" creationId="{B398ED6C-DBC7-2C9D-0C09-2697F82B6EAB}"/>
          </ac:cxnSpMkLst>
        </pc:cxnChg>
        <pc:cxnChg chg="mod">
          <ac:chgData name="Mohammed Naseer Sihanas" userId="baf10d46-ca0e-4f93-8b9a-bd1fa4bc7e8f" providerId="ADAL" clId="{69B644FD-CC95-42A0-A7A0-875B6A253109}" dt="2025-08-10T07:54:28.584" v="649" actId="1035"/>
          <ac:cxnSpMkLst>
            <pc:docMk/>
            <pc:sldMk cId="780469627" sldId="361"/>
            <ac:cxnSpMk id="27" creationId="{75A2E673-E3EC-5446-7EF0-ED1E51CB126F}"/>
          </ac:cxnSpMkLst>
        </pc:cxnChg>
        <pc:cxnChg chg="mod">
          <ac:chgData name="Mohammed Naseer Sihanas" userId="baf10d46-ca0e-4f93-8b9a-bd1fa4bc7e8f" providerId="ADAL" clId="{69B644FD-CC95-42A0-A7A0-875B6A253109}" dt="2025-08-10T07:54:41.518" v="655" actId="1036"/>
          <ac:cxnSpMkLst>
            <pc:docMk/>
            <pc:sldMk cId="780469627" sldId="361"/>
            <ac:cxnSpMk id="81" creationId="{0E5BE24F-57F6-553F-58FF-A3BD0359D3C5}"/>
          </ac:cxnSpMkLst>
        </pc:cxnChg>
      </pc:sldChg>
      <pc:sldChg chg="addSp delSp modSp mod modNotesTx">
        <pc:chgData name="Mohammed Naseer Sihanas" userId="baf10d46-ca0e-4f93-8b9a-bd1fa4bc7e8f" providerId="ADAL" clId="{69B644FD-CC95-42A0-A7A0-875B6A253109}" dt="2025-08-10T08:28:35.201" v="2935"/>
        <pc:sldMkLst>
          <pc:docMk/>
          <pc:sldMk cId="2151856869" sldId="369"/>
        </pc:sldMkLst>
        <pc:spChg chg="mod">
          <ac:chgData name="Mohammed Naseer Sihanas" userId="baf10d46-ca0e-4f93-8b9a-bd1fa4bc7e8f" providerId="ADAL" clId="{69B644FD-CC95-42A0-A7A0-875B6A253109}" dt="2025-08-10T08:27:14.598" v="2928" actId="26606"/>
          <ac:spMkLst>
            <pc:docMk/>
            <pc:sldMk cId="2151856869" sldId="369"/>
            <ac:spMk id="2" creationId="{634380F5-514D-4989-966A-49BC47C96416}"/>
          </ac:spMkLst>
        </pc:spChg>
        <pc:spChg chg="mod">
          <ac:chgData name="Mohammed Naseer Sihanas" userId="baf10d46-ca0e-4f93-8b9a-bd1fa4bc7e8f" providerId="ADAL" clId="{69B644FD-CC95-42A0-A7A0-875B6A253109}" dt="2025-08-10T08:27:14.598" v="2928" actId="26606"/>
          <ac:spMkLst>
            <pc:docMk/>
            <pc:sldMk cId="2151856869" sldId="369"/>
            <ac:spMk id="4" creationId="{CBBD532E-64D0-4EDF-8CB2-01936B63643A}"/>
          </ac:spMkLst>
        </pc:spChg>
        <pc:spChg chg="mod">
          <ac:chgData name="Mohammed Naseer Sihanas" userId="baf10d46-ca0e-4f93-8b9a-bd1fa4bc7e8f" providerId="ADAL" clId="{69B644FD-CC95-42A0-A7A0-875B6A253109}" dt="2025-08-10T08:27:14.598" v="2928" actId="26606"/>
          <ac:spMkLst>
            <pc:docMk/>
            <pc:sldMk cId="2151856869" sldId="369"/>
            <ac:spMk id="5" creationId="{BE493AC1-341C-416D-9B4C-0E2ADB9F70BC}"/>
          </ac:spMkLst>
        </pc:spChg>
        <pc:spChg chg="mod">
          <ac:chgData name="Mohammed Naseer Sihanas" userId="baf10d46-ca0e-4f93-8b9a-bd1fa4bc7e8f" providerId="ADAL" clId="{69B644FD-CC95-42A0-A7A0-875B6A253109}" dt="2025-08-10T08:27:14.598" v="2928" actId="26606"/>
          <ac:spMkLst>
            <pc:docMk/>
            <pc:sldMk cId="2151856869" sldId="369"/>
            <ac:spMk id="6" creationId="{00000000-0000-0000-0000-000000000000}"/>
          </ac:spMkLst>
        </pc:spChg>
        <pc:spChg chg="add del">
          <ac:chgData name="Mohammed Naseer Sihanas" userId="baf10d46-ca0e-4f93-8b9a-bd1fa4bc7e8f" providerId="ADAL" clId="{69B644FD-CC95-42A0-A7A0-875B6A253109}" dt="2025-08-10T08:27:14.598" v="2928" actId="26606"/>
          <ac:spMkLst>
            <pc:docMk/>
            <pc:sldMk cId="2151856869" sldId="369"/>
            <ac:spMk id="47" creationId="{600DC1B0-7E1A-BD02-3F93-19E6B1B75075}"/>
          </ac:spMkLst>
        </pc:spChg>
        <pc:spChg chg="add del">
          <ac:chgData name="Mohammed Naseer Sihanas" userId="baf10d46-ca0e-4f93-8b9a-bd1fa4bc7e8f" providerId="ADAL" clId="{69B644FD-CC95-42A0-A7A0-875B6A253109}" dt="2025-08-10T08:27:14.553" v="2927" actId="26606"/>
          <ac:spMkLst>
            <pc:docMk/>
            <pc:sldMk cId="2151856869" sldId="369"/>
            <ac:spMk id="53" creationId="{DCC231C8-C761-4B31-9B1C-C6D19248C6B3}"/>
          </ac:spMkLst>
        </pc:spChg>
        <pc:spChg chg="add">
          <ac:chgData name="Mohammed Naseer Sihanas" userId="baf10d46-ca0e-4f93-8b9a-bd1fa4bc7e8f" providerId="ADAL" clId="{69B644FD-CC95-42A0-A7A0-875B6A253109}" dt="2025-08-10T08:27:14.598" v="2928" actId="26606"/>
          <ac:spMkLst>
            <pc:docMk/>
            <pc:sldMk cId="2151856869" sldId="369"/>
            <ac:spMk id="55" creationId="{955A2079-FA98-4876-80F0-72364A7D2EA4}"/>
          </ac:spMkLst>
        </pc:spChg>
        <pc:graphicFrameChg chg="mod modGraphic">
          <ac:chgData name="Mohammed Naseer Sihanas" userId="baf10d46-ca0e-4f93-8b9a-bd1fa4bc7e8f" providerId="ADAL" clId="{69B644FD-CC95-42A0-A7A0-875B6A253109}" dt="2025-08-10T08:27:14.598" v="2928" actId="26606"/>
          <ac:graphicFrameMkLst>
            <pc:docMk/>
            <pc:sldMk cId="2151856869" sldId="369"/>
            <ac:graphicFrameMk id="48" creationId="{C232035A-7EF2-A86C-E943-07E46690AB75}"/>
          </ac:graphicFrameMkLst>
        </pc:graphicFrameChg>
      </pc:sldChg>
      <pc:sldChg chg="modNotesTx">
        <pc:chgData name="Mohammed Naseer Sihanas" userId="baf10d46-ca0e-4f93-8b9a-bd1fa4bc7e8f" providerId="ADAL" clId="{69B644FD-CC95-42A0-A7A0-875B6A253109}" dt="2025-08-10T07:37:52.889" v="96" actId="20577"/>
        <pc:sldMkLst>
          <pc:docMk/>
          <pc:sldMk cId="3828161520" sldId="372"/>
        </pc:sldMkLst>
      </pc:sldChg>
      <pc:sldChg chg="modNotesTx">
        <pc:chgData name="Mohammed Naseer Sihanas" userId="baf10d46-ca0e-4f93-8b9a-bd1fa4bc7e8f" providerId="ADAL" clId="{69B644FD-CC95-42A0-A7A0-875B6A253109}" dt="2025-08-13T16:07:41.001" v="2999" actId="20577"/>
        <pc:sldMkLst>
          <pc:docMk/>
          <pc:sldMk cId="3178884902" sldId="378"/>
        </pc:sldMkLst>
      </pc:sldChg>
      <pc:sldChg chg="modNotesTx">
        <pc:chgData name="Mohammed Naseer Sihanas" userId="baf10d46-ca0e-4f93-8b9a-bd1fa4bc7e8f" providerId="ADAL" clId="{69B644FD-CC95-42A0-A7A0-875B6A253109}" dt="2025-08-10T08:30:03.515" v="2941"/>
        <pc:sldMkLst>
          <pc:docMk/>
          <pc:sldMk cId="3447655186" sldId="384"/>
        </pc:sldMkLst>
      </pc:sldChg>
      <pc:sldChg chg="modNotesTx">
        <pc:chgData name="Mohammed Naseer Sihanas" userId="baf10d46-ca0e-4f93-8b9a-bd1fa4bc7e8f" providerId="ADAL" clId="{69B644FD-CC95-42A0-A7A0-875B6A253109}" dt="2025-08-13T16:11:43.511" v="3135" actId="20577"/>
        <pc:sldMkLst>
          <pc:docMk/>
          <pc:sldMk cId="2337153532" sldId="385"/>
        </pc:sldMkLst>
      </pc:sldChg>
      <pc:sldChg chg="modNotesTx">
        <pc:chgData name="Mohammed Naseer Sihanas" userId="baf10d46-ca0e-4f93-8b9a-bd1fa4bc7e8f" providerId="ADAL" clId="{69B644FD-CC95-42A0-A7A0-875B6A253109}" dt="2025-08-13T16:10:56.969" v="3087" actId="20577"/>
        <pc:sldMkLst>
          <pc:docMk/>
          <pc:sldMk cId="4129455268" sldId="386"/>
        </pc:sldMkLst>
      </pc:sldChg>
      <pc:sldChg chg="modNotesTx">
        <pc:chgData name="Mohammed Naseer Sihanas" userId="baf10d46-ca0e-4f93-8b9a-bd1fa4bc7e8f" providerId="ADAL" clId="{69B644FD-CC95-42A0-A7A0-875B6A253109}" dt="2025-08-10T08:09:03.427" v="1586" actId="20577"/>
        <pc:sldMkLst>
          <pc:docMk/>
          <pc:sldMk cId="2537279848" sldId="387"/>
        </pc:sldMkLst>
      </pc:sldChg>
      <pc:sldChg chg="modNotesTx">
        <pc:chgData name="Mohammed Naseer Sihanas" userId="baf10d46-ca0e-4f93-8b9a-bd1fa4bc7e8f" providerId="ADAL" clId="{69B644FD-CC95-42A0-A7A0-875B6A253109}" dt="2025-08-10T08:12:15.399" v="1917" actId="20577"/>
        <pc:sldMkLst>
          <pc:docMk/>
          <pc:sldMk cId="1850284756" sldId="388"/>
        </pc:sldMkLst>
      </pc:sldChg>
      <pc:sldChg chg="modSp mod modNotesTx">
        <pc:chgData name="Mohammed Naseer Sihanas" userId="baf10d46-ca0e-4f93-8b9a-bd1fa4bc7e8f" providerId="ADAL" clId="{69B644FD-CC95-42A0-A7A0-875B6A253109}" dt="2025-08-13T16:13:25.511" v="3225" actId="20577"/>
        <pc:sldMkLst>
          <pc:docMk/>
          <pc:sldMk cId="4045656061" sldId="389"/>
        </pc:sldMkLst>
        <pc:spChg chg="mod">
          <ac:chgData name="Mohammed Naseer Sihanas" userId="baf10d46-ca0e-4f93-8b9a-bd1fa4bc7e8f" providerId="ADAL" clId="{69B644FD-CC95-42A0-A7A0-875B6A253109}" dt="2025-08-10T08:14:24.903" v="2151" actId="20577"/>
          <ac:spMkLst>
            <pc:docMk/>
            <pc:sldMk cId="4045656061" sldId="389"/>
            <ac:spMk id="2" creationId="{DDC08D23-F85E-3200-C637-5BA0FA360D1F}"/>
          </ac:spMkLst>
        </pc:spChg>
      </pc:sldChg>
      <pc:sldChg chg="addSp delSp modSp mod modNotesTx">
        <pc:chgData name="Mohammed Naseer Sihanas" userId="baf10d46-ca0e-4f93-8b9a-bd1fa4bc7e8f" providerId="ADAL" clId="{69B644FD-CC95-42A0-A7A0-875B6A253109}" dt="2025-08-13T16:14:31.119" v="3282" actId="20577"/>
        <pc:sldMkLst>
          <pc:docMk/>
          <pc:sldMk cId="970605213" sldId="390"/>
        </pc:sldMkLst>
        <pc:spChg chg="add del mod">
          <ac:chgData name="Mohammed Naseer Sihanas" userId="baf10d46-ca0e-4f93-8b9a-bd1fa4bc7e8f" providerId="ADAL" clId="{69B644FD-CC95-42A0-A7A0-875B6A253109}" dt="2025-08-10T08:19:48.235" v="2476" actId="478"/>
          <ac:spMkLst>
            <pc:docMk/>
            <pc:sldMk cId="970605213" sldId="390"/>
            <ac:spMk id="3" creationId="{88F606DD-709C-E6A0-E372-B1983AC89366}"/>
          </ac:spMkLst>
        </pc:spChg>
        <pc:graphicFrameChg chg="add del mod">
          <ac:chgData name="Mohammed Naseer Sihanas" userId="baf10d46-ca0e-4f93-8b9a-bd1fa4bc7e8f" providerId="ADAL" clId="{69B644FD-CC95-42A0-A7A0-875B6A253109}" dt="2025-08-10T08:20:20.041" v="2571"/>
          <ac:graphicFrameMkLst>
            <pc:docMk/>
            <pc:sldMk cId="970605213" sldId="390"/>
            <ac:graphicFrameMk id="49" creationId="{E7A13509-1A9A-CA32-CCFF-3920EFAD97DF}"/>
          </ac:graphicFrameMkLst>
        </pc:graphicFrameChg>
      </pc:sldChg>
      <pc:sldChg chg="modNotesTx">
        <pc:chgData name="Mohammed Naseer Sihanas" userId="baf10d46-ca0e-4f93-8b9a-bd1fa4bc7e8f" providerId="ADAL" clId="{69B644FD-CC95-42A0-A7A0-875B6A253109}" dt="2025-08-10T08:21:27.663" v="2743" actId="20577"/>
        <pc:sldMkLst>
          <pc:docMk/>
          <pc:sldMk cId="710872508" sldId="391"/>
        </pc:sldMkLst>
      </pc:sldChg>
      <pc:sldChg chg="modNotesTx">
        <pc:chgData name="Mohammed Naseer Sihanas" userId="baf10d46-ca0e-4f93-8b9a-bd1fa4bc7e8f" providerId="ADAL" clId="{69B644FD-CC95-42A0-A7A0-875B6A253109}" dt="2025-08-10T08:23:47.879" v="2916" actId="20577"/>
        <pc:sldMkLst>
          <pc:docMk/>
          <pc:sldMk cId="1284402646" sldId="392"/>
        </pc:sldMkLst>
      </pc:sldChg>
      <pc:sldChg chg="add modNotesTx">
        <pc:chgData name="Mohammed Naseer Sihanas" userId="baf10d46-ca0e-4f93-8b9a-bd1fa4bc7e8f" providerId="ADAL" clId="{69B644FD-CC95-42A0-A7A0-875B6A253109}" dt="2025-08-13T16:14:15.309" v="3275" actId="20577"/>
        <pc:sldMkLst>
          <pc:docMk/>
          <pc:sldMk cId="1550405380" sldId="393"/>
        </pc:sldMkLst>
      </pc:sldChg>
      <pc:sldChg chg="addSp delSp modSp add del mod setBg delDesignElem modNotesTx">
        <pc:chgData name="Mohammed Naseer Sihanas" userId="baf10d46-ca0e-4f93-8b9a-bd1fa4bc7e8f" providerId="ADAL" clId="{69B644FD-CC95-42A0-A7A0-875B6A253109}" dt="2025-08-14T03:07:46.530" v="3329"/>
        <pc:sldMkLst>
          <pc:docMk/>
          <pc:sldMk cId="1752408880" sldId="394"/>
        </pc:sldMkLst>
        <pc:spChg chg="mod">
          <ac:chgData name="Mohammed Naseer Sihanas" userId="baf10d46-ca0e-4f93-8b9a-bd1fa4bc7e8f" providerId="ADAL" clId="{69B644FD-CC95-42A0-A7A0-875B6A253109}" dt="2025-08-14T03:06:12.174" v="3316" actId="1076"/>
          <ac:spMkLst>
            <pc:docMk/>
            <pc:sldMk cId="1752408880" sldId="394"/>
            <ac:spMk id="12" creationId="{634380F5-514D-4989-966A-49BC47C96416}"/>
          </ac:spMkLst>
        </pc:spChg>
        <pc:spChg chg="add del">
          <ac:chgData name="Mohammed Naseer Sihanas" userId="baf10d46-ca0e-4f93-8b9a-bd1fa4bc7e8f" providerId="ADAL" clId="{69B644FD-CC95-42A0-A7A0-875B6A253109}" dt="2025-08-14T03:06:17.548" v="3321"/>
          <ac:spMkLst>
            <pc:docMk/>
            <pc:sldMk cId="1752408880" sldId="394"/>
            <ac:spMk id="42" creationId="{353CF00F-82D0-0DBA-75D5-1D01B4526C68}"/>
          </ac:spMkLst>
        </pc:spChg>
        <pc:graphicFrameChg chg="mod modGraphic">
          <ac:chgData name="Mohammed Naseer Sihanas" userId="baf10d46-ca0e-4f93-8b9a-bd1fa4bc7e8f" providerId="ADAL" clId="{69B644FD-CC95-42A0-A7A0-875B6A253109}" dt="2025-08-14T03:06:59.768" v="3328" actId="404"/>
          <ac:graphicFrameMkLst>
            <pc:docMk/>
            <pc:sldMk cId="1752408880" sldId="394"/>
            <ac:graphicFrameMk id="38" creationId="{9EC604F3-4E54-6D39-24C3-29C5CFB095F7}"/>
          </ac:graphicFrameMkLst>
        </pc:graphicFrameChg>
      </pc:sldChg>
    </pc:docChg>
  </pc:docChgLst>
  <pc:docChgLst>
    <pc:chgData name="Mohammed Naseer Sihanas" userId="baf10d46-ca0e-4f93-8b9a-bd1fa4bc7e8f" providerId="ADAL" clId="{184616BA-6CDA-4086-85DC-6184980B2319}"/>
    <pc:docChg chg="undo redo custSel addSld delSld modSld sldOrd">
      <pc:chgData name="Mohammed Naseer Sihanas" userId="baf10d46-ca0e-4f93-8b9a-bd1fa4bc7e8f" providerId="ADAL" clId="{184616BA-6CDA-4086-85DC-6184980B2319}" dt="2025-06-17T04:13:41.397" v="1877" actId="20577"/>
      <pc:docMkLst>
        <pc:docMk/>
      </pc:docMkLst>
      <pc:sldChg chg="modNotesTx">
        <pc:chgData name="Mohammed Naseer Sihanas" userId="baf10d46-ca0e-4f93-8b9a-bd1fa4bc7e8f" providerId="ADAL" clId="{184616BA-6CDA-4086-85DC-6184980B2319}" dt="2025-06-15T04:16:30.662" v="1106"/>
        <pc:sldMkLst>
          <pc:docMk/>
          <pc:sldMk cId="586279802" sldId="256"/>
        </pc:sldMkLst>
      </pc:sldChg>
      <pc:sldChg chg="addSp delSp modSp mod modNotesTx">
        <pc:chgData name="Mohammed Naseer Sihanas" userId="baf10d46-ca0e-4f93-8b9a-bd1fa4bc7e8f" providerId="ADAL" clId="{184616BA-6CDA-4086-85DC-6184980B2319}" dt="2025-06-17T04:09:00.873" v="1818" actId="20577"/>
        <pc:sldMkLst>
          <pc:docMk/>
          <pc:sldMk cId="2019341643" sldId="322"/>
        </pc:sldMkLst>
        <pc:spChg chg="add del mod">
          <ac:chgData name="Mohammed Naseer Sihanas" userId="baf10d46-ca0e-4f93-8b9a-bd1fa4bc7e8f" providerId="ADAL" clId="{184616BA-6CDA-4086-85DC-6184980B2319}" dt="2025-06-17T04:09:00.873" v="1818" actId="20577"/>
          <ac:spMkLst>
            <pc:docMk/>
            <pc:sldMk cId="2019341643" sldId="322"/>
            <ac:spMk id="3" creationId="{7CB860C7-93AD-4311-8CD4-4580644B47DD}"/>
          </ac:spMkLst>
        </pc:spChg>
        <pc:graphicFrameChg chg="add del">
          <ac:chgData name="Mohammed Naseer Sihanas" userId="baf10d46-ca0e-4f93-8b9a-bd1fa4bc7e8f" providerId="ADAL" clId="{184616BA-6CDA-4086-85DC-6184980B2319}" dt="2025-06-14T13:59:35.439" v="1055" actId="26606"/>
          <ac:graphicFrameMkLst>
            <pc:docMk/>
            <pc:sldMk cId="2019341643" sldId="322"/>
            <ac:graphicFrameMk id="38" creationId="{E7838427-80A5-D898-661B-2C84B7F83AA5}"/>
          </ac:graphicFrameMkLst>
        </pc:graphicFrameChg>
      </pc:sldChg>
      <pc:sldChg chg="modSp mod modNotesTx">
        <pc:chgData name="Mohammed Naseer Sihanas" userId="baf10d46-ca0e-4f93-8b9a-bd1fa4bc7e8f" providerId="ADAL" clId="{184616BA-6CDA-4086-85DC-6184980B2319}" dt="2025-06-17T04:05:03.698" v="1800" actId="20577"/>
        <pc:sldMkLst>
          <pc:docMk/>
          <pc:sldMk cId="741349727" sldId="326"/>
        </pc:sldMkLst>
        <pc:spChg chg="mod">
          <ac:chgData name="Mohammed Naseer Sihanas" userId="baf10d46-ca0e-4f93-8b9a-bd1fa4bc7e8f" providerId="ADAL" clId="{184616BA-6CDA-4086-85DC-6184980B2319}" dt="2025-06-17T04:04:28.789" v="1753" actId="20577"/>
          <ac:spMkLst>
            <pc:docMk/>
            <pc:sldMk cId="741349727" sldId="326"/>
            <ac:spMk id="6" creationId="{AB94CAC3-65A5-C6A2-0F13-38D702297182}"/>
          </ac:spMkLst>
        </pc:spChg>
        <pc:picChg chg="mod">
          <ac:chgData name="Mohammed Naseer Sihanas" userId="baf10d46-ca0e-4f93-8b9a-bd1fa4bc7e8f" providerId="ADAL" clId="{184616BA-6CDA-4086-85DC-6184980B2319}" dt="2025-06-17T04:02:37.190" v="1735" actId="1076"/>
          <ac:picMkLst>
            <pc:docMk/>
            <pc:sldMk cId="741349727" sldId="326"/>
            <ac:picMk id="8" creationId="{324AC82D-878E-EAEE-8EA8-BF810FC4886A}"/>
          </ac:picMkLst>
        </pc:picChg>
      </pc:sldChg>
      <pc:sldChg chg="addSp delSp modSp mod setBg setClrOvrMap modNotesTx">
        <pc:chgData name="Mohammed Naseer Sihanas" userId="baf10d46-ca0e-4f93-8b9a-bd1fa4bc7e8f" providerId="ADAL" clId="{184616BA-6CDA-4086-85DC-6184980B2319}" dt="2025-06-16T13:41:33.699" v="1453" actId="20577"/>
        <pc:sldMkLst>
          <pc:docMk/>
          <pc:sldMk cId="692805454" sldId="327"/>
        </pc:sldMkLst>
        <pc:spChg chg="mod">
          <ac:chgData name="Mohammed Naseer Sihanas" userId="baf10d46-ca0e-4f93-8b9a-bd1fa4bc7e8f" providerId="ADAL" clId="{184616BA-6CDA-4086-85DC-6184980B2319}" dt="2025-06-14T10:51:02.410" v="612" actId="26606"/>
          <ac:spMkLst>
            <pc:docMk/>
            <pc:sldMk cId="692805454" sldId="327"/>
            <ac:spMk id="2" creationId="{184D784C-09C2-4209-A54C-7272AAABAA90}"/>
          </ac:spMkLst>
        </pc:spChg>
        <pc:spChg chg="mod">
          <ac:chgData name="Mohammed Naseer Sihanas" userId="baf10d46-ca0e-4f93-8b9a-bd1fa4bc7e8f" providerId="ADAL" clId="{184616BA-6CDA-4086-85DC-6184980B2319}" dt="2025-06-14T10:51:02.410" v="612" actId="26606"/>
          <ac:spMkLst>
            <pc:docMk/>
            <pc:sldMk cId="692805454" sldId="327"/>
            <ac:spMk id="3" creationId="{00000000-0000-0000-0000-000000000000}"/>
          </ac:spMkLst>
        </pc:spChg>
        <pc:spChg chg="mod">
          <ac:chgData name="Mohammed Naseer Sihanas" userId="baf10d46-ca0e-4f93-8b9a-bd1fa4bc7e8f" providerId="ADAL" clId="{184616BA-6CDA-4086-85DC-6184980B2319}" dt="2025-06-14T10:51:02.410" v="612" actId="26606"/>
          <ac:spMkLst>
            <pc:docMk/>
            <pc:sldMk cId="692805454" sldId="327"/>
            <ac:spMk id="4" creationId="{6D4C7CB0-FBE1-485A-979E-AFFF09854263}"/>
          </ac:spMkLst>
        </pc:spChg>
        <pc:spChg chg="mod ord">
          <ac:chgData name="Mohammed Naseer Sihanas" userId="baf10d46-ca0e-4f93-8b9a-bd1fa4bc7e8f" providerId="ADAL" clId="{184616BA-6CDA-4086-85DC-6184980B2319}" dt="2025-06-14T10:51:02.410" v="612" actId="26606"/>
          <ac:spMkLst>
            <pc:docMk/>
            <pc:sldMk cId="692805454" sldId="327"/>
            <ac:spMk id="5" creationId="{4892CD39-0D00-43C5-8A2D-E2EDFA3A7F9B}"/>
          </ac:spMkLst>
        </pc:spChg>
        <pc:spChg chg="del">
          <ac:chgData name="Mohammed Naseer Sihanas" userId="baf10d46-ca0e-4f93-8b9a-bd1fa4bc7e8f" providerId="ADAL" clId="{184616BA-6CDA-4086-85DC-6184980B2319}" dt="2025-06-14T07:45:48.573" v="92" actId="26606"/>
          <ac:spMkLst>
            <pc:docMk/>
            <pc:sldMk cId="692805454" sldId="327"/>
            <ac:spMk id="23" creationId="{2FB82883-1DC0-4BE1-A607-009095F3355A}"/>
          </ac:spMkLst>
        </pc:spChg>
        <pc:spChg chg="del">
          <ac:chgData name="Mohammed Naseer Sihanas" userId="baf10d46-ca0e-4f93-8b9a-bd1fa4bc7e8f" providerId="ADAL" clId="{184616BA-6CDA-4086-85DC-6184980B2319}" dt="2025-06-14T07:45:48.573" v="92" actId="26606"/>
          <ac:spMkLst>
            <pc:docMk/>
            <pc:sldMk cId="692805454" sldId="327"/>
            <ac:spMk id="25" creationId="{A3473CF9-37EB-43E7-89EF-D2D1C53D1DAC}"/>
          </ac:spMkLst>
        </pc:spChg>
        <pc:spChg chg="del">
          <ac:chgData name="Mohammed Naseer Sihanas" userId="baf10d46-ca0e-4f93-8b9a-bd1fa4bc7e8f" providerId="ADAL" clId="{184616BA-6CDA-4086-85DC-6184980B2319}" dt="2025-06-14T07:45:48.573" v="92" actId="26606"/>
          <ac:spMkLst>
            <pc:docMk/>
            <pc:sldMk cId="692805454" sldId="327"/>
            <ac:spMk id="27" creationId="{586B4EF9-43BA-4655-A6FF-1D8E21574C95}"/>
          </ac:spMkLst>
        </pc:spChg>
        <pc:spChg chg="add del">
          <ac:chgData name="Mohammed Naseer Sihanas" userId="baf10d46-ca0e-4f93-8b9a-bd1fa4bc7e8f" providerId="ADAL" clId="{184616BA-6CDA-4086-85DC-6184980B2319}" dt="2025-06-14T10:51:02.410" v="612" actId="26606"/>
          <ac:spMkLst>
            <pc:docMk/>
            <pc:sldMk cId="692805454" sldId="327"/>
            <ac:spMk id="32" creationId="{71B2258F-86CA-4D4D-8270-BC05FCDEBFB3}"/>
          </ac:spMkLst>
        </pc:spChg>
        <pc:spChg chg="add">
          <ac:chgData name="Mohammed Naseer Sihanas" userId="baf10d46-ca0e-4f93-8b9a-bd1fa4bc7e8f" providerId="ADAL" clId="{184616BA-6CDA-4086-85DC-6184980B2319}" dt="2025-06-14T10:51:02.410" v="612" actId="26606"/>
          <ac:spMkLst>
            <pc:docMk/>
            <pc:sldMk cId="692805454" sldId="327"/>
            <ac:spMk id="37" creationId="{8A95209C-5275-4E15-8EA7-7F42980ABF2D}"/>
          </ac:spMkLst>
        </pc:spChg>
        <pc:spChg chg="add">
          <ac:chgData name="Mohammed Naseer Sihanas" userId="baf10d46-ca0e-4f93-8b9a-bd1fa4bc7e8f" providerId="ADAL" clId="{184616BA-6CDA-4086-85DC-6184980B2319}" dt="2025-06-14T10:51:02.410" v="612" actId="26606"/>
          <ac:spMkLst>
            <pc:docMk/>
            <pc:sldMk cId="692805454" sldId="327"/>
            <ac:spMk id="39" creationId="{4F2ED431-E304-4FF0-9F4E-032783C9D612}"/>
          </ac:spMkLst>
        </pc:spChg>
        <pc:spChg chg="add">
          <ac:chgData name="Mohammed Naseer Sihanas" userId="baf10d46-ca0e-4f93-8b9a-bd1fa4bc7e8f" providerId="ADAL" clId="{184616BA-6CDA-4086-85DC-6184980B2319}" dt="2025-06-14T10:51:02.410" v="612" actId="26606"/>
          <ac:spMkLst>
            <pc:docMk/>
            <pc:sldMk cId="692805454" sldId="327"/>
            <ac:spMk id="41" creationId="{4E87FCFB-2CCE-460D-B3DD-557C8BD1B94A}"/>
          </ac:spMkLst>
        </pc:spChg>
        <pc:picChg chg="mod">
          <ac:chgData name="Mohammed Naseer Sihanas" userId="baf10d46-ca0e-4f93-8b9a-bd1fa4bc7e8f" providerId="ADAL" clId="{184616BA-6CDA-4086-85DC-6184980B2319}" dt="2025-06-14T10:51:02.410" v="612" actId="26606"/>
          <ac:picMkLst>
            <pc:docMk/>
            <pc:sldMk cId="692805454" sldId="327"/>
            <ac:picMk id="7" creationId="{273ADCC6-897E-4499-9AC1-C34ED51F898D}"/>
          </ac:picMkLst>
        </pc:picChg>
      </pc:sldChg>
      <pc:sldChg chg="addSp delSp modSp mod setBg modNotesTx">
        <pc:chgData name="Mohammed Naseer Sihanas" userId="baf10d46-ca0e-4f93-8b9a-bd1fa4bc7e8f" providerId="ADAL" clId="{184616BA-6CDA-4086-85DC-6184980B2319}" dt="2025-06-15T04:20:20.747" v="1188"/>
        <pc:sldMkLst>
          <pc:docMk/>
          <pc:sldMk cId="1120326709" sldId="328"/>
        </pc:sldMkLst>
        <pc:spChg chg="add del mod">
          <ac:chgData name="Mohammed Naseer Sihanas" userId="baf10d46-ca0e-4f93-8b9a-bd1fa4bc7e8f" providerId="ADAL" clId="{184616BA-6CDA-4086-85DC-6184980B2319}" dt="2025-06-14T07:39:31.812" v="72" actId="26606"/>
          <ac:spMkLst>
            <pc:docMk/>
            <pc:sldMk cId="1120326709" sldId="328"/>
            <ac:spMk id="3" creationId="{7CB860C7-93AD-4311-8CD4-4580644B47DD}"/>
          </ac:spMkLst>
        </pc:spChg>
        <pc:spChg chg="mod ord">
          <ac:chgData name="Mohammed Naseer Sihanas" userId="baf10d46-ca0e-4f93-8b9a-bd1fa4bc7e8f" providerId="ADAL" clId="{184616BA-6CDA-4086-85DC-6184980B2319}" dt="2025-06-14T10:53:23.230" v="763" actId="26606"/>
          <ac:spMkLst>
            <pc:docMk/>
            <pc:sldMk cId="1120326709" sldId="328"/>
            <ac:spMk id="4" creationId="{CBBD532E-64D0-4EDF-8CB2-01936B63643A}"/>
          </ac:spMkLst>
        </pc:spChg>
        <pc:spChg chg="mod ord">
          <ac:chgData name="Mohammed Naseer Sihanas" userId="baf10d46-ca0e-4f93-8b9a-bd1fa4bc7e8f" providerId="ADAL" clId="{184616BA-6CDA-4086-85DC-6184980B2319}" dt="2025-06-14T10:53:23.230" v="763" actId="26606"/>
          <ac:spMkLst>
            <pc:docMk/>
            <pc:sldMk cId="1120326709" sldId="328"/>
            <ac:spMk id="5" creationId="{BE493AC1-341C-416D-9B4C-0E2ADB9F70BC}"/>
          </ac:spMkLst>
        </pc:spChg>
        <pc:spChg chg="mod">
          <ac:chgData name="Mohammed Naseer Sihanas" userId="baf10d46-ca0e-4f93-8b9a-bd1fa4bc7e8f" providerId="ADAL" clId="{184616BA-6CDA-4086-85DC-6184980B2319}" dt="2025-06-14T10:53:23.230" v="763" actId="26606"/>
          <ac:spMkLst>
            <pc:docMk/>
            <pc:sldMk cId="1120326709" sldId="328"/>
            <ac:spMk id="6" creationId="{00000000-0000-0000-0000-000000000000}"/>
          </ac:spMkLst>
        </pc:spChg>
        <pc:spChg chg="add del mod">
          <ac:chgData name="Mohammed Naseer Sihanas" userId="baf10d46-ca0e-4f93-8b9a-bd1fa4bc7e8f" providerId="ADAL" clId="{184616BA-6CDA-4086-85DC-6184980B2319}" dt="2025-06-14T07:36:30.399" v="18" actId="478"/>
          <ac:spMkLst>
            <pc:docMk/>
            <pc:sldMk cId="1120326709" sldId="328"/>
            <ac:spMk id="7" creationId="{55A280EA-0920-43BD-701A-4D61E98A4D83}"/>
          </ac:spMkLst>
        </pc:spChg>
        <pc:spChg chg="add">
          <ac:chgData name="Mohammed Naseer Sihanas" userId="baf10d46-ca0e-4f93-8b9a-bd1fa4bc7e8f" providerId="ADAL" clId="{184616BA-6CDA-4086-85DC-6184980B2319}" dt="2025-06-14T07:36:41.701" v="19"/>
          <ac:spMkLst>
            <pc:docMk/>
            <pc:sldMk cId="1120326709" sldId="328"/>
            <ac:spMk id="8" creationId="{3906EDFF-475F-1D80-1F6B-2595B52E1055}"/>
          </ac:spMkLst>
        </pc:spChg>
        <pc:spChg chg="add mod">
          <ac:chgData name="Mohammed Naseer Sihanas" userId="baf10d46-ca0e-4f93-8b9a-bd1fa4bc7e8f" providerId="ADAL" clId="{184616BA-6CDA-4086-85DC-6184980B2319}" dt="2025-06-14T07:36:54.756" v="22"/>
          <ac:spMkLst>
            <pc:docMk/>
            <pc:sldMk cId="1120326709" sldId="328"/>
            <ac:spMk id="9" creationId="{487EC7F4-4213-6204-63C9-ED8D2F4A0D76}"/>
          </ac:spMkLst>
        </pc:spChg>
        <pc:spChg chg="del">
          <ac:chgData name="Mohammed Naseer Sihanas" userId="baf10d46-ca0e-4f93-8b9a-bd1fa4bc7e8f" providerId="ADAL" clId="{184616BA-6CDA-4086-85DC-6184980B2319}" dt="2025-06-14T07:36:25.713" v="17" actId="478"/>
          <ac:spMkLst>
            <pc:docMk/>
            <pc:sldMk cId="1120326709" sldId="328"/>
            <ac:spMk id="12" creationId="{634380F5-514D-4989-966A-49BC47C96416}"/>
          </ac:spMkLst>
        </pc:spChg>
        <pc:spChg chg="add del">
          <ac:chgData name="Mohammed Naseer Sihanas" userId="baf10d46-ca0e-4f93-8b9a-bd1fa4bc7e8f" providerId="ADAL" clId="{184616BA-6CDA-4086-85DC-6184980B2319}" dt="2025-06-14T07:38:51.366" v="47" actId="26606"/>
          <ac:spMkLst>
            <pc:docMk/>
            <pc:sldMk cId="1120326709" sldId="328"/>
            <ac:spMk id="16" creationId="{04812C46-200A-4DEB-A05E-3ED6C68C2387}"/>
          </ac:spMkLst>
        </pc:spChg>
        <pc:spChg chg="add del">
          <ac:chgData name="Mohammed Naseer Sihanas" userId="baf10d46-ca0e-4f93-8b9a-bd1fa4bc7e8f" providerId="ADAL" clId="{184616BA-6CDA-4086-85DC-6184980B2319}" dt="2025-06-14T07:38:51.366" v="47" actId="26606"/>
          <ac:spMkLst>
            <pc:docMk/>
            <pc:sldMk cId="1120326709" sldId="328"/>
            <ac:spMk id="18" creationId="{D1EA859B-E555-4109-94F3-6700E046E008}"/>
          </ac:spMkLst>
        </pc:spChg>
        <pc:spChg chg="add del">
          <ac:chgData name="Mohammed Naseer Sihanas" userId="baf10d46-ca0e-4f93-8b9a-bd1fa4bc7e8f" providerId="ADAL" clId="{184616BA-6CDA-4086-85DC-6184980B2319}" dt="2025-06-14T07:38:53.869" v="49" actId="26606"/>
          <ac:spMkLst>
            <pc:docMk/>
            <pc:sldMk cId="1120326709" sldId="328"/>
            <ac:spMk id="20" creationId="{B1595A09-E336-4D1B-9B3A-06A2287A54E2}"/>
          </ac:spMkLst>
        </pc:spChg>
        <pc:spChg chg="add del">
          <ac:chgData name="Mohammed Naseer Sihanas" userId="baf10d46-ca0e-4f93-8b9a-bd1fa4bc7e8f" providerId="ADAL" clId="{184616BA-6CDA-4086-85DC-6184980B2319}" dt="2025-06-14T07:38:53.869" v="49" actId="26606"/>
          <ac:spMkLst>
            <pc:docMk/>
            <pc:sldMk cId="1120326709" sldId="328"/>
            <ac:spMk id="21" creationId="{3540989C-C7B8-473B-BF87-6F2DA6A90006}"/>
          </ac:spMkLst>
        </pc:spChg>
        <pc:spChg chg="add del">
          <ac:chgData name="Mohammed Naseer Sihanas" userId="baf10d46-ca0e-4f93-8b9a-bd1fa4bc7e8f" providerId="ADAL" clId="{184616BA-6CDA-4086-85DC-6184980B2319}" dt="2025-06-14T07:39:01.063" v="53" actId="26606"/>
          <ac:spMkLst>
            <pc:docMk/>
            <pc:sldMk cId="1120326709" sldId="328"/>
            <ac:spMk id="22" creationId="{829A1E2C-5AC8-40FC-99E9-832069D39792}"/>
          </ac:spMkLst>
        </pc:spChg>
        <pc:spChg chg="add del">
          <ac:chgData name="Mohammed Naseer Sihanas" userId="baf10d46-ca0e-4f93-8b9a-bd1fa4bc7e8f" providerId="ADAL" clId="{184616BA-6CDA-4086-85DC-6184980B2319}" dt="2025-06-14T07:38:57.010" v="51" actId="26606"/>
          <ac:spMkLst>
            <pc:docMk/>
            <pc:sldMk cId="1120326709" sldId="328"/>
            <ac:spMk id="23" creationId="{D009D6D5-DAC2-4A8B-A17A-E206B9012D09}"/>
          </ac:spMkLst>
        </pc:spChg>
        <pc:spChg chg="del">
          <ac:chgData name="Mohammed Naseer Sihanas" userId="baf10d46-ca0e-4f93-8b9a-bd1fa4bc7e8f" providerId="ADAL" clId="{184616BA-6CDA-4086-85DC-6184980B2319}" dt="2025-06-14T07:38:17.568" v="42" actId="26606"/>
          <ac:spMkLst>
            <pc:docMk/>
            <pc:sldMk cId="1120326709" sldId="328"/>
            <ac:spMk id="24" creationId="{09588DA8-065E-4F6F-8EFD-43104AB2E0CF}"/>
          </ac:spMkLst>
        </pc:spChg>
        <pc:spChg chg="add del">
          <ac:chgData name="Mohammed Naseer Sihanas" userId="baf10d46-ca0e-4f93-8b9a-bd1fa4bc7e8f" providerId="ADAL" clId="{184616BA-6CDA-4086-85DC-6184980B2319}" dt="2025-06-14T07:39:01.063" v="53" actId="26606"/>
          <ac:spMkLst>
            <pc:docMk/>
            <pc:sldMk cId="1120326709" sldId="328"/>
            <ac:spMk id="25" creationId="{8181FC64-B306-4821-98E2-780662EFC486}"/>
          </ac:spMkLst>
        </pc:spChg>
        <pc:spChg chg="add del">
          <ac:chgData name="Mohammed Naseer Sihanas" userId="baf10d46-ca0e-4f93-8b9a-bd1fa4bc7e8f" providerId="ADAL" clId="{184616BA-6CDA-4086-85DC-6184980B2319}" dt="2025-06-14T07:39:01.063" v="53" actId="26606"/>
          <ac:spMkLst>
            <pc:docMk/>
            <pc:sldMk cId="1120326709" sldId="328"/>
            <ac:spMk id="26" creationId="{5871FC61-DD4E-47D4-81FD-8A7E7D12B371}"/>
          </ac:spMkLst>
        </pc:spChg>
        <pc:spChg chg="add del">
          <ac:chgData name="Mohammed Naseer Sihanas" userId="baf10d46-ca0e-4f93-8b9a-bd1fa4bc7e8f" providerId="ADAL" clId="{184616BA-6CDA-4086-85DC-6184980B2319}" dt="2025-06-14T07:39:01.063" v="53" actId="26606"/>
          <ac:spMkLst>
            <pc:docMk/>
            <pc:sldMk cId="1120326709" sldId="328"/>
            <ac:spMk id="27" creationId="{F9EC3F91-A75C-4F74-867E-E4C28C13546B}"/>
          </ac:spMkLst>
        </pc:spChg>
        <pc:spChg chg="del">
          <ac:chgData name="Mohammed Naseer Sihanas" userId="baf10d46-ca0e-4f93-8b9a-bd1fa4bc7e8f" providerId="ADAL" clId="{184616BA-6CDA-4086-85DC-6184980B2319}" dt="2025-06-14T07:38:17.568" v="42" actId="26606"/>
          <ac:spMkLst>
            <pc:docMk/>
            <pc:sldMk cId="1120326709" sldId="328"/>
            <ac:spMk id="28" creationId="{CD9FE4EF-C4D8-49A0-B2FF-81D8DB7D8A24}"/>
          </ac:spMkLst>
        </pc:spChg>
        <pc:spChg chg="add del">
          <ac:chgData name="Mohammed Naseer Sihanas" userId="baf10d46-ca0e-4f93-8b9a-bd1fa4bc7e8f" providerId="ADAL" clId="{184616BA-6CDA-4086-85DC-6184980B2319}" dt="2025-06-14T07:39:01.607" v="55" actId="26606"/>
          <ac:spMkLst>
            <pc:docMk/>
            <pc:sldMk cId="1120326709" sldId="328"/>
            <ac:spMk id="29" creationId="{257363FD-7E77-4145-9483-331A807ADF0E}"/>
          </ac:spMkLst>
        </pc:spChg>
        <pc:spChg chg="del">
          <ac:chgData name="Mohammed Naseer Sihanas" userId="baf10d46-ca0e-4f93-8b9a-bd1fa4bc7e8f" providerId="ADAL" clId="{184616BA-6CDA-4086-85DC-6184980B2319}" dt="2025-06-14T07:38:17.568" v="42" actId="26606"/>
          <ac:spMkLst>
            <pc:docMk/>
            <pc:sldMk cId="1120326709" sldId="328"/>
            <ac:spMk id="30" creationId="{4300840D-0A0B-4512-BACA-B439D5B9C57C}"/>
          </ac:spMkLst>
        </pc:spChg>
        <pc:spChg chg="add del">
          <ac:chgData name="Mohammed Naseer Sihanas" userId="baf10d46-ca0e-4f93-8b9a-bd1fa4bc7e8f" providerId="ADAL" clId="{184616BA-6CDA-4086-85DC-6184980B2319}" dt="2025-06-14T07:39:02.823" v="57" actId="26606"/>
          <ac:spMkLst>
            <pc:docMk/>
            <pc:sldMk cId="1120326709" sldId="328"/>
            <ac:spMk id="31" creationId="{79BB35BC-D5C2-4C8B-A22A-A71E6191913B}"/>
          </ac:spMkLst>
        </pc:spChg>
        <pc:spChg chg="del">
          <ac:chgData name="Mohammed Naseer Sihanas" userId="baf10d46-ca0e-4f93-8b9a-bd1fa4bc7e8f" providerId="ADAL" clId="{184616BA-6CDA-4086-85DC-6184980B2319}" dt="2025-06-14T07:38:17.568" v="42" actId="26606"/>
          <ac:spMkLst>
            <pc:docMk/>
            <pc:sldMk cId="1120326709" sldId="328"/>
            <ac:spMk id="32" creationId="{D2B78728-A580-49A7-84F9-6EF6F583ADE0}"/>
          </ac:spMkLst>
        </pc:spChg>
        <pc:spChg chg="add del">
          <ac:chgData name="Mohammed Naseer Sihanas" userId="baf10d46-ca0e-4f93-8b9a-bd1fa4bc7e8f" providerId="ADAL" clId="{184616BA-6CDA-4086-85DC-6184980B2319}" dt="2025-06-14T07:39:04.257" v="59" actId="26606"/>
          <ac:spMkLst>
            <pc:docMk/>
            <pc:sldMk cId="1120326709" sldId="328"/>
            <ac:spMk id="33" creationId="{04812C46-200A-4DEB-A05E-3ED6C68C2387}"/>
          </ac:spMkLst>
        </pc:spChg>
        <pc:spChg chg="del">
          <ac:chgData name="Mohammed Naseer Sihanas" userId="baf10d46-ca0e-4f93-8b9a-bd1fa4bc7e8f" providerId="ADAL" clId="{184616BA-6CDA-4086-85DC-6184980B2319}" dt="2025-06-14T07:38:17.568" v="42" actId="26606"/>
          <ac:spMkLst>
            <pc:docMk/>
            <pc:sldMk cId="1120326709" sldId="328"/>
            <ac:spMk id="34" creationId="{38FAA1A1-D861-433F-88FA-1E9D6FD31D11}"/>
          </ac:spMkLst>
        </pc:spChg>
        <pc:spChg chg="add del">
          <ac:chgData name="Mohammed Naseer Sihanas" userId="baf10d46-ca0e-4f93-8b9a-bd1fa4bc7e8f" providerId="ADAL" clId="{184616BA-6CDA-4086-85DC-6184980B2319}" dt="2025-06-14T07:39:04.257" v="59" actId="26606"/>
          <ac:spMkLst>
            <pc:docMk/>
            <pc:sldMk cId="1120326709" sldId="328"/>
            <ac:spMk id="35" creationId="{D1EA859B-E555-4109-94F3-6700E046E008}"/>
          </ac:spMkLst>
        </pc:spChg>
        <pc:spChg chg="del">
          <ac:chgData name="Mohammed Naseer Sihanas" userId="baf10d46-ca0e-4f93-8b9a-bd1fa4bc7e8f" providerId="ADAL" clId="{184616BA-6CDA-4086-85DC-6184980B2319}" dt="2025-06-14T07:38:17.568" v="42" actId="26606"/>
          <ac:spMkLst>
            <pc:docMk/>
            <pc:sldMk cId="1120326709" sldId="328"/>
            <ac:spMk id="36" creationId="{8D71EDA1-87BF-4D5D-AB79-F346FD19278A}"/>
          </ac:spMkLst>
        </pc:spChg>
        <pc:spChg chg="add del">
          <ac:chgData name="Mohammed Naseer Sihanas" userId="baf10d46-ca0e-4f93-8b9a-bd1fa4bc7e8f" providerId="ADAL" clId="{184616BA-6CDA-4086-85DC-6184980B2319}" dt="2025-06-14T07:39:05.068" v="61" actId="26606"/>
          <ac:spMkLst>
            <pc:docMk/>
            <pc:sldMk cId="1120326709" sldId="328"/>
            <ac:spMk id="37" creationId="{59A309A7-1751-4ABE-A3C1-EEC40366AD89}"/>
          </ac:spMkLst>
        </pc:spChg>
        <pc:spChg chg="add del">
          <ac:chgData name="Mohammed Naseer Sihanas" userId="baf10d46-ca0e-4f93-8b9a-bd1fa4bc7e8f" providerId="ADAL" clId="{184616BA-6CDA-4086-85DC-6184980B2319}" dt="2025-06-14T07:39:05.068" v="61" actId="26606"/>
          <ac:spMkLst>
            <pc:docMk/>
            <pc:sldMk cId="1120326709" sldId="328"/>
            <ac:spMk id="38" creationId="{967D8EB6-EAE1-4F9C-B398-83321E287204}"/>
          </ac:spMkLst>
        </pc:spChg>
        <pc:spChg chg="add del">
          <ac:chgData name="Mohammed Naseer Sihanas" userId="baf10d46-ca0e-4f93-8b9a-bd1fa4bc7e8f" providerId="ADAL" clId="{184616BA-6CDA-4086-85DC-6184980B2319}" dt="2025-06-14T07:45:01.867" v="79" actId="26606"/>
          <ac:spMkLst>
            <pc:docMk/>
            <pc:sldMk cId="1120326709" sldId="328"/>
            <ac:spMk id="39" creationId="{04812C46-200A-4DEB-A05E-3ED6C68C2387}"/>
          </ac:spMkLst>
        </pc:spChg>
        <pc:spChg chg="add del">
          <ac:chgData name="Mohammed Naseer Sihanas" userId="baf10d46-ca0e-4f93-8b9a-bd1fa4bc7e8f" providerId="ADAL" clId="{184616BA-6CDA-4086-85DC-6184980B2319}" dt="2025-06-14T07:45:01.867" v="79" actId="26606"/>
          <ac:spMkLst>
            <pc:docMk/>
            <pc:sldMk cId="1120326709" sldId="328"/>
            <ac:spMk id="41" creationId="{D1EA859B-E555-4109-94F3-6700E046E008}"/>
          </ac:spMkLst>
        </pc:spChg>
        <pc:spChg chg="add del mod">
          <ac:chgData name="Mohammed Naseer Sihanas" userId="baf10d46-ca0e-4f93-8b9a-bd1fa4bc7e8f" providerId="ADAL" clId="{184616BA-6CDA-4086-85DC-6184980B2319}" dt="2025-06-14T10:53:23.230" v="763" actId="26606"/>
          <ac:spMkLst>
            <pc:docMk/>
            <pc:sldMk cId="1120326709" sldId="328"/>
            <ac:spMk id="42" creationId="{7CB860C7-93AD-4311-8CD4-4580644B47DD}"/>
          </ac:spMkLst>
        </pc:spChg>
        <pc:spChg chg="add del">
          <ac:chgData name="Mohammed Naseer Sihanas" userId="baf10d46-ca0e-4f93-8b9a-bd1fa4bc7e8f" providerId="ADAL" clId="{184616BA-6CDA-4086-85DC-6184980B2319}" dt="2025-06-14T10:52:26.938" v="741" actId="26606"/>
          <ac:spMkLst>
            <pc:docMk/>
            <pc:sldMk cId="1120326709" sldId="328"/>
            <ac:spMk id="48" creationId="{1A9F7B4E-B03D-4F64-BE33-00D074458D45}"/>
          </ac:spMkLst>
        </pc:spChg>
        <pc:spChg chg="add del">
          <ac:chgData name="Mohammed Naseer Sihanas" userId="baf10d46-ca0e-4f93-8b9a-bd1fa4bc7e8f" providerId="ADAL" clId="{184616BA-6CDA-4086-85DC-6184980B2319}" dt="2025-06-14T10:52:26.938" v="741" actId="26606"/>
          <ac:spMkLst>
            <pc:docMk/>
            <pc:sldMk cId="1120326709" sldId="328"/>
            <ac:spMk id="50" creationId="{7E2BE7F7-CA89-4002-ACCE-A478AEA24F5E}"/>
          </ac:spMkLst>
        </pc:spChg>
        <pc:spChg chg="add del">
          <ac:chgData name="Mohammed Naseer Sihanas" userId="baf10d46-ca0e-4f93-8b9a-bd1fa4bc7e8f" providerId="ADAL" clId="{184616BA-6CDA-4086-85DC-6184980B2319}" dt="2025-06-14T10:53:23.230" v="763" actId="26606"/>
          <ac:spMkLst>
            <pc:docMk/>
            <pc:sldMk cId="1120326709" sldId="328"/>
            <ac:spMk id="52" creationId="{96CF2A2B-0745-440C-9224-C5C6A0A4286F}"/>
          </ac:spMkLst>
        </pc:spChg>
        <pc:spChg chg="add del">
          <ac:chgData name="Mohammed Naseer Sihanas" userId="baf10d46-ca0e-4f93-8b9a-bd1fa4bc7e8f" providerId="ADAL" clId="{184616BA-6CDA-4086-85DC-6184980B2319}" dt="2025-06-14T10:53:23.230" v="763" actId="26606"/>
          <ac:spMkLst>
            <pc:docMk/>
            <pc:sldMk cId="1120326709" sldId="328"/>
            <ac:spMk id="53" creationId="{75BE6D6B-84C9-4D2B-97EB-773B7369EF82}"/>
          </ac:spMkLst>
        </pc:spChg>
        <pc:spChg chg="add del">
          <ac:chgData name="Mohammed Naseer Sihanas" userId="baf10d46-ca0e-4f93-8b9a-bd1fa4bc7e8f" providerId="ADAL" clId="{184616BA-6CDA-4086-85DC-6184980B2319}" dt="2025-06-14T10:53:13.280" v="752" actId="26606"/>
          <ac:spMkLst>
            <pc:docMk/>
            <pc:sldMk cId="1120326709" sldId="328"/>
            <ac:spMk id="58" creationId="{96CF2A2B-0745-440C-9224-C5C6A0A4286F}"/>
          </ac:spMkLst>
        </pc:spChg>
        <pc:spChg chg="add del">
          <ac:chgData name="Mohammed Naseer Sihanas" userId="baf10d46-ca0e-4f93-8b9a-bd1fa4bc7e8f" providerId="ADAL" clId="{184616BA-6CDA-4086-85DC-6184980B2319}" dt="2025-06-14T10:53:13.280" v="752" actId="26606"/>
          <ac:spMkLst>
            <pc:docMk/>
            <pc:sldMk cId="1120326709" sldId="328"/>
            <ac:spMk id="60" creationId="{75BE6D6B-84C9-4D2B-97EB-773B7369EF82}"/>
          </ac:spMkLst>
        </pc:spChg>
        <pc:spChg chg="add del">
          <ac:chgData name="Mohammed Naseer Sihanas" userId="baf10d46-ca0e-4f93-8b9a-bd1fa4bc7e8f" providerId="ADAL" clId="{184616BA-6CDA-4086-85DC-6184980B2319}" dt="2025-06-14T10:53:16.348" v="754" actId="26606"/>
          <ac:spMkLst>
            <pc:docMk/>
            <pc:sldMk cId="1120326709" sldId="328"/>
            <ac:spMk id="62" creationId="{96CF2A2B-0745-440C-9224-C5C6A0A4286F}"/>
          </ac:spMkLst>
        </pc:spChg>
        <pc:spChg chg="add del">
          <ac:chgData name="Mohammed Naseer Sihanas" userId="baf10d46-ca0e-4f93-8b9a-bd1fa4bc7e8f" providerId="ADAL" clId="{184616BA-6CDA-4086-85DC-6184980B2319}" dt="2025-06-14T10:53:16.348" v="754" actId="26606"/>
          <ac:spMkLst>
            <pc:docMk/>
            <pc:sldMk cId="1120326709" sldId="328"/>
            <ac:spMk id="63" creationId="{75BE6D6B-84C9-4D2B-97EB-773B7369EF82}"/>
          </ac:spMkLst>
        </pc:spChg>
        <pc:spChg chg="add del">
          <ac:chgData name="Mohammed Naseer Sihanas" userId="baf10d46-ca0e-4f93-8b9a-bd1fa4bc7e8f" providerId="ADAL" clId="{184616BA-6CDA-4086-85DC-6184980B2319}" dt="2025-06-14T10:53:20.165" v="756" actId="26606"/>
          <ac:spMkLst>
            <pc:docMk/>
            <pc:sldMk cId="1120326709" sldId="328"/>
            <ac:spMk id="65" creationId="{96CF2A2B-0745-440C-9224-C5C6A0A4286F}"/>
          </ac:spMkLst>
        </pc:spChg>
        <pc:spChg chg="add del">
          <ac:chgData name="Mohammed Naseer Sihanas" userId="baf10d46-ca0e-4f93-8b9a-bd1fa4bc7e8f" providerId="ADAL" clId="{184616BA-6CDA-4086-85DC-6184980B2319}" dt="2025-06-14T10:53:20.165" v="756" actId="26606"/>
          <ac:spMkLst>
            <pc:docMk/>
            <pc:sldMk cId="1120326709" sldId="328"/>
            <ac:spMk id="66" creationId="{75BE6D6B-84C9-4D2B-97EB-773B7369EF82}"/>
          </ac:spMkLst>
        </pc:spChg>
        <pc:grpChg chg="add del">
          <ac:chgData name="Mohammed Naseer Sihanas" userId="baf10d46-ca0e-4f93-8b9a-bd1fa4bc7e8f" providerId="ADAL" clId="{184616BA-6CDA-4086-85DC-6184980B2319}" dt="2025-06-14T07:39:06.210" v="63" actId="26606"/>
          <ac:grpSpMkLst>
            <pc:docMk/>
            <pc:sldMk cId="1120326709" sldId="328"/>
            <ac:grpSpMk id="40" creationId="{1FD67D68-9B83-C338-8342-3348D8F22347}"/>
          </ac:grpSpMkLst>
        </pc:grpChg>
        <pc:graphicFrameChg chg="add del">
          <ac:chgData name="Mohammed Naseer Sihanas" userId="baf10d46-ca0e-4f93-8b9a-bd1fa4bc7e8f" providerId="ADAL" clId="{184616BA-6CDA-4086-85DC-6184980B2319}" dt="2025-06-14T07:39:09.517" v="65" actId="26606"/>
          <ac:graphicFrameMkLst>
            <pc:docMk/>
            <pc:sldMk cId="1120326709" sldId="328"/>
            <ac:graphicFrameMk id="13" creationId="{C2311825-7FD3-B9A4-E3B7-C56D4948E984}"/>
          </ac:graphicFrameMkLst>
        </pc:graphicFrameChg>
        <pc:graphicFrameChg chg="add del">
          <ac:chgData name="Mohammed Naseer Sihanas" userId="baf10d46-ca0e-4f93-8b9a-bd1fa4bc7e8f" providerId="ADAL" clId="{184616BA-6CDA-4086-85DC-6184980B2319}" dt="2025-06-14T07:39:10.743" v="67" actId="26606"/>
          <ac:graphicFrameMkLst>
            <pc:docMk/>
            <pc:sldMk cId="1120326709" sldId="328"/>
            <ac:graphicFrameMk id="15" creationId="{6B99AA8C-A121-5FCF-CDAD-2D138F6446C7}"/>
          </ac:graphicFrameMkLst>
        </pc:graphicFrameChg>
        <pc:graphicFrameChg chg="add del">
          <ac:chgData name="Mohammed Naseer Sihanas" userId="baf10d46-ca0e-4f93-8b9a-bd1fa4bc7e8f" providerId="ADAL" clId="{184616BA-6CDA-4086-85DC-6184980B2319}" dt="2025-06-14T07:39:13.110" v="69" actId="26606"/>
          <ac:graphicFrameMkLst>
            <pc:docMk/>
            <pc:sldMk cId="1120326709" sldId="328"/>
            <ac:graphicFrameMk id="17" creationId="{3E64B703-D51F-6F75-C4D1-F7272FBA1DBD}"/>
          </ac:graphicFrameMkLst>
        </pc:graphicFrameChg>
        <pc:graphicFrameChg chg="add del">
          <ac:chgData name="Mohammed Naseer Sihanas" userId="baf10d46-ca0e-4f93-8b9a-bd1fa4bc7e8f" providerId="ADAL" clId="{184616BA-6CDA-4086-85DC-6184980B2319}" dt="2025-06-14T07:39:31.800" v="71" actId="26606"/>
          <ac:graphicFrameMkLst>
            <pc:docMk/>
            <pc:sldMk cId="1120326709" sldId="328"/>
            <ac:graphicFrameMk id="19" creationId="{CB11201C-D80F-F296-6366-EB95910483B9}"/>
          </ac:graphicFrameMkLst>
        </pc:graphicFrameChg>
        <pc:graphicFrameChg chg="add del">
          <ac:chgData name="Mohammed Naseer Sihanas" userId="baf10d46-ca0e-4f93-8b9a-bd1fa4bc7e8f" providerId="ADAL" clId="{184616BA-6CDA-4086-85DC-6184980B2319}" dt="2025-06-14T10:53:16.348" v="754" actId="26606"/>
          <ac:graphicFrameMkLst>
            <pc:docMk/>
            <pc:sldMk cId="1120326709" sldId="328"/>
            <ac:graphicFrameMk id="55" creationId="{FF61A1F9-9F03-9D75-FC2C-71054DFB97DB}"/>
          </ac:graphicFrameMkLst>
        </pc:graphicFrameChg>
        <pc:graphicFrameChg chg="add del">
          <ac:chgData name="Mohammed Naseer Sihanas" userId="baf10d46-ca0e-4f93-8b9a-bd1fa4bc7e8f" providerId="ADAL" clId="{184616BA-6CDA-4086-85DC-6184980B2319}" dt="2025-06-14T10:53:20.165" v="756" actId="26606"/>
          <ac:graphicFrameMkLst>
            <pc:docMk/>
            <pc:sldMk cId="1120326709" sldId="328"/>
            <ac:graphicFrameMk id="67" creationId="{94744007-DE6E-BEDB-0A90-F75BADB4506B}"/>
          </ac:graphicFrameMkLst>
        </pc:graphicFrameChg>
        <pc:picChg chg="add del mod ord">
          <ac:chgData name="Mohammed Naseer Sihanas" userId="baf10d46-ca0e-4f93-8b9a-bd1fa4bc7e8f" providerId="ADAL" clId="{184616BA-6CDA-4086-85DC-6184980B2319}" dt="2025-06-14T07:44:54.599" v="77" actId="478"/>
          <ac:picMkLst>
            <pc:docMk/>
            <pc:sldMk cId="1120326709" sldId="328"/>
            <ac:picMk id="11" creationId="{F5F51271-9D7C-F6D7-089B-0D8A002EBC1C}"/>
          </ac:picMkLst>
        </pc:picChg>
        <pc:picChg chg="add mod ord">
          <ac:chgData name="Mohammed Naseer Sihanas" userId="baf10d46-ca0e-4f93-8b9a-bd1fa4bc7e8f" providerId="ADAL" clId="{184616BA-6CDA-4086-85DC-6184980B2319}" dt="2025-06-14T10:53:23.230" v="763" actId="26606"/>
          <ac:picMkLst>
            <pc:docMk/>
            <pc:sldMk cId="1120326709" sldId="328"/>
            <ac:picMk id="43" creationId="{9CA6100E-EFE8-F1FD-09FC-3D3BA04F07A1}"/>
          </ac:picMkLst>
        </pc:picChg>
      </pc:sldChg>
      <pc:sldChg chg="addSp delSp modSp del mod addAnim">
        <pc:chgData name="Mohammed Naseer Sihanas" userId="baf10d46-ca0e-4f93-8b9a-bd1fa4bc7e8f" providerId="ADAL" clId="{184616BA-6CDA-4086-85DC-6184980B2319}" dt="2025-06-14T07:54:06.221" v="174" actId="47"/>
        <pc:sldMkLst>
          <pc:docMk/>
          <pc:sldMk cId="1461252214" sldId="329"/>
        </pc:sldMkLst>
        <pc:spChg chg="mod">
          <ac:chgData name="Mohammed Naseer Sihanas" userId="baf10d46-ca0e-4f93-8b9a-bd1fa4bc7e8f" providerId="ADAL" clId="{184616BA-6CDA-4086-85DC-6184980B2319}" dt="2025-06-14T07:53:36.871" v="168" actId="26606"/>
          <ac:spMkLst>
            <pc:docMk/>
            <pc:sldMk cId="1461252214" sldId="329"/>
            <ac:spMk id="2" creationId="{184D784C-09C2-4209-A54C-7272AAABAA90}"/>
          </ac:spMkLst>
        </pc:spChg>
        <pc:spChg chg="mod">
          <ac:chgData name="Mohammed Naseer Sihanas" userId="baf10d46-ca0e-4f93-8b9a-bd1fa4bc7e8f" providerId="ADAL" clId="{184616BA-6CDA-4086-85DC-6184980B2319}" dt="2025-06-14T07:53:36.871" v="168" actId="26606"/>
          <ac:spMkLst>
            <pc:docMk/>
            <pc:sldMk cId="1461252214" sldId="329"/>
            <ac:spMk id="3" creationId="{00000000-0000-0000-0000-000000000000}"/>
          </ac:spMkLst>
        </pc:spChg>
        <pc:spChg chg="mod">
          <ac:chgData name="Mohammed Naseer Sihanas" userId="baf10d46-ca0e-4f93-8b9a-bd1fa4bc7e8f" providerId="ADAL" clId="{184616BA-6CDA-4086-85DC-6184980B2319}" dt="2025-06-14T07:53:36.871" v="168" actId="26606"/>
          <ac:spMkLst>
            <pc:docMk/>
            <pc:sldMk cId="1461252214" sldId="329"/>
            <ac:spMk id="4" creationId="{6D4C7CB0-FBE1-485A-979E-AFFF09854263}"/>
          </ac:spMkLst>
        </pc:spChg>
        <pc:spChg chg="mod ord">
          <ac:chgData name="Mohammed Naseer Sihanas" userId="baf10d46-ca0e-4f93-8b9a-bd1fa4bc7e8f" providerId="ADAL" clId="{184616BA-6CDA-4086-85DC-6184980B2319}" dt="2025-06-14T07:53:36.871" v="168" actId="26606"/>
          <ac:spMkLst>
            <pc:docMk/>
            <pc:sldMk cId="1461252214" sldId="329"/>
            <ac:spMk id="5" creationId="{4892CD39-0D00-43C5-8A2D-E2EDFA3A7F9B}"/>
          </ac:spMkLst>
        </pc:spChg>
        <pc:spChg chg="del">
          <ac:chgData name="Mohammed Naseer Sihanas" userId="baf10d46-ca0e-4f93-8b9a-bd1fa4bc7e8f" providerId="ADAL" clId="{184616BA-6CDA-4086-85DC-6184980B2319}" dt="2025-06-14T07:53:21.927" v="167" actId="26606"/>
          <ac:spMkLst>
            <pc:docMk/>
            <pc:sldMk cId="1461252214" sldId="329"/>
            <ac:spMk id="23" creationId="{2FB82883-1DC0-4BE1-A607-009095F3355A}"/>
          </ac:spMkLst>
        </pc:spChg>
        <pc:spChg chg="del">
          <ac:chgData name="Mohammed Naseer Sihanas" userId="baf10d46-ca0e-4f93-8b9a-bd1fa4bc7e8f" providerId="ADAL" clId="{184616BA-6CDA-4086-85DC-6184980B2319}" dt="2025-06-14T07:53:21.927" v="167" actId="26606"/>
          <ac:spMkLst>
            <pc:docMk/>
            <pc:sldMk cId="1461252214" sldId="329"/>
            <ac:spMk id="25" creationId="{A3473CF9-37EB-43E7-89EF-D2D1C53D1DAC}"/>
          </ac:spMkLst>
        </pc:spChg>
        <pc:spChg chg="del">
          <ac:chgData name="Mohammed Naseer Sihanas" userId="baf10d46-ca0e-4f93-8b9a-bd1fa4bc7e8f" providerId="ADAL" clId="{184616BA-6CDA-4086-85DC-6184980B2319}" dt="2025-06-14T07:53:21.927" v="167" actId="26606"/>
          <ac:spMkLst>
            <pc:docMk/>
            <pc:sldMk cId="1461252214" sldId="329"/>
            <ac:spMk id="27" creationId="{586B4EF9-43BA-4655-A6FF-1D8E21574C95}"/>
          </ac:spMkLst>
        </pc:spChg>
        <pc:spChg chg="add del">
          <ac:chgData name="Mohammed Naseer Sihanas" userId="baf10d46-ca0e-4f93-8b9a-bd1fa4bc7e8f" providerId="ADAL" clId="{184616BA-6CDA-4086-85DC-6184980B2319}" dt="2025-06-14T07:53:36.871" v="168" actId="26606"/>
          <ac:spMkLst>
            <pc:docMk/>
            <pc:sldMk cId="1461252214" sldId="329"/>
            <ac:spMk id="32" creationId="{0671A8AE-40A1-4631-A6B8-581AFF065482}"/>
          </ac:spMkLst>
        </pc:spChg>
        <pc:spChg chg="add del">
          <ac:chgData name="Mohammed Naseer Sihanas" userId="baf10d46-ca0e-4f93-8b9a-bd1fa4bc7e8f" providerId="ADAL" clId="{184616BA-6CDA-4086-85DC-6184980B2319}" dt="2025-06-14T07:53:36.871" v="168" actId="26606"/>
          <ac:spMkLst>
            <pc:docMk/>
            <pc:sldMk cId="1461252214" sldId="329"/>
            <ac:spMk id="34" creationId="{AB58EF07-17C2-48CF-ABB0-EEF1F17CB8F0}"/>
          </ac:spMkLst>
        </pc:spChg>
        <pc:spChg chg="add del">
          <ac:chgData name="Mohammed Naseer Sihanas" userId="baf10d46-ca0e-4f93-8b9a-bd1fa4bc7e8f" providerId="ADAL" clId="{184616BA-6CDA-4086-85DC-6184980B2319}" dt="2025-06-14T07:53:36.871" v="168" actId="26606"/>
          <ac:spMkLst>
            <pc:docMk/>
            <pc:sldMk cId="1461252214" sldId="329"/>
            <ac:spMk id="36" creationId="{AF2F604E-43BE-4DC3-B983-E071523364F8}"/>
          </ac:spMkLst>
        </pc:spChg>
        <pc:spChg chg="add del">
          <ac:chgData name="Mohammed Naseer Sihanas" userId="baf10d46-ca0e-4f93-8b9a-bd1fa4bc7e8f" providerId="ADAL" clId="{184616BA-6CDA-4086-85DC-6184980B2319}" dt="2025-06-14T07:53:36.871" v="168" actId="26606"/>
          <ac:spMkLst>
            <pc:docMk/>
            <pc:sldMk cId="1461252214" sldId="329"/>
            <ac:spMk id="38" creationId="{08C9B587-E65E-4B52-B37C-ABEBB6E87928}"/>
          </ac:spMkLst>
        </pc:spChg>
        <pc:spChg chg="add">
          <ac:chgData name="Mohammed Naseer Sihanas" userId="baf10d46-ca0e-4f93-8b9a-bd1fa4bc7e8f" providerId="ADAL" clId="{184616BA-6CDA-4086-85DC-6184980B2319}" dt="2025-06-14T07:53:36.871" v="168" actId="26606"/>
          <ac:spMkLst>
            <pc:docMk/>
            <pc:sldMk cId="1461252214" sldId="329"/>
            <ac:spMk id="43" creationId="{C1DD1A8A-57D5-4A81-AD04-532B043C5611}"/>
          </ac:spMkLst>
        </pc:spChg>
        <pc:spChg chg="add">
          <ac:chgData name="Mohammed Naseer Sihanas" userId="baf10d46-ca0e-4f93-8b9a-bd1fa4bc7e8f" providerId="ADAL" clId="{184616BA-6CDA-4086-85DC-6184980B2319}" dt="2025-06-14T07:53:36.871" v="168" actId="26606"/>
          <ac:spMkLst>
            <pc:docMk/>
            <pc:sldMk cId="1461252214" sldId="329"/>
            <ac:spMk id="45" creationId="{007891EC-4501-44ED-A8C8-B11B6DB767AB}"/>
          </ac:spMkLst>
        </pc:spChg>
        <pc:picChg chg="mod">
          <ac:chgData name="Mohammed Naseer Sihanas" userId="baf10d46-ca0e-4f93-8b9a-bd1fa4bc7e8f" providerId="ADAL" clId="{184616BA-6CDA-4086-85DC-6184980B2319}" dt="2025-06-14T07:53:36.871" v="168" actId="26606"/>
          <ac:picMkLst>
            <pc:docMk/>
            <pc:sldMk cId="1461252214" sldId="329"/>
            <ac:picMk id="7" creationId="{273ADCC6-897E-4499-9AC1-C34ED51F898D}"/>
          </ac:picMkLst>
        </pc:picChg>
      </pc:sldChg>
      <pc:sldChg chg="del">
        <pc:chgData name="Mohammed Naseer Sihanas" userId="baf10d46-ca0e-4f93-8b9a-bd1fa4bc7e8f" providerId="ADAL" clId="{184616BA-6CDA-4086-85DC-6184980B2319}" dt="2025-06-14T07:54:32.500" v="178" actId="47"/>
        <pc:sldMkLst>
          <pc:docMk/>
          <pc:sldMk cId="3562125749" sldId="330"/>
        </pc:sldMkLst>
      </pc:sldChg>
      <pc:sldChg chg="del">
        <pc:chgData name="Mohammed Naseer Sihanas" userId="baf10d46-ca0e-4f93-8b9a-bd1fa4bc7e8f" providerId="ADAL" clId="{184616BA-6CDA-4086-85DC-6184980B2319}" dt="2025-06-14T08:35:47.957" v="286" actId="47"/>
        <pc:sldMkLst>
          <pc:docMk/>
          <pc:sldMk cId="2758065626" sldId="331"/>
        </pc:sldMkLst>
      </pc:sldChg>
      <pc:sldChg chg="del">
        <pc:chgData name="Mohammed Naseer Sihanas" userId="baf10d46-ca0e-4f93-8b9a-bd1fa4bc7e8f" providerId="ADAL" clId="{184616BA-6CDA-4086-85DC-6184980B2319}" dt="2025-06-14T08:35:51.132" v="287" actId="47"/>
        <pc:sldMkLst>
          <pc:docMk/>
          <pc:sldMk cId="74280043" sldId="332"/>
        </pc:sldMkLst>
      </pc:sldChg>
      <pc:sldChg chg="del">
        <pc:chgData name="Mohammed Naseer Sihanas" userId="baf10d46-ca0e-4f93-8b9a-bd1fa4bc7e8f" providerId="ADAL" clId="{184616BA-6CDA-4086-85DC-6184980B2319}" dt="2025-06-14T07:54:30.388" v="177" actId="47"/>
        <pc:sldMkLst>
          <pc:docMk/>
          <pc:sldMk cId="3936374435" sldId="334"/>
        </pc:sldMkLst>
      </pc:sldChg>
      <pc:sldChg chg="addSp delSp modSp mod setBg setClrOvrMap">
        <pc:chgData name="Mohammed Naseer Sihanas" userId="baf10d46-ca0e-4f93-8b9a-bd1fa4bc7e8f" providerId="ADAL" clId="{184616BA-6CDA-4086-85DC-6184980B2319}" dt="2025-06-14T10:50:59.083" v="611" actId="26606"/>
        <pc:sldMkLst>
          <pc:docMk/>
          <pc:sldMk cId="3896243069" sldId="336"/>
        </pc:sldMkLst>
        <pc:spChg chg="mod">
          <ac:chgData name="Mohammed Naseer Sihanas" userId="baf10d46-ca0e-4f93-8b9a-bd1fa4bc7e8f" providerId="ADAL" clId="{184616BA-6CDA-4086-85DC-6184980B2319}" dt="2025-06-14T10:50:59.083" v="611" actId="26606"/>
          <ac:spMkLst>
            <pc:docMk/>
            <pc:sldMk cId="3896243069" sldId="336"/>
            <ac:spMk id="2" creationId="{184D784C-09C2-4209-A54C-7272AAABAA90}"/>
          </ac:spMkLst>
        </pc:spChg>
        <pc:spChg chg="mod">
          <ac:chgData name="Mohammed Naseer Sihanas" userId="baf10d46-ca0e-4f93-8b9a-bd1fa4bc7e8f" providerId="ADAL" clId="{184616BA-6CDA-4086-85DC-6184980B2319}" dt="2025-06-14T10:50:59.083" v="611" actId="26606"/>
          <ac:spMkLst>
            <pc:docMk/>
            <pc:sldMk cId="3896243069" sldId="336"/>
            <ac:spMk id="3" creationId="{00000000-0000-0000-0000-000000000000}"/>
          </ac:spMkLst>
        </pc:spChg>
        <pc:spChg chg="mod">
          <ac:chgData name="Mohammed Naseer Sihanas" userId="baf10d46-ca0e-4f93-8b9a-bd1fa4bc7e8f" providerId="ADAL" clId="{184616BA-6CDA-4086-85DC-6184980B2319}" dt="2025-06-14T10:50:59.083" v="611" actId="26606"/>
          <ac:spMkLst>
            <pc:docMk/>
            <pc:sldMk cId="3896243069" sldId="336"/>
            <ac:spMk id="4" creationId="{6D4C7CB0-FBE1-485A-979E-AFFF09854263}"/>
          </ac:spMkLst>
        </pc:spChg>
        <pc:spChg chg="mod ord">
          <ac:chgData name="Mohammed Naseer Sihanas" userId="baf10d46-ca0e-4f93-8b9a-bd1fa4bc7e8f" providerId="ADAL" clId="{184616BA-6CDA-4086-85DC-6184980B2319}" dt="2025-06-14T10:50:59.083" v="611" actId="26606"/>
          <ac:spMkLst>
            <pc:docMk/>
            <pc:sldMk cId="3896243069" sldId="336"/>
            <ac:spMk id="5" creationId="{4892CD39-0D00-43C5-8A2D-E2EDFA3A7F9B}"/>
          </ac:spMkLst>
        </pc:spChg>
        <pc:spChg chg="del">
          <ac:chgData name="Mohammed Naseer Sihanas" userId="baf10d46-ca0e-4f93-8b9a-bd1fa4bc7e8f" providerId="ADAL" clId="{184616BA-6CDA-4086-85DC-6184980B2319}" dt="2025-06-14T07:55:06.351" v="179" actId="26606"/>
          <ac:spMkLst>
            <pc:docMk/>
            <pc:sldMk cId="3896243069" sldId="336"/>
            <ac:spMk id="23" creationId="{2FB82883-1DC0-4BE1-A607-009095F3355A}"/>
          </ac:spMkLst>
        </pc:spChg>
        <pc:spChg chg="del">
          <ac:chgData name="Mohammed Naseer Sihanas" userId="baf10d46-ca0e-4f93-8b9a-bd1fa4bc7e8f" providerId="ADAL" clId="{184616BA-6CDA-4086-85DC-6184980B2319}" dt="2025-06-14T07:55:06.351" v="179" actId="26606"/>
          <ac:spMkLst>
            <pc:docMk/>
            <pc:sldMk cId="3896243069" sldId="336"/>
            <ac:spMk id="25" creationId="{A3473CF9-37EB-43E7-89EF-D2D1C53D1DAC}"/>
          </ac:spMkLst>
        </pc:spChg>
        <pc:spChg chg="del">
          <ac:chgData name="Mohammed Naseer Sihanas" userId="baf10d46-ca0e-4f93-8b9a-bd1fa4bc7e8f" providerId="ADAL" clId="{184616BA-6CDA-4086-85DC-6184980B2319}" dt="2025-06-14T07:55:06.351" v="179" actId="26606"/>
          <ac:spMkLst>
            <pc:docMk/>
            <pc:sldMk cId="3896243069" sldId="336"/>
            <ac:spMk id="27" creationId="{586B4EF9-43BA-4655-A6FF-1D8E21574C95}"/>
          </ac:spMkLst>
        </pc:spChg>
        <pc:spChg chg="add del">
          <ac:chgData name="Mohammed Naseer Sihanas" userId="baf10d46-ca0e-4f93-8b9a-bd1fa4bc7e8f" providerId="ADAL" clId="{184616BA-6CDA-4086-85DC-6184980B2319}" dt="2025-06-14T10:50:59.083" v="611" actId="26606"/>
          <ac:spMkLst>
            <pc:docMk/>
            <pc:sldMk cId="3896243069" sldId="336"/>
            <ac:spMk id="32" creationId="{71B2258F-86CA-4D4D-8270-BC05FCDEBFB3}"/>
          </ac:spMkLst>
        </pc:spChg>
        <pc:spChg chg="add">
          <ac:chgData name="Mohammed Naseer Sihanas" userId="baf10d46-ca0e-4f93-8b9a-bd1fa4bc7e8f" providerId="ADAL" clId="{184616BA-6CDA-4086-85DC-6184980B2319}" dt="2025-06-14T10:50:59.083" v="611" actId="26606"/>
          <ac:spMkLst>
            <pc:docMk/>
            <pc:sldMk cId="3896243069" sldId="336"/>
            <ac:spMk id="37" creationId="{8A95209C-5275-4E15-8EA7-7F42980ABF2D}"/>
          </ac:spMkLst>
        </pc:spChg>
        <pc:spChg chg="add">
          <ac:chgData name="Mohammed Naseer Sihanas" userId="baf10d46-ca0e-4f93-8b9a-bd1fa4bc7e8f" providerId="ADAL" clId="{184616BA-6CDA-4086-85DC-6184980B2319}" dt="2025-06-14T10:50:59.083" v="611" actId="26606"/>
          <ac:spMkLst>
            <pc:docMk/>
            <pc:sldMk cId="3896243069" sldId="336"/>
            <ac:spMk id="39" creationId="{DEF0EFD6-A3C2-4C94-A80A-BA9709D99013}"/>
          </ac:spMkLst>
        </pc:spChg>
        <pc:spChg chg="add">
          <ac:chgData name="Mohammed Naseer Sihanas" userId="baf10d46-ca0e-4f93-8b9a-bd1fa4bc7e8f" providerId="ADAL" clId="{184616BA-6CDA-4086-85DC-6184980B2319}" dt="2025-06-14T10:50:59.083" v="611" actId="26606"/>
          <ac:spMkLst>
            <pc:docMk/>
            <pc:sldMk cId="3896243069" sldId="336"/>
            <ac:spMk id="41" creationId="{4F2ED431-E304-4FF0-9F4E-032783C9D612}"/>
          </ac:spMkLst>
        </pc:spChg>
        <pc:picChg chg="mod">
          <ac:chgData name="Mohammed Naseer Sihanas" userId="baf10d46-ca0e-4f93-8b9a-bd1fa4bc7e8f" providerId="ADAL" clId="{184616BA-6CDA-4086-85DC-6184980B2319}" dt="2025-06-14T10:50:59.083" v="611" actId="26606"/>
          <ac:picMkLst>
            <pc:docMk/>
            <pc:sldMk cId="3896243069" sldId="336"/>
            <ac:picMk id="7" creationId="{273ADCC6-897E-4499-9AC1-C34ED51F898D}"/>
          </ac:picMkLst>
        </pc:picChg>
      </pc:sldChg>
      <pc:sldChg chg="addSp delSp modSp mod setBg modNotesTx">
        <pc:chgData name="Mohammed Naseer Sihanas" userId="baf10d46-ca0e-4f93-8b9a-bd1fa4bc7e8f" providerId="ADAL" clId="{184616BA-6CDA-4086-85DC-6184980B2319}" dt="2025-06-17T04:13:41.397" v="1877" actId="20577"/>
        <pc:sldMkLst>
          <pc:docMk/>
          <pc:sldMk cId="73318650" sldId="338"/>
        </pc:sldMkLst>
        <pc:spChg chg="del">
          <ac:chgData name="Mohammed Naseer Sihanas" userId="baf10d46-ca0e-4f93-8b9a-bd1fa4bc7e8f" providerId="ADAL" clId="{184616BA-6CDA-4086-85DC-6184980B2319}" dt="2025-06-14T07:58:59.747" v="246" actId="26606"/>
          <ac:spMkLst>
            <pc:docMk/>
            <pc:sldMk cId="73318650" sldId="338"/>
            <ac:spMk id="3" creationId="{7CB860C7-93AD-4311-8CD4-4580644B47DD}"/>
          </ac:spMkLst>
        </pc:spChg>
        <pc:spChg chg="mod">
          <ac:chgData name="Mohammed Naseer Sihanas" userId="baf10d46-ca0e-4f93-8b9a-bd1fa4bc7e8f" providerId="ADAL" clId="{184616BA-6CDA-4086-85DC-6184980B2319}" dt="2025-06-14T07:58:59.747" v="246" actId="26606"/>
          <ac:spMkLst>
            <pc:docMk/>
            <pc:sldMk cId="73318650" sldId="338"/>
            <ac:spMk id="4" creationId="{CBBD532E-64D0-4EDF-8CB2-01936B63643A}"/>
          </ac:spMkLst>
        </pc:spChg>
        <pc:spChg chg="mod ord">
          <ac:chgData name="Mohammed Naseer Sihanas" userId="baf10d46-ca0e-4f93-8b9a-bd1fa4bc7e8f" providerId="ADAL" clId="{184616BA-6CDA-4086-85DC-6184980B2319}" dt="2025-06-14T07:58:59.758" v="247" actId="27636"/>
          <ac:spMkLst>
            <pc:docMk/>
            <pc:sldMk cId="73318650" sldId="338"/>
            <ac:spMk id="5" creationId="{BE493AC1-341C-416D-9B4C-0E2ADB9F70BC}"/>
          </ac:spMkLst>
        </pc:spChg>
        <pc:spChg chg="mod">
          <ac:chgData name="Mohammed Naseer Sihanas" userId="baf10d46-ca0e-4f93-8b9a-bd1fa4bc7e8f" providerId="ADAL" clId="{184616BA-6CDA-4086-85DC-6184980B2319}" dt="2025-06-14T07:58:59.747" v="246" actId="26606"/>
          <ac:spMkLst>
            <pc:docMk/>
            <pc:sldMk cId="73318650" sldId="338"/>
            <ac:spMk id="6" creationId="{00000000-0000-0000-0000-000000000000}"/>
          </ac:spMkLst>
        </pc:spChg>
        <pc:spChg chg="mod ord">
          <ac:chgData name="Mohammed Naseer Sihanas" userId="baf10d46-ca0e-4f93-8b9a-bd1fa4bc7e8f" providerId="ADAL" clId="{184616BA-6CDA-4086-85DC-6184980B2319}" dt="2025-06-14T07:58:59.747" v="246" actId="26606"/>
          <ac:spMkLst>
            <pc:docMk/>
            <pc:sldMk cId="73318650" sldId="338"/>
            <ac:spMk id="12" creationId="{634380F5-514D-4989-966A-49BC47C96416}"/>
          </ac:spMkLst>
        </pc:spChg>
        <pc:spChg chg="del">
          <ac:chgData name="Mohammed Naseer Sihanas" userId="baf10d46-ca0e-4f93-8b9a-bd1fa4bc7e8f" providerId="ADAL" clId="{184616BA-6CDA-4086-85DC-6184980B2319}" dt="2025-06-14T07:58:59.747" v="246" actId="26606"/>
          <ac:spMkLst>
            <pc:docMk/>
            <pc:sldMk cId="73318650" sldId="338"/>
            <ac:spMk id="24" creationId="{09588DA8-065E-4F6F-8EFD-43104AB2E0CF}"/>
          </ac:spMkLst>
        </pc:spChg>
        <pc:spChg chg="del">
          <ac:chgData name="Mohammed Naseer Sihanas" userId="baf10d46-ca0e-4f93-8b9a-bd1fa4bc7e8f" providerId="ADAL" clId="{184616BA-6CDA-4086-85DC-6184980B2319}" dt="2025-06-14T07:58:59.747" v="246" actId="26606"/>
          <ac:spMkLst>
            <pc:docMk/>
            <pc:sldMk cId="73318650" sldId="338"/>
            <ac:spMk id="28" creationId="{CD9FE4EF-C4D8-49A0-B2FF-81D8DB7D8A24}"/>
          </ac:spMkLst>
        </pc:spChg>
        <pc:spChg chg="del">
          <ac:chgData name="Mohammed Naseer Sihanas" userId="baf10d46-ca0e-4f93-8b9a-bd1fa4bc7e8f" providerId="ADAL" clId="{184616BA-6CDA-4086-85DC-6184980B2319}" dt="2025-06-14T07:58:59.747" v="246" actId="26606"/>
          <ac:spMkLst>
            <pc:docMk/>
            <pc:sldMk cId="73318650" sldId="338"/>
            <ac:spMk id="30" creationId="{4300840D-0A0B-4512-BACA-B439D5B9C57C}"/>
          </ac:spMkLst>
        </pc:spChg>
        <pc:spChg chg="del">
          <ac:chgData name="Mohammed Naseer Sihanas" userId="baf10d46-ca0e-4f93-8b9a-bd1fa4bc7e8f" providerId="ADAL" clId="{184616BA-6CDA-4086-85DC-6184980B2319}" dt="2025-06-14T07:58:59.747" v="246" actId="26606"/>
          <ac:spMkLst>
            <pc:docMk/>
            <pc:sldMk cId="73318650" sldId="338"/>
            <ac:spMk id="32" creationId="{D2B78728-A580-49A7-84F9-6EF6F583ADE0}"/>
          </ac:spMkLst>
        </pc:spChg>
        <pc:spChg chg="del">
          <ac:chgData name="Mohammed Naseer Sihanas" userId="baf10d46-ca0e-4f93-8b9a-bd1fa4bc7e8f" providerId="ADAL" clId="{184616BA-6CDA-4086-85DC-6184980B2319}" dt="2025-06-14T07:58:59.747" v="246" actId="26606"/>
          <ac:spMkLst>
            <pc:docMk/>
            <pc:sldMk cId="73318650" sldId="338"/>
            <ac:spMk id="34" creationId="{38FAA1A1-D861-433F-88FA-1E9D6FD31D11}"/>
          </ac:spMkLst>
        </pc:spChg>
        <pc:spChg chg="del">
          <ac:chgData name="Mohammed Naseer Sihanas" userId="baf10d46-ca0e-4f93-8b9a-bd1fa4bc7e8f" providerId="ADAL" clId="{184616BA-6CDA-4086-85DC-6184980B2319}" dt="2025-06-14T07:58:59.747" v="246" actId="26606"/>
          <ac:spMkLst>
            <pc:docMk/>
            <pc:sldMk cId="73318650" sldId="338"/>
            <ac:spMk id="36" creationId="{8D71EDA1-87BF-4D5D-AB79-F346FD19278A}"/>
          </ac:spMkLst>
        </pc:spChg>
        <pc:spChg chg="add">
          <ac:chgData name="Mohammed Naseer Sihanas" userId="baf10d46-ca0e-4f93-8b9a-bd1fa4bc7e8f" providerId="ADAL" clId="{184616BA-6CDA-4086-85DC-6184980B2319}" dt="2025-06-14T07:58:59.747" v="246" actId="26606"/>
          <ac:spMkLst>
            <pc:docMk/>
            <pc:sldMk cId="73318650" sldId="338"/>
            <ac:spMk id="42" creationId="{353CF00F-82D0-0DBA-75D5-1D01B4526C68}"/>
          </ac:spMkLst>
        </pc:spChg>
        <pc:graphicFrameChg chg="add mod modGraphic">
          <ac:chgData name="Mohammed Naseer Sihanas" userId="baf10d46-ca0e-4f93-8b9a-bd1fa4bc7e8f" providerId="ADAL" clId="{184616BA-6CDA-4086-85DC-6184980B2319}" dt="2025-06-14T08:00:18.140" v="255"/>
          <ac:graphicFrameMkLst>
            <pc:docMk/>
            <pc:sldMk cId="73318650" sldId="338"/>
            <ac:graphicFrameMk id="38" creationId="{9EC604F3-4E54-6D39-24C3-29C5CFB095F7}"/>
          </ac:graphicFrameMkLst>
        </pc:graphicFrameChg>
      </pc:sldChg>
      <pc:sldChg chg="addSp delSp modSp mod setBg addAnim delAnim setClrOvrMap modNotesTx">
        <pc:chgData name="Mohammed Naseer Sihanas" userId="baf10d46-ca0e-4f93-8b9a-bd1fa4bc7e8f" providerId="ADAL" clId="{184616BA-6CDA-4086-85DC-6184980B2319}" dt="2025-06-16T13:40:40.725" v="1361" actId="20577"/>
        <pc:sldMkLst>
          <pc:docMk/>
          <pc:sldMk cId="144678449" sldId="340"/>
        </pc:sldMkLst>
        <pc:spChg chg="mod">
          <ac:chgData name="Mohammed Naseer Sihanas" userId="baf10d46-ca0e-4f93-8b9a-bd1fa4bc7e8f" providerId="ADAL" clId="{184616BA-6CDA-4086-85DC-6184980B2319}" dt="2025-06-14T10:51:09.724" v="614" actId="26606"/>
          <ac:spMkLst>
            <pc:docMk/>
            <pc:sldMk cId="144678449" sldId="340"/>
            <ac:spMk id="2" creationId="{184D784C-09C2-4209-A54C-7272AAABAA90}"/>
          </ac:spMkLst>
        </pc:spChg>
        <pc:spChg chg="mod">
          <ac:chgData name="Mohammed Naseer Sihanas" userId="baf10d46-ca0e-4f93-8b9a-bd1fa4bc7e8f" providerId="ADAL" clId="{184616BA-6CDA-4086-85DC-6184980B2319}" dt="2025-06-14T07:46:07.619" v="96" actId="26606"/>
          <ac:spMkLst>
            <pc:docMk/>
            <pc:sldMk cId="144678449" sldId="340"/>
            <ac:spMk id="3" creationId="{00000000-0000-0000-0000-000000000000}"/>
          </ac:spMkLst>
        </pc:spChg>
        <pc:spChg chg="mod">
          <ac:chgData name="Mohammed Naseer Sihanas" userId="baf10d46-ca0e-4f93-8b9a-bd1fa4bc7e8f" providerId="ADAL" clId="{184616BA-6CDA-4086-85DC-6184980B2319}" dt="2025-06-14T07:46:07.619" v="96" actId="26606"/>
          <ac:spMkLst>
            <pc:docMk/>
            <pc:sldMk cId="144678449" sldId="340"/>
            <ac:spMk id="4" creationId="{6D4C7CB0-FBE1-485A-979E-AFFF09854263}"/>
          </ac:spMkLst>
        </pc:spChg>
        <pc:spChg chg="mod ord">
          <ac:chgData name="Mohammed Naseer Sihanas" userId="baf10d46-ca0e-4f93-8b9a-bd1fa4bc7e8f" providerId="ADAL" clId="{184616BA-6CDA-4086-85DC-6184980B2319}" dt="2025-06-14T07:46:07.619" v="96" actId="26606"/>
          <ac:spMkLst>
            <pc:docMk/>
            <pc:sldMk cId="144678449" sldId="340"/>
            <ac:spMk id="5" creationId="{4892CD39-0D00-43C5-8A2D-E2EDFA3A7F9B}"/>
          </ac:spMkLst>
        </pc:spChg>
        <pc:spChg chg="add del">
          <ac:chgData name="Mohammed Naseer Sihanas" userId="baf10d46-ca0e-4f93-8b9a-bd1fa4bc7e8f" providerId="ADAL" clId="{184616BA-6CDA-4086-85DC-6184980B2319}" dt="2025-06-14T07:46:07.619" v="96" actId="26606"/>
          <ac:spMkLst>
            <pc:docMk/>
            <pc:sldMk cId="144678449" sldId="340"/>
            <ac:spMk id="23" creationId="{2FB82883-1DC0-4BE1-A607-009095F3355A}"/>
          </ac:spMkLst>
        </pc:spChg>
        <pc:spChg chg="add del">
          <ac:chgData name="Mohammed Naseer Sihanas" userId="baf10d46-ca0e-4f93-8b9a-bd1fa4bc7e8f" providerId="ADAL" clId="{184616BA-6CDA-4086-85DC-6184980B2319}" dt="2025-06-14T07:46:07.619" v="96" actId="26606"/>
          <ac:spMkLst>
            <pc:docMk/>
            <pc:sldMk cId="144678449" sldId="340"/>
            <ac:spMk id="25" creationId="{A3473CF9-37EB-43E7-89EF-D2D1C53D1DAC}"/>
          </ac:spMkLst>
        </pc:spChg>
        <pc:spChg chg="add del">
          <ac:chgData name="Mohammed Naseer Sihanas" userId="baf10d46-ca0e-4f93-8b9a-bd1fa4bc7e8f" providerId="ADAL" clId="{184616BA-6CDA-4086-85DC-6184980B2319}" dt="2025-06-14T07:46:07.619" v="96" actId="26606"/>
          <ac:spMkLst>
            <pc:docMk/>
            <pc:sldMk cId="144678449" sldId="340"/>
            <ac:spMk id="27" creationId="{586B4EF9-43BA-4655-A6FF-1D8E21574C95}"/>
          </ac:spMkLst>
        </pc:spChg>
        <pc:spChg chg="add del">
          <ac:chgData name="Mohammed Naseer Sihanas" userId="baf10d46-ca0e-4f93-8b9a-bd1fa4bc7e8f" providerId="ADAL" clId="{184616BA-6CDA-4086-85DC-6184980B2319}" dt="2025-06-14T07:46:07.613" v="95" actId="26606"/>
          <ac:spMkLst>
            <pc:docMk/>
            <pc:sldMk cId="144678449" sldId="340"/>
            <ac:spMk id="32" creationId="{71B2258F-86CA-4D4D-8270-BC05FCDEBFB3}"/>
          </ac:spMkLst>
        </pc:spChg>
        <pc:spChg chg="add del">
          <ac:chgData name="Mohammed Naseer Sihanas" userId="baf10d46-ca0e-4f93-8b9a-bd1fa4bc7e8f" providerId="ADAL" clId="{184616BA-6CDA-4086-85DC-6184980B2319}" dt="2025-06-14T10:51:09.724" v="614" actId="26606"/>
          <ac:spMkLst>
            <pc:docMk/>
            <pc:sldMk cId="144678449" sldId="340"/>
            <ac:spMk id="34" creationId="{9F6380B4-6A1C-481E-8408-B4E6C75B9B81}"/>
          </ac:spMkLst>
        </pc:spChg>
        <pc:spChg chg="add del">
          <ac:chgData name="Mohammed Naseer Sihanas" userId="baf10d46-ca0e-4f93-8b9a-bd1fa4bc7e8f" providerId="ADAL" clId="{184616BA-6CDA-4086-85DC-6184980B2319}" dt="2025-06-14T10:51:09.724" v="614" actId="26606"/>
          <ac:spMkLst>
            <pc:docMk/>
            <pc:sldMk cId="144678449" sldId="340"/>
            <ac:spMk id="35" creationId="{657F69E0-C4B0-4BEC-A689-4F8D877F05D4}"/>
          </ac:spMkLst>
        </pc:spChg>
        <pc:spChg chg="add">
          <ac:chgData name="Mohammed Naseer Sihanas" userId="baf10d46-ca0e-4f93-8b9a-bd1fa4bc7e8f" providerId="ADAL" clId="{184616BA-6CDA-4086-85DC-6184980B2319}" dt="2025-06-14T10:51:09.724" v="614" actId="26606"/>
          <ac:spMkLst>
            <pc:docMk/>
            <pc:sldMk cId="144678449" sldId="340"/>
            <ac:spMk id="40" creationId="{8A95209C-5275-4E15-8EA7-7F42980ABF2D}"/>
          </ac:spMkLst>
        </pc:spChg>
        <pc:spChg chg="add">
          <ac:chgData name="Mohammed Naseer Sihanas" userId="baf10d46-ca0e-4f93-8b9a-bd1fa4bc7e8f" providerId="ADAL" clId="{184616BA-6CDA-4086-85DC-6184980B2319}" dt="2025-06-14T10:51:09.724" v="614" actId="26606"/>
          <ac:spMkLst>
            <pc:docMk/>
            <pc:sldMk cId="144678449" sldId="340"/>
            <ac:spMk id="42" creationId="{4F2ED431-E304-4FF0-9F4E-032783C9D612}"/>
          </ac:spMkLst>
        </pc:spChg>
        <pc:spChg chg="add">
          <ac:chgData name="Mohammed Naseer Sihanas" userId="baf10d46-ca0e-4f93-8b9a-bd1fa4bc7e8f" providerId="ADAL" clId="{184616BA-6CDA-4086-85DC-6184980B2319}" dt="2025-06-14T10:51:09.724" v="614" actId="26606"/>
          <ac:spMkLst>
            <pc:docMk/>
            <pc:sldMk cId="144678449" sldId="340"/>
            <ac:spMk id="44" creationId="{4E87FCFB-2CCE-460D-B3DD-557C8BD1B94A}"/>
          </ac:spMkLst>
        </pc:spChg>
        <pc:picChg chg="mod">
          <ac:chgData name="Mohammed Naseer Sihanas" userId="baf10d46-ca0e-4f93-8b9a-bd1fa4bc7e8f" providerId="ADAL" clId="{184616BA-6CDA-4086-85DC-6184980B2319}" dt="2025-06-14T07:46:07.619" v="96" actId="26606"/>
          <ac:picMkLst>
            <pc:docMk/>
            <pc:sldMk cId="144678449" sldId="340"/>
            <ac:picMk id="7" creationId="{273ADCC6-897E-4499-9AC1-C34ED51F898D}"/>
          </ac:picMkLst>
        </pc:picChg>
      </pc:sldChg>
      <pc:sldChg chg="addSp delSp modSp mod setBg modNotesTx">
        <pc:chgData name="Mohammed Naseer Sihanas" userId="baf10d46-ca0e-4f93-8b9a-bd1fa4bc7e8f" providerId="ADAL" clId="{184616BA-6CDA-4086-85DC-6184980B2319}" dt="2025-06-17T04:09:56.835" v="1823" actId="1035"/>
        <pc:sldMkLst>
          <pc:docMk/>
          <pc:sldMk cId="2100183469" sldId="342"/>
        </pc:sldMkLst>
        <pc:spChg chg="mod">
          <ac:chgData name="Mohammed Naseer Sihanas" userId="baf10d46-ca0e-4f93-8b9a-bd1fa4bc7e8f" providerId="ADAL" clId="{184616BA-6CDA-4086-85DC-6184980B2319}" dt="2025-06-14T07:57:58.571" v="241" actId="14100"/>
          <ac:spMkLst>
            <pc:docMk/>
            <pc:sldMk cId="2100183469" sldId="342"/>
            <ac:spMk id="3" creationId="{7CB860C7-93AD-4311-8CD4-4580644B47DD}"/>
          </ac:spMkLst>
        </pc:spChg>
        <pc:spChg chg="mod">
          <ac:chgData name="Mohammed Naseer Sihanas" userId="baf10d46-ca0e-4f93-8b9a-bd1fa4bc7e8f" providerId="ADAL" clId="{184616BA-6CDA-4086-85DC-6184980B2319}" dt="2025-06-14T07:52:12.352" v="103" actId="26606"/>
          <ac:spMkLst>
            <pc:docMk/>
            <pc:sldMk cId="2100183469" sldId="342"/>
            <ac:spMk id="4" creationId="{CBBD532E-64D0-4EDF-8CB2-01936B63643A}"/>
          </ac:spMkLst>
        </pc:spChg>
        <pc:spChg chg="mod ord">
          <ac:chgData name="Mohammed Naseer Sihanas" userId="baf10d46-ca0e-4f93-8b9a-bd1fa4bc7e8f" providerId="ADAL" clId="{184616BA-6CDA-4086-85DC-6184980B2319}" dt="2025-06-14T07:52:12.352" v="103" actId="26606"/>
          <ac:spMkLst>
            <pc:docMk/>
            <pc:sldMk cId="2100183469" sldId="342"/>
            <ac:spMk id="5" creationId="{BE493AC1-341C-416D-9B4C-0E2ADB9F70BC}"/>
          </ac:spMkLst>
        </pc:spChg>
        <pc:spChg chg="mod">
          <ac:chgData name="Mohammed Naseer Sihanas" userId="baf10d46-ca0e-4f93-8b9a-bd1fa4bc7e8f" providerId="ADAL" clId="{184616BA-6CDA-4086-85DC-6184980B2319}" dt="2025-06-14T07:52:12.352" v="103" actId="26606"/>
          <ac:spMkLst>
            <pc:docMk/>
            <pc:sldMk cId="2100183469" sldId="342"/>
            <ac:spMk id="6" creationId="{00000000-0000-0000-0000-000000000000}"/>
          </ac:spMkLst>
        </pc:spChg>
        <pc:spChg chg="mod ord">
          <ac:chgData name="Mohammed Naseer Sihanas" userId="baf10d46-ca0e-4f93-8b9a-bd1fa4bc7e8f" providerId="ADAL" clId="{184616BA-6CDA-4086-85DC-6184980B2319}" dt="2025-06-17T04:09:56.835" v="1823" actId="1035"/>
          <ac:spMkLst>
            <pc:docMk/>
            <pc:sldMk cId="2100183469" sldId="342"/>
            <ac:spMk id="12" creationId="{634380F5-514D-4989-966A-49BC47C96416}"/>
          </ac:spMkLst>
        </pc:spChg>
        <pc:spChg chg="del">
          <ac:chgData name="Mohammed Naseer Sihanas" userId="baf10d46-ca0e-4f93-8b9a-bd1fa4bc7e8f" providerId="ADAL" clId="{184616BA-6CDA-4086-85DC-6184980B2319}" dt="2025-06-14T07:52:12.352" v="103" actId="26606"/>
          <ac:spMkLst>
            <pc:docMk/>
            <pc:sldMk cId="2100183469" sldId="342"/>
            <ac:spMk id="24" creationId="{09588DA8-065E-4F6F-8EFD-43104AB2E0CF}"/>
          </ac:spMkLst>
        </pc:spChg>
        <pc:spChg chg="del">
          <ac:chgData name="Mohammed Naseer Sihanas" userId="baf10d46-ca0e-4f93-8b9a-bd1fa4bc7e8f" providerId="ADAL" clId="{184616BA-6CDA-4086-85DC-6184980B2319}" dt="2025-06-14T07:52:12.352" v="103" actId="26606"/>
          <ac:spMkLst>
            <pc:docMk/>
            <pc:sldMk cId="2100183469" sldId="342"/>
            <ac:spMk id="28" creationId="{CD9FE4EF-C4D8-49A0-B2FF-81D8DB7D8A24}"/>
          </ac:spMkLst>
        </pc:spChg>
        <pc:spChg chg="del">
          <ac:chgData name="Mohammed Naseer Sihanas" userId="baf10d46-ca0e-4f93-8b9a-bd1fa4bc7e8f" providerId="ADAL" clId="{184616BA-6CDA-4086-85DC-6184980B2319}" dt="2025-06-14T07:52:12.352" v="103" actId="26606"/>
          <ac:spMkLst>
            <pc:docMk/>
            <pc:sldMk cId="2100183469" sldId="342"/>
            <ac:spMk id="30" creationId="{4300840D-0A0B-4512-BACA-B439D5B9C57C}"/>
          </ac:spMkLst>
        </pc:spChg>
        <pc:spChg chg="del">
          <ac:chgData name="Mohammed Naseer Sihanas" userId="baf10d46-ca0e-4f93-8b9a-bd1fa4bc7e8f" providerId="ADAL" clId="{184616BA-6CDA-4086-85DC-6184980B2319}" dt="2025-06-14T07:52:12.352" v="103" actId="26606"/>
          <ac:spMkLst>
            <pc:docMk/>
            <pc:sldMk cId="2100183469" sldId="342"/>
            <ac:spMk id="32" creationId="{D2B78728-A580-49A7-84F9-6EF6F583ADE0}"/>
          </ac:spMkLst>
        </pc:spChg>
        <pc:spChg chg="del">
          <ac:chgData name="Mohammed Naseer Sihanas" userId="baf10d46-ca0e-4f93-8b9a-bd1fa4bc7e8f" providerId="ADAL" clId="{184616BA-6CDA-4086-85DC-6184980B2319}" dt="2025-06-14T07:52:12.352" v="103" actId="26606"/>
          <ac:spMkLst>
            <pc:docMk/>
            <pc:sldMk cId="2100183469" sldId="342"/>
            <ac:spMk id="34" creationId="{38FAA1A1-D861-433F-88FA-1E9D6FD31D11}"/>
          </ac:spMkLst>
        </pc:spChg>
        <pc:spChg chg="del">
          <ac:chgData name="Mohammed Naseer Sihanas" userId="baf10d46-ca0e-4f93-8b9a-bd1fa4bc7e8f" providerId="ADAL" clId="{184616BA-6CDA-4086-85DC-6184980B2319}" dt="2025-06-14T07:52:12.352" v="103" actId="26606"/>
          <ac:spMkLst>
            <pc:docMk/>
            <pc:sldMk cId="2100183469" sldId="342"/>
            <ac:spMk id="36" creationId="{8D71EDA1-87BF-4D5D-AB79-F346FD19278A}"/>
          </ac:spMkLst>
        </pc:spChg>
        <pc:spChg chg="add">
          <ac:chgData name="Mohammed Naseer Sihanas" userId="baf10d46-ca0e-4f93-8b9a-bd1fa4bc7e8f" providerId="ADAL" clId="{184616BA-6CDA-4086-85DC-6184980B2319}" dt="2025-06-14T07:52:12.352" v="103" actId="26606"/>
          <ac:spMkLst>
            <pc:docMk/>
            <pc:sldMk cId="2100183469" sldId="342"/>
            <ac:spMk id="43" creationId="{CBB0869A-0BE5-B3E9-F73D-2F3691E4D932}"/>
          </ac:spMkLst>
        </pc:spChg>
        <pc:picChg chg="add mod">
          <ac:chgData name="Mohammed Naseer Sihanas" userId="baf10d46-ca0e-4f93-8b9a-bd1fa4bc7e8f" providerId="ADAL" clId="{184616BA-6CDA-4086-85DC-6184980B2319}" dt="2025-06-14T07:58:03.840" v="244" actId="1076"/>
          <ac:picMkLst>
            <pc:docMk/>
            <pc:sldMk cId="2100183469" sldId="342"/>
            <ac:picMk id="40" creationId="{FC9AFCC4-1023-F718-EC62-F5B48567FCAB}"/>
          </ac:picMkLst>
        </pc:picChg>
      </pc:sldChg>
      <pc:sldChg chg="del">
        <pc:chgData name="Mohammed Naseer Sihanas" userId="baf10d46-ca0e-4f93-8b9a-bd1fa4bc7e8f" providerId="ADAL" clId="{184616BA-6CDA-4086-85DC-6184980B2319}" dt="2025-06-14T08:35:54.268" v="288" actId="47"/>
        <pc:sldMkLst>
          <pc:docMk/>
          <pc:sldMk cId="3343424140" sldId="344"/>
        </pc:sldMkLst>
      </pc:sldChg>
      <pc:sldChg chg="del">
        <pc:chgData name="Mohammed Naseer Sihanas" userId="baf10d46-ca0e-4f93-8b9a-bd1fa4bc7e8f" providerId="ADAL" clId="{184616BA-6CDA-4086-85DC-6184980B2319}" dt="2025-06-14T08:35:55.829" v="289" actId="47"/>
        <pc:sldMkLst>
          <pc:docMk/>
          <pc:sldMk cId="4275002848" sldId="346"/>
        </pc:sldMkLst>
      </pc:sldChg>
      <pc:sldChg chg="addSp delSp modSp mod setBg">
        <pc:chgData name="Mohammed Naseer Sihanas" userId="baf10d46-ca0e-4f93-8b9a-bd1fa4bc7e8f" providerId="ADAL" clId="{184616BA-6CDA-4086-85DC-6184980B2319}" dt="2025-06-14T10:50:52.986" v="610" actId="20577"/>
        <pc:sldMkLst>
          <pc:docMk/>
          <pc:sldMk cId="515819914" sldId="348"/>
        </pc:sldMkLst>
        <pc:spChg chg="mod">
          <ac:chgData name="Mohammed Naseer Sihanas" userId="baf10d46-ca0e-4f93-8b9a-bd1fa4bc7e8f" providerId="ADAL" clId="{184616BA-6CDA-4086-85DC-6184980B2319}" dt="2025-06-14T10:50:52.986" v="610" actId="20577"/>
          <ac:spMkLst>
            <pc:docMk/>
            <pc:sldMk cId="515819914" sldId="348"/>
            <ac:spMk id="2" creationId="{184D784C-09C2-4209-A54C-7272AAABAA90}"/>
          </ac:spMkLst>
        </pc:spChg>
        <pc:spChg chg="mod">
          <ac:chgData name="Mohammed Naseer Sihanas" userId="baf10d46-ca0e-4f93-8b9a-bd1fa4bc7e8f" providerId="ADAL" clId="{184616BA-6CDA-4086-85DC-6184980B2319}" dt="2025-06-14T10:50:49.909" v="607" actId="26606"/>
          <ac:spMkLst>
            <pc:docMk/>
            <pc:sldMk cId="515819914" sldId="348"/>
            <ac:spMk id="3" creationId="{00000000-0000-0000-0000-000000000000}"/>
          </ac:spMkLst>
        </pc:spChg>
        <pc:spChg chg="mod">
          <ac:chgData name="Mohammed Naseer Sihanas" userId="baf10d46-ca0e-4f93-8b9a-bd1fa4bc7e8f" providerId="ADAL" clId="{184616BA-6CDA-4086-85DC-6184980B2319}" dt="2025-06-14T10:50:49.909" v="607" actId="26606"/>
          <ac:spMkLst>
            <pc:docMk/>
            <pc:sldMk cId="515819914" sldId="348"/>
            <ac:spMk id="4" creationId="{6D4C7CB0-FBE1-485A-979E-AFFF09854263}"/>
          </ac:spMkLst>
        </pc:spChg>
        <pc:spChg chg="mod ord">
          <ac:chgData name="Mohammed Naseer Sihanas" userId="baf10d46-ca0e-4f93-8b9a-bd1fa4bc7e8f" providerId="ADAL" clId="{184616BA-6CDA-4086-85DC-6184980B2319}" dt="2025-06-14T10:50:49.909" v="607" actId="26606"/>
          <ac:spMkLst>
            <pc:docMk/>
            <pc:sldMk cId="515819914" sldId="348"/>
            <ac:spMk id="5" creationId="{4892CD39-0D00-43C5-8A2D-E2EDFA3A7F9B}"/>
          </ac:spMkLst>
        </pc:spChg>
        <pc:spChg chg="del">
          <ac:chgData name="Mohammed Naseer Sihanas" userId="baf10d46-ca0e-4f93-8b9a-bd1fa4bc7e8f" providerId="ADAL" clId="{184616BA-6CDA-4086-85DC-6184980B2319}" dt="2025-06-14T10:50:49.909" v="607" actId="26606"/>
          <ac:spMkLst>
            <pc:docMk/>
            <pc:sldMk cId="515819914" sldId="348"/>
            <ac:spMk id="23" creationId="{2FB82883-1DC0-4BE1-A607-009095F3355A}"/>
          </ac:spMkLst>
        </pc:spChg>
        <pc:spChg chg="del">
          <ac:chgData name="Mohammed Naseer Sihanas" userId="baf10d46-ca0e-4f93-8b9a-bd1fa4bc7e8f" providerId="ADAL" clId="{184616BA-6CDA-4086-85DC-6184980B2319}" dt="2025-06-14T10:50:49.909" v="607" actId="26606"/>
          <ac:spMkLst>
            <pc:docMk/>
            <pc:sldMk cId="515819914" sldId="348"/>
            <ac:spMk id="25" creationId="{A3473CF9-37EB-43E7-89EF-D2D1C53D1DAC}"/>
          </ac:spMkLst>
        </pc:spChg>
        <pc:spChg chg="del">
          <ac:chgData name="Mohammed Naseer Sihanas" userId="baf10d46-ca0e-4f93-8b9a-bd1fa4bc7e8f" providerId="ADAL" clId="{184616BA-6CDA-4086-85DC-6184980B2319}" dt="2025-06-14T10:50:49.909" v="607" actId="26606"/>
          <ac:spMkLst>
            <pc:docMk/>
            <pc:sldMk cId="515819914" sldId="348"/>
            <ac:spMk id="27" creationId="{586B4EF9-43BA-4655-A6FF-1D8E21574C95}"/>
          </ac:spMkLst>
        </pc:spChg>
        <pc:spChg chg="add">
          <ac:chgData name="Mohammed Naseer Sihanas" userId="baf10d46-ca0e-4f93-8b9a-bd1fa4bc7e8f" providerId="ADAL" clId="{184616BA-6CDA-4086-85DC-6184980B2319}" dt="2025-06-14T10:50:49.909" v="607" actId="26606"/>
          <ac:spMkLst>
            <pc:docMk/>
            <pc:sldMk cId="515819914" sldId="348"/>
            <ac:spMk id="32" creationId="{AD35AE2F-5E3A-49D9-8DE1-8A333BA4088E}"/>
          </ac:spMkLst>
        </pc:spChg>
        <pc:spChg chg="add">
          <ac:chgData name="Mohammed Naseer Sihanas" userId="baf10d46-ca0e-4f93-8b9a-bd1fa4bc7e8f" providerId="ADAL" clId="{184616BA-6CDA-4086-85DC-6184980B2319}" dt="2025-06-14T10:50:49.909" v="607" actId="26606"/>
          <ac:spMkLst>
            <pc:docMk/>
            <pc:sldMk cId="515819914" sldId="348"/>
            <ac:spMk id="34" creationId="{98072727-1E1A-4B8C-8839-AAB69FA2ECE2}"/>
          </ac:spMkLst>
        </pc:spChg>
        <pc:spChg chg="add">
          <ac:chgData name="Mohammed Naseer Sihanas" userId="baf10d46-ca0e-4f93-8b9a-bd1fa4bc7e8f" providerId="ADAL" clId="{184616BA-6CDA-4086-85DC-6184980B2319}" dt="2025-06-14T10:50:49.909" v="607" actId="26606"/>
          <ac:spMkLst>
            <pc:docMk/>
            <pc:sldMk cId="515819914" sldId="348"/>
            <ac:spMk id="36" creationId="{79EB4626-023C-436D-9F57-9EB46080909D}"/>
          </ac:spMkLst>
        </pc:spChg>
        <pc:picChg chg="mod">
          <ac:chgData name="Mohammed Naseer Sihanas" userId="baf10d46-ca0e-4f93-8b9a-bd1fa4bc7e8f" providerId="ADAL" clId="{184616BA-6CDA-4086-85DC-6184980B2319}" dt="2025-06-14T10:50:49.909" v="607" actId="26606"/>
          <ac:picMkLst>
            <pc:docMk/>
            <pc:sldMk cId="515819914" sldId="348"/>
            <ac:picMk id="7" creationId="{273ADCC6-897E-4499-9AC1-C34ED51F898D}"/>
          </ac:picMkLst>
        </pc:picChg>
      </pc:sldChg>
      <pc:sldChg chg="addSp delSp modSp mod setBg modNotesTx">
        <pc:chgData name="Mohammed Naseer Sihanas" userId="baf10d46-ca0e-4f93-8b9a-bd1fa4bc7e8f" providerId="ADAL" clId="{184616BA-6CDA-4086-85DC-6184980B2319}" dt="2025-06-17T03:41:39.470" v="1577" actId="20577"/>
        <pc:sldMkLst>
          <pc:docMk/>
          <pc:sldMk cId="1129763718" sldId="350"/>
        </pc:sldMkLst>
        <pc:spChg chg="del mod">
          <ac:chgData name="Mohammed Naseer Sihanas" userId="baf10d46-ca0e-4f93-8b9a-bd1fa4bc7e8f" providerId="ADAL" clId="{184616BA-6CDA-4086-85DC-6184980B2319}" dt="2025-06-14T10:56:05.360" v="787" actId="478"/>
          <ac:spMkLst>
            <pc:docMk/>
            <pc:sldMk cId="1129763718" sldId="350"/>
            <ac:spMk id="2" creationId="{634380F5-514D-4989-966A-49BC47C96416}"/>
          </ac:spMkLst>
        </pc:spChg>
        <pc:spChg chg="add del mod">
          <ac:chgData name="Mohammed Naseer Sihanas" userId="baf10d46-ca0e-4f93-8b9a-bd1fa4bc7e8f" providerId="ADAL" clId="{184616BA-6CDA-4086-85DC-6184980B2319}" dt="2025-06-14T10:55:11.954" v="778" actId="26606"/>
          <ac:spMkLst>
            <pc:docMk/>
            <pc:sldMk cId="1129763718" sldId="350"/>
            <ac:spMk id="3" creationId="{7CB860C7-93AD-4311-8CD4-4580644B47DD}"/>
          </ac:spMkLst>
        </pc:spChg>
        <pc:spChg chg="mod">
          <ac:chgData name="Mohammed Naseer Sihanas" userId="baf10d46-ca0e-4f93-8b9a-bd1fa4bc7e8f" providerId="ADAL" clId="{184616BA-6CDA-4086-85DC-6184980B2319}" dt="2025-06-14T10:55:11.954" v="778" actId="26606"/>
          <ac:spMkLst>
            <pc:docMk/>
            <pc:sldMk cId="1129763718" sldId="350"/>
            <ac:spMk id="4" creationId="{CBBD532E-64D0-4EDF-8CB2-01936B63643A}"/>
          </ac:spMkLst>
        </pc:spChg>
        <pc:spChg chg="mod ord">
          <ac:chgData name="Mohammed Naseer Sihanas" userId="baf10d46-ca0e-4f93-8b9a-bd1fa4bc7e8f" providerId="ADAL" clId="{184616BA-6CDA-4086-85DC-6184980B2319}" dt="2025-06-14T10:55:11.972" v="779" actId="27636"/>
          <ac:spMkLst>
            <pc:docMk/>
            <pc:sldMk cId="1129763718" sldId="350"/>
            <ac:spMk id="5" creationId="{BE493AC1-341C-416D-9B4C-0E2ADB9F70BC}"/>
          </ac:spMkLst>
        </pc:spChg>
        <pc:spChg chg="mod">
          <ac:chgData name="Mohammed Naseer Sihanas" userId="baf10d46-ca0e-4f93-8b9a-bd1fa4bc7e8f" providerId="ADAL" clId="{184616BA-6CDA-4086-85DC-6184980B2319}" dt="2025-06-14T10:55:11.954" v="778" actId="26606"/>
          <ac:spMkLst>
            <pc:docMk/>
            <pc:sldMk cId="1129763718" sldId="350"/>
            <ac:spMk id="6" creationId="{00000000-0000-0000-0000-000000000000}"/>
          </ac:spMkLst>
        </pc:spChg>
        <pc:spChg chg="add del mod">
          <ac:chgData name="Mohammed Naseer Sihanas" userId="baf10d46-ca0e-4f93-8b9a-bd1fa4bc7e8f" providerId="ADAL" clId="{184616BA-6CDA-4086-85DC-6184980B2319}" dt="2025-06-14T10:56:07.600" v="788" actId="478"/>
          <ac:spMkLst>
            <pc:docMk/>
            <pc:sldMk cId="1129763718" sldId="350"/>
            <ac:spMk id="8" creationId="{70254B50-B942-4E82-0689-9C5EA9592A9C}"/>
          </ac:spMkLst>
        </pc:spChg>
        <pc:spChg chg="add del">
          <ac:chgData name="Mohammed Naseer Sihanas" userId="baf10d46-ca0e-4f93-8b9a-bd1fa4bc7e8f" providerId="ADAL" clId="{184616BA-6CDA-4086-85DC-6184980B2319}" dt="2025-06-14T10:55:11.954" v="778" actId="26606"/>
          <ac:spMkLst>
            <pc:docMk/>
            <pc:sldMk cId="1129763718" sldId="350"/>
            <ac:spMk id="24" creationId="{09588DA8-065E-4F6F-8EFD-43104AB2E0CF}"/>
          </ac:spMkLst>
        </pc:spChg>
        <pc:spChg chg="add del">
          <ac:chgData name="Mohammed Naseer Sihanas" userId="baf10d46-ca0e-4f93-8b9a-bd1fa4bc7e8f" providerId="ADAL" clId="{184616BA-6CDA-4086-85DC-6184980B2319}" dt="2025-06-14T10:55:11.954" v="778" actId="26606"/>
          <ac:spMkLst>
            <pc:docMk/>
            <pc:sldMk cId="1129763718" sldId="350"/>
            <ac:spMk id="26" creationId="{C4285719-470E-454C-AF62-8323075F1F5B}"/>
          </ac:spMkLst>
        </pc:spChg>
        <pc:spChg chg="add del">
          <ac:chgData name="Mohammed Naseer Sihanas" userId="baf10d46-ca0e-4f93-8b9a-bd1fa4bc7e8f" providerId="ADAL" clId="{184616BA-6CDA-4086-85DC-6184980B2319}" dt="2025-06-14T10:55:11.954" v="778" actId="26606"/>
          <ac:spMkLst>
            <pc:docMk/>
            <pc:sldMk cId="1129763718" sldId="350"/>
            <ac:spMk id="28" creationId="{CD9FE4EF-C4D8-49A0-B2FF-81D8DB7D8A24}"/>
          </ac:spMkLst>
        </pc:spChg>
        <pc:spChg chg="add del">
          <ac:chgData name="Mohammed Naseer Sihanas" userId="baf10d46-ca0e-4f93-8b9a-bd1fa4bc7e8f" providerId="ADAL" clId="{184616BA-6CDA-4086-85DC-6184980B2319}" dt="2025-06-14T10:55:11.954" v="778" actId="26606"/>
          <ac:spMkLst>
            <pc:docMk/>
            <pc:sldMk cId="1129763718" sldId="350"/>
            <ac:spMk id="30" creationId="{4300840D-0A0B-4512-BACA-B439D5B9C57C}"/>
          </ac:spMkLst>
        </pc:spChg>
        <pc:spChg chg="add del">
          <ac:chgData name="Mohammed Naseer Sihanas" userId="baf10d46-ca0e-4f93-8b9a-bd1fa4bc7e8f" providerId="ADAL" clId="{184616BA-6CDA-4086-85DC-6184980B2319}" dt="2025-06-14T10:55:11.954" v="778" actId="26606"/>
          <ac:spMkLst>
            <pc:docMk/>
            <pc:sldMk cId="1129763718" sldId="350"/>
            <ac:spMk id="32" creationId="{D2B78728-A580-49A7-84F9-6EF6F583ADE0}"/>
          </ac:spMkLst>
        </pc:spChg>
        <pc:spChg chg="add del">
          <ac:chgData name="Mohammed Naseer Sihanas" userId="baf10d46-ca0e-4f93-8b9a-bd1fa4bc7e8f" providerId="ADAL" clId="{184616BA-6CDA-4086-85DC-6184980B2319}" dt="2025-06-14T10:55:11.954" v="778" actId="26606"/>
          <ac:spMkLst>
            <pc:docMk/>
            <pc:sldMk cId="1129763718" sldId="350"/>
            <ac:spMk id="34" creationId="{38FAA1A1-D861-433F-88FA-1E9D6FD31D11}"/>
          </ac:spMkLst>
        </pc:spChg>
        <pc:spChg chg="add del">
          <ac:chgData name="Mohammed Naseer Sihanas" userId="baf10d46-ca0e-4f93-8b9a-bd1fa4bc7e8f" providerId="ADAL" clId="{184616BA-6CDA-4086-85DC-6184980B2319}" dt="2025-06-14T10:55:11.954" v="778" actId="26606"/>
          <ac:spMkLst>
            <pc:docMk/>
            <pc:sldMk cId="1129763718" sldId="350"/>
            <ac:spMk id="36" creationId="{8D71EDA1-87BF-4D5D-AB79-F346FD19278A}"/>
          </ac:spMkLst>
        </pc:spChg>
        <pc:spChg chg="add del">
          <ac:chgData name="Mohammed Naseer Sihanas" userId="baf10d46-ca0e-4f93-8b9a-bd1fa4bc7e8f" providerId="ADAL" clId="{184616BA-6CDA-4086-85DC-6184980B2319}" dt="2025-06-14T10:55:04.148" v="768" actId="26606"/>
          <ac:spMkLst>
            <pc:docMk/>
            <pc:sldMk cId="1129763718" sldId="350"/>
            <ac:spMk id="42" creationId="{951922D2-D397-9EA4-A66D-55B0884D1A6A}"/>
          </ac:spMkLst>
        </pc:spChg>
        <pc:spChg chg="add del">
          <ac:chgData name="Mohammed Naseer Sihanas" userId="baf10d46-ca0e-4f93-8b9a-bd1fa4bc7e8f" providerId="ADAL" clId="{184616BA-6CDA-4086-85DC-6184980B2319}" dt="2025-06-14T10:55:09.334" v="771" actId="26606"/>
          <ac:spMkLst>
            <pc:docMk/>
            <pc:sldMk cId="1129763718" sldId="350"/>
            <ac:spMk id="44" creationId="{600DC1B0-7E1A-BD02-3F93-19E6B1B75075}"/>
          </ac:spMkLst>
        </pc:spChg>
        <pc:spChg chg="add del">
          <ac:chgData name="Mohammed Naseer Sihanas" userId="baf10d46-ca0e-4f93-8b9a-bd1fa4bc7e8f" providerId="ADAL" clId="{184616BA-6CDA-4086-85DC-6184980B2319}" dt="2025-06-14T10:55:10.376" v="774" actId="26606"/>
          <ac:spMkLst>
            <pc:docMk/>
            <pc:sldMk cId="1129763718" sldId="350"/>
            <ac:spMk id="47" creationId="{5E8D3B17-7638-DFD3-18E4-8A6D611749CF}"/>
          </ac:spMkLst>
        </pc:spChg>
        <pc:spChg chg="add del">
          <ac:chgData name="Mohammed Naseer Sihanas" userId="baf10d46-ca0e-4f93-8b9a-bd1fa4bc7e8f" providerId="ADAL" clId="{184616BA-6CDA-4086-85DC-6184980B2319}" dt="2025-06-14T10:55:10.376" v="774" actId="26606"/>
          <ac:spMkLst>
            <pc:docMk/>
            <pc:sldMk cId="1129763718" sldId="350"/>
            <ac:spMk id="49" creationId="{7CB860C7-93AD-4311-8CD4-4580644B47DD}"/>
          </ac:spMkLst>
        </pc:spChg>
        <pc:spChg chg="add del">
          <ac:chgData name="Mohammed Naseer Sihanas" userId="baf10d46-ca0e-4f93-8b9a-bd1fa4bc7e8f" providerId="ADAL" clId="{184616BA-6CDA-4086-85DC-6184980B2319}" dt="2025-06-14T10:55:11.934" v="777" actId="26606"/>
          <ac:spMkLst>
            <pc:docMk/>
            <pc:sldMk cId="1129763718" sldId="350"/>
            <ac:spMk id="51" creationId="{600DC1B0-7E1A-BD02-3F93-19E6B1B75075}"/>
          </ac:spMkLst>
        </pc:spChg>
        <pc:spChg chg="add">
          <ac:chgData name="Mohammed Naseer Sihanas" userId="baf10d46-ca0e-4f93-8b9a-bd1fa4bc7e8f" providerId="ADAL" clId="{184616BA-6CDA-4086-85DC-6184980B2319}" dt="2025-06-14T10:55:11.954" v="778" actId="26606"/>
          <ac:spMkLst>
            <pc:docMk/>
            <pc:sldMk cId="1129763718" sldId="350"/>
            <ac:spMk id="54" creationId="{951922D2-D397-9EA4-A66D-55B0884D1A6A}"/>
          </ac:spMkLst>
        </pc:spChg>
        <pc:graphicFrameChg chg="add del">
          <ac:chgData name="Mohammed Naseer Sihanas" userId="baf10d46-ca0e-4f93-8b9a-bd1fa4bc7e8f" providerId="ADAL" clId="{184616BA-6CDA-4086-85DC-6184980B2319}" dt="2025-06-14T10:55:04.148" v="768" actId="26606"/>
          <ac:graphicFrameMkLst>
            <pc:docMk/>
            <pc:sldMk cId="1129763718" sldId="350"/>
            <ac:graphicFrameMk id="38" creationId="{7DC4425E-3D93-2EC2-7A1E-EB6F1CCC347B}"/>
          </ac:graphicFrameMkLst>
        </pc:graphicFrameChg>
        <pc:graphicFrameChg chg="add del">
          <ac:chgData name="Mohammed Naseer Sihanas" userId="baf10d46-ca0e-4f93-8b9a-bd1fa4bc7e8f" providerId="ADAL" clId="{184616BA-6CDA-4086-85DC-6184980B2319}" dt="2025-06-14T10:55:09.334" v="771" actId="26606"/>
          <ac:graphicFrameMkLst>
            <pc:docMk/>
            <pc:sldMk cId="1129763718" sldId="350"/>
            <ac:graphicFrameMk id="45" creationId="{60D0B6DB-B5D0-4546-F0BC-A8C1AD445A60}"/>
          </ac:graphicFrameMkLst>
        </pc:graphicFrameChg>
        <pc:graphicFrameChg chg="add del">
          <ac:chgData name="Mohammed Naseer Sihanas" userId="baf10d46-ca0e-4f93-8b9a-bd1fa4bc7e8f" providerId="ADAL" clId="{184616BA-6CDA-4086-85DC-6184980B2319}" dt="2025-06-14T10:55:11.934" v="777" actId="26606"/>
          <ac:graphicFrameMkLst>
            <pc:docMk/>
            <pc:sldMk cId="1129763718" sldId="350"/>
            <ac:graphicFrameMk id="52" creationId="{60D0B6DB-B5D0-4546-F0BC-A8C1AD445A60}"/>
          </ac:graphicFrameMkLst>
        </pc:graphicFrameChg>
        <pc:graphicFrameChg chg="add mod">
          <ac:chgData name="Mohammed Naseer Sihanas" userId="baf10d46-ca0e-4f93-8b9a-bd1fa4bc7e8f" providerId="ADAL" clId="{184616BA-6CDA-4086-85DC-6184980B2319}" dt="2025-06-14T10:56:42.438" v="793" actId="2710"/>
          <ac:graphicFrameMkLst>
            <pc:docMk/>
            <pc:sldMk cId="1129763718" sldId="350"/>
            <ac:graphicFrameMk id="55" creationId="{7DC4425E-3D93-2EC2-7A1E-EB6F1CCC347B}"/>
          </ac:graphicFrameMkLst>
        </pc:graphicFrameChg>
        <pc:picChg chg="add del">
          <ac:chgData name="Mohammed Naseer Sihanas" userId="baf10d46-ca0e-4f93-8b9a-bd1fa4bc7e8f" providerId="ADAL" clId="{184616BA-6CDA-4086-85DC-6184980B2319}" dt="2025-06-14T10:55:10.376" v="774" actId="26606"/>
          <ac:picMkLst>
            <pc:docMk/>
            <pc:sldMk cId="1129763718" sldId="350"/>
            <ac:picMk id="48" creationId="{E1235B96-6DBE-88E7-62FB-F0D4FA42C175}"/>
          </ac:picMkLst>
        </pc:picChg>
      </pc:sldChg>
      <pc:sldChg chg="addSp delSp modSp mod setBg modNotesTx">
        <pc:chgData name="Mohammed Naseer Sihanas" userId="baf10d46-ca0e-4f93-8b9a-bd1fa4bc7e8f" providerId="ADAL" clId="{184616BA-6CDA-4086-85DC-6184980B2319}" dt="2025-06-15T04:25:36.260" v="1210"/>
        <pc:sldMkLst>
          <pc:docMk/>
          <pc:sldMk cId="1236290676" sldId="352"/>
        </pc:sldMkLst>
        <pc:spChg chg="mod">
          <ac:chgData name="Mohammed Naseer Sihanas" userId="baf10d46-ca0e-4f93-8b9a-bd1fa4bc7e8f" providerId="ADAL" clId="{184616BA-6CDA-4086-85DC-6184980B2319}" dt="2025-06-14T10:53:38.186" v="765" actId="26606"/>
          <ac:spMkLst>
            <pc:docMk/>
            <pc:sldMk cId="1236290676" sldId="352"/>
            <ac:spMk id="2" creationId="{184D784C-09C2-4209-A54C-7272AAABAA90}"/>
          </ac:spMkLst>
        </pc:spChg>
        <pc:spChg chg="mod">
          <ac:chgData name="Mohammed Naseer Sihanas" userId="baf10d46-ca0e-4f93-8b9a-bd1fa4bc7e8f" providerId="ADAL" clId="{184616BA-6CDA-4086-85DC-6184980B2319}" dt="2025-06-14T10:50:41.964" v="606" actId="26606"/>
          <ac:spMkLst>
            <pc:docMk/>
            <pc:sldMk cId="1236290676" sldId="352"/>
            <ac:spMk id="3" creationId="{00000000-0000-0000-0000-000000000000}"/>
          </ac:spMkLst>
        </pc:spChg>
        <pc:spChg chg="mod">
          <ac:chgData name="Mohammed Naseer Sihanas" userId="baf10d46-ca0e-4f93-8b9a-bd1fa4bc7e8f" providerId="ADAL" clId="{184616BA-6CDA-4086-85DC-6184980B2319}" dt="2025-06-14T10:50:41.964" v="606" actId="26606"/>
          <ac:spMkLst>
            <pc:docMk/>
            <pc:sldMk cId="1236290676" sldId="352"/>
            <ac:spMk id="4" creationId="{6D4C7CB0-FBE1-485A-979E-AFFF09854263}"/>
          </ac:spMkLst>
        </pc:spChg>
        <pc:spChg chg="mod ord">
          <ac:chgData name="Mohammed Naseer Sihanas" userId="baf10d46-ca0e-4f93-8b9a-bd1fa4bc7e8f" providerId="ADAL" clId="{184616BA-6CDA-4086-85DC-6184980B2319}" dt="2025-06-14T10:50:41.964" v="606" actId="26606"/>
          <ac:spMkLst>
            <pc:docMk/>
            <pc:sldMk cId="1236290676" sldId="352"/>
            <ac:spMk id="5" creationId="{4892CD39-0D00-43C5-8A2D-E2EDFA3A7F9B}"/>
          </ac:spMkLst>
        </pc:spChg>
        <pc:spChg chg="del">
          <ac:chgData name="Mohammed Naseer Sihanas" userId="baf10d46-ca0e-4f93-8b9a-bd1fa4bc7e8f" providerId="ADAL" clId="{184616BA-6CDA-4086-85DC-6184980B2319}" dt="2025-06-14T10:50:41.964" v="606" actId="26606"/>
          <ac:spMkLst>
            <pc:docMk/>
            <pc:sldMk cId="1236290676" sldId="352"/>
            <ac:spMk id="23" creationId="{2FB82883-1DC0-4BE1-A607-009095F3355A}"/>
          </ac:spMkLst>
        </pc:spChg>
        <pc:spChg chg="del">
          <ac:chgData name="Mohammed Naseer Sihanas" userId="baf10d46-ca0e-4f93-8b9a-bd1fa4bc7e8f" providerId="ADAL" clId="{184616BA-6CDA-4086-85DC-6184980B2319}" dt="2025-06-14T10:50:41.964" v="606" actId="26606"/>
          <ac:spMkLst>
            <pc:docMk/>
            <pc:sldMk cId="1236290676" sldId="352"/>
            <ac:spMk id="25" creationId="{A3473CF9-37EB-43E7-89EF-D2D1C53D1DAC}"/>
          </ac:spMkLst>
        </pc:spChg>
        <pc:spChg chg="del">
          <ac:chgData name="Mohammed Naseer Sihanas" userId="baf10d46-ca0e-4f93-8b9a-bd1fa4bc7e8f" providerId="ADAL" clId="{184616BA-6CDA-4086-85DC-6184980B2319}" dt="2025-06-14T10:50:41.964" v="606" actId="26606"/>
          <ac:spMkLst>
            <pc:docMk/>
            <pc:sldMk cId="1236290676" sldId="352"/>
            <ac:spMk id="27" creationId="{586B4EF9-43BA-4655-A6FF-1D8E21574C95}"/>
          </ac:spMkLst>
        </pc:spChg>
        <pc:spChg chg="add del">
          <ac:chgData name="Mohammed Naseer Sihanas" userId="baf10d46-ca0e-4f93-8b9a-bd1fa4bc7e8f" providerId="ADAL" clId="{184616BA-6CDA-4086-85DC-6184980B2319}" dt="2025-06-14T10:53:38.186" v="765" actId="26606"/>
          <ac:spMkLst>
            <pc:docMk/>
            <pc:sldMk cId="1236290676" sldId="352"/>
            <ac:spMk id="32" creationId="{657F69E0-C4B0-4BEC-A689-4F8D877F05D4}"/>
          </ac:spMkLst>
        </pc:spChg>
        <pc:spChg chg="add del">
          <ac:chgData name="Mohammed Naseer Sihanas" userId="baf10d46-ca0e-4f93-8b9a-bd1fa4bc7e8f" providerId="ADAL" clId="{184616BA-6CDA-4086-85DC-6184980B2319}" dt="2025-06-14T10:53:38.186" v="765" actId="26606"/>
          <ac:spMkLst>
            <pc:docMk/>
            <pc:sldMk cId="1236290676" sldId="352"/>
            <ac:spMk id="34" creationId="{9F6380B4-6A1C-481E-8408-B4E6C75B9B81}"/>
          </ac:spMkLst>
        </pc:spChg>
        <pc:spChg chg="add">
          <ac:chgData name="Mohammed Naseer Sihanas" userId="baf10d46-ca0e-4f93-8b9a-bd1fa4bc7e8f" providerId="ADAL" clId="{184616BA-6CDA-4086-85DC-6184980B2319}" dt="2025-06-14T10:53:38.186" v="765" actId="26606"/>
          <ac:spMkLst>
            <pc:docMk/>
            <pc:sldMk cId="1236290676" sldId="352"/>
            <ac:spMk id="39" creationId="{8A95209C-5275-4E15-8EA7-7F42980ABF2D}"/>
          </ac:spMkLst>
        </pc:spChg>
        <pc:spChg chg="add">
          <ac:chgData name="Mohammed Naseer Sihanas" userId="baf10d46-ca0e-4f93-8b9a-bd1fa4bc7e8f" providerId="ADAL" clId="{184616BA-6CDA-4086-85DC-6184980B2319}" dt="2025-06-14T10:53:38.186" v="765" actId="26606"/>
          <ac:spMkLst>
            <pc:docMk/>
            <pc:sldMk cId="1236290676" sldId="352"/>
            <ac:spMk id="41" creationId="{DEF0EFD6-A3C2-4C94-A80A-BA9709D99013}"/>
          </ac:spMkLst>
        </pc:spChg>
        <pc:spChg chg="add">
          <ac:chgData name="Mohammed Naseer Sihanas" userId="baf10d46-ca0e-4f93-8b9a-bd1fa4bc7e8f" providerId="ADAL" clId="{184616BA-6CDA-4086-85DC-6184980B2319}" dt="2025-06-14T10:53:38.186" v="765" actId="26606"/>
          <ac:spMkLst>
            <pc:docMk/>
            <pc:sldMk cId="1236290676" sldId="352"/>
            <ac:spMk id="43" creationId="{4F2ED431-E304-4FF0-9F4E-032783C9D612}"/>
          </ac:spMkLst>
        </pc:spChg>
        <pc:picChg chg="mod">
          <ac:chgData name="Mohammed Naseer Sihanas" userId="baf10d46-ca0e-4f93-8b9a-bd1fa4bc7e8f" providerId="ADAL" clId="{184616BA-6CDA-4086-85DC-6184980B2319}" dt="2025-06-14T10:50:41.964" v="606" actId="26606"/>
          <ac:picMkLst>
            <pc:docMk/>
            <pc:sldMk cId="1236290676" sldId="352"/>
            <ac:picMk id="7" creationId="{273ADCC6-897E-4499-9AC1-C34ED51F898D}"/>
          </ac:picMkLst>
        </pc:picChg>
      </pc:sldChg>
      <pc:sldChg chg="add del">
        <pc:chgData name="Mohammed Naseer Sihanas" userId="baf10d46-ca0e-4f93-8b9a-bd1fa4bc7e8f" providerId="ADAL" clId="{184616BA-6CDA-4086-85DC-6184980B2319}" dt="2025-06-14T13:54:02.602" v="965" actId="47"/>
        <pc:sldMkLst>
          <pc:docMk/>
          <pc:sldMk cId="3152455815" sldId="355"/>
        </pc:sldMkLst>
      </pc:sldChg>
      <pc:sldChg chg="addSp delSp modSp mod setBg modNotesTx">
        <pc:chgData name="Mohammed Naseer Sihanas" userId="baf10d46-ca0e-4f93-8b9a-bd1fa4bc7e8f" providerId="ADAL" clId="{184616BA-6CDA-4086-85DC-6184980B2319}" dt="2025-06-17T03:51:30.281" v="1655" actId="20577"/>
        <pc:sldMkLst>
          <pc:docMk/>
          <pc:sldMk cId="2810002984" sldId="357"/>
        </pc:sldMkLst>
        <pc:spChg chg="mod">
          <ac:chgData name="Mohammed Naseer Sihanas" userId="baf10d46-ca0e-4f93-8b9a-bd1fa4bc7e8f" providerId="ADAL" clId="{184616BA-6CDA-4086-85DC-6184980B2319}" dt="2025-06-17T03:15:12.711" v="1509" actId="20577"/>
          <ac:spMkLst>
            <pc:docMk/>
            <pc:sldMk cId="2810002984" sldId="357"/>
            <ac:spMk id="2" creationId="{184D784C-09C2-4209-A54C-7272AAABAA90}"/>
          </ac:spMkLst>
        </pc:spChg>
        <pc:spChg chg="mod">
          <ac:chgData name="Mohammed Naseer Sihanas" userId="baf10d46-ca0e-4f93-8b9a-bd1fa4bc7e8f" providerId="ADAL" clId="{184616BA-6CDA-4086-85DC-6184980B2319}" dt="2025-06-14T08:34:06.982" v="285" actId="26606"/>
          <ac:spMkLst>
            <pc:docMk/>
            <pc:sldMk cId="2810002984" sldId="357"/>
            <ac:spMk id="3" creationId="{00000000-0000-0000-0000-000000000000}"/>
          </ac:spMkLst>
        </pc:spChg>
        <pc:spChg chg="mod">
          <ac:chgData name="Mohammed Naseer Sihanas" userId="baf10d46-ca0e-4f93-8b9a-bd1fa4bc7e8f" providerId="ADAL" clId="{184616BA-6CDA-4086-85DC-6184980B2319}" dt="2025-06-14T08:34:06.982" v="285" actId="26606"/>
          <ac:spMkLst>
            <pc:docMk/>
            <pc:sldMk cId="2810002984" sldId="357"/>
            <ac:spMk id="4" creationId="{6D4C7CB0-FBE1-485A-979E-AFFF09854263}"/>
          </ac:spMkLst>
        </pc:spChg>
        <pc:spChg chg="mod ord">
          <ac:chgData name="Mohammed Naseer Sihanas" userId="baf10d46-ca0e-4f93-8b9a-bd1fa4bc7e8f" providerId="ADAL" clId="{184616BA-6CDA-4086-85DC-6184980B2319}" dt="2025-06-14T08:34:06.982" v="285" actId="26606"/>
          <ac:spMkLst>
            <pc:docMk/>
            <pc:sldMk cId="2810002984" sldId="357"/>
            <ac:spMk id="5" creationId="{4892CD39-0D00-43C5-8A2D-E2EDFA3A7F9B}"/>
          </ac:spMkLst>
        </pc:spChg>
        <pc:spChg chg="del">
          <ac:chgData name="Mohammed Naseer Sihanas" userId="baf10d46-ca0e-4f93-8b9a-bd1fa4bc7e8f" providerId="ADAL" clId="{184616BA-6CDA-4086-85DC-6184980B2319}" dt="2025-06-14T08:34:06.982" v="285" actId="26606"/>
          <ac:spMkLst>
            <pc:docMk/>
            <pc:sldMk cId="2810002984" sldId="357"/>
            <ac:spMk id="23" creationId="{2FB82883-1DC0-4BE1-A607-009095F3355A}"/>
          </ac:spMkLst>
        </pc:spChg>
        <pc:spChg chg="del">
          <ac:chgData name="Mohammed Naseer Sihanas" userId="baf10d46-ca0e-4f93-8b9a-bd1fa4bc7e8f" providerId="ADAL" clId="{184616BA-6CDA-4086-85DC-6184980B2319}" dt="2025-06-14T08:34:06.982" v="285" actId="26606"/>
          <ac:spMkLst>
            <pc:docMk/>
            <pc:sldMk cId="2810002984" sldId="357"/>
            <ac:spMk id="25" creationId="{A3473CF9-37EB-43E7-89EF-D2D1C53D1DAC}"/>
          </ac:spMkLst>
        </pc:spChg>
        <pc:spChg chg="del">
          <ac:chgData name="Mohammed Naseer Sihanas" userId="baf10d46-ca0e-4f93-8b9a-bd1fa4bc7e8f" providerId="ADAL" clId="{184616BA-6CDA-4086-85DC-6184980B2319}" dt="2025-06-14T08:34:06.982" v="285" actId="26606"/>
          <ac:spMkLst>
            <pc:docMk/>
            <pc:sldMk cId="2810002984" sldId="357"/>
            <ac:spMk id="27" creationId="{586B4EF9-43BA-4655-A6FF-1D8E21574C95}"/>
          </ac:spMkLst>
        </pc:spChg>
        <pc:spChg chg="add del">
          <ac:chgData name="Mohammed Naseer Sihanas" userId="baf10d46-ca0e-4f93-8b9a-bd1fa4bc7e8f" providerId="ADAL" clId="{184616BA-6CDA-4086-85DC-6184980B2319}" dt="2025-06-14T10:53:32.720" v="764" actId="26606"/>
          <ac:spMkLst>
            <pc:docMk/>
            <pc:sldMk cId="2810002984" sldId="357"/>
            <ac:spMk id="32" creationId="{657F69E0-C4B0-4BEC-A689-4F8D877F05D4}"/>
          </ac:spMkLst>
        </pc:spChg>
        <pc:spChg chg="add del">
          <ac:chgData name="Mohammed Naseer Sihanas" userId="baf10d46-ca0e-4f93-8b9a-bd1fa4bc7e8f" providerId="ADAL" clId="{184616BA-6CDA-4086-85DC-6184980B2319}" dt="2025-06-14T10:53:32.720" v="764" actId="26606"/>
          <ac:spMkLst>
            <pc:docMk/>
            <pc:sldMk cId="2810002984" sldId="357"/>
            <ac:spMk id="34" creationId="{9F6380B4-6A1C-481E-8408-B4E6C75B9B81}"/>
          </ac:spMkLst>
        </pc:spChg>
        <pc:spChg chg="add">
          <ac:chgData name="Mohammed Naseer Sihanas" userId="baf10d46-ca0e-4f93-8b9a-bd1fa4bc7e8f" providerId="ADAL" clId="{184616BA-6CDA-4086-85DC-6184980B2319}" dt="2025-06-14T10:53:32.720" v="764" actId="26606"/>
          <ac:spMkLst>
            <pc:docMk/>
            <pc:sldMk cId="2810002984" sldId="357"/>
            <ac:spMk id="39" creationId="{8A95209C-5275-4E15-8EA7-7F42980ABF2D}"/>
          </ac:spMkLst>
        </pc:spChg>
        <pc:spChg chg="add">
          <ac:chgData name="Mohammed Naseer Sihanas" userId="baf10d46-ca0e-4f93-8b9a-bd1fa4bc7e8f" providerId="ADAL" clId="{184616BA-6CDA-4086-85DC-6184980B2319}" dt="2025-06-14T10:53:32.720" v="764" actId="26606"/>
          <ac:spMkLst>
            <pc:docMk/>
            <pc:sldMk cId="2810002984" sldId="357"/>
            <ac:spMk id="41" creationId="{4F2ED431-E304-4FF0-9F4E-032783C9D612}"/>
          </ac:spMkLst>
        </pc:spChg>
        <pc:spChg chg="add">
          <ac:chgData name="Mohammed Naseer Sihanas" userId="baf10d46-ca0e-4f93-8b9a-bd1fa4bc7e8f" providerId="ADAL" clId="{184616BA-6CDA-4086-85DC-6184980B2319}" dt="2025-06-14T10:53:32.720" v="764" actId="26606"/>
          <ac:spMkLst>
            <pc:docMk/>
            <pc:sldMk cId="2810002984" sldId="357"/>
            <ac:spMk id="43" creationId="{4E87FCFB-2CCE-460D-B3DD-557C8BD1B94A}"/>
          </ac:spMkLst>
        </pc:spChg>
        <pc:picChg chg="mod">
          <ac:chgData name="Mohammed Naseer Sihanas" userId="baf10d46-ca0e-4f93-8b9a-bd1fa4bc7e8f" providerId="ADAL" clId="{184616BA-6CDA-4086-85DC-6184980B2319}" dt="2025-06-14T08:34:06.982" v="285" actId="26606"/>
          <ac:picMkLst>
            <pc:docMk/>
            <pc:sldMk cId="2810002984" sldId="357"/>
            <ac:picMk id="7" creationId="{273ADCC6-897E-4499-9AC1-C34ED51F898D}"/>
          </ac:picMkLst>
        </pc:picChg>
      </pc:sldChg>
      <pc:sldChg chg="addSp delSp modSp mod setClrOvrMap modNotesTx">
        <pc:chgData name="Mohammed Naseer Sihanas" userId="baf10d46-ca0e-4f93-8b9a-bd1fa4bc7e8f" providerId="ADAL" clId="{184616BA-6CDA-4086-85DC-6184980B2319}" dt="2025-06-16T13:43:16.802" v="1490" actId="20577"/>
        <pc:sldMkLst>
          <pc:docMk/>
          <pc:sldMk cId="1838708753" sldId="358"/>
        </pc:sldMkLst>
        <pc:spChg chg="mod">
          <ac:chgData name="Mohammed Naseer Sihanas" userId="baf10d46-ca0e-4f93-8b9a-bd1fa4bc7e8f" providerId="ADAL" clId="{184616BA-6CDA-4086-85DC-6184980B2319}" dt="2025-06-14T08:33:05.956" v="265" actId="26606"/>
          <ac:spMkLst>
            <pc:docMk/>
            <pc:sldMk cId="1838708753" sldId="358"/>
            <ac:spMk id="4" creationId="{00000000-0000-0000-0000-000000000000}"/>
          </ac:spMkLst>
        </pc:spChg>
        <pc:spChg chg="mod">
          <ac:chgData name="Mohammed Naseer Sihanas" userId="baf10d46-ca0e-4f93-8b9a-bd1fa4bc7e8f" providerId="ADAL" clId="{184616BA-6CDA-4086-85DC-6184980B2319}" dt="2025-06-14T08:33:05.956" v="265" actId="26606"/>
          <ac:spMkLst>
            <pc:docMk/>
            <pc:sldMk cId="1838708753" sldId="358"/>
            <ac:spMk id="5" creationId="{00000000-0000-0000-0000-000000000000}"/>
          </ac:spMkLst>
        </pc:spChg>
        <pc:spChg chg="mod">
          <ac:chgData name="Mohammed Naseer Sihanas" userId="baf10d46-ca0e-4f93-8b9a-bd1fa4bc7e8f" providerId="ADAL" clId="{184616BA-6CDA-4086-85DC-6184980B2319}" dt="2025-06-14T08:33:05.956" v="265" actId="26606"/>
          <ac:spMkLst>
            <pc:docMk/>
            <pc:sldMk cId="1838708753" sldId="358"/>
            <ac:spMk id="6" creationId="{00000000-0000-0000-0000-000000000000}"/>
          </ac:spMkLst>
        </pc:spChg>
        <pc:spChg chg="add del mod ord">
          <ac:chgData name="Mohammed Naseer Sihanas" userId="baf10d46-ca0e-4f93-8b9a-bd1fa4bc7e8f" providerId="ADAL" clId="{184616BA-6CDA-4086-85DC-6184980B2319}" dt="2025-06-14T08:33:10.382" v="266" actId="478"/>
          <ac:spMkLst>
            <pc:docMk/>
            <pc:sldMk cId="1838708753" sldId="358"/>
            <ac:spMk id="8" creationId="{1A229A4A-0121-B360-A3B3-64F66040CE1C}"/>
          </ac:spMkLst>
        </pc:spChg>
        <pc:spChg chg="add del">
          <ac:chgData name="Mohammed Naseer Sihanas" userId="baf10d46-ca0e-4f93-8b9a-bd1fa4bc7e8f" providerId="ADAL" clId="{184616BA-6CDA-4086-85DC-6184980B2319}" dt="2025-06-14T08:33:21.236" v="268" actId="26606"/>
          <ac:spMkLst>
            <pc:docMk/>
            <pc:sldMk cId="1838708753" sldId="358"/>
            <ac:spMk id="14" creationId="{F3060C83-F051-4F0E-ABAD-AA0DFC48B218}"/>
          </ac:spMkLst>
        </pc:spChg>
        <pc:spChg chg="add del">
          <ac:chgData name="Mohammed Naseer Sihanas" userId="baf10d46-ca0e-4f93-8b9a-bd1fa4bc7e8f" providerId="ADAL" clId="{184616BA-6CDA-4086-85DC-6184980B2319}" dt="2025-06-14T08:33:21.236" v="268" actId="26606"/>
          <ac:spMkLst>
            <pc:docMk/>
            <pc:sldMk cId="1838708753" sldId="358"/>
            <ac:spMk id="16" creationId="{83C98ABE-055B-441F-B07E-44F97F083C39}"/>
          </ac:spMkLst>
        </pc:spChg>
        <pc:spChg chg="add del">
          <ac:chgData name="Mohammed Naseer Sihanas" userId="baf10d46-ca0e-4f93-8b9a-bd1fa4bc7e8f" providerId="ADAL" clId="{184616BA-6CDA-4086-85DC-6184980B2319}" dt="2025-06-14T08:33:21.236" v="268" actId="26606"/>
          <ac:spMkLst>
            <pc:docMk/>
            <pc:sldMk cId="1838708753" sldId="358"/>
            <ac:spMk id="18" creationId="{29FDB030-9B49-4CED-8CCD-4D99382388AC}"/>
          </ac:spMkLst>
        </pc:spChg>
        <pc:spChg chg="add del">
          <ac:chgData name="Mohammed Naseer Sihanas" userId="baf10d46-ca0e-4f93-8b9a-bd1fa4bc7e8f" providerId="ADAL" clId="{184616BA-6CDA-4086-85DC-6184980B2319}" dt="2025-06-14T08:33:21.236" v="268" actId="26606"/>
          <ac:spMkLst>
            <pc:docMk/>
            <pc:sldMk cId="1838708753" sldId="358"/>
            <ac:spMk id="20" creationId="{3783CA14-24A1-485C-8B30-D6A5D87987AD}"/>
          </ac:spMkLst>
        </pc:spChg>
        <pc:spChg chg="add del">
          <ac:chgData name="Mohammed Naseer Sihanas" userId="baf10d46-ca0e-4f93-8b9a-bd1fa4bc7e8f" providerId="ADAL" clId="{184616BA-6CDA-4086-85DC-6184980B2319}" dt="2025-06-14T08:33:21.236" v="268" actId="26606"/>
          <ac:spMkLst>
            <pc:docMk/>
            <pc:sldMk cId="1838708753" sldId="358"/>
            <ac:spMk id="22" creationId="{9A97C86A-04D6-40F7-AE84-31AB43E6A846}"/>
          </ac:spMkLst>
        </pc:spChg>
        <pc:spChg chg="add del">
          <ac:chgData name="Mohammed Naseer Sihanas" userId="baf10d46-ca0e-4f93-8b9a-bd1fa4bc7e8f" providerId="ADAL" clId="{184616BA-6CDA-4086-85DC-6184980B2319}" dt="2025-06-14T08:33:21.236" v="268" actId="26606"/>
          <ac:spMkLst>
            <pc:docMk/>
            <pc:sldMk cId="1838708753" sldId="358"/>
            <ac:spMk id="24" creationId="{FF9F2414-84E8-453E-B1F3-389FDE8192D9}"/>
          </ac:spMkLst>
        </pc:spChg>
        <pc:spChg chg="add del">
          <ac:chgData name="Mohammed Naseer Sihanas" userId="baf10d46-ca0e-4f93-8b9a-bd1fa4bc7e8f" providerId="ADAL" clId="{184616BA-6CDA-4086-85DC-6184980B2319}" dt="2025-06-14T08:33:21.236" v="268" actId="26606"/>
          <ac:spMkLst>
            <pc:docMk/>
            <pc:sldMk cId="1838708753" sldId="358"/>
            <ac:spMk id="26" creationId="{3ECA69A1-7536-43AC-85EF-C7106179F5ED}"/>
          </ac:spMkLst>
        </pc:spChg>
        <pc:spChg chg="add del">
          <ac:chgData name="Mohammed Naseer Sihanas" userId="baf10d46-ca0e-4f93-8b9a-bd1fa4bc7e8f" providerId="ADAL" clId="{184616BA-6CDA-4086-85DC-6184980B2319}" dt="2025-06-14T08:33:21.236" v="268" actId="26606"/>
          <ac:spMkLst>
            <pc:docMk/>
            <pc:sldMk cId="1838708753" sldId="358"/>
            <ac:spMk id="28" creationId="{F3060C83-F051-4F0E-ABAD-AA0DFC48B218}"/>
          </ac:spMkLst>
        </pc:spChg>
        <pc:spChg chg="add del">
          <ac:chgData name="Mohammed Naseer Sihanas" userId="baf10d46-ca0e-4f93-8b9a-bd1fa4bc7e8f" providerId="ADAL" clId="{184616BA-6CDA-4086-85DC-6184980B2319}" dt="2025-06-14T08:33:05.956" v="265" actId="26606"/>
          <ac:spMkLst>
            <pc:docMk/>
            <pc:sldMk cId="1838708753" sldId="358"/>
            <ac:spMk id="31" creationId="{9228552E-C8B1-4A80-8448-0787CE0FC704}"/>
          </ac:spMkLst>
        </pc:spChg>
        <pc:spChg chg="add del">
          <ac:chgData name="Mohammed Naseer Sihanas" userId="baf10d46-ca0e-4f93-8b9a-bd1fa4bc7e8f" providerId="ADAL" clId="{184616BA-6CDA-4086-85DC-6184980B2319}" dt="2025-06-14T08:33:21.236" v="268" actId="26606"/>
          <ac:spMkLst>
            <pc:docMk/>
            <pc:sldMk cId="1838708753" sldId="358"/>
            <ac:spMk id="33" creationId="{83C98ABE-055B-441F-B07E-44F97F083C39}"/>
          </ac:spMkLst>
        </pc:spChg>
        <pc:spChg chg="add del">
          <ac:chgData name="Mohammed Naseer Sihanas" userId="baf10d46-ca0e-4f93-8b9a-bd1fa4bc7e8f" providerId="ADAL" clId="{184616BA-6CDA-4086-85DC-6184980B2319}" dt="2025-06-14T08:33:21.236" v="268" actId="26606"/>
          <ac:spMkLst>
            <pc:docMk/>
            <pc:sldMk cId="1838708753" sldId="358"/>
            <ac:spMk id="35" creationId="{29FDB030-9B49-4CED-8CCD-4D99382388AC}"/>
          </ac:spMkLst>
        </pc:spChg>
        <pc:spChg chg="add del">
          <ac:chgData name="Mohammed Naseer Sihanas" userId="baf10d46-ca0e-4f93-8b9a-bd1fa4bc7e8f" providerId="ADAL" clId="{184616BA-6CDA-4086-85DC-6184980B2319}" dt="2025-06-14T08:33:04.861" v="263" actId="26606"/>
          <ac:spMkLst>
            <pc:docMk/>
            <pc:sldMk cId="1838708753" sldId="358"/>
            <ac:spMk id="36" creationId="{42A4FC2C-047E-45A5-965D-8E1E3BF09BC6}"/>
          </ac:spMkLst>
        </pc:spChg>
        <pc:spChg chg="add del">
          <ac:chgData name="Mohammed Naseer Sihanas" userId="baf10d46-ca0e-4f93-8b9a-bd1fa4bc7e8f" providerId="ADAL" clId="{184616BA-6CDA-4086-85DC-6184980B2319}" dt="2025-06-14T08:33:21.236" v="268" actId="26606"/>
          <ac:spMkLst>
            <pc:docMk/>
            <pc:sldMk cId="1838708753" sldId="358"/>
            <ac:spMk id="37" creationId="{3783CA14-24A1-485C-8B30-D6A5D87987AD}"/>
          </ac:spMkLst>
        </pc:spChg>
        <pc:spChg chg="add del">
          <ac:chgData name="Mohammed Naseer Sihanas" userId="baf10d46-ca0e-4f93-8b9a-bd1fa4bc7e8f" providerId="ADAL" clId="{184616BA-6CDA-4086-85DC-6184980B2319}" dt="2025-06-14T08:33:21.236" v="268" actId="26606"/>
          <ac:spMkLst>
            <pc:docMk/>
            <pc:sldMk cId="1838708753" sldId="358"/>
            <ac:spMk id="39" creationId="{9A97C86A-04D6-40F7-AE84-31AB43E6A846}"/>
          </ac:spMkLst>
        </pc:spChg>
        <pc:spChg chg="add del">
          <ac:chgData name="Mohammed Naseer Sihanas" userId="baf10d46-ca0e-4f93-8b9a-bd1fa4bc7e8f" providerId="ADAL" clId="{184616BA-6CDA-4086-85DC-6184980B2319}" dt="2025-06-14T08:33:21.236" v="268" actId="26606"/>
          <ac:spMkLst>
            <pc:docMk/>
            <pc:sldMk cId="1838708753" sldId="358"/>
            <ac:spMk id="41" creationId="{FF9F2414-84E8-453E-B1F3-389FDE8192D9}"/>
          </ac:spMkLst>
        </pc:spChg>
        <pc:spChg chg="add del">
          <ac:chgData name="Mohammed Naseer Sihanas" userId="baf10d46-ca0e-4f93-8b9a-bd1fa4bc7e8f" providerId="ADAL" clId="{184616BA-6CDA-4086-85DC-6184980B2319}" dt="2025-06-14T08:33:21.236" v="268" actId="26606"/>
          <ac:spMkLst>
            <pc:docMk/>
            <pc:sldMk cId="1838708753" sldId="358"/>
            <ac:spMk id="43" creationId="{3ECA69A1-7536-43AC-85EF-C7106179F5ED}"/>
          </ac:spMkLst>
        </pc:spChg>
        <pc:picChg chg="add mod ord">
          <ac:chgData name="Mohammed Naseer Sihanas" userId="baf10d46-ca0e-4f93-8b9a-bd1fa4bc7e8f" providerId="ADAL" clId="{184616BA-6CDA-4086-85DC-6184980B2319}" dt="2025-06-14T08:33:33.598" v="273" actId="14100"/>
          <ac:picMkLst>
            <pc:docMk/>
            <pc:sldMk cId="1838708753" sldId="358"/>
            <ac:picMk id="3" creationId="{7D105674-9D45-A213-0A98-975AF757349B}"/>
          </ac:picMkLst>
        </pc:picChg>
        <pc:picChg chg="del">
          <ac:chgData name="Mohammed Naseer Sihanas" userId="baf10d46-ca0e-4f93-8b9a-bd1fa4bc7e8f" providerId="ADAL" clId="{184616BA-6CDA-4086-85DC-6184980B2319}" dt="2025-06-14T08:32:41.300" v="257" actId="478"/>
          <ac:picMkLst>
            <pc:docMk/>
            <pc:sldMk cId="1838708753" sldId="358"/>
            <ac:picMk id="9" creationId="{9CC34B12-AC6D-1D36-B637-50C8F7909394}"/>
          </ac:picMkLst>
        </pc:picChg>
      </pc:sldChg>
      <pc:sldChg chg="addSp delSp modSp mod ord setBg">
        <pc:chgData name="Mohammed Naseer Sihanas" userId="baf10d46-ca0e-4f93-8b9a-bd1fa4bc7e8f" providerId="ADAL" clId="{184616BA-6CDA-4086-85DC-6184980B2319}" dt="2025-06-14T13:55:15.973" v="969"/>
        <pc:sldMkLst>
          <pc:docMk/>
          <pc:sldMk cId="3963173477" sldId="360"/>
        </pc:sldMkLst>
        <pc:spChg chg="mod">
          <ac:chgData name="Mohammed Naseer Sihanas" userId="baf10d46-ca0e-4f93-8b9a-bd1fa4bc7e8f" providerId="ADAL" clId="{184616BA-6CDA-4086-85DC-6184980B2319}" dt="2025-06-14T10:47:44.381" v="578" actId="26606"/>
          <ac:spMkLst>
            <pc:docMk/>
            <pc:sldMk cId="3963173477" sldId="360"/>
            <ac:spMk id="2" creationId="{184D784C-09C2-4209-A54C-7272AAABAA90}"/>
          </ac:spMkLst>
        </pc:spChg>
        <pc:spChg chg="mod">
          <ac:chgData name="Mohammed Naseer Sihanas" userId="baf10d46-ca0e-4f93-8b9a-bd1fa4bc7e8f" providerId="ADAL" clId="{184616BA-6CDA-4086-85DC-6184980B2319}" dt="2025-06-14T10:47:44.381" v="578" actId="26606"/>
          <ac:spMkLst>
            <pc:docMk/>
            <pc:sldMk cId="3963173477" sldId="360"/>
            <ac:spMk id="3" creationId="{00000000-0000-0000-0000-000000000000}"/>
          </ac:spMkLst>
        </pc:spChg>
        <pc:spChg chg="mod">
          <ac:chgData name="Mohammed Naseer Sihanas" userId="baf10d46-ca0e-4f93-8b9a-bd1fa4bc7e8f" providerId="ADAL" clId="{184616BA-6CDA-4086-85DC-6184980B2319}" dt="2025-06-14T10:47:44.381" v="578" actId="26606"/>
          <ac:spMkLst>
            <pc:docMk/>
            <pc:sldMk cId="3963173477" sldId="360"/>
            <ac:spMk id="4" creationId="{6D4C7CB0-FBE1-485A-979E-AFFF09854263}"/>
          </ac:spMkLst>
        </pc:spChg>
        <pc:spChg chg="mod ord">
          <ac:chgData name="Mohammed Naseer Sihanas" userId="baf10d46-ca0e-4f93-8b9a-bd1fa4bc7e8f" providerId="ADAL" clId="{184616BA-6CDA-4086-85DC-6184980B2319}" dt="2025-06-14T10:47:44.381" v="578" actId="26606"/>
          <ac:spMkLst>
            <pc:docMk/>
            <pc:sldMk cId="3963173477" sldId="360"/>
            <ac:spMk id="5" creationId="{4892CD39-0D00-43C5-8A2D-E2EDFA3A7F9B}"/>
          </ac:spMkLst>
        </pc:spChg>
        <pc:spChg chg="del">
          <ac:chgData name="Mohammed Naseer Sihanas" userId="baf10d46-ca0e-4f93-8b9a-bd1fa4bc7e8f" providerId="ADAL" clId="{184616BA-6CDA-4086-85DC-6184980B2319}" dt="2025-06-14T10:47:44.381" v="578" actId="26606"/>
          <ac:spMkLst>
            <pc:docMk/>
            <pc:sldMk cId="3963173477" sldId="360"/>
            <ac:spMk id="23" creationId="{2FB82883-1DC0-4BE1-A607-009095F3355A}"/>
          </ac:spMkLst>
        </pc:spChg>
        <pc:spChg chg="del">
          <ac:chgData name="Mohammed Naseer Sihanas" userId="baf10d46-ca0e-4f93-8b9a-bd1fa4bc7e8f" providerId="ADAL" clId="{184616BA-6CDA-4086-85DC-6184980B2319}" dt="2025-06-14T10:47:44.381" v="578" actId="26606"/>
          <ac:spMkLst>
            <pc:docMk/>
            <pc:sldMk cId="3963173477" sldId="360"/>
            <ac:spMk id="25" creationId="{A3473CF9-37EB-43E7-89EF-D2D1C53D1DAC}"/>
          </ac:spMkLst>
        </pc:spChg>
        <pc:spChg chg="del">
          <ac:chgData name="Mohammed Naseer Sihanas" userId="baf10d46-ca0e-4f93-8b9a-bd1fa4bc7e8f" providerId="ADAL" clId="{184616BA-6CDA-4086-85DC-6184980B2319}" dt="2025-06-14T10:47:44.381" v="578" actId="26606"/>
          <ac:spMkLst>
            <pc:docMk/>
            <pc:sldMk cId="3963173477" sldId="360"/>
            <ac:spMk id="27" creationId="{586B4EF9-43BA-4655-A6FF-1D8E21574C95}"/>
          </ac:spMkLst>
        </pc:spChg>
        <pc:spChg chg="add">
          <ac:chgData name="Mohammed Naseer Sihanas" userId="baf10d46-ca0e-4f93-8b9a-bd1fa4bc7e8f" providerId="ADAL" clId="{184616BA-6CDA-4086-85DC-6184980B2319}" dt="2025-06-14T10:47:44.381" v="578" actId="26606"/>
          <ac:spMkLst>
            <pc:docMk/>
            <pc:sldMk cId="3963173477" sldId="360"/>
            <ac:spMk id="32" creationId="{8A95209C-5275-4E15-8EA7-7F42980ABF2D}"/>
          </ac:spMkLst>
        </pc:spChg>
        <pc:spChg chg="add">
          <ac:chgData name="Mohammed Naseer Sihanas" userId="baf10d46-ca0e-4f93-8b9a-bd1fa4bc7e8f" providerId="ADAL" clId="{184616BA-6CDA-4086-85DC-6184980B2319}" dt="2025-06-14T10:47:44.381" v="578" actId="26606"/>
          <ac:spMkLst>
            <pc:docMk/>
            <pc:sldMk cId="3963173477" sldId="360"/>
            <ac:spMk id="34" creationId="{4F2ED431-E304-4FF0-9F4E-032783C9D612}"/>
          </ac:spMkLst>
        </pc:spChg>
        <pc:spChg chg="add">
          <ac:chgData name="Mohammed Naseer Sihanas" userId="baf10d46-ca0e-4f93-8b9a-bd1fa4bc7e8f" providerId="ADAL" clId="{184616BA-6CDA-4086-85DC-6184980B2319}" dt="2025-06-14T10:47:44.381" v="578" actId="26606"/>
          <ac:spMkLst>
            <pc:docMk/>
            <pc:sldMk cId="3963173477" sldId="360"/>
            <ac:spMk id="36" creationId="{4E87FCFB-2CCE-460D-B3DD-557C8BD1B94A}"/>
          </ac:spMkLst>
        </pc:spChg>
        <pc:picChg chg="mod">
          <ac:chgData name="Mohammed Naseer Sihanas" userId="baf10d46-ca0e-4f93-8b9a-bd1fa4bc7e8f" providerId="ADAL" clId="{184616BA-6CDA-4086-85DC-6184980B2319}" dt="2025-06-14T10:47:44.381" v="578" actId="26606"/>
          <ac:picMkLst>
            <pc:docMk/>
            <pc:sldMk cId="3963173477" sldId="360"/>
            <ac:picMk id="7" creationId="{273ADCC6-897E-4499-9AC1-C34ED51F898D}"/>
          </ac:picMkLst>
        </pc:picChg>
      </pc:sldChg>
      <pc:sldChg chg="addSp delSp modSp mod ord">
        <pc:chgData name="Mohammed Naseer Sihanas" userId="baf10d46-ca0e-4f93-8b9a-bd1fa4bc7e8f" providerId="ADAL" clId="{184616BA-6CDA-4086-85DC-6184980B2319}" dt="2025-06-14T13:56:02.180" v="995" actId="14100"/>
        <pc:sldMkLst>
          <pc:docMk/>
          <pc:sldMk cId="780469627" sldId="361"/>
        </pc:sldMkLst>
        <pc:spChg chg="add del">
          <ac:chgData name="Mohammed Naseer Sihanas" userId="baf10d46-ca0e-4f93-8b9a-bd1fa4bc7e8f" providerId="ADAL" clId="{184616BA-6CDA-4086-85DC-6184980B2319}" dt="2025-06-14T10:45:19.672" v="565" actId="478"/>
          <ac:spMkLst>
            <pc:docMk/>
            <pc:sldMk cId="780469627" sldId="361"/>
            <ac:spMk id="3" creationId="{88F82F8E-F63A-203F-E813-64D9A761AAB3}"/>
          </ac:spMkLst>
        </pc:spChg>
        <pc:spChg chg="add del mod">
          <ac:chgData name="Mohammed Naseer Sihanas" userId="baf10d46-ca0e-4f93-8b9a-bd1fa4bc7e8f" providerId="ADAL" clId="{184616BA-6CDA-4086-85DC-6184980B2319}" dt="2025-06-14T10:44:53.548" v="562" actId="478"/>
          <ac:spMkLst>
            <pc:docMk/>
            <pc:sldMk cId="780469627" sldId="361"/>
            <ac:spMk id="7" creationId="{59694066-B045-4A04-6404-671A776B1C74}"/>
          </ac:spMkLst>
        </pc:spChg>
        <pc:spChg chg="mod">
          <ac:chgData name="Mohammed Naseer Sihanas" userId="baf10d46-ca0e-4f93-8b9a-bd1fa4bc7e8f" providerId="ADAL" clId="{184616BA-6CDA-4086-85DC-6184980B2319}" dt="2025-06-14T10:44:52.868" v="541" actId="20577"/>
          <ac:spMkLst>
            <pc:docMk/>
            <pc:sldMk cId="780469627" sldId="361"/>
            <ac:spMk id="10" creationId="{9B3D276C-B3D2-1BAE-D27D-BA467A1CDA6D}"/>
          </ac:spMkLst>
        </pc:spChg>
        <pc:spChg chg="mod">
          <ac:chgData name="Mohammed Naseer Sihanas" userId="baf10d46-ca0e-4f93-8b9a-bd1fa4bc7e8f" providerId="ADAL" clId="{184616BA-6CDA-4086-85DC-6184980B2319}" dt="2025-06-14T13:56:02.180" v="995" actId="14100"/>
          <ac:spMkLst>
            <pc:docMk/>
            <pc:sldMk cId="780469627" sldId="361"/>
            <ac:spMk id="11" creationId="{CDE3479C-A65E-7880-3571-5A41817003E9}"/>
          </ac:spMkLst>
        </pc:spChg>
        <pc:spChg chg="mod">
          <ac:chgData name="Mohammed Naseer Sihanas" userId="baf10d46-ca0e-4f93-8b9a-bd1fa4bc7e8f" providerId="ADAL" clId="{184616BA-6CDA-4086-85DC-6184980B2319}" dt="2025-06-14T10:45:47.628" v="577" actId="20577"/>
          <ac:spMkLst>
            <pc:docMk/>
            <pc:sldMk cId="780469627" sldId="361"/>
            <ac:spMk id="15" creationId="{66AFB0A0-32EB-AE88-FE77-0FD0E0668DA1}"/>
          </ac:spMkLst>
        </pc:spChg>
        <pc:spChg chg="add del mod">
          <ac:chgData name="Mohammed Naseer Sihanas" userId="baf10d46-ca0e-4f93-8b9a-bd1fa4bc7e8f" providerId="ADAL" clId="{184616BA-6CDA-4086-85DC-6184980B2319}" dt="2025-06-14T10:45:21.908" v="566" actId="478"/>
          <ac:spMkLst>
            <pc:docMk/>
            <pc:sldMk cId="780469627" sldId="361"/>
            <ac:spMk id="23" creationId="{70718074-36DD-8B11-DA2D-00B8F2CD5CD2}"/>
          </ac:spMkLst>
        </pc:spChg>
        <pc:spChg chg="mod">
          <ac:chgData name="Mohammed Naseer Sihanas" userId="baf10d46-ca0e-4f93-8b9a-bd1fa4bc7e8f" providerId="ADAL" clId="{184616BA-6CDA-4086-85DC-6184980B2319}" dt="2025-06-14T10:44:53.214" v="552" actId="20577"/>
          <ac:spMkLst>
            <pc:docMk/>
            <pc:sldMk cId="780469627" sldId="361"/>
            <ac:spMk id="44" creationId="{DE67A987-AE9F-50BC-3031-D5ED5EA7BA40}"/>
          </ac:spMkLst>
        </pc:spChg>
        <pc:spChg chg="mod">
          <ac:chgData name="Mohammed Naseer Sihanas" userId="baf10d46-ca0e-4f93-8b9a-bd1fa4bc7e8f" providerId="ADAL" clId="{184616BA-6CDA-4086-85DC-6184980B2319}" dt="2025-06-14T10:44:52.961" v="544" actId="20577"/>
          <ac:spMkLst>
            <pc:docMk/>
            <pc:sldMk cId="780469627" sldId="361"/>
            <ac:spMk id="45" creationId="{6E3467E9-B125-24F9-62E2-CE95DAE8F8F3}"/>
          </ac:spMkLst>
        </pc:spChg>
        <pc:spChg chg="mod">
          <ac:chgData name="Mohammed Naseer Sihanas" userId="baf10d46-ca0e-4f93-8b9a-bd1fa4bc7e8f" providerId="ADAL" clId="{184616BA-6CDA-4086-85DC-6184980B2319}" dt="2025-06-14T10:44:53.485" v="560" actId="20577"/>
          <ac:spMkLst>
            <pc:docMk/>
            <pc:sldMk cId="780469627" sldId="361"/>
            <ac:spMk id="46" creationId="{160CE1AA-5D46-D4DD-8B9B-F28EDF378C55}"/>
          </ac:spMkLst>
        </pc:spChg>
        <pc:cxnChg chg="mod">
          <ac:chgData name="Mohammed Naseer Sihanas" userId="baf10d46-ca0e-4f93-8b9a-bd1fa4bc7e8f" providerId="ADAL" clId="{184616BA-6CDA-4086-85DC-6184980B2319}" dt="2025-06-14T13:56:02.180" v="995" actId="14100"/>
          <ac:cxnSpMkLst>
            <pc:docMk/>
            <pc:sldMk cId="780469627" sldId="361"/>
            <ac:cxnSpMk id="17" creationId="{6B287175-6CE7-E51C-0B3C-741FA3A50478}"/>
          </ac:cxnSpMkLst>
        </pc:cxnChg>
        <pc:cxnChg chg="mod">
          <ac:chgData name="Mohammed Naseer Sihanas" userId="baf10d46-ca0e-4f93-8b9a-bd1fa4bc7e8f" providerId="ADAL" clId="{184616BA-6CDA-4086-85DC-6184980B2319}" dt="2025-06-14T13:56:02.180" v="995" actId="14100"/>
          <ac:cxnSpMkLst>
            <pc:docMk/>
            <pc:sldMk cId="780469627" sldId="361"/>
            <ac:cxnSpMk id="18" creationId="{7E0B4CDA-9CA5-C907-617C-273470C02317}"/>
          </ac:cxnSpMkLst>
        </pc:cxnChg>
        <pc:cxnChg chg="mod">
          <ac:chgData name="Mohammed Naseer Sihanas" userId="baf10d46-ca0e-4f93-8b9a-bd1fa4bc7e8f" providerId="ADAL" clId="{184616BA-6CDA-4086-85DC-6184980B2319}" dt="2025-06-14T10:44:53.326" v="555" actId="14100"/>
          <ac:cxnSpMkLst>
            <pc:docMk/>
            <pc:sldMk cId="780469627" sldId="361"/>
            <ac:cxnSpMk id="47" creationId="{B830BB67-110E-75D7-C5EB-AF877A261BA0}"/>
          </ac:cxnSpMkLst>
        </pc:cxnChg>
        <pc:cxnChg chg="mod">
          <ac:chgData name="Mohammed Naseer Sihanas" userId="baf10d46-ca0e-4f93-8b9a-bd1fa4bc7e8f" providerId="ADAL" clId="{184616BA-6CDA-4086-85DC-6184980B2319}" dt="2025-06-14T10:44:51.181" v="526" actId="14100"/>
          <ac:cxnSpMkLst>
            <pc:docMk/>
            <pc:sldMk cId="780469627" sldId="361"/>
            <ac:cxnSpMk id="50" creationId="{509429CD-93C8-CE3C-723F-E8FE3D00CA5C}"/>
          </ac:cxnSpMkLst>
        </pc:cxnChg>
        <pc:cxnChg chg="mod">
          <ac:chgData name="Mohammed Naseer Sihanas" userId="baf10d46-ca0e-4f93-8b9a-bd1fa4bc7e8f" providerId="ADAL" clId="{184616BA-6CDA-4086-85DC-6184980B2319}" dt="2025-06-14T10:44:51.181" v="526" actId="14100"/>
          <ac:cxnSpMkLst>
            <pc:docMk/>
            <pc:sldMk cId="780469627" sldId="361"/>
            <ac:cxnSpMk id="53" creationId="{C8A28068-4CCA-FCCC-37A8-2EE179E1F039}"/>
          </ac:cxnSpMkLst>
        </pc:cxnChg>
      </pc:sldChg>
      <pc:sldChg chg="modSp del mod">
        <pc:chgData name="Mohammed Naseer Sihanas" userId="baf10d46-ca0e-4f93-8b9a-bd1fa4bc7e8f" providerId="ADAL" clId="{184616BA-6CDA-4086-85DC-6184980B2319}" dt="2025-06-14T13:43:23.904" v="830" actId="47"/>
        <pc:sldMkLst>
          <pc:docMk/>
          <pc:sldMk cId="3133456486" sldId="364"/>
        </pc:sldMkLst>
        <pc:spChg chg="mod">
          <ac:chgData name="Mohammed Naseer Sihanas" userId="baf10d46-ca0e-4f93-8b9a-bd1fa4bc7e8f" providerId="ADAL" clId="{184616BA-6CDA-4086-85DC-6184980B2319}" dt="2025-06-14T08:36:45.994" v="315" actId="20577"/>
          <ac:spMkLst>
            <pc:docMk/>
            <pc:sldMk cId="3133456486" sldId="364"/>
            <ac:spMk id="2" creationId="{184D784C-09C2-4209-A54C-7272AAABAA90}"/>
          </ac:spMkLst>
        </pc:spChg>
      </pc:sldChg>
      <pc:sldChg chg="addSp delSp modSp del mod setBg">
        <pc:chgData name="Mohammed Naseer Sihanas" userId="baf10d46-ca0e-4f93-8b9a-bd1fa4bc7e8f" providerId="ADAL" clId="{184616BA-6CDA-4086-85DC-6184980B2319}" dt="2025-06-17T03:48:34.211" v="1579" actId="47"/>
        <pc:sldMkLst>
          <pc:docMk/>
          <pc:sldMk cId="3125452517" sldId="365"/>
        </pc:sldMkLst>
        <pc:spChg chg="del">
          <ac:chgData name="Mohammed Naseer Sihanas" userId="baf10d46-ca0e-4f93-8b9a-bd1fa4bc7e8f" providerId="ADAL" clId="{184616BA-6CDA-4086-85DC-6184980B2319}" dt="2025-06-14T08:36:53.400" v="316" actId="478"/>
          <ac:spMkLst>
            <pc:docMk/>
            <pc:sldMk cId="3125452517" sldId="365"/>
            <ac:spMk id="2" creationId="{CCD965D7-0C66-320F-E8BA-0FD93A5E1790}"/>
          </ac:spMkLst>
        </pc:spChg>
        <pc:spChg chg="mod">
          <ac:chgData name="Mohammed Naseer Sihanas" userId="baf10d46-ca0e-4f93-8b9a-bd1fa4bc7e8f" providerId="ADAL" clId="{184616BA-6CDA-4086-85DC-6184980B2319}" dt="2025-06-14T10:49:09.851" v="602" actId="26606"/>
          <ac:spMkLst>
            <pc:docMk/>
            <pc:sldMk cId="3125452517" sldId="365"/>
            <ac:spMk id="4" creationId="{00000000-0000-0000-0000-000000000000}"/>
          </ac:spMkLst>
        </pc:spChg>
        <pc:spChg chg="mod">
          <ac:chgData name="Mohammed Naseer Sihanas" userId="baf10d46-ca0e-4f93-8b9a-bd1fa4bc7e8f" providerId="ADAL" clId="{184616BA-6CDA-4086-85DC-6184980B2319}" dt="2025-06-14T10:49:09.851" v="602" actId="26606"/>
          <ac:spMkLst>
            <pc:docMk/>
            <pc:sldMk cId="3125452517" sldId="365"/>
            <ac:spMk id="5" creationId="{00000000-0000-0000-0000-000000000000}"/>
          </ac:spMkLst>
        </pc:spChg>
        <pc:spChg chg="mod">
          <ac:chgData name="Mohammed Naseer Sihanas" userId="baf10d46-ca0e-4f93-8b9a-bd1fa4bc7e8f" providerId="ADAL" clId="{184616BA-6CDA-4086-85DC-6184980B2319}" dt="2025-06-14T10:49:09.851" v="602" actId="26606"/>
          <ac:spMkLst>
            <pc:docMk/>
            <pc:sldMk cId="3125452517" sldId="365"/>
            <ac:spMk id="6" creationId="{00000000-0000-0000-0000-000000000000}"/>
          </ac:spMkLst>
        </pc:spChg>
        <pc:spChg chg="add">
          <ac:chgData name="Mohammed Naseer Sihanas" userId="baf10d46-ca0e-4f93-8b9a-bd1fa4bc7e8f" providerId="ADAL" clId="{184616BA-6CDA-4086-85DC-6184980B2319}" dt="2025-06-14T10:49:09.851" v="602" actId="26606"/>
          <ac:spMkLst>
            <pc:docMk/>
            <pc:sldMk cId="3125452517" sldId="365"/>
            <ac:spMk id="12" creationId="{F3060C83-F051-4F0E-ABAD-AA0DFC48B218}"/>
          </ac:spMkLst>
        </pc:spChg>
        <pc:spChg chg="add">
          <ac:chgData name="Mohammed Naseer Sihanas" userId="baf10d46-ca0e-4f93-8b9a-bd1fa4bc7e8f" providerId="ADAL" clId="{184616BA-6CDA-4086-85DC-6184980B2319}" dt="2025-06-14T10:49:09.851" v="602" actId="26606"/>
          <ac:spMkLst>
            <pc:docMk/>
            <pc:sldMk cId="3125452517" sldId="365"/>
            <ac:spMk id="14" creationId="{83C98ABE-055B-441F-B07E-44F97F083C39}"/>
          </ac:spMkLst>
        </pc:spChg>
        <pc:spChg chg="add">
          <ac:chgData name="Mohammed Naseer Sihanas" userId="baf10d46-ca0e-4f93-8b9a-bd1fa4bc7e8f" providerId="ADAL" clId="{184616BA-6CDA-4086-85DC-6184980B2319}" dt="2025-06-14T10:49:09.851" v="602" actId="26606"/>
          <ac:spMkLst>
            <pc:docMk/>
            <pc:sldMk cId="3125452517" sldId="365"/>
            <ac:spMk id="16" creationId="{29FDB030-9B49-4CED-8CCD-4D99382388AC}"/>
          </ac:spMkLst>
        </pc:spChg>
        <pc:spChg chg="add">
          <ac:chgData name="Mohammed Naseer Sihanas" userId="baf10d46-ca0e-4f93-8b9a-bd1fa4bc7e8f" providerId="ADAL" clId="{184616BA-6CDA-4086-85DC-6184980B2319}" dt="2025-06-14T10:49:09.851" v="602" actId="26606"/>
          <ac:spMkLst>
            <pc:docMk/>
            <pc:sldMk cId="3125452517" sldId="365"/>
            <ac:spMk id="18" creationId="{3783CA14-24A1-485C-8B30-D6A5D87987AD}"/>
          </ac:spMkLst>
        </pc:spChg>
        <pc:spChg chg="add">
          <ac:chgData name="Mohammed Naseer Sihanas" userId="baf10d46-ca0e-4f93-8b9a-bd1fa4bc7e8f" providerId="ADAL" clId="{184616BA-6CDA-4086-85DC-6184980B2319}" dt="2025-06-14T10:49:09.851" v="602" actId="26606"/>
          <ac:spMkLst>
            <pc:docMk/>
            <pc:sldMk cId="3125452517" sldId="365"/>
            <ac:spMk id="20" creationId="{9A97C86A-04D6-40F7-AE84-31AB43E6A846}"/>
          </ac:spMkLst>
        </pc:spChg>
        <pc:spChg chg="add">
          <ac:chgData name="Mohammed Naseer Sihanas" userId="baf10d46-ca0e-4f93-8b9a-bd1fa4bc7e8f" providerId="ADAL" clId="{184616BA-6CDA-4086-85DC-6184980B2319}" dt="2025-06-14T10:49:09.851" v="602" actId="26606"/>
          <ac:spMkLst>
            <pc:docMk/>
            <pc:sldMk cId="3125452517" sldId="365"/>
            <ac:spMk id="22" creationId="{FF9F2414-84E8-453E-B1F3-389FDE8192D9}"/>
          </ac:spMkLst>
        </pc:spChg>
        <pc:spChg chg="add">
          <ac:chgData name="Mohammed Naseer Sihanas" userId="baf10d46-ca0e-4f93-8b9a-bd1fa4bc7e8f" providerId="ADAL" clId="{184616BA-6CDA-4086-85DC-6184980B2319}" dt="2025-06-14T10:49:09.851" v="602" actId="26606"/>
          <ac:spMkLst>
            <pc:docMk/>
            <pc:sldMk cId="3125452517" sldId="365"/>
            <ac:spMk id="24" creationId="{3ECA69A1-7536-43AC-85EF-C7106179F5ED}"/>
          </ac:spMkLst>
        </pc:spChg>
        <pc:graphicFrameChg chg="add mod ord modGraphic">
          <ac:chgData name="Mohammed Naseer Sihanas" userId="baf10d46-ca0e-4f93-8b9a-bd1fa4bc7e8f" providerId="ADAL" clId="{184616BA-6CDA-4086-85DC-6184980B2319}" dt="2025-06-14T10:49:31.874" v="605" actId="20577"/>
          <ac:graphicFrameMkLst>
            <pc:docMk/>
            <pc:sldMk cId="3125452517" sldId="365"/>
            <ac:graphicFrameMk id="7" creationId="{00000000-0000-0000-0000-000000000000}"/>
          </ac:graphicFrameMkLst>
        </pc:graphicFrameChg>
      </pc:sldChg>
      <pc:sldChg chg="addSp delSp modSp mod setBg">
        <pc:chgData name="Mohammed Naseer Sihanas" userId="baf10d46-ca0e-4f93-8b9a-bd1fa4bc7e8f" providerId="ADAL" clId="{184616BA-6CDA-4086-85DC-6184980B2319}" dt="2025-06-14T10:47:53.921" v="579" actId="26606"/>
        <pc:sldMkLst>
          <pc:docMk/>
          <pc:sldMk cId="2314004391" sldId="367"/>
        </pc:sldMkLst>
        <pc:spChg chg="mod">
          <ac:chgData name="Mohammed Naseer Sihanas" userId="baf10d46-ca0e-4f93-8b9a-bd1fa4bc7e8f" providerId="ADAL" clId="{184616BA-6CDA-4086-85DC-6184980B2319}" dt="2025-06-14T10:47:53.921" v="579" actId="26606"/>
          <ac:spMkLst>
            <pc:docMk/>
            <pc:sldMk cId="2314004391" sldId="367"/>
            <ac:spMk id="2" creationId="{184D784C-09C2-4209-A54C-7272AAABAA90}"/>
          </ac:spMkLst>
        </pc:spChg>
        <pc:spChg chg="mod">
          <ac:chgData name="Mohammed Naseer Sihanas" userId="baf10d46-ca0e-4f93-8b9a-bd1fa4bc7e8f" providerId="ADAL" clId="{184616BA-6CDA-4086-85DC-6184980B2319}" dt="2025-06-14T10:47:53.921" v="579" actId="26606"/>
          <ac:spMkLst>
            <pc:docMk/>
            <pc:sldMk cId="2314004391" sldId="367"/>
            <ac:spMk id="3" creationId="{00000000-0000-0000-0000-000000000000}"/>
          </ac:spMkLst>
        </pc:spChg>
        <pc:spChg chg="mod">
          <ac:chgData name="Mohammed Naseer Sihanas" userId="baf10d46-ca0e-4f93-8b9a-bd1fa4bc7e8f" providerId="ADAL" clId="{184616BA-6CDA-4086-85DC-6184980B2319}" dt="2025-06-14T10:47:53.921" v="579" actId="26606"/>
          <ac:spMkLst>
            <pc:docMk/>
            <pc:sldMk cId="2314004391" sldId="367"/>
            <ac:spMk id="4" creationId="{6D4C7CB0-FBE1-485A-979E-AFFF09854263}"/>
          </ac:spMkLst>
        </pc:spChg>
        <pc:spChg chg="mod ord">
          <ac:chgData name="Mohammed Naseer Sihanas" userId="baf10d46-ca0e-4f93-8b9a-bd1fa4bc7e8f" providerId="ADAL" clId="{184616BA-6CDA-4086-85DC-6184980B2319}" dt="2025-06-14T10:47:53.921" v="579" actId="26606"/>
          <ac:spMkLst>
            <pc:docMk/>
            <pc:sldMk cId="2314004391" sldId="367"/>
            <ac:spMk id="5" creationId="{4892CD39-0D00-43C5-8A2D-E2EDFA3A7F9B}"/>
          </ac:spMkLst>
        </pc:spChg>
        <pc:spChg chg="del">
          <ac:chgData name="Mohammed Naseer Sihanas" userId="baf10d46-ca0e-4f93-8b9a-bd1fa4bc7e8f" providerId="ADAL" clId="{184616BA-6CDA-4086-85DC-6184980B2319}" dt="2025-06-14T10:47:53.921" v="579" actId="26606"/>
          <ac:spMkLst>
            <pc:docMk/>
            <pc:sldMk cId="2314004391" sldId="367"/>
            <ac:spMk id="23" creationId="{2FB82883-1DC0-4BE1-A607-009095F3355A}"/>
          </ac:spMkLst>
        </pc:spChg>
        <pc:spChg chg="del">
          <ac:chgData name="Mohammed Naseer Sihanas" userId="baf10d46-ca0e-4f93-8b9a-bd1fa4bc7e8f" providerId="ADAL" clId="{184616BA-6CDA-4086-85DC-6184980B2319}" dt="2025-06-14T10:47:53.921" v="579" actId="26606"/>
          <ac:spMkLst>
            <pc:docMk/>
            <pc:sldMk cId="2314004391" sldId="367"/>
            <ac:spMk id="25" creationId="{A3473CF9-37EB-43E7-89EF-D2D1C53D1DAC}"/>
          </ac:spMkLst>
        </pc:spChg>
        <pc:spChg chg="del">
          <ac:chgData name="Mohammed Naseer Sihanas" userId="baf10d46-ca0e-4f93-8b9a-bd1fa4bc7e8f" providerId="ADAL" clId="{184616BA-6CDA-4086-85DC-6184980B2319}" dt="2025-06-14T10:47:53.921" v="579" actId="26606"/>
          <ac:spMkLst>
            <pc:docMk/>
            <pc:sldMk cId="2314004391" sldId="367"/>
            <ac:spMk id="27" creationId="{586B4EF9-43BA-4655-A6FF-1D8E21574C95}"/>
          </ac:spMkLst>
        </pc:spChg>
        <pc:spChg chg="add">
          <ac:chgData name="Mohammed Naseer Sihanas" userId="baf10d46-ca0e-4f93-8b9a-bd1fa4bc7e8f" providerId="ADAL" clId="{184616BA-6CDA-4086-85DC-6184980B2319}" dt="2025-06-14T10:47:53.921" v="579" actId="26606"/>
          <ac:spMkLst>
            <pc:docMk/>
            <pc:sldMk cId="2314004391" sldId="367"/>
            <ac:spMk id="32" creationId="{657F69E0-C4B0-4BEC-A689-4F8D877F05D4}"/>
          </ac:spMkLst>
        </pc:spChg>
        <pc:spChg chg="add">
          <ac:chgData name="Mohammed Naseer Sihanas" userId="baf10d46-ca0e-4f93-8b9a-bd1fa4bc7e8f" providerId="ADAL" clId="{184616BA-6CDA-4086-85DC-6184980B2319}" dt="2025-06-14T10:47:53.921" v="579" actId="26606"/>
          <ac:spMkLst>
            <pc:docMk/>
            <pc:sldMk cId="2314004391" sldId="367"/>
            <ac:spMk id="34" creationId="{9F6380B4-6A1C-481E-8408-B4E6C75B9B81}"/>
          </ac:spMkLst>
        </pc:spChg>
        <pc:picChg chg="mod">
          <ac:chgData name="Mohammed Naseer Sihanas" userId="baf10d46-ca0e-4f93-8b9a-bd1fa4bc7e8f" providerId="ADAL" clId="{184616BA-6CDA-4086-85DC-6184980B2319}" dt="2025-06-14T10:47:53.921" v="579" actId="26606"/>
          <ac:picMkLst>
            <pc:docMk/>
            <pc:sldMk cId="2314004391" sldId="367"/>
            <ac:picMk id="7" creationId="{273ADCC6-897E-4499-9AC1-C34ED51F898D}"/>
          </ac:picMkLst>
        </pc:picChg>
      </pc:sldChg>
      <pc:sldChg chg="addSp delSp modSp mod setBg">
        <pc:chgData name="Mohammed Naseer Sihanas" userId="baf10d46-ca0e-4f93-8b9a-bd1fa4bc7e8f" providerId="ADAL" clId="{184616BA-6CDA-4086-85DC-6184980B2319}" dt="2025-06-14T10:48:49.713" v="601" actId="27636"/>
        <pc:sldMkLst>
          <pc:docMk/>
          <pc:sldMk cId="2151856869" sldId="369"/>
        </pc:sldMkLst>
        <pc:spChg chg="mod">
          <ac:chgData name="Mohammed Naseer Sihanas" userId="baf10d46-ca0e-4f93-8b9a-bd1fa4bc7e8f" providerId="ADAL" clId="{184616BA-6CDA-4086-85DC-6184980B2319}" dt="2025-06-14T10:48:49.691" v="600" actId="26606"/>
          <ac:spMkLst>
            <pc:docMk/>
            <pc:sldMk cId="2151856869" sldId="369"/>
            <ac:spMk id="2" creationId="{634380F5-514D-4989-966A-49BC47C96416}"/>
          </ac:spMkLst>
        </pc:spChg>
        <pc:spChg chg="add del mod">
          <ac:chgData name="Mohammed Naseer Sihanas" userId="baf10d46-ca0e-4f93-8b9a-bd1fa4bc7e8f" providerId="ADAL" clId="{184616BA-6CDA-4086-85DC-6184980B2319}" dt="2025-06-14T10:48:49.691" v="600" actId="26606"/>
          <ac:spMkLst>
            <pc:docMk/>
            <pc:sldMk cId="2151856869" sldId="369"/>
            <ac:spMk id="3" creationId="{7CB860C7-93AD-4311-8CD4-4580644B47DD}"/>
          </ac:spMkLst>
        </pc:spChg>
        <pc:spChg chg="mod">
          <ac:chgData name="Mohammed Naseer Sihanas" userId="baf10d46-ca0e-4f93-8b9a-bd1fa4bc7e8f" providerId="ADAL" clId="{184616BA-6CDA-4086-85DC-6184980B2319}" dt="2025-06-14T10:48:49.691" v="600" actId="26606"/>
          <ac:spMkLst>
            <pc:docMk/>
            <pc:sldMk cId="2151856869" sldId="369"/>
            <ac:spMk id="4" creationId="{CBBD532E-64D0-4EDF-8CB2-01936B63643A}"/>
          </ac:spMkLst>
        </pc:spChg>
        <pc:spChg chg="mod ord">
          <ac:chgData name="Mohammed Naseer Sihanas" userId="baf10d46-ca0e-4f93-8b9a-bd1fa4bc7e8f" providerId="ADAL" clId="{184616BA-6CDA-4086-85DC-6184980B2319}" dt="2025-06-14T10:48:49.713" v="601" actId="27636"/>
          <ac:spMkLst>
            <pc:docMk/>
            <pc:sldMk cId="2151856869" sldId="369"/>
            <ac:spMk id="5" creationId="{BE493AC1-341C-416D-9B4C-0E2ADB9F70BC}"/>
          </ac:spMkLst>
        </pc:spChg>
        <pc:spChg chg="mod">
          <ac:chgData name="Mohammed Naseer Sihanas" userId="baf10d46-ca0e-4f93-8b9a-bd1fa4bc7e8f" providerId="ADAL" clId="{184616BA-6CDA-4086-85DC-6184980B2319}" dt="2025-06-14T10:48:49.691" v="600" actId="26606"/>
          <ac:spMkLst>
            <pc:docMk/>
            <pc:sldMk cId="2151856869" sldId="369"/>
            <ac:spMk id="6" creationId="{00000000-0000-0000-0000-000000000000}"/>
          </ac:spMkLst>
        </pc:spChg>
        <pc:spChg chg="add del">
          <ac:chgData name="Mohammed Naseer Sihanas" userId="baf10d46-ca0e-4f93-8b9a-bd1fa4bc7e8f" providerId="ADAL" clId="{184616BA-6CDA-4086-85DC-6184980B2319}" dt="2025-06-14T10:48:49.691" v="600" actId="26606"/>
          <ac:spMkLst>
            <pc:docMk/>
            <pc:sldMk cId="2151856869" sldId="369"/>
            <ac:spMk id="24" creationId="{09588DA8-065E-4F6F-8EFD-43104AB2E0CF}"/>
          </ac:spMkLst>
        </pc:spChg>
        <pc:spChg chg="add del">
          <ac:chgData name="Mohammed Naseer Sihanas" userId="baf10d46-ca0e-4f93-8b9a-bd1fa4bc7e8f" providerId="ADAL" clId="{184616BA-6CDA-4086-85DC-6184980B2319}" dt="2025-06-14T10:48:49.691" v="600" actId="26606"/>
          <ac:spMkLst>
            <pc:docMk/>
            <pc:sldMk cId="2151856869" sldId="369"/>
            <ac:spMk id="26" creationId="{C4285719-470E-454C-AF62-8323075F1F5B}"/>
          </ac:spMkLst>
        </pc:spChg>
        <pc:spChg chg="add del">
          <ac:chgData name="Mohammed Naseer Sihanas" userId="baf10d46-ca0e-4f93-8b9a-bd1fa4bc7e8f" providerId="ADAL" clId="{184616BA-6CDA-4086-85DC-6184980B2319}" dt="2025-06-14T10:48:49.691" v="600" actId="26606"/>
          <ac:spMkLst>
            <pc:docMk/>
            <pc:sldMk cId="2151856869" sldId="369"/>
            <ac:spMk id="28" creationId="{CD9FE4EF-C4D8-49A0-B2FF-81D8DB7D8A24}"/>
          </ac:spMkLst>
        </pc:spChg>
        <pc:spChg chg="add del">
          <ac:chgData name="Mohammed Naseer Sihanas" userId="baf10d46-ca0e-4f93-8b9a-bd1fa4bc7e8f" providerId="ADAL" clId="{184616BA-6CDA-4086-85DC-6184980B2319}" dt="2025-06-14T10:48:49.691" v="600" actId="26606"/>
          <ac:spMkLst>
            <pc:docMk/>
            <pc:sldMk cId="2151856869" sldId="369"/>
            <ac:spMk id="30" creationId="{4300840D-0A0B-4512-BACA-B439D5B9C57C}"/>
          </ac:spMkLst>
        </pc:spChg>
        <pc:spChg chg="add del">
          <ac:chgData name="Mohammed Naseer Sihanas" userId="baf10d46-ca0e-4f93-8b9a-bd1fa4bc7e8f" providerId="ADAL" clId="{184616BA-6CDA-4086-85DC-6184980B2319}" dt="2025-06-14T10:48:49.691" v="600" actId="26606"/>
          <ac:spMkLst>
            <pc:docMk/>
            <pc:sldMk cId="2151856869" sldId="369"/>
            <ac:spMk id="32" creationId="{D2B78728-A580-49A7-84F9-6EF6F583ADE0}"/>
          </ac:spMkLst>
        </pc:spChg>
        <pc:spChg chg="add del">
          <ac:chgData name="Mohammed Naseer Sihanas" userId="baf10d46-ca0e-4f93-8b9a-bd1fa4bc7e8f" providerId="ADAL" clId="{184616BA-6CDA-4086-85DC-6184980B2319}" dt="2025-06-14T10:48:49.691" v="600" actId="26606"/>
          <ac:spMkLst>
            <pc:docMk/>
            <pc:sldMk cId="2151856869" sldId="369"/>
            <ac:spMk id="34" creationId="{38FAA1A1-D861-433F-88FA-1E9D6FD31D11}"/>
          </ac:spMkLst>
        </pc:spChg>
        <pc:spChg chg="add del">
          <ac:chgData name="Mohammed Naseer Sihanas" userId="baf10d46-ca0e-4f93-8b9a-bd1fa4bc7e8f" providerId="ADAL" clId="{184616BA-6CDA-4086-85DC-6184980B2319}" dt="2025-06-14T10:48:49.691" v="600" actId="26606"/>
          <ac:spMkLst>
            <pc:docMk/>
            <pc:sldMk cId="2151856869" sldId="369"/>
            <ac:spMk id="36" creationId="{8D71EDA1-87BF-4D5D-AB79-F346FD19278A}"/>
          </ac:spMkLst>
        </pc:spChg>
        <pc:spChg chg="add del">
          <ac:chgData name="Mohammed Naseer Sihanas" userId="baf10d46-ca0e-4f93-8b9a-bd1fa4bc7e8f" providerId="ADAL" clId="{184616BA-6CDA-4086-85DC-6184980B2319}" dt="2025-06-14T10:48:48.854" v="596" actId="26606"/>
          <ac:spMkLst>
            <pc:docMk/>
            <pc:sldMk cId="2151856869" sldId="369"/>
            <ac:spMk id="42" creationId="{715B9334-3E03-4CA7-3616-4D3C9DC2C7DE}"/>
          </ac:spMkLst>
        </pc:spChg>
        <pc:spChg chg="add del">
          <ac:chgData name="Mohammed Naseer Sihanas" userId="baf10d46-ca0e-4f93-8b9a-bd1fa4bc7e8f" providerId="ADAL" clId="{184616BA-6CDA-4086-85DC-6184980B2319}" dt="2025-06-14T10:48:49.675" v="599" actId="26606"/>
          <ac:spMkLst>
            <pc:docMk/>
            <pc:sldMk cId="2151856869" sldId="369"/>
            <ac:spMk id="44" creationId="{715B9334-3E03-4CA7-3616-4D3C9DC2C7DE}"/>
          </ac:spMkLst>
        </pc:spChg>
        <pc:spChg chg="add">
          <ac:chgData name="Mohammed Naseer Sihanas" userId="baf10d46-ca0e-4f93-8b9a-bd1fa4bc7e8f" providerId="ADAL" clId="{184616BA-6CDA-4086-85DC-6184980B2319}" dt="2025-06-14T10:48:49.691" v="600" actId="26606"/>
          <ac:spMkLst>
            <pc:docMk/>
            <pc:sldMk cId="2151856869" sldId="369"/>
            <ac:spMk id="47" creationId="{600DC1B0-7E1A-BD02-3F93-19E6B1B75075}"/>
          </ac:spMkLst>
        </pc:spChg>
        <pc:graphicFrameChg chg="add del">
          <ac:chgData name="Mohammed Naseer Sihanas" userId="baf10d46-ca0e-4f93-8b9a-bd1fa4bc7e8f" providerId="ADAL" clId="{184616BA-6CDA-4086-85DC-6184980B2319}" dt="2025-06-14T10:48:48.854" v="596" actId="26606"/>
          <ac:graphicFrameMkLst>
            <pc:docMk/>
            <pc:sldMk cId="2151856869" sldId="369"/>
            <ac:graphicFrameMk id="38" creationId="{6F3FA610-C0DA-F02A-ED82-3FB446A280A3}"/>
          </ac:graphicFrameMkLst>
        </pc:graphicFrameChg>
        <pc:graphicFrameChg chg="add del">
          <ac:chgData name="Mohammed Naseer Sihanas" userId="baf10d46-ca0e-4f93-8b9a-bd1fa4bc7e8f" providerId="ADAL" clId="{184616BA-6CDA-4086-85DC-6184980B2319}" dt="2025-06-14T10:48:49.675" v="599" actId="26606"/>
          <ac:graphicFrameMkLst>
            <pc:docMk/>
            <pc:sldMk cId="2151856869" sldId="369"/>
            <ac:graphicFrameMk id="45" creationId="{6892D5C8-B2E2-C50A-B2BB-4140F0598E02}"/>
          </ac:graphicFrameMkLst>
        </pc:graphicFrameChg>
        <pc:graphicFrameChg chg="add">
          <ac:chgData name="Mohammed Naseer Sihanas" userId="baf10d46-ca0e-4f93-8b9a-bd1fa4bc7e8f" providerId="ADAL" clId="{184616BA-6CDA-4086-85DC-6184980B2319}" dt="2025-06-14T10:48:49.691" v="600" actId="26606"/>
          <ac:graphicFrameMkLst>
            <pc:docMk/>
            <pc:sldMk cId="2151856869" sldId="369"/>
            <ac:graphicFrameMk id="48" creationId="{C232035A-7EF2-A86C-E943-07E46690AB75}"/>
          </ac:graphicFrameMkLst>
        </pc:graphicFrameChg>
      </pc:sldChg>
      <pc:sldChg chg="add del">
        <pc:chgData name="Mohammed Naseer Sihanas" userId="baf10d46-ca0e-4f93-8b9a-bd1fa4bc7e8f" providerId="ADAL" clId="{184616BA-6CDA-4086-85DC-6184980B2319}" dt="2025-06-14T10:44:56.263" v="564" actId="47"/>
        <pc:sldMkLst>
          <pc:docMk/>
          <pc:sldMk cId="1730297890" sldId="370"/>
        </pc:sldMkLst>
      </pc:sldChg>
      <pc:sldChg chg="addSp delSp modSp add mod ord setBg setClrOvrMap modNotesTx">
        <pc:chgData name="Mohammed Naseer Sihanas" userId="baf10d46-ca0e-4f93-8b9a-bd1fa4bc7e8f" providerId="ADAL" clId="{184616BA-6CDA-4086-85DC-6184980B2319}" dt="2025-06-16T13:41:06.225" v="1402" actId="20577"/>
        <pc:sldMkLst>
          <pc:docMk/>
          <pc:sldMk cId="3793636484" sldId="371"/>
        </pc:sldMkLst>
        <pc:spChg chg="mod">
          <ac:chgData name="Mohammed Naseer Sihanas" userId="baf10d46-ca0e-4f93-8b9a-bd1fa4bc7e8f" providerId="ADAL" clId="{184616BA-6CDA-4086-85DC-6184980B2319}" dt="2025-06-14T10:51:06.107" v="613" actId="26606"/>
          <ac:spMkLst>
            <pc:docMk/>
            <pc:sldMk cId="3793636484" sldId="371"/>
            <ac:spMk id="2" creationId="{CE6A6841-0871-4DCB-3513-803B3D74338F}"/>
          </ac:spMkLst>
        </pc:spChg>
        <pc:spChg chg="mod">
          <ac:chgData name="Mohammed Naseer Sihanas" userId="baf10d46-ca0e-4f93-8b9a-bd1fa4bc7e8f" providerId="ADAL" clId="{184616BA-6CDA-4086-85DC-6184980B2319}" dt="2025-06-14T10:51:06.107" v="613" actId="26606"/>
          <ac:spMkLst>
            <pc:docMk/>
            <pc:sldMk cId="3793636484" sldId="371"/>
            <ac:spMk id="3" creationId="{17998A45-88E3-3EF1-1F38-B0205CD028EF}"/>
          </ac:spMkLst>
        </pc:spChg>
        <pc:spChg chg="mod">
          <ac:chgData name="Mohammed Naseer Sihanas" userId="baf10d46-ca0e-4f93-8b9a-bd1fa4bc7e8f" providerId="ADAL" clId="{184616BA-6CDA-4086-85DC-6184980B2319}" dt="2025-06-14T10:51:06.107" v="613" actId="26606"/>
          <ac:spMkLst>
            <pc:docMk/>
            <pc:sldMk cId="3793636484" sldId="371"/>
            <ac:spMk id="4" creationId="{494A9229-5AE3-218E-9C15-E09ED6E93288}"/>
          </ac:spMkLst>
        </pc:spChg>
        <pc:spChg chg="mod">
          <ac:chgData name="Mohammed Naseer Sihanas" userId="baf10d46-ca0e-4f93-8b9a-bd1fa4bc7e8f" providerId="ADAL" clId="{184616BA-6CDA-4086-85DC-6184980B2319}" dt="2025-06-14T10:51:06.107" v="613" actId="26606"/>
          <ac:spMkLst>
            <pc:docMk/>
            <pc:sldMk cId="3793636484" sldId="371"/>
            <ac:spMk id="5" creationId="{311629E4-4DD9-6D28-9884-B84829E564E2}"/>
          </ac:spMkLst>
        </pc:spChg>
        <pc:spChg chg="del">
          <ac:chgData name="Mohammed Naseer Sihanas" userId="baf10d46-ca0e-4f93-8b9a-bd1fa4bc7e8f" providerId="ADAL" clId="{184616BA-6CDA-4086-85DC-6184980B2319}" dt="2025-06-14T10:51:06.107" v="613" actId="26606"/>
          <ac:spMkLst>
            <pc:docMk/>
            <pc:sldMk cId="3793636484" sldId="371"/>
            <ac:spMk id="32" creationId="{0155244E-9D5D-F4BC-B652-7FD1BF4CF682}"/>
          </ac:spMkLst>
        </pc:spChg>
        <pc:spChg chg="add">
          <ac:chgData name="Mohammed Naseer Sihanas" userId="baf10d46-ca0e-4f93-8b9a-bd1fa4bc7e8f" providerId="ADAL" clId="{184616BA-6CDA-4086-85DC-6184980B2319}" dt="2025-06-14T10:51:06.107" v="613" actId="26606"/>
          <ac:spMkLst>
            <pc:docMk/>
            <pc:sldMk cId="3793636484" sldId="371"/>
            <ac:spMk id="37" creationId="{8A95209C-5275-4E15-8EA7-7F42980ABF2D}"/>
          </ac:spMkLst>
        </pc:spChg>
        <pc:spChg chg="add">
          <ac:chgData name="Mohammed Naseer Sihanas" userId="baf10d46-ca0e-4f93-8b9a-bd1fa4bc7e8f" providerId="ADAL" clId="{184616BA-6CDA-4086-85DC-6184980B2319}" dt="2025-06-14T10:51:06.107" v="613" actId="26606"/>
          <ac:spMkLst>
            <pc:docMk/>
            <pc:sldMk cId="3793636484" sldId="371"/>
            <ac:spMk id="39" creationId="{DEF0EFD6-A3C2-4C94-A80A-BA9709D99013}"/>
          </ac:spMkLst>
        </pc:spChg>
        <pc:spChg chg="add">
          <ac:chgData name="Mohammed Naseer Sihanas" userId="baf10d46-ca0e-4f93-8b9a-bd1fa4bc7e8f" providerId="ADAL" clId="{184616BA-6CDA-4086-85DC-6184980B2319}" dt="2025-06-14T10:51:06.107" v="613" actId="26606"/>
          <ac:spMkLst>
            <pc:docMk/>
            <pc:sldMk cId="3793636484" sldId="371"/>
            <ac:spMk id="41" creationId="{4F2ED431-E304-4FF0-9F4E-032783C9D612}"/>
          </ac:spMkLst>
        </pc:spChg>
        <pc:picChg chg="mod">
          <ac:chgData name="Mohammed Naseer Sihanas" userId="baf10d46-ca0e-4f93-8b9a-bd1fa4bc7e8f" providerId="ADAL" clId="{184616BA-6CDA-4086-85DC-6184980B2319}" dt="2025-06-14T10:51:06.107" v="613" actId="26606"/>
          <ac:picMkLst>
            <pc:docMk/>
            <pc:sldMk cId="3793636484" sldId="371"/>
            <ac:picMk id="7" creationId="{60A8FC58-D3FD-8959-D334-D4F56097B395}"/>
          </ac:picMkLst>
        </pc:picChg>
      </pc:sldChg>
      <pc:sldChg chg="addSp delSp modSp add mod ord modNotesTx">
        <pc:chgData name="Mohammed Naseer Sihanas" userId="baf10d46-ca0e-4f93-8b9a-bd1fa4bc7e8f" providerId="ADAL" clId="{184616BA-6CDA-4086-85DC-6184980B2319}" dt="2025-06-15T04:19:47.810" v="1187" actId="5793"/>
        <pc:sldMkLst>
          <pc:docMk/>
          <pc:sldMk cId="3828161520" sldId="372"/>
        </pc:sldMkLst>
        <pc:spChg chg="mod">
          <ac:chgData name="Mohammed Naseer Sihanas" userId="baf10d46-ca0e-4f93-8b9a-bd1fa4bc7e8f" providerId="ADAL" clId="{184616BA-6CDA-4086-85DC-6184980B2319}" dt="2025-06-14T07:57:36.600" v="232" actId="26606"/>
          <ac:spMkLst>
            <pc:docMk/>
            <pc:sldMk cId="3828161520" sldId="372"/>
            <ac:spMk id="3" creationId="{828F6020-36AF-ACEA-B792-406674BF79C0}"/>
          </ac:spMkLst>
        </pc:spChg>
        <pc:spChg chg="mod">
          <ac:chgData name="Mohammed Naseer Sihanas" userId="baf10d46-ca0e-4f93-8b9a-bd1fa4bc7e8f" providerId="ADAL" clId="{184616BA-6CDA-4086-85DC-6184980B2319}" dt="2025-06-14T07:57:36.600" v="232" actId="26606"/>
          <ac:spMkLst>
            <pc:docMk/>
            <pc:sldMk cId="3828161520" sldId="372"/>
            <ac:spMk id="4" creationId="{8E2E6171-104A-302D-2376-12AFD1D942D4}"/>
          </ac:spMkLst>
        </pc:spChg>
        <pc:spChg chg="mod">
          <ac:chgData name="Mohammed Naseer Sihanas" userId="baf10d46-ca0e-4f93-8b9a-bd1fa4bc7e8f" providerId="ADAL" clId="{184616BA-6CDA-4086-85DC-6184980B2319}" dt="2025-06-14T07:57:36.600" v="232" actId="26606"/>
          <ac:spMkLst>
            <pc:docMk/>
            <pc:sldMk cId="3828161520" sldId="372"/>
            <ac:spMk id="5" creationId="{3AF4B602-86AC-9F6F-9AB9-3D91D4156389}"/>
          </ac:spMkLst>
        </pc:spChg>
        <pc:spChg chg="mod">
          <ac:chgData name="Mohammed Naseer Sihanas" userId="baf10d46-ca0e-4f93-8b9a-bd1fa4bc7e8f" providerId="ADAL" clId="{184616BA-6CDA-4086-85DC-6184980B2319}" dt="2025-06-14T07:57:36.600" v="232" actId="26606"/>
          <ac:spMkLst>
            <pc:docMk/>
            <pc:sldMk cId="3828161520" sldId="372"/>
            <ac:spMk id="6" creationId="{3A314142-261A-6A75-FFF1-382D457F4831}"/>
          </ac:spMkLst>
        </pc:spChg>
        <pc:spChg chg="add mod ord">
          <ac:chgData name="Mohammed Naseer Sihanas" userId="baf10d46-ca0e-4f93-8b9a-bd1fa4bc7e8f" providerId="ADAL" clId="{184616BA-6CDA-4086-85DC-6184980B2319}" dt="2025-06-14T07:57:36.600" v="232" actId="26606"/>
          <ac:spMkLst>
            <pc:docMk/>
            <pc:sldMk cId="3828161520" sldId="372"/>
            <ac:spMk id="7" creationId="{38CE34CE-4483-6187-C902-60E103A93F26}"/>
          </ac:spMkLst>
        </pc:spChg>
        <pc:spChg chg="add">
          <ac:chgData name="Mohammed Naseer Sihanas" userId="baf10d46-ca0e-4f93-8b9a-bd1fa4bc7e8f" providerId="ADAL" clId="{184616BA-6CDA-4086-85DC-6184980B2319}" dt="2025-06-14T07:55:49.946" v="189"/>
          <ac:spMkLst>
            <pc:docMk/>
            <pc:sldMk cId="3828161520" sldId="372"/>
            <ac:spMk id="8" creationId="{E6E13EAF-F403-E133-3AB0-060BBD47E1F9}"/>
          </ac:spMkLst>
        </pc:spChg>
        <pc:spChg chg="del">
          <ac:chgData name="Mohammed Naseer Sihanas" userId="baf10d46-ca0e-4f93-8b9a-bd1fa4bc7e8f" providerId="ADAL" clId="{184616BA-6CDA-4086-85DC-6184980B2319}" dt="2025-06-14T07:55:40.544" v="188" actId="478"/>
          <ac:spMkLst>
            <pc:docMk/>
            <pc:sldMk cId="3828161520" sldId="372"/>
            <ac:spMk id="12" creationId="{499E7371-30C8-2CD2-6B4D-759B8107A4D5}"/>
          </ac:spMkLst>
        </pc:spChg>
        <pc:spChg chg="del">
          <ac:chgData name="Mohammed Naseer Sihanas" userId="baf10d46-ca0e-4f93-8b9a-bd1fa4bc7e8f" providerId="ADAL" clId="{184616BA-6CDA-4086-85DC-6184980B2319}" dt="2025-06-14T07:56:55.569" v="199" actId="26606"/>
          <ac:spMkLst>
            <pc:docMk/>
            <pc:sldMk cId="3828161520" sldId="372"/>
            <ac:spMk id="43" creationId="{42E7CD85-8600-0C63-ECDE-B7C8928B9AD4}"/>
          </ac:spMkLst>
        </pc:spChg>
        <pc:spChg chg="add del">
          <ac:chgData name="Mohammed Naseer Sihanas" userId="baf10d46-ca0e-4f93-8b9a-bd1fa4bc7e8f" providerId="ADAL" clId="{184616BA-6CDA-4086-85DC-6184980B2319}" dt="2025-06-14T07:57:36.600" v="232" actId="26606"/>
          <ac:spMkLst>
            <pc:docMk/>
            <pc:sldMk cId="3828161520" sldId="372"/>
            <ac:spMk id="48" creationId="{907EF6B7-1338-4443-8C46-6A318D952DFD}"/>
          </ac:spMkLst>
        </pc:spChg>
        <pc:spChg chg="add del">
          <ac:chgData name="Mohammed Naseer Sihanas" userId="baf10d46-ca0e-4f93-8b9a-bd1fa4bc7e8f" providerId="ADAL" clId="{184616BA-6CDA-4086-85DC-6184980B2319}" dt="2025-06-14T07:57:36.600" v="232" actId="26606"/>
          <ac:spMkLst>
            <pc:docMk/>
            <pc:sldMk cId="3828161520" sldId="372"/>
            <ac:spMk id="50" creationId="{DAAE4CDD-124C-4DCF-9584-B6033B545DD5}"/>
          </ac:spMkLst>
        </pc:spChg>
        <pc:spChg chg="add del">
          <ac:chgData name="Mohammed Naseer Sihanas" userId="baf10d46-ca0e-4f93-8b9a-bd1fa4bc7e8f" providerId="ADAL" clId="{184616BA-6CDA-4086-85DC-6184980B2319}" dt="2025-06-14T07:57:36.600" v="232" actId="26606"/>
          <ac:spMkLst>
            <pc:docMk/>
            <pc:sldMk cId="3828161520" sldId="372"/>
            <ac:spMk id="52" creationId="{081E4A58-353D-44AE-B2FC-2A74E2E400F7}"/>
          </ac:spMkLst>
        </pc:spChg>
        <pc:spChg chg="add del">
          <ac:chgData name="Mohammed Naseer Sihanas" userId="baf10d46-ca0e-4f93-8b9a-bd1fa4bc7e8f" providerId="ADAL" clId="{184616BA-6CDA-4086-85DC-6184980B2319}" dt="2025-06-14T07:57:36.600" v="232" actId="26606"/>
          <ac:spMkLst>
            <pc:docMk/>
            <pc:sldMk cId="3828161520" sldId="372"/>
            <ac:spMk id="58" creationId="{5E8D3B17-7638-DFD3-18E4-8A6D611749CF}"/>
          </ac:spMkLst>
        </pc:spChg>
        <pc:picChg chg="del">
          <ac:chgData name="Mohammed Naseer Sihanas" userId="baf10d46-ca0e-4f93-8b9a-bd1fa4bc7e8f" providerId="ADAL" clId="{184616BA-6CDA-4086-85DC-6184980B2319}" dt="2025-06-14T07:56:43.897" v="198" actId="478"/>
          <ac:picMkLst>
            <pc:docMk/>
            <pc:sldMk cId="3828161520" sldId="372"/>
            <ac:picMk id="40" creationId="{BDB52FBB-FA7C-B1DC-D350-AE3D368887C9}"/>
          </ac:picMkLst>
        </pc:picChg>
        <pc:picChg chg="add del">
          <ac:chgData name="Mohammed Naseer Sihanas" userId="baf10d46-ca0e-4f93-8b9a-bd1fa4bc7e8f" providerId="ADAL" clId="{184616BA-6CDA-4086-85DC-6184980B2319}" dt="2025-06-14T07:57:36.600" v="232" actId="26606"/>
          <ac:picMkLst>
            <pc:docMk/>
            <pc:sldMk cId="3828161520" sldId="372"/>
            <ac:picMk id="54" creationId="{55710778-F597-8231-8F5D-EA95D6750DFF}"/>
          </ac:picMkLst>
        </pc:picChg>
      </pc:sldChg>
      <pc:sldChg chg="addSp delSp modSp add mod setBg modNotesTx">
        <pc:chgData name="Mohammed Naseer Sihanas" userId="baf10d46-ca0e-4f93-8b9a-bd1fa4bc7e8f" providerId="ADAL" clId="{184616BA-6CDA-4086-85DC-6184980B2319}" dt="2025-06-15T04:26:02.931" v="1211"/>
        <pc:sldMkLst>
          <pc:docMk/>
          <pc:sldMk cId="2842505603" sldId="373"/>
        </pc:sldMkLst>
        <pc:spChg chg="add del mod">
          <ac:chgData name="Mohammed Naseer Sihanas" userId="baf10d46-ca0e-4f93-8b9a-bd1fa4bc7e8f" providerId="ADAL" clId="{184616BA-6CDA-4086-85DC-6184980B2319}" dt="2025-06-14T13:51:43.610" v="945" actId="26606"/>
          <ac:spMkLst>
            <pc:docMk/>
            <pc:sldMk cId="2842505603" sldId="373"/>
            <ac:spMk id="3" creationId="{BA641AB7-72FB-8D4A-B95B-037FB3EA66A8}"/>
          </ac:spMkLst>
        </pc:spChg>
        <pc:spChg chg="mod ord">
          <ac:chgData name="Mohammed Naseer Sihanas" userId="baf10d46-ca0e-4f93-8b9a-bd1fa4bc7e8f" providerId="ADAL" clId="{184616BA-6CDA-4086-85DC-6184980B2319}" dt="2025-06-14T13:51:43.604" v="944" actId="26606"/>
          <ac:spMkLst>
            <pc:docMk/>
            <pc:sldMk cId="2842505603" sldId="373"/>
            <ac:spMk id="4" creationId="{C9EB73A5-B374-664C-105B-76FCA0CACA40}"/>
          </ac:spMkLst>
        </pc:spChg>
        <pc:spChg chg="mod">
          <ac:chgData name="Mohammed Naseer Sihanas" userId="baf10d46-ca0e-4f93-8b9a-bd1fa4bc7e8f" providerId="ADAL" clId="{184616BA-6CDA-4086-85DC-6184980B2319}" dt="2025-06-14T13:51:43.604" v="944" actId="26606"/>
          <ac:spMkLst>
            <pc:docMk/>
            <pc:sldMk cId="2842505603" sldId="373"/>
            <ac:spMk id="5" creationId="{A92891C5-BB06-F30F-8F5F-B4FD7E1C599B}"/>
          </ac:spMkLst>
        </pc:spChg>
        <pc:spChg chg="mod">
          <ac:chgData name="Mohammed Naseer Sihanas" userId="baf10d46-ca0e-4f93-8b9a-bd1fa4bc7e8f" providerId="ADAL" clId="{184616BA-6CDA-4086-85DC-6184980B2319}" dt="2025-06-14T13:51:43.604" v="944" actId="26606"/>
          <ac:spMkLst>
            <pc:docMk/>
            <pc:sldMk cId="2842505603" sldId="373"/>
            <ac:spMk id="6" creationId="{1F9986C2-205A-C67A-EC21-9FAA3666E8AC}"/>
          </ac:spMkLst>
        </pc:spChg>
        <pc:spChg chg="add del">
          <ac:chgData name="Mohammed Naseer Sihanas" userId="baf10d46-ca0e-4f93-8b9a-bd1fa4bc7e8f" providerId="ADAL" clId="{184616BA-6CDA-4086-85DC-6184980B2319}" dt="2025-06-14T13:51:43.604" v="944" actId="26606"/>
          <ac:spMkLst>
            <pc:docMk/>
            <pc:sldMk cId="2842505603" sldId="373"/>
            <ac:spMk id="12" creationId="{BACC6370-2D7E-4714-9D71-7542949D7D5D}"/>
          </ac:spMkLst>
        </pc:spChg>
        <pc:spChg chg="add del">
          <ac:chgData name="Mohammed Naseer Sihanas" userId="baf10d46-ca0e-4f93-8b9a-bd1fa4bc7e8f" providerId="ADAL" clId="{184616BA-6CDA-4086-85DC-6184980B2319}" dt="2025-06-14T13:51:43.604" v="944" actId="26606"/>
          <ac:spMkLst>
            <pc:docMk/>
            <pc:sldMk cId="2842505603" sldId="373"/>
            <ac:spMk id="14" creationId="{256B2C21-A230-48C0-8DF1-C46611373C44}"/>
          </ac:spMkLst>
        </pc:spChg>
        <pc:spChg chg="add del">
          <ac:chgData name="Mohammed Naseer Sihanas" userId="baf10d46-ca0e-4f93-8b9a-bd1fa4bc7e8f" providerId="ADAL" clId="{184616BA-6CDA-4086-85DC-6184980B2319}" dt="2025-06-14T13:51:43.604" v="944" actId="26606"/>
          <ac:spMkLst>
            <pc:docMk/>
            <pc:sldMk cId="2842505603" sldId="373"/>
            <ac:spMk id="16" creationId="{3847E18C-932D-4C95-AABA-FEC7C9499AD7}"/>
          </ac:spMkLst>
        </pc:spChg>
        <pc:spChg chg="add del">
          <ac:chgData name="Mohammed Naseer Sihanas" userId="baf10d46-ca0e-4f93-8b9a-bd1fa4bc7e8f" providerId="ADAL" clId="{184616BA-6CDA-4086-85DC-6184980B2319}" dt="2025-06-14T13:51:43.604" v="944" actId="26606"/>
          <ac:spMkLst>
            <pc:docMk/>
            <pc:sldMk cId="2842505603" sldId="373"/>
            <ac:spMk id="18" creationId="{3150CB11-0C61-439E-910F-5787759E72A0}"/>
          </ac:spMkLst>
        </pc:spChg>
        <pc:spChg chg="add del">
          <ac:chgData name="Mohammed Naseer Sihanas" userId="baf10d46-ca0e-4f93-8b9a-bd1fa4bc7e8f" providerId="ADAL" clId="{184616BA-6CDA-4086-85DC-6184980B2319}" dt="2025-06-14T13:51:43.604" v="944" actId="26606"/>
          <ac:spMkLst>
            <pc:docMk/>
            <pc:sldMk cId="2842505603" sldId="373"/>
            <ac:spMk id="20" creationId="{43F8A58B-5155-44CE-A5FF-7647B47D0A7A}"/>
          </ac:spMkLst>
        </pc:spChg>
        <pc:spChg chg="add del">
          <ac:chgData name="Mohammed Naseer Sihanas" userId="baf10d46-ca0e-4f93-8b9a-bd1fa4bc7e8f" providerId="ADAL" clId="{184616BA-6CDA-4086-85DC-6184980B2319}" dt="2025-06-14T13:51:43.604" v="944" actId="26606"/>
          <ac:spMkLst>
            <pc:docMk/>
            <pc:sldMk cId="2842505603" sldId="373"/>
            <ac:spMk id="22" creationId="{443F2ACA-E6D6-4028-82DD-F03C262D5DE6}"/>
          </ac:spMkLst>
        </pc:spChg>
        <pc:graphicFrameChg chg="del">
          <ac:chgData name="Mohammed Naseer Sihanas" userId="baf10d46-ca0e-4f93-8b9a-bd1fa4bc7e8f" providerId="ADAL" clId="{184616BA-6CDA-4086-85DC-6184980B2319}" dt="2025-06-14T13:47:10.676" v="869" actId="478"/>
          <ac:graphicFrameMkLst>
            <pc:docMk/>
            <pc:sldMk cId="2842505603" sldId="373"/>
            <ac:graphicFrameMk id="7" creationId="{7B9C1974-1660-FC1F-5F84-FB8A66D7B5E1}"/>
          </ac:graphicFrameMkLst>
        </pc:graphicFrameChg>
        <pc:graphicFrameChg chg="add del mod">
          <ac:chgData name="Mohammed Naseer Sihanas" userId="baf10d46-ca0e-4f93-8b9a-bd1fa4bc7e8f" providerId="ADAL" clId="{184616BA-6CDA-4086-85DC-6184980B2319}" dt="2025-06-14T13:51:15.036" v="938" actId="26606"/>
          <ac:graphicFrameMkLst>
            <pc:docMk/>
            <pc:sldMk cId="2842505603" sldId="373"/>
            <ac:graphicFrameMk id="8" creationId="{924309E6-9F2D-F53E-E3E7-3645C4BE3353}"/>
          </ac:graphicFrameMkLst>
        </pc:graphicFrameChg>
        <pc:graphicFrameChg chg="add del">
          <ac:chgData name="Mohammed Naseer Sihanas" userId="baf10d46-ca0e-4f93-8b9a-bd1fa4bc7e8f" providerId="ADAL" clId="{184616BA-6CDA-4086-85DC-6184980B2319}" dt="2025-06-14T13:51:43.604" v="944" actId="26606"/>
          <ac:graphicFrameMkLst>
            <pc:docMk/>
            <pc:sldMk cId="2842505603" sldId="373"/>
            <ac:graphicFrameMk id="9" creationId="{140DC0FB-8C9C-054A-FBD4-39988B3FB905}"/>
          </ac:graphicFrameMkLst>
        </pc:graphicFrameChg>
        <pc:graphicFrameChg chg="add mod">
          <ac:chgData name="Mohammed Naseer Sihanas" userId="baf10d46-ca0e-4f93-8b9a-bd1fa4bc7e8f" providerId="ADAL" clId="{184616BA-6CDA-4086-85DC-6184980B2319}" dt="2025-06-14T13:53:49.631" v="964" actId="14100"/>
          <ac:graphicFrameMkLst>
            <pc:docMk/>
            <pc:sldMk cId="2842505603" sldId="373"/>
            <ac:graphicFrameMk id="24" creationId="{D024B729-172B-0D7A-E5CC-18BF58ECD672}"/>
          </ac:graphicFrameMkLst>
        </pc:graphicFrameChg>
      </pc:sldChg>
      <pc:sldChg chg="addSp delSp modSp add del mod modNotesTx">
        <pc:chgData name="Mohammed Naseer Sihanas" userId="baf10d46-ca0e-4f93-8b9a-bd1fa4bc7e8f" providerId="ADAL" clId="{184616BA-6CDA-4086-85DC-6184980B2319}" dt="2025-06-15T04:27:14.749" v="1212"/>
        <pc:sldMkLst>
          <pc:docMk/>
          <pc:sldMk cId="1179515113" sldId="374"/>
        </pc:sldMkLst>
        <pc:spChg chg="add del mod">
          <ac:chgData name="Mohammed Naseer Sihanas" userId="baf10d46-ca0e-4f93-8b9a-bd1fa4bc7e8f" providerId="ADAL" clId="{184616BA-6CDA-4086-85DC-6184980B2319}" dt="2025-06-14T13:52:28.967" v="953" actId="26606"/>
          <ac:spMkLst>
            <pc:docMk/>
            <pc:sldMk cId="1179515113" sldId="374"/>
            <ac:spMk id="3" creationId="{FBC4CC57-7ABC-DDA0-F986-381E9B83A2B4}"/>
          </ac:spMkLst>
        </pc:spChg>
        <pc:graphicFrameChg chg="del modGraphic">
          <ac:chgData name="Mohammed Naseer Sihanas" userId="baf10d46-ca0e-4f93-8b9a-bd1fa4bc7e8f" providerId="ADAL" clId="{184616BA-6CDA-4086-85DC-6184980B2319}" dt="2025-06-14T13:51:53.212" v="947" actId="478"/>
          <ac:graphicFrameMkLst>
            <pc:docMk/>
            <pc:sldMk cId="1179515113" sldId="374"/>
            <ac:graphicFrameMk id="7" creationId="{29D10F5F-1A60-5377-83D4-3B894036D420}"/>
          </ac:graphicFrameMkLst>
        </pc:graphicFrameChg>
        <pc:graphicFrameChg chg="add mod">
          <ac:chgData name="Mohammed Naseer Sihanas" userId="baf10d46-ca0e-4f93-8b9a-bd1fa4bc7e8f" providerId="ADAL" clId="{184616BA-6CDA-4086-85DC-6184980B2319}" dt="2025-06-14T13:52:47.440" v="954" actId="14100"/>
          <ac:graphicFrameMkLst>
            <pc:docMk/>
            <pc:sldMk cId="1179515113" sldId="374"/>
            <ac:graphicFrameMk id="8" creationId="{BA85DB7C-D2A4-C5AD-009B-727248895256}"/>
          </ac:graphicFrameMkLst>
        </pc:graphicFrameChg>
      </pc:sldChg>
      <pc:sldChg chg="addSp delSp modSp add del mod modNotesTx">
        <pc:chgData name="Mohammed Naseer Sihanas" userId="baf10d46-ca0e-4f93-8b9a-bd1fa4bc7e8f" providerId="ADAL" clId="{184616BA-6CDA-4086-85DC-6184980B2319}" dt="2025-06-15T04:28:31.735" v="1213"/>
        <pc:sldMkLst>
          <pc:docMk/>
          <pc:sldMk cId="847505686" sldId="375"/>
        </pc:sldMkLst>
        <pc:spChg chg="add del mod">
          <ac:chgData name="Mohammed Naseer Sihanas" userId="baf10d46-ca0e-4f93-8b9a-bd1fa4bc7e8f" providerId="ADAL" clId="{184616BA-6CDA-4086-85DC-6184980B2319}" dt="2025-06-14T13:53:28.976" v="960" actId="26606"/>
          <ac:spMkLst>
            <pc:docMk/>
            <pc:sldMk cId="847505686" sldId="375"/>
            <ac:spMk id="3" creationId="{909429FB-24D7-8155-47D1-F3B5C44DA7B1}"/>
          </ac:spMkLst>
        </pc:spChg>
        <pc:graphicFrameChg chg="del">
          <ac:chgData name="Mohammed Naseer Sihanas" userId="baf10d46-ca0e-4f93-8b9a-bd1fa4bc7e8f" providerId="ADAL" clId="{184616BA-6CDA-4086-85DC-6184980B2319}" dt="2025-06-14T13:51:56.289" v="948" actId="478"/>
          <ac:graphicFrameMkLst>
            <pc:docMk/>
            <pc:sldMk cId="847505686" sldId="375"/>
            <ac:graphicFrameMk id="7" creationId="{CCD8101E-2467-A475-8140-DBB13718406C}"/>
          </ac:graphicFrameMkLst>
        </pc:graphicFrameChg>
        <pc:graphicFrameChg chg="add mod">
          <ac:chgData name="Mohammed Naseer Sihanas" userId="baf10d46-ca0e-4f93-8b9a-bd1fa4bc7e8f" providerId="ADAL" clId="{184616BA-6CDA-4086-85DC-6184980B2319}" dt="2025-06-14T13:53:32.873" v="961" actId="14100"/>
          <ac:graphicFrameMkLst>
            <pc:docMk/>
            <pc:sldMk cId="847505686" sldId="375"/>
            <ac:graphicFrameMk id="8" creationId="{CD97C05C-3949-88A3-6517-8D580ECD47D1}"/>
          </ac:graphicFrameMkLst>
        </pc:graphicFrameChg>
      </pc:sldChg>
      <pc:sldChg chg="modSp add mod ord">
        <pc:chgData name="Mohammed Naseer Sihanas" userId="baf10d46-ca0e-4f93-8b9a-bd1fa4bc7e8f" providerId="ADAL" clId="{184616BA-6CDA-4086-85DC-6184980B2319}" dt="2025-06-14T13:42:50.698" v="822" actId="20577"/>
        <pc:sldMkLst>
          <pc:docMk/>
          <pc:sldMk cId="748987056" sldId="376"/>
        </pc:sldMkLst>
        <pc:spChg chg="mod">
          <ac:chgData name="Mohammed Naseer Sihanas" userId="baf10d46-ca0e-4f93-8b9a-bd1fa4bc7e8f" providerId="ADAL" clId="{184616BA-6CDA-4086-85DC-6184980B2319}" dt="2025-06-14T13:42:50.698" v="822" actId="20577"/>
          <ac:spMkLst>
            <pc:docMk/>
            <pc:sldMk cId="748987056" sldId="376"/>
            <ac:spMk id="2" creationId="{AA21FBA5-AD8C-00AF-5F8B-28B17E4E6B92}"/>
          </ac:spMkLst>
        </pc:spChg>
      </pc:sldChg>
      <pc:sldChg chg="modSp add del mod ord">
        <pc:chgData name="Mohammed Naseer Sihanas" userId="baf10d46-ca0e-4f93-8b9a-bd1fa4bc7e8f" providerId="ADAL" clId="{184616BA-6CDA-4086-85DC-6184980B2319}" dt="2025-06-17T03:48:32.734" v="1578" actId="47"/>
        <pc:sldMkLst>
          <pc:docMk/>
          <pc:sldMk cId="3856204277" sldId="377"/>
        </pc:sldMkLst>
        <pc:spChg chg="mod">
          <ac:chgData name="Mohammed Naseer Sihanas" userId="baf10d46-ca0e-4f93-8b9a-bd1fa4bc7e8f" providerId="ADAL" clId="{184616BA-6CDA-4086-85DC-6184980B2319}" dt="2025-06-14T13:43:20.373" v="829" actId="20577"/>
          <ac:spMkLst>
            <pc:docMk/>
            <pc:sldMk cId="3856204277" sldId="377"/>
            <ac:spMk id="2" creationId="{D61517B4-5C04-A1D4-9728-10C587A72787}"/>
          </ac:spMkLst>
        </pc:spChg>
      </pc:sldChg>
      <pc:sldChg chg="addSp delSp modSp add mod ord setClrOvrMap modNotesTx">
        <pc:chgData name="Mohammed Naseer Sihanas" userId="baf10d46-ca0e-4f93-8b9a-bd1fa4bc7e8f" providerId="ADAL" clId="{184616BA-6CDA-4086-85DC-6184980B2319}" dt="2025-06-15T04:28:47.424" v="1214"/>
        <pc:sldMkLst>
          <pc:docMk/>
          <pc:sldMk cId="3178884902" sldId="378"/>
        </pc:sldMkLst>
        <pc:spChg chg="mod">
          <ac:chgData name="Mohammed Naseer Sihanas" userId="baf10d46-ca0e-4f93-8b9a-bd1fa4bc7e8f" providerId="ADAL" clId="{184616BA-6CDA-4086-85DC-6184980B2319}" dt="2025-06-14T13:46:32.248" v="864" actId="26606"/>
          <ac:spMkLst>
            <pc:docMk/>
            <pc:sldMk cId="3178884902" sldId="378"/>
            <ac:spMk id="4" creationId="{DDFDED8A-5C71-5ABA-5889-E6E242F2C7AA}"/>
          </ac:spMkLst>
        </pc:spChg>
        <pc:spChg chg="mod">
          <ac:chgData name="Mohammed Naseer Sihanas" userId="baf10d46-ca0e-4f93-8b9a-bd1fa4bc7e8f" providerId="ADAL" clId="{184616BA-6CDA-4086-85DC-6184980B2319}" dt="2025-06-14T13:46:32.248" v="864" actId="26606"/>
          <ac:spMkLst>
            <pc:docMk/>
            <pc:sldMk cId="3178884902" sldId="378"/>
            <ac:spMk id="5" creationId="{43E2EDB5-C3D3-961B-A76E-3ADE80600C1A}"/>
          </ac:spMkLst>
        </pc:spChg>
        <pc:spChg chg="mod">
          <ac:chgData name="Mohammed Naseer Sihanas" userId="baf10d46-ca0e-4f93-8b9a-bd1fa4bc7e8f" providerId="ADAL" clId="{184616BA-6CDA-4086-85DC-6184980B2319}" dt="2025-06-14T13:46:32.248" v="864" actId="26606"/>
          <ac:spMkLst>
            <pc:docMk/>
            <pc:sldMk cId="3178884902" sldId="378"/>
            <ac:spMk id="6" creationId="{BE6C3AAF-C53F-9B3E-1499-C0EFD87674A7}"/>
          </ac:spMkLst>
        </pc:spChg>
        <pc:spChg chg="add del">
          <ac:chgData name="Mohammed Naseer Sihanas" userId="baf10d46-ca0e-4f93-8b9a-bd1fa4bc7e8f" providerId="ADAL" clId="{184616BA-6CDA-4086-85DC-6184980B2319}" dt="2025-06-14T13:46:32.248" v="864" actId="26606"/>
          <ac:spMkLst>
            <pc:docMk/>
            <pc:sldMk cId="3178884902" sldId="378"/>
            <ac:spMk id="54" creationId="{B15CE01A-3E51-B003-CC6F-43BE57A4B4DE}"/>
          </ac:spMkLst>
        </pc:spChg>
        <pc:spChg chg="add del">
          <ac:chgData name="Mohammed Naseer Sihanas" userId="baf10d46-ca0e-4f93-8b9a-bd1fa4bc7e8f" providerId="ADAL" clId="{184616BA-6CDA-4086-85DC-6184980B2319}" dt="2025-06-14T13:46:17.369" v="857" actId="26606"/>
          <ac:spMkLst>
            <pc:docMk/>
            <pc:sldMk cId="3178884902" sldId="378"/>
            <ac:spMk id="60" creationId="{9228552E-C8B1-4A80-8448-0787CE0FC704}"/>
          </ac:spMkLst>
        </pc:spChg>
        <pc:spChg chg="add del">
          <ac:chgData name="Mohammed Naseer Sihanas" userId="baf10d46-ca0e-4f93-8b9a-bd1fa4bc7e8f" providerId="ADAL" clId="{184616BA-6CDA-4086-85DC-6184980B2319}" dt="2025-06-14T13:46:22.034" v="859" actId="26606"/>
          <ac:spMkLst>
            <pc:docMk/>
            <pc:sldMk cId="3178884902" sldId="378"/>
            <ac:spMk id="62" creationId="{7E2BE7F7-CA89-4002-ACCE-A478AEA24F5E}"/>
          </ac:spMkLst>
        </pc:spChg>
        <pc:spChg chg="add del">
          <ac:chgData name="Mohammed Naseer Sihanas" userId="baf10d46-ca0e-4f93-8b9a-bd1fa4bc7e8f" providerId="ADAL" clId="{184616BA-6CDA-4086-85DC-6184980B2319}" dt="2025-06-14T13:46:22.034" v="859" actId="26606"/>
          <ac:spMkLst>
            <pc:docMk/>
            <pc:sldMk cId="3178884902" sldId="378"/>
            <ac:spMk id="63" creationId="{1A9F7B4E-B03D-4F64-BE33-00D074458D45}"/>
          </ac:spMkLst>
        </pc:spChg>
        <pc:spChg chg="add del">
          <ac:chgData name="Mohammed Naseer Sihanas" userId="baf10d46-ca0e-4f93-8b9a-bd1fa4bc7e8f" providerId="ADAL" clId="{184616BA-6CDA-4086-85DC-6184980B2319}" dt="2025-06-14T13:46:29.006" v="861" actId="26606"/>
          <ac:spMkLst>
            <pc:docMk/>
            <pc:sldMk cId="3178884902" sldId="378"/>
            <ac:spMk id="65" creationId="{21ED5FCA-9564-42B4-9F52-2CCED8ED60CA}"/>
          </ac:spMkLst>
        </pc:spChg>
        <pc:spChg chg="add del">
          <ac:chgData name="Mohammed Naseer Sihanas" userId="baf10d46-ca0e-4f93-8b9a-bd1fa4bc7e8f" providerId="ADAL" clId="{184616BA-6CDA-4086-85DC-6184980B2319}" dt="2025-06-14T13:46:29.006" v="861" actId="26606"/>
          <ac:spMkLst>
            <pc:docMk/>
            <pc:sldMk cId="3178884902" sldId="378"/>
            <ac:spMk id="66" creationId="{081E4A58-353D-44AE-B2FC-2A74E2E400F7}"/>
          </ac:spMkLst>
        </pc:spChg>
        <pc:spChg chg="add del">
          <ac:chgData name="Mohammed Naseer Sihanas" userId="baf10d46-ca0e-4f93-8b9a-bd1fa4bc7e8f" providerId="ADAL" clId="{184616BA-6CDA-4086-85DC-6184980B2319}" dt="2025-06-14T13:46:32.197" v="863" actId="26606"/>
          <ac:spMkLst>
            <pc:docMk/>
            <pc:sldMk cId="3178884902" sldId="378"/>
            <ac:spMk id="68" creationId="{955A2079-FA98-4876-80F0-72364A7D2EA4}"/>
          </ac:spMkLst>
        </pc:spChg>
        <pc:spChg chg="add">
          <ac:chgData name="Mohammed Naseer Sihanas" userId="baf10d46-ca0e-4f93-8b9a-bd1fa4bc7e8f" providerId="ADAL" clId="{184616BA-6CDA-4086-85DC-6184980B2319}" dt="2025-06-14T13:46:32.248" v="864" actId="26606"/>
          <ac:spMkLst>
            <pc:docMk/>
            <pc:sldMk cId="3178884902" sldId="378"/>
            <ac:spMk id="70" creationId="{6C4028FD-8BAA-4A19-BFDE-594D991B7552}"/>
          </ac:spMkLst>
        </pc:spChg>
        <pc:graphicFrameChg chg="mod modGraphic">
          <ac:chgData name="Mohammed Naseer Sihanas" userId="baf10d46-ca0e-4f93-8b9a-bd1fa4bc7e8f" providerId="ADAL" clId="{184616BA-6CDA-4086-85DC-6184980B2319}" dt="2025-06-14T13:46:54.922" v="868" actId="313"/>
          <ac:graphicFrameMkLst>
            <pc:docMk/>
            <pc:sldMk cId="3178884902" sldId="378"/>
            <ac:graphicFrameMk id="55" creationId="{ED797F38-7A08-F0D1-7C8B-70F392D856A9}"/>
          </ac:graphicFrameMkLst>
        </pc:graphicFrameChg>
      </pc:sldChg>
      <pc:sldChg chg="modSp add del">
        <pc:chgData name="Mohammed Naseer Sihanas" userId="baf10d46-ca0e-4f93-8b9a-bd1fa4bc7e8f" providerId="ADAL" clId="{184616BA-6CDA-4086-85DC-6184980B2319}" dt="2025-06-14T13:51:11.581" v="937" actId="2890"/>
        <pc:sldMkLst>
          <pc:docMk/>
          <pc:sldMk cId="128539857" sldId="379"/>
        </pc:sldMkLst>
        <pc:graphicFrameChg chg="mod">
          <ac:chgData name="Mohammed Naseer Sihanas" userId="baf10d46-ca0e-4f93-8b9a-bd1fa4bc7e8f" providerId="ADAL" clId="{184616BA-6CDA-4086-85DC-6184980B2319}" dt="2025-06-14T13:50:51.519" v="932" actId="20577"/>
          <ac:graphicFrameMkLst>
            <pc:docMk/>
            <pc:sldMk cId="128539857" sldId="379"/>
            <ac:graphicFrameMk id="8" creationId="{F22E7D3A-0E24-ADCB-E1DF-36E36F7348F5}"/>
          </ac:graphicFrameMkLst>
        </pc:graphicFrameChg>
      </pc:sldChg>
      <pc:sldChg chg="modSp add mod ord">
        <pc:chgData name="Mohammed Naseer Sihanas" userId="baf10d46-ca0e-4f93-8b9a-bd1fa4bc7e8f" providerId="ADAL" clId="{184616BA-6CDA-4086-85DC-6184980B2319}" dt="2025-06-14T13:57:05.773" v="1007" actId="20577"/>
        <pc:sldMkLst>
          <pc:docMk/>
          <pc:sldMk cId="1395230306" sldId="379"/>
        </pc:sldMkLst>
        <pc:spChg chg="mod">
          <ac:chgData name="Mohammed Naseer Sihanas" userId="baf10d46-ca0e-4f93-8b9a-bd1fa4bc7e8f" providerId="ADAL" clId="{184616BA-6CDA-4086-85DC-6184980B2319}" dt="2025-06-14T13:57:05.773" v="1007" actId="20577"/>
          <ac:spMkLst>
            <pc:docMk/>
            <pc:sldMk cId="1395230306" sldId="379"/>
            <ac:spMk id="2" creationId="{4F996757-7C04-86F4-623C-AE55758A07D0}"/>
          </ac:spMkLst>
        </pc:spChg>
      </pc:sldChg>
      <pc:sldChg chg="add del">
        <pc:chgData name="Mohammed Naseer Sihanas" userId="baf10d46-ca0e-4f93-8b9a-bd1fa4bc7e8f" providerId="ADAL" clId="{184616BA-6CDA-4086-85DC-6184980B2319}" dt="2025-06-14T13:51:10.719" v="936" actId="2890"/>
        <pc:sldMkLst>
          <pc:docMk/>
          <pc:sldMk cId="270907980" sldId="380"/>
        </pc:sldMkLst>
      </pc:sldChg>
      <pc:sldChg chg="addSp delSp modSp add mod ord modNotesTx">
        <pc:chgData name="Mohammed Naseer Sihanas" userId="baf10d46-ca0e-4f93-8b9a-bd1fa4bc7e8f" providerId="ADAL" clId="{184616BA-6CDA-4086-85DC-6184980B2319}" dt="2025-06-15T04:31:26.482" v="1270" actId="20577"/>
        <pc:sldMkLst>
          <pc:docMk/>
          <pc:sldMk cId="2868569045" sldId="380"/>
        </pc:sldMkLst>
        <pc:spChg chg="del mod">
          <ac:chgData name="Mohammed Naseer Sihanas" userId="baf10d46-ca0e-4f93-8b9a-bd1fa4bc7e8f" providerId="ADAL" clId="{184616BA-6CDA-4086-85DC-6184980B2319}" dt="2025-06-14T13:57:19.163" v="1016" actId="478"/>
          <ac:spMkLst>
            <pc:docMk/>
            <pc:sldMk cId="2868569045" sldId="380"/>
            <ac:spMk id="2" creationId="{6B4445A3-35D5-6776-7961-D2A7EDB98D6B}"/>
          </ac:spMkLst>
        </pc:spChg>
        <pc:spChg chg="add mod">
          <ac:chgData name="Mohammed Naseer Sihanas" userId="baf10d46-ca0e-4f93-8b9a-bd1fa4bc7e8f" providerId="ADAL" clId="{184616BA-6CDA-4086-85DC-6184980B2319}" dt="2025-06-14T13:58:04.213" v="1025" actId="27636"/>
          <ac:spMkLst>
            <pc:docMk/>
            <pc:sldMk cId="2868569045" sldId="380"/>
            <ac:spMk id="7" creationId="{435CEF13-C8FD-EC9F-A01A-833F4F6C8675}"/>
          </ac:spMkLst>
        </pc:spChg>
        <pc:spChg chg="add del mod">
          <ac:chgData name="Mohammed Naseer Sihanas" userId="baf10d46-ca0e-4f93-8b9a-bd1fa4bc7e8f" providerId="ADAL" clId="{184616BA-6CDA-4086-85DC-6184980B2319}" dt="2025-06-14T13:57:22.462" v="1017" actId="478"/>
          <ac:spMkLst>
            <pc:docMk/>
            <pc:sldMk cId="2868569045" sldId="380"/>
            <ac:spMk id="9" creationId="{09970A97-7CA7-B6A0-04EC-F9EE5261C195}"/>
          </ac:spMkLst>
        </pc:spChg>
        <pc:graphicFrameChg chg="del">
          <ac:chgData name="Mohammed Naseer Sihanas" userId="baf10d46-ca0e-4f93-8b9a-bd1fa4bc7e8f" providerId="ADAL" clId="{184616BA-6CDA-4086-85DC-6184980B2319}" dt="2025-06-14T13:57:14.530" v="1013" actId="478"/>
          <ac:graphicFrameMkLst>
            <pc:docMk/>
            <pc:sldMk cId="2868569045" sldId="380"/>
            <ac:graphicFrameMk id="48" creationId="{41773137-A17A-492C-D397-56661DC926DC}"/>
          </ac:graphicFrameMkLst>
        </pc:graphicFrameChg>
      </pc:sldChg>
      <pc:sldChg chg="add">
        <pc:chgData name="Mohammed Naseer Sihanas" userId="baf10d46-ca0e-4f93-8b9a-bd1fa4bc7e8f" providerId="ADAL" clId="{184616BA-6CDA-4086-85DC-6184980B2319}" dt="2025-06-17T03:14:57.984" v="1491" actId="2890"/>
        <pc:sldMkLst>
          <pc:docMk/>
          <pc:sldMk cId="4244762197" sldId="381"/>
        </pc:sldMkLst>
      </pc:sldChg>
      <pc:sldChg chg="addSp delSp modSp add mod ord modNotesTx">
        <pc:chgData name="Mohammed Naseer Sihanas" userId="baf10d46-ca0e-4f93-8b9a-bd1fa4bc7e8f" providerId="ADAL" clId="{184616BA-6CDA-4086-85DC-6184980B2319}" dt="2025-06-17T03:52:54.550" v="1677" actId="1076"/>
        <pc:sldMkLst>
          <pc:docMk/>
          <pc:sldMk cId="3652629157" sldId="382"/>
        </pc:sldMkLst>
        <pc:spChg chg="add del mod">
          <ac:chgData name="Mohammed Naseer Sihanas" userId="baf10d46-ca0e-4f93-8b9a-bd1fa4bc7e8f" providerId="ADAL" clId="{184616BA-6CDA-4086-85DC-6184980B2319}" dt="2025-06-17T03:15:26.737" v="1514" actId="478"/>
          <ac:spMkLst>
            <pc:docMk/>
            <pc:sldMk cId="3652629157" sldId="382"/>
            <ac:spMk id="3" creationId="{3652CA47-A9CF-A9D6-8DAA-61EF4BD7A195}"/>
          </ac:spMkLst>
        </pc:spChg>
        <pc:spChg chg="add mod">
          <ac:chgData name="Mohammed Naseer Sihanas" userId="baf10d46-ca0e-4f93-8b9a-bd1fa4bc7e8f" providerId="ADAL" clId="{184616BA-6CDA-4086-85DC-6184980B2319}" dt="2025-06-17T03:52:54.550" v="1677" actId="1076"/>
          <ac:spMkLst>
            <pc:docMk/>
            <pc:sldMk cId="3652629157" sldId="382"/>
            <ac:spMk id="11" creationId="{41D6FE56-F801-2EEB-A19B-DBA7F5DCF025}"/>
          </ac:spMkLst>
        </pc:spChg>
        <pc:graphicFrameChg chg="del">
          <ac:chgData name="Mohammed Naseer Sihanas" userId="baf10d46-ca0e-4f93-8b9a-bd1fa4bc7e8f" providerId="ADAL" clId="{184616BA-6CDA-4086-85DC-6184980B2319}" dt="2025-06-17T03:15:23.610" v="1513" actId="478"/>
          <ac:graphicFrameMkLst>
            <pc:docMk/>
            <pc:sldMk cId="3652629157" sldId="382"/>
            <ac:graphicFrameMk id="55" creationId="{912035FC-7C57-A237-2A34-94311CEE114B}"/>
          </ac:graphicFrameMkLst>
        </pc:graphicFrameChg>
        <pc:picChg chg="add mod">
          <ac:chgData name="Mohammed Naseer Sihanas" userId="baf10d46-ca0e-4f93-8b9a-bd1fa4bc7e8f" providerId="ADAL" clId="{184616BA-6CDA-4086-85DC-6184980B2319}" dt="2025-06-17T03:15:54.471" v="1520" actId="14100"/>
          <ac:picMkLst>
            <pc:docMk/>
            <pc:sldMk cId="3652629157" sldId="382"/>
            <ac:picMk id="8" creationId="{DDD82A8D-EE33-6545-F678-244DD260796D}"/>
          </ac:picMkLst>
        </pc:picChg>
        <pc:picChg chg="add mod">
          <ac:chgData name="Mohammed Naseer Sihanas" userId="baf10d46-ca0e-4f93-8b9a-bd1fa4bc7e8f" providerId="ADAL" clId="{184616BA-6CDA-4086-85DC-6184980B2319}" dt="2025-06-17T03:16:22.987" v="1525" actId="1076"/>
          <ac:picMkLst>
            <pc:docMk/>
            <pc:sldMk cId="3652629157" sldId="382"/>
            <ac:picMk id="10" creationId="{00CF6444-1C06-4DE4-117C-85A76ACE1103}"/>
          </ac:picMkLst>
        </pc:picChg>
      </pc:sldChg>
      <pc:sldChg chg="addSp modSp add mod modNotesTx">
        <pc:chgData name="Mohammed Naseer Sihanas" userId="baf10d46-ca0e-4f93-8b9a-bd1fa4bc7e8f" providerId="ADAL" clId="{184616BA-6CDA-4086-85DC-6184980B2319}" dt="2025-06-17T03:53:48.559" v="1685" actId="20577"/>
        <pc:sldMkLst>
          <pc:docMk/>
          <pc:sldMk cId="3397344491" sldId="383"/>
        </pc:sldMkLst>
        <pc:spChg chg="add mod">
          <ac:chgData name="Mohammed Naseer Sihanas" userId="baf10d46-ca0e-4f93-8b9a-bd1fa4bc7e8f" providerId="ADAL" clId="{184616BA-6CDA-4086-85DC-6184980B2319}" dt="2025-06-17T03:53:48.559" v="1685" actId="20577"/>
          <ac:spMkLst>
            <pc:docMk/>
            <pc:sldMk cId="3397344491" sldId="383"/>
            <ac:spMk id="9" creationId="{FE190B61-1BFF-35DF-033C-23ABCA00653E}"/>
          </ac:spMkLst>
        </pc:spChg>
        <pc:picChg chg="add mod">
          <ac:chgData name="Mohammed Naseer Sihanas" userId="baf10d46-ca0e-4f93-8b9a-bd1fa4bc7e8f" providerId="ADAL" clId="{184616BA-6CDA-4086-85DC-6184980B2319}" dt="2025-06-17T03:16:51.455" v="1529" actId="14100"/>
          <ac:picMkLst>
            <pc:docMk/>
            <pc:sldMk cId="3397344491" sldId="383"/>
            <ac:picMk id="3" creationId="{D69585DE-3115-A289-B2B5-BB16494605D8}"/>
          </ac:picMkLst>
        </pc:picChg>
        <pc:picChg chg="add mod">
          <ac:chgData name="Mohammed Naseer Sihanas" userId="baf10d46-ca0e-4f93-8b9a-bd1fa4bc7e8f" providerId="ADAL" clId="{184616BA-6CDA-4086-85DC-6184980B2319}" dt="2025-06-17T03:17:26.123" v="1535" actId="14100"/>
          <ac:picMkLst>
            <pc:docMk/>
            <pc:sldMk cId="3397344491" sldId="383"/>
            <ac:picMk id="8" creationId="{E6240B2D-40B7-9A52-BC3F-9F3D210098FC}"/>
          </ac:picMkLst>
        </pc:picChg>
      </pc:sldChg>
      <pc:sldChg chg="addSp modSp add mod modNotesTx">
        <pc:chgData name="Mohammed Naseer Sihanas" userId="baf10d46-ca0e-4f93-8b9a-bd1fa4bc7e8f" providerId="ADAL" clId="{184616BA-6CDA-4086-85DC-6184980B2319}" dt="2025-06-17T03:57:14.971" v="1706" actId="20577"/>
        <pc:sldMkLst>
          <pc:docMk/>
          <pc:sldMk cId="3447655186" sldId="384"/>
        </pc:sldMkLst>
        <pc:spChg chg="add mod">
          <ac:chgData name="Mohammed Naseer Sihanas" userId="baf10d46-ca0e-4f93-8b9a-bd1fa4bc7e8f" providerId="ADAL" clId="{184616BA-6CDA-4086-85DC-6184980B2319}" dt="2025-06-17T03:57:14.971" v="1706" actId="20577"/>
          <ac:spMkLst>
            <pc:docMk/>
            <pc:sldMk cId="3447655186" sldId="384"/>
            <ac:spMk id="9" creationId="{DAD05B5D-D819-4DF5-E091-44E838E1C58D}"/>
          </ac:spMkLst>
        </pc:spChg>
        <pc:picChg chg="add mod">
          <ac:chgData name="Mohammed Naseer Sihanas" userId="baf10d46-ca0e-4f93-8b9a-bd1fa4bc7e8f" providerId="ADAL" clId="{184616BA-6CDA-4086-85DC-6184980B2319}" dt="2025-06-17T03:18:10.157" v="1539" actId="14100"/>
          <ac:picMkLst>
            <pc:docMk/>
            <pc:sldMk cId="3447655186" sldId="384"/>
            <ac:picMk id="3" creationId="{1188AB78-CF18-3413-B19C-8005CADA10B0}"/>
          </ac:picMkLst>
        </pc:picChg>
        <pc:picChg chg="add mod">
          <ac:chgData name="Mohammed Naseer Sihanas" userId="baf10d46-ca0e-4f93-8b9a-bd1fa4bc7e8f" providerId="ADAL" clId="{184616BA-6CDA-4086-85DC-6184980B2319}" dt="2025-06-17T03:18:39.428" v="1544" actId="1076"/>
          <ac:picMkLst>
            <pc:docMk/>
            <pc:sldMk cId="3447655186" sldId="384"/>
            <ac:picMk id="8" creationId="{33350090-1B78-FCDE-7E23-37012264DB7E}"/>
          </ac:picMkLst>
        </pc:picChg>
      </pc:sldChg>
      <pc:sldChg chg="modSp new del mod">
        <pc:chgData name="Mohammed Naseer Sihanas" userId="baf10d46-ca0e-4f93-8b9a-bd1fa4bc7e8f" providerId="ADAL" clId="{184616BA-6CDA-4086-85DC-6184980B2319}" dt="2025-06-17T04:03:30.497" v="1742" actId="680"/>
        <pc:sldMkLst>
          <pc:docMk/>
          <pc:sldMk cId="3253477309" sldId="385"/>
        </pc:sldMkLst>
        <pc:spChg chg="mod">
          <ac:chgData name="Mohammed Naseer Sihanas" userId="baf10d46-ca0e-4f93-8b9a-bd1fa4bc7e8f" providerId="ADAL" clId="{184616BA-6CDA-4086-85DC-6184980B2319}" dt="2025-06-17T04:03:30.101" v="1741" actId="20577"/>
          <ac:spMkLst>
            <pc:docMk/>
            <pc:sldMk cId="3253477309" sldId="385"/>
            <ac:spMk id="2" creationId="{3E438B5B-AF07-99B6-17E9-5FD54AC18A51}"/>
          </ac:spMkLst>
        </pc:spChg>
      </pc:sldChg>
    </pc:docChg>
  </pc:docChgLst>
  <pc:docChgLst>
    <pc:chgData name="Mohammed Naseer Sihanas" userId="baf10d46-ca0e-4f93-8b9a-bd1fa4bc7e8f" providerId="ADAL" clId="{20CA1315-F387-427E-8DA8-AEF32D80856E}"/>
    <pc:docChg chg="undo custSel delSld modSld sldOrd">
      <pc:chgData name="Mohammed Naseer Sihanas" userId="baf10d46-ca0e-4f93-8b9a-bd1fa4bc7e8f" providerId="ADAL" clId="{20CA1315-F387-427E-8DA8-AEF32D80856E}" dt="2025-02-23T17:13:33.973" v="4708" actId="20577"/>
      <pc:docMkLst>
        <pc:docMk/>
      </pc:docMkLst>
      <pc:sldChg chg="modNotesTx">
        <pc:chgData name="Mohammed Naseer Sihanas" userId="baf10d46-ca0e-4f93-8b9a-bd1fa4bc7e8f" providerId="ADAL" clId="{20CA1315-F387-427E-8DA8-AEF32D80856E}" dt="2025-02-23T16:04:48.142" v="283" actId="20577"/>
        <pc:sldMkLst>
          <pc:docMk/>
          <pc:sldMk cId="586279802" sldId="256"/>
        </pc:sldMkLst>
      </pc:sldChg>
      <pc:sldChg chg="modNotesTx">
        <pc:chgData name="Mohammed Naseer Sihanas" userId="baf10d46-ca0e-4f93-8b9a-bd1fa4bc7e8f" providerId="ADAL" clId="{20CA1315-F387-427E-8DA8-AEF32D80856E}" dt="2025-02-23T17:13:33.973" v="4708" actId="20577"/>
        <pc:sldMkLst>
          <pc:docMk/>
          <pc:sldMk cId="1151785945" sldId="264"/>
        </pc:sldMkLst>
      </pc:sldChg>
      <pc:sldChg chg="ord modNotesTx">
        <pc:chgData name="Mohammed Naseer Sihanas" userId="baf10d46-ca0e-4f93-8b9a-bd1fa4bc7e8f" providerId="ADAL" clId="{20CA1315-F387-427E-8DA8-AEF32D80856E}" dt="2025-02-23T17:12:33.834" v="4600" actId="20577"/>
        <pc:sldMkLst>
          <pc:docMk/>
          <pc:sldMk cId="822589109" sldId="284"/>
        </pc:sldMkLst>
      </pc:sldChg>
      <pc:sldChg chg="modNotesTx">
        <pc:chgData name="Mohammed Naseer Sihanas" userId="baf10d46-ca0e-4f93-8b9a-bd1fa4bc7e8f" providerId="ADAL" clId="{20CA1315-F387-427E-8DA8-AEF32D80856E}" dt="2025-02-23T17:11:59.240" v="4554" actId="20577"/>
        <pc:sldMkLst>
          <pc:docMk/>
          <pc:sldMk cId="741349727" sldId="326"/>
        </pc:sldMkLst>
      </pc:sldChg>
      <pc:sldChg chg="modAnim">
        <pc:chgData name="Mohammed Naseer Sihanas" userId="baf10d46-ca0e-4f93-8b9a-bd1fa4bc7e8f" providerId="ADAL" clId="{20CA1315-F387-427E-8DA8-AEF32D80856E}" dt="2025-02-23T16:20:21.727" v="744"/>
        <pc:sldMkLst>
          <pc:docMk/>
          <pc:sldMk cId="692805454" sldId="327"/>
        </pc:sldMkLst>
      </pc:sldChg>
      <pc:sldChg chg="modNotesTx">
        <pc:chgData name="Mohammed Naseer Sihanas" userId="baf10d46-ca0e-4f93-8b9a-bd1fa4bc7e8f" providerId="ADAL" clId="{20CA1315-F387-427E-8DA8-AEF32D80856E}" dt="2025-02-23T16:31:47.943" v="1720" actId="20577"/>
        <pc:sldMkLst>
          <pc:docMk/>
          <pc:sldMk cId="1120326709" sldId="328"/>
        </pc:sldMkLst>
      </pc:sldChg>
      <pc:sldChg chg="modAnim">
        <pc:chgData name="Mohammed Naseer Sihanas" userId="baf10d46-ca0e-4f93-8b9a-bd1fa4bc7e8f" providerId="ADAL" clId="{20CA1315-F387-427E-8DA8-AEF32D80856E}" dt="2025-02-23T16:21:14.922" v="746"/>
        <pc:sldMkLst>
          <pc:docMk/>
          <pc:sldMk cId="1461252214" sldId="329"/>
        </pc:sldMkLst>
      </pc:sldChg>
      <pc:sldChg chg="modNotesTx">
        <pc:chgData name="Mohammed Naseer Sihanas" userId="baf10d46-ca0e-4f93-8b9a-bd1fa4bc7e8f" providerId="ADAL" clId="{20CA1315-F387-427E-8DA8-AEF32D80856E}" dt="2025-02-23T16:43:03.514" v="2553"/>
        <pc:sldMkLst>
          <pc:docMk/>
          <pc:sldMk cId="3562125749" sldId="330"/>
        </pc:sldMkLst>
      </pc:sldChg>
      <pc:sldChg chg="modAnim">
        <pc:chgData name="Mohammed Naseer Sihanas" userId="baf10d46-ca0e-4f93-8b9a-bd1fa4bc7e8f" providerId="ADAL" clId="{20CA1315-F387-427E-8DA8-AEF32D80856E}" dt="2025-02-23T16:21:20.230" v="747"/>
        <pc:sldMkLst>
          <pc:docMk/>
          <pc:sldMk cId="2758065626" sldId="331"/>
        </pc:sldMkLst>
      </pc:sldChg>
      <pc:sldChg chg="modNotesTx">
        <pc:chgData name="Mohammed Naseer Sihanas" userId="baf10d46-ca0e-4f93-8b9a-bd1fa4bc7e8f" providerId="ADAL" clId="{20CA1315-F387-427E-8DA8-AEF32D80856E}" dt="2025-02-23T16:44:39.359" v="2576" actId="20577"/>
        <pc:sldMkLst>
          <pc:docMk/>
          <pc:sldMk cId="74280043" sldId="332"/>
        </pc:sldMkLst>
      </pc:sldChg>
      <pc:sldChg chg="ord modNotesTx">
        <pc:chgData name="Mohammed Naseer Sihanas" userId="baf10d46-ca0e-4f93-8b9a-bd1fa4bc7e8f" providerId="ADAL" clId="{20CA1315-F387-427E-8DA8-AEF32D80856E}" dt="2025-02-23T16:42:11.572" v="2552" actId="20577"/>
        <pc:sldMkLst>
          <pc:docMk/>
          <pc:sldMk cId="3936374435" sldId="334"/>
        </pc:sldMkLst>
      </pc:sldChg>
      <pc:sldChg chg="modAnim">
        <pc:chgData name="Mohammed Naseer Sihanas" userId="baf10d46-ca0e-4f93-8b9a-bd1fa4bc7e8f" providerId="ADAL" clId="{20CA1315-F387-427E-8DA8-AEF32D80856E}" dt="2025-02-23T16:21:06.559" v="745"/>
        <pc:sldMkLst>
          <pc:docMk/>
          <pc:sldMk cId="3896243069" sldId="336"/>
        </pc:sldMkLst>
      </pc:sldChg>
      <pc:sldChg chg="modSp mod modNotesTx">
        <pc:chgData name="Mohammed Naseer Sihanas" userId="baf10d46-ca0e-4f93-8b9a-bd1fa4bc7e8f" providerId="ADAL" clId="{20CA1315-F387-427E-8DA8-AEF32D80856E}" dt="2025-02-23T16:36:49.047" v="1977" actId="20577"/>
        <pc:sldMkLst>
          <pc:docMk/>
          <pc:sldMk cId="73318650" sldId="338"/>
        </pc:sldMkLst>
        <pc:spChg chg="mod">
          <ac:chgData name="Mohammed Naseer Sihanas" userId="baf10d46-ca0e-4f93-8b9a-bd1fa4bc7e8f" providerId="ADAL" clId="{20CA1315-F387-427E-8DA8-AEF32D80856E}" dt="2025-02-23T15:02:50.110" v="35" actId="27636"/>
          <ac:spMkLst>
            <pc:docMk/>
            <pc:sldMk cId="73318650" sldId="338"/>
            <ac:spMk id="3" creationId="{7CB860C7-93AD-4311-8CD4-4580644B47DD}"/>
          </ac:spMkLst>
        </pc:spChg>
      </pc:sldChg>
      <pc:sldChg chg="modAnim">
        <pc:chgData name="Mohammed Naseer Sihanas" userId="baf10d46-ca0e-4f93-8b9a-bd1fa4bc7e8f" providerId="ADAL" clId="{20CA1315-F387-427E-8DA8-AEF32D80856E}" dt="2025-02-23T16:20:17.319" v="743"/>
        <pc:sldMkLst>
          <pc:docMk/>
          <pc:sldMk cId="144678449" sldId="340"/>
        </pc:sldMkLst>
      </pc:sldChg>
      <pc:sldChg chg="modNotesTx">
        <pc:chgData name="Mohammed Naseer Sihanas" userId="baf10d46-ca0e-4f93-8b9a-bd1fa4bc7e8f" providerId="ADAL" clId="{20CA1315-F387-427E-8DA8-AEF32D80856E}" dt="2025-02-23T16:26:34.078" v="1365" actId="20577"/>
        <pc:sldMkLst>
          <pc:docMk/>
          <pc:sldMk cId="2100183469" sldId="342"/>
        </pc:sldMkLst>
      </pc:sldChg>
      <pc:sldChg chg="modAnim">
        <pc:chgData name="Mohammed Naseer Sihanas" userId="baf10d46-ca0e-4f93-8b9a-bd1fa4bc7e8f" providerId="ADAL" clId="{20CA1315-F387-427E-8DA8-AEF32D80856E}" dt="2025-02-23T16:21:24.480" v="748"/>
        <pc:sldMkLst>
          <pc:docMk/>
          <pc:sldMk cId="3343424140" sldId="344"/>
        </pc:sldMkLst>
      </pc:sldChg>
      <pc:sldChg chg="modNotesTx">
        <pc:chgData name="Mohammed Naseer Sihanas" userId="baf10d46-ca0e-4f93-8b9a-bd1fa4bc7e8f" providerId="ADAL" clId="{20CA1315-F387-427E-8DA8-AEF32D80856E}" dt="2025-02-23T16:45:36.290" v="2580"/>
        <pc:sldMkLst>
          <pc:docMk/>
          <pc:sldMk cId="4275002848" sldId="346"/>
        </pc:sldMkLst>
      </pc:sldChg>
      <pc:sldChg chg="modAnim">
        <pc:chgData name="Mohammed Naseer Sihanas" userId="baf10d46-ca0e-4f93-8b9a-bd1fa4bc7e8f" providerId="ADAL" clId="{20CA1315-F387-427E-8DA8-AEF32D80856E}" dt="2025-02-23T16:21:28.213" v="749"/>
        <pc:sldMkLst>
          <pc:docMk/>
          <pc:sldMk cId="515819914" sldId="348"/>
        </pc:sldMkLst>
      </pc:sldChg>
      <pc:sldChg chg="modNotesTx">
        <pc:chgData name="Mohammed Naseer Sihanas" userId="baf10d46-ca0e-4f93-8b9a-bd1fa4bc7e8f" providerId="ADAL" clId="{20CA1315-F387-427E-8DA8-AEF32D80856E}" dt="2025-02-23T16:53:44.474" v="3063"/>
        <pc:sldMkLst>
          <pc:docMk/>
          <pc:sldMk cId="1129763718" sldId="350"/>
        </pc:sldMkLst>
      </pc:sldChg>
      <pc:sldChg chg="modAnim">
        <pc:chgData name="Mohammed Naseer Sihanas" userId="baf10d46-ca0e-4f93-8b9a-bd1fa4bc7e8f" providerId="ADAL" clId="{20CA1315-F387-427E-8DA8-AEF32D80856E}" dt="2025-02-23T16:21:32.670" v="750"/>
        <pc:sldMkLst>
          <pc:docMk/>
          <pc:sldMk cId="1236290676" sldId="352"/>
        </pc:sldMkLst>
      </pc:sldChg>
      <pc:sldChg chg="modAnim">
        <pc:chgData name="Mohammed Naseer Sihanas" userId="baf10d46-ca0e-4f93-8b9a-bd1fa4bc7e8f" providerId="ADAL" clId="{20CA1315-F387-427E-8DA8-AEF32D80856E}" dt="2025-02-23T16:21:36.773" v="751"/>
        <pc:sldMkLst>
          <pc:docMk/>
          <pc:sldMk cId="2810002984" sldId="357"/>
        </pc:sldMkLst>
      </pc:sldChg>
      <pc:sldChg chg="modNotesTx">
        <pc:chgData name="Mohammed Naseer Sihanas" userId="baf10d46-ca0e-4f93-8b9a-bd1fa4bc7e8f" providerId="ADAL" clId="{20CA1315-F387-427E-8DA8-AEF32D80856E}" dt="2025-02-23T16:57:23.734" v="3375" actId="20577"/>
        <pc:sldMkLst>
          <pc:docMk/>
          <pc:sldMk cId="1838708753" sldId="358"/>
        </pc:sldMkLst>
      </pc:sldChg>
      <pc:sldChg chg="modAnim">
        <pc:chgData name="Mohammed Naseer Sihanas" userId="baf10d46-ca0e-4f93-8b9a-bd1fa4bc7e8f" providerId="ADAL" clId="{20CA1315-F387-427E-8DA8-AEF32D80856E}" dt="2025-02-23T16:21:44.571" v="753"/>
        <pc:sldMkLst>
          <pc:docMk/>
          <pc:sldMk cId="3963173477" sldId="360"/>
        </pc:sldMkLst>
      </pc:sldChg>
      <pc:sldChg chg="modAnim modNotesTx">
        <pc:chgData name="Mohammed Naseer Sihanas" userId="baf10d46-ca0e-4f93-8b9a-bd1fa4bc7e8f" providerId="ADAL" clId="{20CA1315-F387-427E-8DA8-AEF32D80856E}" dt="2025-02-23T17:02:58.507" v="3917" actId="20577"/>
        <pc:sldMkLst>
          <pc:docMk/>
          <pc:sldMk cId="780469627" sldId="361"/>
        </pc:sldMkLst>
      </pc:sldChg>
      <pc:sldChg chg="del">
        <pc:chgData name="Mohammed Naseer Sihanas" userId="baf10d46-ca0e-4f93-8b9a-bd1fa4bc7e8f" providerId="ADAL" clId="{20CA1315-F387-427E-8DA8-AEF32D80856E}" dt="2025-02-23T05:18:30.984" v="0" actId="47"/>
        <pc:sldMkLst>
          <pc:docMk/>
          <pc:sldMk cId="3006426970" sldId="362"/>
        </pc:sldMkLst>
      </pc:sldChg>
      <pc:sldChg chg="modAnim">
        <pc:chgData name="Mohammed Naseer Sihanas" userId="baf10d46-ca0e-4f93-8b9a-bd1fa4bc7e8f" providerId="ADAL" clId="{20CA1315-F387-427E-8DA8-AEF32D80856E}" dt="2025-02-23T16:21:40.586" v="752"/>
        <pc:sldMkLst>
          <pc:docMk/>
          <pc:sldMk cId="3133456486" sldId="364"/>
        </pc:sldMkLst>
      </pc:sldChg>
      <pc:sldChg chg="modNotesTx">
        <pc:chgData name="Mohammed Naseer Sihanas" userId="baf10d46-ca0e-4f93-8b9a-bd1fa4bc7e8f" providerId="ADAL" clId="{20CA1315-F387-427E-8DA8-AEF32D80856E}" dt="2025-02-23T16:56:05.269" v="3235" actId="20577"/>
        <pc:sldMkLst>
          <pc:docMk/>
          <pc:sldMk cId="3125452517" sldId="365"/>
        </pc:sldMkLst>
      </pc:sldChg>
      <pc:sldChg chg="modAnim modNotesTx">
        <pc:chgData name="Mohammed Naseer Sihanas" userId="baf10d46-ca0e-4f93-8b9a-bd1fa4bc7e8f" providerId="ADAL" clId="{20CA1315-F387-427E-8DA8-AEF32D80856E}" dt="2025-02-23T17:07:06.373" v="4185"/>
        <pc:sldMkLst>
          <pc:docMk/>
          <pc:sldMk cId="2314004391" sldId="367"/>
        </pc:sldMkLst>
      </pc:sldChg>
      <pc:sldChg chg="modNotesTx">
        <pc:chgData name="Mohammed Naseer Sihanas" userId="baf10d46-ca0e-4f93-8b9a-bd1fa4bc7e8f" providerId="ADAL" clId="{20CA1315-F387-427E-8DA8-AEF32D80856E}" dt="2025-02-23T17:07:37.168" v="4186"/>
        <pc:sldMkLst>
          <pc:docMk/>
          <pc:sldMk cId="2151856869" sldId="369"/>
        </pc:sldMkLst>
      </pc:sldChg>
      <pc:sldChg chg="modNotesTx">
        <pc:chgData name="Mohammed Naseer Sihanas" userId="baf10d46-ca0e-4f93-8b9a-bd1fa4bc7e8f" providerId="ADAL" clId="{20CA1315-F387-427E-8DA8-AEF32D80856E}" dt="2025-02-23T17:06:18.989" v="4184" actId="5793"/>
        <pc:sldMkLst>
          <pc:docMk/>
          <pc:sldMk cId="1730297890" sldId="370"/>
        </pc:sldMkLst>
      </pc:sldChg>
    </pc:docChg>
  </pc:docChgLst>
  <pc:docChgLst>
    <pc:chgData name="Mohammed Naseer Sihanas" userId="baf10d46-ca0e-4f93-8b9a-bd1fa4bc7e8f" providerId="ADAL" clId="{98C7305E-D217-484F-964E-D0B0046A6E7F}"/>
    <pc:docChg chg="undo custSel addSld delSld modSld sldOrd">
      <pc:chgData name="Mohammed Naseer Sihanas" userId="baf10d46-ca0e-4f93-8b9a-bd1fa4bc7e8f" providerId="ADAL" clId="{98C7305E-D217-484F-964E-D0B0046A6E7F}" dt="2025-08-10T07:31:30.161" v="1153" actId="20577"/>
      <pc:docMkLst>
        <pc:docMk/>
      </pc:docMkLst>
      <pc:sldChg chg="modSp mod">
        <pc:chgData name="Mohammed Naseer Sihanas" userId="baf10d46-ca0e-4f93-8b9a-bd1fa4bc7e8f" providerId="ADAL" clId="{98C7305E-D217-484F-964E-D0B0046A6E7F}" dt="2025-08-09T06:19:57.187" v="59" actId="1036"/>
        <pc:sldMkLst>
          <pc:docMk/>
          <pc:sldMk cId="586279802" sldId="256"/>
        </pc:sldMkLst>
        <pc:spChg chg="mod">
          <ac:chgData name="Mohammed Naseer Sihanas" userId="baf10d46-ca0e-4f93-8b9a-bd1fa4bc7e8f" providerId="ADAL" clId="{98C7305E-D217-484F-964E-D0B0046A6E7F}" dt="2025-08-09T06:19:57.187" v="59" actId="1036"/>
          <ac:spMkLst>
            <pc:docMk/>
            <pc:sldMk cId="586279802" sldId="256"/>
            <ac:spMk id="2" creationId="{4A3FDA4B-B8D0-411B-9352-91737DF3F812}"/>
          </ac:spMkLst>
        </pc:spChg>
        <pc:spChg chg="mod">
          <ac:chgData name="Mohammed Naseer Sihanas" userId="baf10d46-ca0e-4f93-8b9a-bd1fa4bc7e8f" providerId="ADAL" clId="{98C7305E-D217-484F-964E-D0B0046A6E7F}" dt="2025-08-09T06:19:53.133" v="32" actId="1036"/>
          <ac:spMkLst>
            <pc:docMk/>
            <pc:sldMk cId="586279802" sldId="256"/>
            <ac:spMk id="3" creationId="{06594787-82F1-457D-A305-66ECDCF187DC}"/>
          </ac:spMkLst>
        </pc:spChg>
        <pc:picChg chg="mod">
          <ac:chgData name="Mohammed Naseer Sihanas" userId="baf10d46-ca0e-4f93-8b9a-bd1fa4bc7e8f" providerId="ADAL" clId="{98C7305E-D217-484F-964E-D0B0046A6E7F}" dt="2025-08-09T06:19:54.366" v="46" actId="1036"/>
          <ac:picMkLst>
            <pc:docMk/>
            <pc:sldMk cId="586279802" sldId="256"/>
            <ac:picMk id="1026" creationId="{3AAAFF53-3A69-97C0-6C4E-BE0B8371720A}"/>
          </ac:picMkLst>
        </pc:picChg>
      </pc:sldChg>
      <pc:sldChg chg="modSp mod">
        <pc:chgData name="Mohammed Naseer Sihanas" userId="baf10d46-ca0e-4f93-8b9a-bd1fa4bc7e8f" providerId="ADAL" clId="{98C7305E-D217-484F-964E-D0B0046A6E7F}" dt="2025-08-10T07:21:44.798" v="854" actId="20577"/>
        <pc:sldMkLst>
          <pc:docMk/>
          <pc:sldMk cId="2019341643" sldId="322"/>
        </pc:sldMkLst>
        <pc:spChg chg="mod">
          <ac:chgData name="Mohammed Naseer Sihanas" userId="baf10d46-ca0e-4f93-8b9a-bd1fa4bc7e8f" providerId="ADAL" clId="{98C7305E-D217-484F-964E-D0B0046A6E7F}" dt="2025-08-10T07:21:44.798" v="854" actId="20577"/>
          <ac:spMkLst>
            <pc:docMk/>
            <pc:sldMk cId="2019341643" sldId="322"/>
            <ac:spMk id="3" creationId="{7CB860C7-93AD-4311-8CD4-4580644B47DD}"/>
          </ac:spMkLst>
        </pc:spChg>
      </pc:sldChg>
      <pc:sldChg chg="modSp mod">
        <pc:chgData name="Mohammed Naseer Sihanas" userId="baf10d46-ca0e-4f93-8b9a-bd1fa4bc7e8f" providerId="ADAL" clId="{98C7305E-D217-484F-964E-D0B0046A6E7F}" dt="2025-08-10T07:31:30.161" v="1153" actId="20577"/>
        <pc:sldMkLst>
          <pc:docMk/>
          <pc:sldMk cId="741349727" sldId="326"/>
        </pc:sldMkLst>
        <pc:spChg chg="mod">
          <ac:chgData name="Mohammed Naseer Sihanas" userId="baf10d46-ca0e-4f93-8b9a-bd1fa4bc7e8f" providerId="ADAL" clId="{98C7305E-D217-484F-964E-D0B0046A6E7F}" dt="2025-08-10T07:31:30.161" v="1153" actId="20577"/>
          <ac:spMkLst>
            <pc:docMk/>
            <pc:sldMk cId="741349727" sldId="326"/>
            <ac:spMk id="6" creationId="{AB94CAC3-65A5-C6A2-0F13-38D702297182}"/>
          </ac:spMkLst>
        </pc:spChg>
      </pc:sldChg>
      <pc:sldChg chg="modSp mod">
        <pc:chgData name="Mohammed Naseer Sihanas" userId="baf10d46-ca0e-4f93-8b9a-bd1fa4bc7e8f" providerId="ADAL" clId="{98C7305E-D217-484F-964E-D0B0046A6E7F}" dt="2025-08-09T06:47:03.824" v="174" actId="20577"/>
        <pc:sldMkLst>
          <pc:docMk/>
          <pc:sldMk cId="3896243069" sldId="336"/>
        </pc:sldMkLst>
        <pc:spChg chg="mod">
          <ac:chgData name="Mohammed Naseer Sihanas" userId="baf10d46-ca0e-4f93-8b9a-bd1fa4bc7e8f" providerId="ADAL" clId="{98C7305E-D217-484F-964E-D0B0046A6E7F}" dt="2025-08-09T06:47:03.824" v="174" actId="20577"/>
          <ac:spMkLst>
            <pc:docMk/>
            <pc:sldMk cId="3896243069" sldId="336"/>
            <ac:spMk id="2" creationId="{184D784C-09C2-4209-A54C-7272AAABAA90}"/>
          </ac:spMkLst>
        </pc:spChg>
      </pc:sldChg>
      <pc:sldChg chg="modNotesTx">
        <pc:chgData name="Mohammed Naseer Sihanas" userId="baf10d46-ca0e-4f93-8b9a-bd1fa4bc7e8f" providerId="ADAL" clId="{98C7305E-D217-484F-964E-D0B0046A6E7F}" dt="2025-08-09T06:49:49.625" v="234" actId="20577"/>
        <pc:sldMkLst>
          <pc:docMk/>
          <pc:sldMk cId="73318650" sldId="338"/>
        </pc:sldMkLst>
      </pc:sldChg>
      <pc:sldChg chg="modSp modNotesTx">
        <pc:chgData name="Mohammed Naseer Sihanas" userId="baf10d46-ca0e-4f93-8b9a-bd1fa4bc7e8f" providerId="ADAL" clId="{98C7305E-D217-484F-964E-D0B0046A6E7F}" dt="2025-08-09T06:49:30.006" v="233"/>
        <pc:sldMkLst>
          <pc:docMk/>
          <pc:sldMk cId="1129763718" sldId="350"/>
        </pc:sldMkLst>
        <pc:graphicFrameChg chg="mod">
          <ac:chgData name="Mohammed Naseer Sihanas" userId="baf10d46-ca0e-4f93-8b9a-bd1fa4bc7e8f" providerId="ADAL" clId="{98C7305E-D217-484F-964E-D0B0046A6E7F}" dt="2025-08-09T06:49:30.006" v="233"/>
          <ac:graphicFrameMkLst>
            <pc:docMk/>
            <pc:sldMk cId="1129763718" sldId="350"/>
            <ac:graphicFrameMk id="55" creationId="{7DC4425E-3D93-2EC2-7A1E-EB6F1CCC347B}"/>
          </ac:graphicFrameMkLst>
        </pc:graphicFrameChg>
      </pc:sldChg>
      <pc:sldChg chg="del">
        <pc:chgData name="Mohammed Naseer Sihanas" userId="baf10d46-ca0e-4f93-8b9a-bd1fa4bc7e8f" providerId="ADAL" clId="{98C7305E-D217-484F-964E-D0B0046A6E7F}" dt="2025-08-10T06:33:53.087" v="236" actId="47"/>
        <pc:sldMkLst>
          <pc:docMk/>
          <pc:sldMk cId="1838708753" sldId="358"/>
        </pc:sldMkLst>
      </pc:sldChg>
      <pc:sldChg chg="addSp delSp modSp mod">
        <pc:chgData name="Mohammed Naseer Sihanas" userId="baf10d46-ca0e-4f93-8b9a-bd1fa4bc7e8f" providerId="ADAL" clId="{98C7305E-D217-484F-964E-D0B0046A6E7F}" dt="2025-08-10T07:30:40.363" v="1103" actId="14100"/>
        <pc:sldMkLst>
          <pc:docMk/>
          <pc:sldMk cId="3828161520" sldId="372"/>
        </pc:sldMkLst>
        <pc:spChg chg="mod">
          <ac:chgData name="Mohammed Naseer Sihanas" userId="baf10d46-ca0e-4f93-8b9a-bd1fa4bc7e8f" providerId="ADAL" clId="{98C7305E-D217-484F-964E-D0B0046A6E7F}" dt="2025-08-10T07:30:40.363" v="1103" actId="14100"/>
          <ac:spMkLst>
            <pc:docMk/>
            <pc:sldMk cId="3828161520" sldId="372"/>
            <ac:spMk id="3" creationId="{828F6020-36AF-ACEA-B792-406674BF79C0}"/>
          </ac:spMkLst>
        </pc:spChg>
        <pc:spChg chg="mod">
          <ac:chgData name="Mohammed Naseer Sihanas" userId="baf10d46-ca0e-4f93-8b9a-bd1fa4bc7e8f" providerId="ADAL" clId="{98C7305E-D217-484F-964E-D0B0046A6E7F}" dt="2025-08-10T07:29:39.604" v="1087" actId="26606"/>
          <ac:spMkLst>
            <pc:docMk/>
            <pc:sldMk cId="3828161520" sldId="372"/>
            <ac:spMk id="4" creationId="{8E2E6171-104A-302D-2376-12AFD1D942D4}"/>
          </ac:spMkLst>
        </pc:spChg>
        <pc:spChg chg="mod">
          <ac:chgData name="Mohammed Naseer Sihanas" userId="baf10d46-ca0e-4f93-8b9a-bd1fa4bc7e8f" providerId="ADAL" clId="{98C7305E-D217-484F-964E-D0B0046A6E7F}" dt="2025-08-10T07:29:39.604" v="1087" actId="26606"/>
          <ac:spMkLst>
            <pc:docMk/>
            <pc:sldMk cId="3828161520" sldId="372"/>
            <ac:spMk id="5" creationId="{3AF4B602-86AC-9F6F-9AB9-3D91D4156389}"/>
          </ac:spMkLst>
        </pc:spChg>
        <pc:spChg chg="mod">
          <ac:chgData name="Mohammed Naseer Sihanas" userId="baf10d46-ca0e-4f93-8b9a-bd1fa4bc7e8f" providerId="ADAL" clId="{98C7305E-D217-484F-964E-D0B0046A6E7F}" dt="2025-08-10T07:29:39.604" v="1087" actId="26606"/>
          <ac:spMkLst>
            <pc:docMk/>
            <pc:sldMk cId="3828161520" sldId="372"/>
            <ac:spMk id="6" creationId="{3A314142-261A-6A75-FFF1-382D457F4831}"/>
          </ac:spMkLst>
        </pc:spChg>
        <pc:spChg chg="del mod">
          <ac:chgData name="Mohammed Naseer Sihanas" userId="baf10d46-ca0e-4f93-8b9a-bd1fa4bc7e8f" providerId="ADAL" clId="{98C7305E-D217-484F-964E-D0B0046A6E7F}" dt="2025-08-10T07:30:02.854" v="1094" actId="478"/>
          <ac:spMkLst>
            <pc:docMk/>
            <pc:sldMk cId="3828161520" sldId="372"/>
            <ac:spMk id="7" creationId="{38CE34CE-4483-6187-C902-60E103A93F26}"/>
          </ac:spMkLst>
        </pc:spChg>
        <pc:spChg chg="add del mod">
          <ac:chgData name="Mohammed Naseer Sihanas" userId="baf10d46-ca0e-4f93-8b9a-bd1fa4bc7e8f" providerId="ADAL" clId="{98C7305E-D217-484F-964E-D0B0046A6E7F}" dt="2025-08-10T07:30:04.781" v="1095" actId="478"/>
          <ac:spMkLst>
            <pc:docMk/>
            <pc:sldMk cId="3828161520" sldId="372"/>
            <ac:spMk id="8" creationId="{D98AD299-DB46-FCF9-B956-19889E3F8495}"/>
          </ac:spMkLst>
        </pc:spChg>
        <pc:spChg chg="add del">
          <ac:chgData name="Mohammed Naseer Sihanas" userId="baf10d46-ca0e-4f93-8b9a-bd1fa4bc7e8f" providerId="ADAL" clId="{98C7305E-D217-484F-964E-D0B0046A6E7F}" dt="2025-08-10T07:29:39.604" v="1087" actId="26606"/>
          <ac:spMkLst>
            <pc:docMk/>
            <pc:sldMk cId="3828161520" sldId="372"/>
            <ac:spMk id="48" creationId="{907EF6B7-1338-4443-8C46-6A318D952DFD}"/>
          </ac:spMkLst>
        </pc:spChg>
        <pc:spChg chg="add del">
          <ac:chgData name="Mohammed Naseer Sihanas" userId="baf10d46-ca0e-4f93-8b9a-bd1fa4bc7e8f" providerId="ADAL" clId="{98C7305E-D217-484F-964E-D0B0046A6E7F}" dt="2025-08-10T07:29:39.604" v="1087" actId="26606"/>
          <ac:spMkLst>
            <pc:docMk/>
            <pc:sldMk cId="3828161520" sldId="372"/>
            <ac:spMk id="50" creationId="{DAAE4CDD-124C-4DCF-9584-B6033B545DD5}"/>
          </ac:spMkLst>
        </pc:spChg>
        <pc:spChg chg="add del">
          <ac:chgData name="Mohammed Naseer Sihanas" userId="baf10d46-ca0e-4f93-8b9a-bd1fa4bc7e8f" providerId="ADAL" clId="{98C7305E-D217-484F-964E-D0B0046A6E7F}" dt="2025-08-10T07:29:39.604" v="1087" actId="26606"/>
          <ac:spMkLst>
            <pc:docMk/>
            <pc:sldMk cId="3828161520" sldId="372"/>
            <ac:spMk id="52" creationId="{081E4A58-353D-44AE-B2FC-2A74E2E400F7}"/>
          </ac:spMkLst>
        </pc:spChg>
        <pc:spChg chg="add del">
          <ac:chgData name="Mohammed Naseer Sihanas" userId="baf10d46-ca0e-4f93-8b9a-bd1fa4bc7e8f" providerId="ADAL" clId="{98C7305E-D217-484F-964E-D0B0046A6E7F}" dt="2025-08-10T07:29:17.858" v="1082" actId="26606"/>
          <ac:spMkLst>
            <pc:docMk/>
            <pc:sldMk cId="3828161520" sldId="372"/>
            <ac:spMk id="55" creationId="{9F7D5CDA-D291-4307-BF55-1381FED29634}"/>
          </ac:spMkLst>
        </pc:spChg>
        <pc:spChg chg="add del">
          <ac:chgData name="Mohammed Naseer Sihanas" userId="baf10d46-ca0e-4f93-8b9a-bd1fa4bc7e8f" providerId="ADAL" clId="{98C7305E-D217-484F-964E-D0B0046A6E7F}" dt="2025-08-10T07:29:19.422" v="1084" actId="26606"/>
          <ac:spMkLst>
            <pc:docMk/>
            <pc:sldMk cId="3828161520" sldId="372"/>
            <ac:spMk id="59" creationId="{C0763A76-9F1C-4FC5-82B7-DD475DA461B2}"/>
          </ac:spMkLst>
        </pc:spChg>
        <pc:spChg chg="add del">
          <ac:chgData name="Mohammed Naseer Sihanas" userId="baf10d46-ca0e-4f93-8b9a-bd1fa4bc7e8f" providerId="ADAL" clId="{98C7305E-D217-484F-964E-D0B0046A6E7F}" dt="2025-08-10T07:29:19.422" v="1084" actId="26606"/>
          <ac:spMkLst>
            <pc:docMk/>
            <pc:sldMk cId="3828161520" sldId="372"/>
            <ac:spMk id="60" creationId="{E81BF4F6-F2CF-4984-9D14-D6966D92F99F}"/>
          </ac:spMkLst>
        </pc:spChg>
        <pc:spChg chg="add del">
          <ac:chgData name="Mohammed Naseer Sihanas" userId="baf10d46-ca0e-4f93-8b9a-bd1fa4bc7e8f" providerId="ADAL" clId="{98C7305E-D217-484F-964E-D0B0046A6E7F}" dt="2025-08-10T07:29:39.597" v="1086" actId="26606"/>
          <ac:spMkLst>
            <pc:docMk/>
            <pc:sldMk cId="3828161520" sldId="372"/>
            <ac:spMk id="63" creationId="{9F7D5CDA-D291-4307-BF55-1381FED29634}"/>
          </ac:spMkLst>
        </pc:spChg>
        <pc:spChg chg="add">
          <ac:chgData name="Mohammed Naseer Sihanas" userId="baf10d46-ca0e-4f93-8b9a-bd1fa4bc7e8f" providerId="ADAL" clId="{98C7305E-D217-484F-964E-D0B0046A6E7F}" dt="2025-08-10T07:29:39.604" v="1087" actId="26606"/>
          <ac:spMkLst>
            <pc:docMk/>
            <pc:sldMk cId="3828161520" sldId="372"/>
            <ac:spMk id="66" creationId="{3ECBE1F1-D69B-4AFA-ABD5-8E41720EF6DE}"/>
          </ac:spMkLst>
        </pc:spChg>
        <pc:spChg chg="add">
          <ac:chgData name="Mohammed Naseer Sihanas" userId="baf10d46-ca0e-4f93-8b9a-bd1fa4bc7e8f" providerId="ADAL" clId="{98C7305E-D217-484F-964E-D0B0046A6E7F}" dt="2025-08-10T07:29:39.604" v="1087" actId="26606"/>
          <ac:spMkLst>
            <pc:docMk/>
            <pc:sldMk cId="3828161520" sldId="372"/>
            <ac:spMk id="68" creationId="{603A6265-E10C-4B85-9C20-E75FCAF9CC63}"/>
          </ac:spMkLst>
        </pc:spChg>
        <pc:picChg chg="add del">
          <ac:chgData name="Mohammed Naseer Sihanas" userId="baf10d46-ca0e-4f93-8b9a-bd1fa4bc7e8f" providerId="ADAL" clId="{98C7305E-D217-484F-964E-D0B0046A6E7F}" dt="2025-08-10T07:29:17.858" v="1082" actId="26606"/>
          <ac:picMkLst>
            <pc:docMk/>
            <pc:sldMk cId="3828161520" sldId="372"/>
            <ac:picMk id="56" creationId="{F8973808-672D-CAA5-6A8B-5B06D3B0FBF5}"/>
          </ac:picMkLst>
        </pc:picChg>
        <pc:picChg chg="add del">
          <ac:chgData name="Mohammed Naseer Sihanas" userId="baf10d46-ca0e-4f93-8b9a-bd1fa4bc7e8f" providerId="ADAL" clId="{98C7305E-D217-484F-964E-D0B0046A6E7F}" dt="2025-08-10T07:29:19.422" v="1084" actId="26606"/>
          <ac:picMkLst>
            <pc:docMk/>
            <pc:sldMk cId="3828161520" sldId="372"/>
            <ac:picMk id="61" creationId="{C2A959F2-B4C9-46DB-F63D-DBB4903F77F4}"/>
          </ac:picMkLst>
        </pc:picChg>
        <pc:picChg chg="add del">
          <ac:chgData name="Mohammed Naseer Sihanas" userId="baf10d46-ca0e-4f93-8b9a-bd1fa4bc7e8f" providerId="ADAL" clId="{98C7305E-D217-484F-964E-D0B0046A6E7F}" dt="2025-08-10T07:29:39.597" v="1086" actId="26606"/>
          <ac:picMkLst>
            <pc:docMk/>
            <pc:sldMk cId="3828161520" sldId="372"/>
            <ac:picMk id="64" creationId="{F8973808-672D-CAA5-6A8B-5B06D3B0FBF5}"/>
          </ac:picMkLst>
        </pc:picChg>
        <pc:picChg chg="add mod">
          <ac:chgData name="Mohammed Naseer Sihanas" userId="baf10d46-ca0e-4f93-8b9a-bd1fa4bc7e8f" providerId="ADAL" clId="{98C7305E-D217-484F-964E-D0B0046A6E7F}" dt="2025-08-10T07:29:44.557" v="1088" actId="14100"/>
          <ac:picMkLst>
            <pc:docMk/>
            <pc:sldMk cId="3828161520" sldId="372"/>
            <ac:picMk id="67" creationId="{4643B54F-343B-B31A-5B18-DD374D62A8E9}"/>
          </ac:picMkLst>
        </pc:picChg>
      </pc:sldChg>
      <pc:sldChg chg="modSp">
        <pc:chgData name="Mohammed Naseer Sihanas" userId="baf10d46-ca0e-4f93-8b9a-bd1fa4bc7e8f" providerId="ADAL" clId="{98C7305E-D217-484F-964E-D0B0046A6E7F}" dt="2025-08-10T06:34:05.354" v="238" actId="20577"/>
        <pc:sldMkLst>
          <pc:docMk/>
          <pc:sldMk cId="3178884902" sldId="378"/>
        </pc:sldMkLst>
        <pc:graphicFrameChg chg="mod">
          <ac:chgData name="Mohammed Naseer Sihanas" userId="baf10d46-ca0e-4f93-8b9a-bd1fa4bc7e8f" providerId="ADAL" clId="{98C7305E-D217-484F-964E-D0B0046A6E7F}" dt="2025-08-10T06:34:05.354" v="238" actId="20577"/>
          <ac:graphicFrameMkLst>
            <pc:docMk/>
            <pc:sldMk cId="3178884902" sldId="378"/>
            <ac:graphicFrameMk id="55" creationId="{ED797F38-7A08-F0D1-7C8B-70F392D856A9}"/>
          </ac:graphicFrameMkLst>
        </pc:graphicFrameChg>
      </pc:sldChg>
      <pc:sldChg chg="del">
        <pc:chgData name="Mohammed Naseer Sihanas" userId="baf10d46-ca0e-4f93-8b9a-bd1fa4bc7e8f" providerId="ADAL" clId="{98C7305E-D217-484F-964E-D0B0046A6E7F}" dt="2025-08-10T06:33:50.878" v="235" actId="47"/>
        <pc:sldMkLst>
          <pc:docMk/>
          <pc:sldMk cId="4244762197" sldId="381"/>
        </pc:sldMkLst>
      </pc:sldChg>
      <pc:sldChg chg="modSp add mod ord">
        <pc:chgData name="Mohammed Naseer Sihanas" userId="baf10d46-ca0e-4f93-8b9a-bd1fa4bc7e8f" providerId="ADAL" clId="{98C7305E-D217-484F-964E-D0B0046A6E7F}" dt="2025-08-10T06:36:41.845" v="258" actId="20577"/>
        <pc:sldMkLst>
          <pc:docMk/>
          <pc:sldMk cId="2337153532" sldId="385"/>
        </pc:sldMkLst>
        <pc:spChg chg="mod">
          <ac:chgData name="Mohammed Naseer Sihanas" userId="baf10d46-ca0e-4f93-8b9a-bd1fa4bc7e8f" providerId="ADAL" clId="{98C7305E-D217-484F-964E-D0B0046A6E7F}" dt="2025-08-10T06:36:41.845" v="258" actId="20577"/>
          <ac:spMkLst>
            <pc:docMk/>
            <pc:sldMk cId="2337153532" sldId="385"/>
            <ac:spMk id="2" creationId="{C474BBE8-B2D9-5226-7239-32597FC29EF8}"/>
          </ac:spMkLst>
        </pc:spChg>
      </pc:sldChg>
      <pc:sldChg chg="addSp delSp modSp add mod ord modNotesTx">
        <pc:chgData name="Mohammed Naseer Sihanas" userId="baf10d46-ca0e-4f93-8b9a-bd1fa4bc7e8f" providerId="ADAL" clId="{98C7305E-D217-484F-964E-D0B0046A6E7F}" dt="2025-08-10T06:42:41.358" v="312" actId="20577"/>
        <pc:sldMkLst>
          <pc:docMk/>
          <pc:sldMk cId="4129455268" sldId="386"/>
        </pc:sldMkLst>
        <pc:spChg chg="mod ord">
          <ac:chgData name="Mohammed Naseer Sihanas" userId="baf10d46-ca0e-4f93-8b9a-bd1fa4bc7e8f" providerId="ADAL" clId="{98C7305E-D217-484F-964E-D0B0046A6E7F}" dt="2025-08-10T06:39:11.541" v="276" actId="26606"/>
          <ac:spMkLst>
            <pc:docMk/>
            <pc:sldMk cId="4129455268" sldId="386"/>
            <ac:spMk id="4" creationId="{9AF41DD4-9AFE-D8AA-FE18-463BB7010AF6}"/>
          </ac:spMkLst>
        </pc:spChg>
        <pc:spChg chg="mod ord">
          <ac:chgData name="Mohammed Naseer Sihanas" userId="baf10d46-ca0e-4f93-8b9a-bd1fa4bc7e8f" providerId="ADAL" clId="{98C7305E-D217-484F-964E-D0B0046A6E7F}" dt="2025-08-10T06:39:11.541" v="276" actId="26606"/>
          <ac:spMkLst>
            <pc:docMk/>
            <pc:sldMk cId="4129455268" sldId="386"/>
            <ac:spMk id="5" creationId="{19F17EAF-BD87-0C42-F942-68584C4320A2}"/>
          </ac:spMkLst>
        </pc:spChg>
        <pc:spChg chg="mod">
          <ac:chgData name="Mohammed Naseer Sihanas" userId="baf10d46-ca0e-4f93-8b9a-bd1fa4bc7e8f" providerId="ADAL" clId="{98C7305E-D217-484F-964E-D0B0046A6E7F}" dt="2025-08-10T06:39:11.541" v="276" actId="26606"/>
          <ac:spMkLst>
            <pc:docMk/>
            <pc:sldMk cId="4129455268" sldId="386"/>
            <ac:spMk id="6" creationId="{C0B91ADD-F8BE-6ED9-17C2-03CE75CFCE47}"/>
          </ac:spMkLst>
        </pc:spChg>
        <pc:spChg chg="del">
          <ac:chgData name="Mohammed Naseer Sihanas" userId="baf10d46-ca0e-4f93-8b9a-bd1fa4bc7e8f" providerId="ADAL" clId="{98C7305E-D217-484F-964E-D0B0046A6E7F}" dt="2025-08-10T06:37:47.429" v="264" actId="478"/>
          <ac:spMkLst>
            <pc:docMk/>
            <pc:sldMk cId="4129455268" sldId="386"/>
            <ac:spMk id="9" creationId="{35D5E930-77FD-73E2-4963-5D537016B71C}"/>
          </ac:spMkLst>
        </pc:spChg>
        <pc:spChg chg="add del">
          <ac:chgData name="Mohammed Naseer Sihanas" userId="baf10d46-ca0e-4f93-8b9a-bd1fa4bc7e8f" providerId="ADAL" clId="{98C7305E-D217-484F-964E-D0B0046A6E7F}" dt="2025-08-10T06:39:11.541" v="276" actId="26606"/>
          <ac:spMkLst>
            <pc:docMk/>
            <pc:sldMk cId="4129455268" sldId="386"/>
            <ac:spMk id="70" creationId="{60B61D7F-8559-97F3-0936-83DB70A3576E}"/>
          </ac:spMkLst>
        </pc:spChg>
        <pc:spChg chg="add del">
          <ac:chgData name="Mohammed Naseer Sihanas" userId="baf10d46-ca0e-4f93-8b9a-bd1fa4bc7e8f" providerId="ADAL" clId="{98C7305E-D217-484F-964E-D0B0046A6E7F}" dt="2025-08-10T06:39:08.122" v="271" actId="26606"/>
          <ac:spMkLst>
            <pc:docMk/>
            <pc:sldMk cId="4129455268" sldId="386"/>
            <ac:spMk id="72" creationId="{B9FF99BD-075F-4761-A995-6FC574BD25EA}"/>
          </ac:spMkLst>
        </pc:spChg>
        <pc:spChg chg="add del">
          <ac:chgData name="Mohammed Naseer Sihanas" userId="baf10d46-ca0e-4f93-8b9a-bd1fa4bc7e8f" providerId="ADAL" clId="{98C7305E-D217-484F-964E-D0B0046A6E7F}" dt="2025-08-10T06:39:00.171" v="267" actId="26606"/>
          <ac:spMkLst>
            <pc:docMk/>
            <pc:sldMk cId="4129455268" sldId="386"/>
            <ac:spMk id="75" creationId="{42A4FC2C-047E-45A5-965D-8E1E3BF09BC6}"/>
          </ac:spMkLst>
        </pc:spChg>
        <pc:spChg chg="add del">
          <ac:chgData name="Mohammed Naseer Sihanas" userId="baf10d46-ca0e-4f93-8b9a-bd1fa4bc7e8f" providerId="ADAL" clId="{98C7305E-D217-484F-964E-D0B0046A6E7F}" dt="2025-08-10T06:39:08.122" v="271" actId="26606"/>
          <ac:spMkLst>
            <pc:docMk/>
            <pc:sldMk cId="4129455268" sldId="386"/>
            <ac:spMk id="77" creationId="{A7B21A54-9BA3-4EA9-B460-5A829ADD9051}"/>
          </ac:spMkLst>
        </pc:spChg>
        <pc:spChg chg="add del">
          <ac:chgData name="Mohammed Naseer Sihanas" userId="baf10d46-ca0e-4f93-8b9a-bd1fa4bc7e8f" providerId="ADAL" clId="{98C7305E-D217-484F-964E-D0B0046A6E7F}" dt="2025-08-10T06:39:08.122" v="271" actId="26606"/>
          <ac:spMkLst>
            <pc:docMk/>
            <pc:sldMk cId="4129455268" sldId="386"/>
            <ac:spMk id="79" creationId="{6FA8F714-B9D8-488A-8CCA-E9948FF913A9}"/>
          </ac:spMkLst>
        </pc:spChg>
        <pc:spChg chg="add del">
          <ac:chgData name="Mohammed Naseer Sihanas" userId="baf10d46-ca0e-4f93-8b9a-bd1fa4bc7e8f" providerId="ADAL" clId="{98C7305E-D217-484F-964E-D0B0046A6E7F}" dt="2025-08-10T06:39:09.804" v="273" actId="26606"/>
          <ac:spMkLst>
            <pc:docMk/>
            <pc:sldMk cId="4129455268" sldId="386"/>
            <ac:spMk id="81" creationId="{A8D57A06-A426-446D-B02C-A2DC6B62E45E}"/>
          </ac:spMkLst>
        </pc:spChg>
        <pc:spChg chg="add del">
          <ac:chgData name="Mohammed Naseer Sihanas" userId="baf10d46-ca0e-4f93-8b9a-bd1fa4bc7e8f" providerId="ADAL" clId="{98C7305E-D217-484F-964E-D0B0046A6E7F}" dt="2025-08-10T06:39:09.804" v="273" actId="26606"/>
          <ac:spMkLst>
            <pc:docMk/>
            <pc:sldMk cId="4129455268" sldId="386"/>
            <ac:spMk id="82" creationId="{AB8C311F-7253-4AED-9701-7FC0708C41C7}"/>
          </ac:spMkLst>
        </pc:spChg>
        <pc:spChg chg="add del">
          <ac:chgData name="Mohammed Naseer Sihanas" userId="baf10d46-ca0e-4f93-8b9a-bd1fa4bc7e8f" providerId="ADAL" clId="{98C7305E-D217-484F-964E-D0B0046A6E7F}" dt="2025-08-10T06:39:09.804" v="273" actId="26606"/>
          <ac:spMkLst>
            <pc:docMk/>
            <pc:sldMk cId="4129455268" sldId="386"/>
            <ac:spMk id="83" creationId="{E2384209-CB15-4CDF-9D31-C44FD9A3F20D}"/>
          </ac:spMkLst>
        </pc:spChg>
        <pc:spChg chg="add del">
          <ac:chgData name="Mohammed Naseer Sihanas" userId="baf10d46-ca0e-4f93-8b9a-bd1fa4bc7e8f" providerId="ADAL" clId="{98C7305E-D217-484F-964E-D0B0046A6E7F}" dt="2025-08-10T06:39:09.804" v="273" actId="26606"/>
          <ac:spMkLst>
            <pc:docMk/>
            <pc:sldMk cId="4129455268" sldId="386"/>
            <ac:spMk id="84" creationId="{2633B3B5-CC90-43F0-8714-D31D1F3F0209}"/>
          </ac:spMkLst>
        </pc:spChg>
        <pc:spChg chg="add del">
          <ac:chgData name="Mohammed Naseer Sihanas" userId="baf10d46-ca0e-4f93-8b9a-bd1fa4bc7e8f" providerId="ADAL" clId="{98C7305E-D217-484F-964E-D0B0046A6E7F}" dt="2025-08-10T06:39:11.539" v="275" actId="26606"/>
          <ac:spMkLst>
            <pc:docMk/>
            <pc:sldMk cId="4129455268" sldId="386"/>
            <ac:spMk id="86" creationId="{32BC26D8-82FB-445E-AA49-62A77D7C1EE0}"/>
          </ac:spMkLst>
        </pc:spChg>
        <pc:spChg chg="add del">
          <ac:chgData name="Mohammed Naseer Sihanas" userId="baf10d46-ca0e-4f93-8b9a-bd1fa4bc7e8f" providerId="ADAL" clId="{98C7305E-D217-484F-964E-D0B0046A6E7F}" dt="2025-08-10T06:39:11.539" v="275" actId="26606"/>
          <ac:spMkLst>
            <pc:docMk/>
            <pc:sldMk cId="4129455268" sldId="386"/>
            <ac:spMk id="87" creationId="{CB44330D-EA18-4254-AA95-EB49948539B8}"/>
          </ac:spMkLst>
        </pc:spChg>
        <pc:picChg chg="add mod ord">
          <ac:chgData name="Mohammed Naseer Sihanas" userId="baf10d46-ca0e-4f93-8b9a-bd1fa4bc7e8f" providerId="ADAL" clId="{98C7305E-D217-484F-964E-D0B0046A6E7F}" dt="2025-08-10T06:40:03.802" v="278" actId="27614"/>
          <ac:picMkLst>
            <pc:docMk/>
            <pc:sldMk cId="4129455268" sldId="386"/>
            <ac:picMk id="2" creationId="{18BDD336-E963-C724-92C7-9814E6EEC03F}"/>
          </ac:picMkLst>
        </pc:picChg>
        <pc:picChg chg="del">
          <ac:chgData name="Mohammed Naseer Sihanas" userId="baf10d46-ca0e-4f93-8b9a-bd1fa4bc7e8f" providerId="ADAL" clId="{98C7305E-D217-484F-964E-D0B0046A6E7F}" dt="2025-08-10T06:37:45.061" v="262" actId="478"/>
          <ac:picMkLst>
            <pc:docMk/>
            <pc:sldMk cId="4129455268" sldId="386"/>
            <ac:picMk id="3" creationId="{1F88EFF0-B491-4B0E-54BD-24F31687BDC5}"/>
          </ac:picMkLst>
        </pc:picChg>
        <pc:picChg chg="del">
          <ac:chgData name="Mohammed Naseer Sihanas" userId="baf10d46-ca0e-4f93-8b9a-bd1fa4bc7e8f" providerId="ADAL" clId="{98C7305E-D217-484F-964E-D0B0046A6E7F}" dt="2025-08-10T06:37:45.673" v="263" actId="478"/>
          <ac:picMkLst>
            <pc:docMk/>
            <pc:sldMk cId="4129455268" sldId="386"/>
            <ac:picMk id="8" creationId="{4A0F8F54-D4C3-C5F4-21BF-336FE35ACA2C}"/>
          </ac:picMkLst>
        </pc:picChg>
      </pc:sldChg>
      <pc:sldChg chg="addSp delSp modSp add mod modNotesTx">
        <pc:chgData name="Mohammed Naseer Sihanas" userId="baf10d46-ca0e-4f93-8b9a-bd1fa4bc7e8f" providerId="ADAL" clId="{98C7305E-D217-484F-964E-D0B0046A6E7F}" dt="2025-08-10T07:12:27.279" v="436" actId="1076"/>
        <pc:sldMkLst>
          <pc:docMk/>
          <pc:sldMk cId="2537279848" sldId="387"/>
        </pc:sldMkLst>
        <pc:spChg chg="mod">
          <ac:chgData name="Mohammed Naseer Sihanas" userId="baf10d46-ca0e-4f93-8b9a-bd1fa4bc7e8f" providerId="ADAL" clId="{98C7305E-D217-484F-964E-D0B0046A6E7F}" dt="2025-08-10T06:41:16.655" v="305" actId="26606"/>
          <ac:spMkLst>
            <pc:docMk/>
            <pc:sldMk cId="2537279848" sldId="387"/>
            <ac:spMk id="4" creationId="{89809DA6-2A6F-D41F-65AB-53F3B40F276E}"/>
          </ac:spMkLst>
        </pc:spChg>
        <pc:spChg chg="mod">
          <ac:chgData name="Mohammed Naseer Sihanas" userId="baf10d46-ca0e-4f93-8b9a-bd1fa4bc7e8f" providerId="ADAL" clId="{98C7305E-D217-484F-964E-D0B0046A6E7F}" dt="2025-08-10T06:41:16.655" v="305" actId="26606"/>
          <ac:spMkLst>
            <pc:docMk/>
            <pc:sldMk cId="2537279848" sldId="387"/>
            <ac:spMk id="5" creationId="{42CE8FA3-555B-8353-542A-B2663B41173D}"/>
          </ac:spMkLst>
        </pc:spChg>
        <pc:spChg chg="mod">
          <ac:chgData name="Mohammed Naseer Sihanas" userId="baf10d46-ca0e-4f93-8b9a-bd1fa4bc7e8f" providerId="ADAL" clId="{98C7305E-D217-484F-964E-D0B0046A6E7F}" dt="2025-08-10T06:41:16.655" v="305" actId="26606"/>
          <ac:spMkLst>
            <pc:docMk/>
            <pc:sldMk cId="2537279848" sldId="387"/>
            <ac:spMk id="6" creationId="{D450FF3F-DE6E-2A78-5EEF-DA248EB74F26}"/>
          </ac:spMkLst>
        </pc:spChg>
        <pc:spChg chg="add del">
          <ac:chgData name="Mohammed Naseer Sihanas" userId="baf10d46-ca0e-4f93-8b9a-bd1fa4bc7e8f" providerId="ADAL" clId="{98C7305E-D217-484F-964E-D0B0046A6E7F}" dt="2025-08-10T06:41:13.809" v="299" actId="26606"/>
          <ac:spMkLst>
            <pc:docMk/>
            <pc:sldMk cId="2537279848" sldId="387"/>
            <ac:spMk id="8" creationId="{86FF76B9-219D-4469-AF87-0236D29032F1}"/>
          </ac:spMkLst>
        </pc:spChg>
        <pc:spChg chg="add del">
          <ac:chgData name="Mohammed Naseer Sihanas" userId="baf10d46-ca0e-4f93-8b9a-bd1fa4bc7e8f" providerId="ADAL" clId="{98C7305E-D217-484F-964E-D0B0046A6E7F}" dt="2025-08-10T06:41:13.809" v="299" actId="26606"/>
          <ac:spMkLst>
            <pc:docMk/>
            <pc:sldMk cId="2537279848" sldId="387"/>
            <ac:spMk id="10" creationId="{2E80C965-DB6D-4F81-9E9E-B027384D0BD6}"/>
          </ac:spMkLst>
        </pc:spChg>
        <pc:spChg chg="add del">
          <ac:chgData name="Mohammed Naseer Sihanas" userId="baf10d46-ca0e-4f93-8b9a-bd1fa4bc7e8f" providerId="ADAL" clId="{98C7305E-D217-484F-964E-D0B0046A6E7F}" dt="2025-08-10T06:41:03.699" v="291" actId="26606"/>
          <ac:spMkLst>
            <pc:docMk/>
            <pc:sldMk cId="2537279848" sldId="387"/>
            <ac:spMk id="11" creationId="{32BC26D8-82FB-445E-AA49-62A77D7C1EE0}"/>
          </ac:spMkLst>
        </pc:spChg>
        <pc:spChg chg="add del">
          <ac:chgData name="Mohammed Naseer Sihanas" userId="baf10d46-ca0e-4f93-8b9a-bd1fa4bc7e8f" providerId="ADAL" clId="{98C7305E-D217-484F-964E-D0B0046A6E7F}" dt="2025-08-10T06:41:13.809" v="299" actId="26606"/>
          <ac:spMkLst>
            <pc:docMk/>
            <pc:sldMk cId="2537279848" sldId="387"/>
            <ac:spMk id="12" creationId="{633C5E46-DAC5-4661-9C87-22B08E2A512F}"/>
          </ac:spMkLst>
        </pc:spChg>
        <pc:spChg chg="add del">
          <ac:chgData name="Mohammed Naseer Sihanas" userId="baf10d46-ca0e-4f93-8b9a-bd1fa4bc7e8f" providerId="ADAL" clId="{98C7305E-D217-484F-964E-D0B0046A6E7F}" dt="2025-08-10T06:41:03.699" v="291" actId="26606"/>
          <ac:spMkLst>
            <pc:docMk/>
            <pc:sldMk cId="2537279848" sldId="387"/>
            <ac:spMk id="13" creationId="{CB44330D-EA18-4254-AA95-EB49948539B8}"/>
          </ac:spMkLst>
        </pc:spChg>
        <pc:spChg chg="add del">
          <ac:chgData name="Mohammed Naseer Sihanas" userId="baf10d46-ca0e-4f93-8b9a-bd1fa4bc7e8f" providerId="ADAL" clId="{98C7305E-D217-484F-964E-D0B0046A6E7F}" dt="2025-08-10T06:41:04.647" v="293" actId="26606"/>
          <ac:spMkLst>
            <pc:docMk/>
            <pc:sldMk cId="2537279848" sldId="387"/>
            <ac:spMk id="16" creationId="{86FF76B9-219D-4469-AF87-0236D29032F1}"/>
          </ac:spMkLst>
        </pc:spChg>
        <pc:spChg chg="add del">
          <ac:chgData name="Mohammed Naseer Sihanas" userId="baf10d46-ca0e-4f93-8b9a-bd1fa4bc7e8f" providerId="ADAL" clId="{98C7305E-D217-484F-964E-D0B0046A6E7F}" dt="2025-08-10T06:41:04.647" v="293" actId="26606"/>
          <ac:spMkLst>
            <pc:docMk/>
            <pc:sldMk cId="2537279848" sldId="387"/>
            <ac:spMk id="17" creationId="{2E80C965-DB6D-4F81-9E9E-B027384D0BD6}"/>
          </ac:spMkLst>
        </pc:spChg>
        <pc:spChg chg="add del">
          <ac:chgData name="Mohammed Naseer Sihanas" userId="baf10d46-ca0e-4f93-8b9a-bd1fa4bc7e8f" providerId="ADAL" clId="{98C7305E-D217-484F-964E-D0B0046A6E7F}" dt="2025-08-10T06:41:04.647" v="293" actId="26606"/>
          <ac:spMkLst>
            <pc:docMk/>
            <pc:sldMk cId="2537279848" sldId="387"/>
            <ac:spMk id="19" creationId="{633C5E46-DAC5-4661-9C87-22B08E2A512F}"/>
          </ac:spMkLst>
        </pc:spChg>
        <pc:spChg chg="add del">
          <ac:chgData name="Mohammed Naseer Sihanas" userId="baf10d46-ca0e-4f93-8b9a-bd1fa4bc7e8f" providerId="ADAL" clId="{98C7305E-D217-484F-964E-D0B0046A6E7F}" dt="2025-08-10T06:41:14.543" v="301" actId="26606"/>
          <ac:spMkLst>
            <pc:docMk/>
            <pc:sldMk cId="2537279848" sldId="387"/>
            <ac:spMk id="20" creationId="{32BC26D8-82FB-445E-AA49-62A77D7C1EE0}"/>
          </ac:spMkLst>
        </pc:spChg>
        <pc:spChg chg="add del">
          <ac:chgData name="Mohammed Naseer Sihanas" userId="baf10d46-ca0e-4f93-8b9a-bd1fa4bc7e8f" providerId="ADAL" clId="{98C7305E-D217-484F-964E-D0B0046A6E7F}" dt="2025-08-10T06:41:11.705" v="295" actId="26606"/>
          <ac:spMkLst>
            <pc:docMk/>
            <pc:sldMk cId="2537279848" sldId="387"/>
            <ac:spMk id="21" creationId="{42A4FC2C-047E-45A5-965D-8E1E3BF09BC6}"/>
          </ac:spMkLst>
        </pc:spChg>
        <pc:spChg chg="add del">
          <ac:chgData name="Mohammed Naseer Sihanas" userId="baf10d46-ca0e-4f93-8b9a-bd1fa4bc7e8f" providerId="ADAL" clId="{98C7305E-D217-484F-964E-D0B0046A6E7F}" dt="2025-08-10T06:41:14.543" v="301" actId="26606"/>
          <ac:spMkLst>
            <pc:docMk/>
            <pc:sldMk cId="2537279848" sldId="387"/>
            <ac:spMk id="22" creationId="{CB44330D-EA18-4254-AA95-EB49948539B8}"/>
          </ac:spMkLst>
        </pc:spChg>
        <pc:spChg chg="add del">
          <ac:chgData name="Mohammed Naseer Sihanas" userId="baf10d46-ca0e-4f93-8b9a-bd1fa4bc7e8f" providerId="ADAL" clId="{98C7305E-D217-484F-964E-D0B0046A6E7F}" dt="2025-08-10T06:41:15.905" v="303" actId="26606"/>
          <ac:spMkLst>
            <pc:docMk/>
            <pc:sldMk cId="2537279848" sldId="387"/>
            <ac:spMk id="24" creationId="{86FF76B9-219D-4469-AF87-0236D29032F1}"/>
          </ac:spMkLst>
        </pc:spChg>
        <pc:spChg chg="add del">
          <ac:chgData name="Mohammed Naseer Sihanas" userId="baf10d46-ca0e-4f93-8b9a-bd1fa4bc7e8f" providerId="ADAL" clId="{98C7305E-D217-484F-964E-D0B0046A6E7F}" dt="2025-08-10T06:41:15.905" v="303" actId="26606"/>
          <ac:spMkLst>
            <pc:docMk/>
            <pc:sldMk cId="2537279848" sldId="387"/>
            <ac:spMk id="28" creationId="{2E80C965-DB6D-4F81-9E9E-B027384D0BD6}"/>
          </ac:spMkLst>
        </pc:spChg>
        <pc:spChg chg="add del">
          <ac:chgData name="Mohammed Naseer Sihanas" userId="baf10d46-ca0e-4f93-8b9a-bd1fa4bc7e8f" providerId="ADAL" clId="{98C7305E-D217-484F-964E-D0B0046A6E7F}" dt="2025-08-10T06:41:15.905" v="303" actId="26606"/>
          <ac:spMkLst>
            <pc:docMk/>
            <pc:sldMk cId="2537279848" sldId="387"/>
            <ac:spMk id="29" creationId="{633C5E46-DAC5-4661-9C87-22B08E2A512F}"/>
          </ac:spMkLst>
        </pc:spChg>
        <pc:spChg chg="add del">
          <ac:chgData name="Mohammed Naseer Sihanas" userId="baf10d46-ca0e-4f93-8b9a-bd1fa4bc7e8f" providerId="ADAL" clId="{98C7305E-D217-484F-964E-D0B0046A6E7F}" dt="2025-08-10T06:41:16.655" v="305" actId="26606"/>
          <ac:spMkLst>
            <pc:docMk/>
            <pc:sldMk cId="2537279848" sldId="387"/>
            <ac:spMk id="31" creationId="{42A4FC2C-047E-45A5-965D-8E1E3BF09BC6}"/>
          </ac:spMkLst>
        </pc:spChg>
        <pc:grpChg chg="add del">
          <ac:chgData name="Mohammed Naseer Sihanas" userId="baf10d46-ca0e-4f93-8b9a-bd1fa4bc7e8f" providerId="ADAL" clId="{98C7305E-D217-484F-964E-D0B0046A6E7F}" dt="2025-08-10T06:41:13.809" v="299" actId="26606"/>
          <ac:grpSpMkLst>
            <pc:docMk/>
            <pc:sldMk cId="2537279848" sldId="387"/>
            <ac:grpSpMk id="9" creationId="{DB88BD78-87E1-424D-B479-C37D8E41B12E}"/>
          </ac:grpSpMkLst>
        </pc:grpChg>
        <pc:grpChg chg="add del">
          <ac:chgData name="Mohammed Naseer Sihanas" userId="baf10d46-ca0e-4f93-8b9a-bd1fa4bc7e8f" providerId="ADAL" clId="{98C7305E-D217-484F-964E-D0B0046A6E7F}" dt="2025-08-10T06:41:04.647" v="293" actId="26606"/>
          <ac:grpSpMkLst>
            <pc:docMk/>
            <pc:sldMk cId="2537279848" sldId="387"/>
            <ac:grpSpMk id="18" creationId="{DB88BD78-87E1-424D-B479-C37D8E41B12E}"/>
          </ac:grpSpMkLst>
        </pc:grpChg>
        <pc:grpChg chg="add del">
          <ac:chgData name="Mohammed Naseer Sihanas" userId="baf10d46-ca0e-4f93-8b9a-bd1fa4bc7e8f" providerId="ADAL" clId="{98C7305E-D217-484F-964E-D0B0046A6E7F}" dt="2025-08-10T06:41:15.905" v="303" actId="26606"/>
          <ac:grpSpMkLst>
            <pc:docMk/>
            <pc:sldMk cId="2537279848" sldId="387"/>
            <ac:grpSpMk id="25" creationId="{DB88BD78-87E1-424D-B479-C37D8E41B12E}"/>
          </ac:grpSpMkLst>
        </pc:grpChg>
        <pc:picChg chg="del">
          <ac:chgData name="Mohammed Naseer Sihanas" userId="baf10d46-ca0e-4f93-8b9a-bd1fa4bc7e8f" providerId="ADAL" clId="{98C7305E-D217-484F-964E-D0B0046A6E7F}" dt="2025-08-10T06:40:58.203" v="289" actId="478"/>
          <ac:picMkLst>
            <pc:docMk/>
            <pc:sldMk cId="2537279848" sldId="387"/>
            <ac:picMk id="2" creationId="{AF23B880-A99E-FC1B-3B57-AEA4F29DDC26}"/>
          </ac:picMkLst>
        </pc:picChg>
        <pc:picChg chg="add del mod ord">
          <ac:chgData name="Mohammed Naseer Sihanas" userId="baf10d46-ca0e-4f93-8b9a-bd1fa4bc7e8f" providerId="ADAL" clId="{98C7305E-D217-484F-964E-D0B0046A6E7F}" dt="2025-08-10T06:43:14.803" v="314" actId="478"/>
          <ac:picMkLst>
            <pc:docMk/>
            <pc:sldMk cId="2537279848" sldId="387"/>
            <ac:picMk id="3" creationId="{1B5C51FC-58C6-2063-2124-B27E6D85D550}"/>
          </ac:picMkLst>
        </pc:picChg>
        <pc:picChg chg="add mod ord">
          <ac:chgData name="Mohammed Naseer Sihanas" userId="baf10d46-ca0e-4f93-8b9a-bd1fa4bc7e8f" providerId="ADAL" clId="{98C7305E-D217-484F-964E-D0B0046A6E7F}" dt="2025-08-10T07:12:27.279" v="436" actId="1076"/>
          <ac:picMkLst>
            <pc:docMk/>
            <pc:sldMk cId="2537279848" sldId="387"/>
            <ac:picMk id="7" creationId="{F5CCE0CE-72DF-8291-DC54-A78FABB87B07}"/>
          </ac:picMkLst>
        </pc:picChg>
      </pc:sldChg>
      <pc:sldChg chg="add">
        <pc:chgData name="Mohammed Naseer Sihanas" userId="baf10d46-ca0e-4f93-8b9a-bd1fa4bc7e8f" providerId="ADAL" clId="{98C7305E-D217-484F-964E-D0B0046A6E7F}" dt="2025-08-10T06:42:56.028" v="313" actId="2890"/>
        <pc:sldMkLst>
          <pc:docMk/>
          <pc:sldMk cId="1850284756" sldId="388"/>
        </pc:sldMkLst>
      </pc:sldChg>
      <pc:sldChg chg="modSp add del mod ord">
        <pc:chgData name="Mohammed Naseer Sihanas" userId="baf10d46-ca0e-4f93-8b9a-bd1fa4bc7e8f" providerId="ADAL" clId="{98C7305E-D217-484F-964E-D0B0046A6E7F}" dt="2025-08-10T07:22:15.998" v="855" actId="47"/>
        <pc:sldMkLst>
          <pc:docMk/>
          <pc:sldMk cId="2155081719" sldId="389"/>
        </pc:sldMkLst>
        <pc:spChg chg="mod">
          <ac:chgData name="Mohammed Naseer Sihanas" userId="baf10d46-ca0e-4f93-8b9a-bd1fa4bc7e8f" providerId="ADAL" clId="{98C7305E-D217-484F-964E-D0B0046A6E7F}" dt="2025-08-10T07:14:19.878" v="489" actId="20577"/>
          <ac:spMkLst>
            <pc:docMk/>
            <pc:sldMk cId="2155081719" sldId="389"/>
            <ac:spMk id="2" creationId="{5BBF5D6C-BCBE-A0B7-3278-9B05CD977C1B}"/>
          </ac:spMkLst>
        </pc:spChg>
      </pc:sldChg>
      <pc:sldChg chg="modSp add mod ord">
        <pc:chgData name="Mohammed Naseer Sihanas" userId="baf10d46-ca0e-4f93-8b9a-bd1fa4bc7e8f" providerId="ADAL" clId="{98C7305E-D217-484F-964E-D0B0046A6E7F}" dt="2025-08-10T07:22:32.604" v="872" actId="20577"/>
        <pc:sldMkLst>
          <pc:docMk/>
          <pc:sldMk cId="4045656061" sldId="389"/>
        </pc:sldMkLst>
        <pc:spChg chg="mod">
          <ac:chgData name="Mohammed Naseer Sihanas" userId="baf10d46-ca0e-4f93-8b9a-bd1fa4bc7e8f" providerId="ADAL" clId="{98C7305E-D217-484F-964E-D0B0046A6E7F}" dt="2025-08-10T07:22:32.604" v="872" actId="20577"/>
          <ac:spMkLst>
            <pc:docMk/>
            <pc:sldMk cId="4045656061" sldId="389"/>
            <ac:spMk id="2" creationId="{DDC08D23-F85E-3200-C637-5BA0FA360D1F}"/>
          </ac:spMkLst>
        </pc:spChg>
      </pc:sldChg>
      <pc:sldChg chg="addSp delSp modSp add mod ord">
        <pc:chgData name="Mohammed Naseer Sihanas" userId="baf10d46-ca0e-4f93-8b9a-bd1fa4bc7e8f" providerId="ADAL" clId="{98C7305E-D217-484F-964E-D0B0046A6E7F}" dt="2025-08-10T07:26:09.688" v="1035" actId="26606"/>
        <pc:sldMkLst>
          <pc:docMk/>
          <pc:sldMk cId="970605213" sldId="390"/>
        </pc:sldMkLst>
        <pc:spChg chg="del">
          <ac:chgData name="Mohammed Naseer Sihanas" userId="baf10d46-ca0e-4f93-8b9a-bd1fa4bc7e8f" providerId="ADAL" clId="{98C7305E-D217-484F-964E-D0B0046A6E7F}" dt="2025-08-10T07:23:05.875" v="880" actId="478"/>
          <ac:spMkLst>
            <pc:docMk/>
            <pc:sldMk cId="970605213" sldId="390"/>
            <ac:spMk id="2" creationId="{2FF633A8-92F7-792E-1E7F-DBDF849A755E}"/>
          </ac:spMkLst>
        </pc:spChg>
        <pc:spChg chg="add del mod">
          <ac:chgData name="Mohammed Naseer Sihanas" userId="baf10d46-ca0e-4f93-8b9a-bd1fa4bc7e8f" providerId="ADAL" clId="{98C7305E-D217-484F-964E-D0B0046A6E7F}" dt="2025-08-10T07:26:09.688" v="1035" actId="26606"/>
          <ac:spMkLst>
            <pc:docMk/>
            <pc:sldMk cId="970605213" sldId="390"/>
            <ac:spMk id="7" creationId="{954B6729-A58D-568E-EAA5-366AF04C0005}"/>
          </ac:spMkLst>
        </pc:spChg>
        <pc:spChg chg="add del mod">
          <ac:chgData name="Mohammed Naseer Sihanas" userId="baf10d46-ca0e-4f93-8b9a-bd1fa4bc7e8f" providerId="ADAL" clId="{98C7305E-D217-484F-964E-D0B0046A6E7F}" dt="2025-08-10T07:23:11.345" v="881" actId="478"/>
          <ac:spMkLst>
            <pc:docMk/>
            <pc:sldMk cId="970605213" sldId="390"/>
            <ac:spMk id="9" creationId="{CFDB6FD3-45D4-F6D6-337C-9054F58E7E4F}"/>
          </ac:spMkLst>
        </pc:spChg>
        <pc:graphicFrameChg chg="del mod">
          <ac:chgData name="Mohammed Naseer Sihanas" userId="baf10d46-ca0e-4f93-8b9a-bd1fa4bc7e8f" providerId="ADAL" clId="{98C7305E-D217-484F-964E-D0B0046A6E7F}" dt="2025-08-10T07:23:01.704" v="879" actId="478"/>
          <ac:graphicFrameMkLst>
            <pc:docMk/>
            <pc:sldMk cId="970605213" sldId="390"/>
            <ac:graphicFrameMk id="48" creationId="{9207B738-DB53-A7D8-A211-1D5F876A9359}"/>
          </ac:graphicFrameMkLst>
        </pc:graphicFrameChg>
        <pc:graphicFrameChg chg="add">
          <ac:chgData name="Mohammed Naseer Sihanas" userId="baf10d46-ca0e-4f93-8b9a-bd1fa4bc7e8f" providerId="ADAL" clId="{98C7305E-D217-484F-964E-D0B0046A6E7F}" dt="2025-08-10T07:26:09.688" v="1035" actId="26606"/>
          <ac:graphicFrameMkLst>
            <pc:docMk/>
            <pc:sldMk cId="970605213" sldId="390"/>
            <ac:graphicFrameMk id="49" creationId="{E7A13509-1A9A-CA32-CCFF-3920EFAD97DF}"/>
          </ac:graphicFrameMkLst>
        </pc:graphicFrameChg>
      </pc:sldChg>
      <pc:sldChg chg="addSp delSp modSp add del mod ord">
        <pc:chgData name="Mohammed Naseer Sihanas" userId="baf10d46-ca0e-4f93-8b9a-bd1fa4bc7e8f" providerId="ADAL" clId="{98C7305E-D217-484F-964E-D0B0046A6E7F}" dt="2025-08-10T07:22:17.285" v="856" actId="47"/>
        <pc:sldMkLst>
          <pc:docMk/>
          <pc:sldMk cId="2425753022" sldId="390"/>
        </pc:sldMkLst>
        <pc:spChg chg="mod">
          <ac:chgData name="Mohammed Naseer Sihanas" userId="baf10d46-ca0e-4f93-8b9a-bd1fa4bc7e8f" providerId="ADAL" clId="{98C7305E-D217-484F-964E-D0B0046A6E7F}" dt="2025-08-10T07:19:28.952" v="798" actId="26606"/>
          <ac:spMkLst>
            <pc:docMk/>
            <pc:sldMk cId="2425753022" sldId="390"/>
            <ac:spMk id="4" creationId="{ECFC1B6A-B2A7-DA6F-EF9E-76BC0DF1A9F9}"/>
          </ac:spMkLst>
        </pc:spChg>
        <pc:spChg chg="mod">
          <ac:chgData name="Mohammed Naseer Sihanas" userId="baf10d46-ca0e-4f93-8b9a-bd1fa4bc7e8f" providerId="ADAL" clId="{98C7305E-D217-484F-964E-D0B0046A6E7F}" dt="2025-08-10T07:19:28.952" v="798" actId="26606"/>
          <ac:spMkLst>
            <pc:docMk/>
            <pc:sldMk cId="2425753022" sldId="390"/>
            <ac:spMk id="5" creationId="{6BD8041E-9C70-87EF-7287-1D8446FBF4D5}"/>
          </ac:spMkLst>
        </pc:spChg>
        <pc:spChg chg="mod">
          <ac:chgData name="Mohammed Naseer Sihanas" userId="baf10d46-ca0e-4f93-8b9a-bd1fa4bc7e8f" providerId="ADAL" clId="{98C7305E-D217-484F-964E-D0B0046A6E7F}" dt="2025-08-10T07:19:28.952" v="798" actId="26606"/>
          <ac:spMkLst>
            <pc:docMk/>
            <pc:sldMk cId="2425753022" sldId="390"/>
            <ac:spMk id="6" creationId="{28EB4825-6A1C-5418-2C68-0CAE37A427BF}"/>
          </ac:spMkLst>
        </pc:spChg>
        <pc:spChg chg="add del mod">
          <ac:chgData name="Mohammed Naseer Sihanas" userId="baf10d46-ca0e-4f93-8b9a-bd1fa4bc7e8f" providerId="ADAL" clId="{98C7305E-D217-484F-964E-D0B0046A6E7F}" dt="2025-08-10T07:19:16.441" v="793" actId="478"/>
          <ac:spMkLst>
            <pc:docMk/>
            <pc:sldMk cId="2425753022" sldId="390"/>
            <ac:spMk id="7" creationId="{AB160A57-69C5-97C2-A120-25D4F497D6F3}"/>
          </ac:spMkLst>
        </pc:spChg>
        <pc:spChg chg="add del mod">
          <ac:chgData name="Mohammed Naseer Sihanas" userId="baf10d46-ca0e-4f93-8b9a-bd1fa4bc7e8f" providerId="ADAL" clId="{98C7305E-D217-484F-964E-D0B0046A6E7F}" dt="2025-08-10T07:19:19.122" v="795" actId="478"/>
          <ac:spMkLst>
            <pc:docMk/>
            <pc:sldMk cId="2425753022" sldId="390"/>
            <ac:spMk id="8" creationId="{61A5274B-8B22-99E3-3EBA-1076FDFFCA01}"/>
          </ac:spMkLst>
        </pc:spChg>
        <pc:spChg chg="add">
          <ac:chgData name="Mohammed Naseer Sihanas" userId="baf10d46-ca0e-4f93-8b9a-bd1fa4bc7e8f" providerId="ADAL" clId="{98C7305E-D217-484F-964E-D0B0046A6E7F}" dt="2025-08-10T07:19:28.952" v="798" actId="26606"/>
          <ac:spMkLst>
            <pc:docMk/>
            <pc:sldMk cId="2425753022" sldId="390"/>
            <ac:spMk id="14" creationId="{32BC26D8-82FB-445E-AA49-62A77D7C1EE0}"/>
          </ac:spMkLst>
        </pc:spChg>
        <pc:spChg chg="add">
          <ac:chgData name="Mohammed Naseer Sihanas" userId="baf10d46-ca0e-4f93-8b9a-bd1fa4bc7e8f" providerId="ADAL" clId="{98C7305E-D217-484F-964E-D0B0046A6E7F}" dt="2025-08-10T07:19:28.952" v="798" actId="26606"/>
          <ac:spMkLst>
            <pc:docMk/>
            <pc:sldMk cId="2425753022" sldId="390"/>
            <ac:spMk id="16" creationId="{CB44330D-EA18-4254-AA95-EB49948539B8}"/>
          </ac:spMkLst>
        </pc:spChg>
        <pc:graphicFrameChg chg="add mod modGraphic">
          <ac:chgData name="Mohammed Naseer Sihanas" userId="baf10d46-ca0e-4f93-8b9a-bd1fa4bc7e8f" providerId="ADAL" clId="{98C7305E-D217-484F-964E-D0B0046A6E7F}" dt="2025-08-10T07:20:14.489" v="824" actId="113"/>
          <ac:graphicFrameMkLst>
            <pc:docMk/>
            <pc:sldMk cId="2425753022" sldId="390"/>
            <ac:graphicFrameMk id="9" creationId="{36B82B08-2D5D-ED36-33CE-41E62786AB6C}"/>
          </ac:graphicFrameMkLst>
        </pc:graphicFrameChg>
        <pc:picChg chg="del">
          <ac:chgData name="Mohammed Naseer Sihanas" userId="baf10d46-ca0e-4f93-8b9a-bd1fa4bc7e8f" providerId="ADAL" clId="{98C7305E-D217-484F-964E-D0B0046A6E7F}" dt="2025-08-10T07:14:23.215" v="490" actId="478"/>
          <ac:picMkLst>
            <pc:docMk/>
            <pc:sldMk cId="2425753022" sldId="390"/>
            <ac:picMk id="3" creationId="{5B75EB9A-8CA3-0B58-70CA-6531CEED0279}"/>
          </ac:picMkLst>
        </pc:picChg>
      </pc:sldChg>
      <pc:sldChg chg="modSp add mod ord">
        <pc:chgData name="Mohammed Naseer Sihanas" userId="baf10d46-ca0e-4f93-8b9a-bd1fa4bc7e8f" providerId="ADAL" clId="{98C7305E-D217-484F-964E-D0B0046A6E7F}" dt="2025-08-10T07:26:27.704" v="1049" actId="20577"/>
        <pc:sldMkLst>
          <pc:docMk/>
          <pc:sldMk cId="710872508" sldId="391"/>
        </pc:sldMkLst>
        <pc:spChg chg="mod">
          <ac:chgData name="Mohammed Naseer Sihanas" userId="baf10d46-ca0e-4f93-8b9a-bd1fa4bc7e8f" providerId="ADAL" clId="{98C7305E-D217-484F-964E-D0B0046A6E7F}" dt="2025-08-10T07:26:27.704" v="1049" actId="20577"/>
          <ac:spMkLst>
            <pc:docMk/>
            <pc:sldMk cId="710872508" sldId="391"/>
            <ac:spMk id="2" creationId="{2E145A81-D83D-1B02-A576-1DCD6048804B}"/>
          </ac:spMkLst>
        </pc:spChg>
      </pc:sldChg>
      <pc:sldChg chg="addSp delSp modSp add mod ord">
        <pc:chgData name="Mohammed Naseer Sihanas" userId="baf10d46-ca0e-4f93-8b9a-bd1fa4bc7e8f" providerId="ADAL" clId="{98C7305E-D217-484F-964E-D0B0046A6E7F}" dt="2025-08-10T07:28:17.796" v="1080" actId="14100"/>
        <pc:sldMkLst>
          <pc:docMk/>
          <pc:sldMk cId="1284402646" sldId="392"/>
        </pc:sldMkLst>
        <pc:spChg chg="add del mod">
          <ac:chgData name="Mohammed Naseer Sihanas" userId="baf10d46-ca0e-4f93-8b9a-bd1fa4bc7e8f" providerId="ADAL" clId="{98C7305E-D217-484F-964E-D0B0046A6E7F}" dt="2025-08-10T07:28:13.069" v="1079" actId="26606"/>
          <ac:spMkLst>
            <pc:docMk/>
            <pc:sldMk cId="1284402646" sldId="392"/>
            <ac:spMk id="3" creationId="{B31C214B-6F6F-0CDB-8F94-F4CBD8999240}"/>
          </ac:spMkLst>
        </pc:spChg>
        <pc:graphicFrameChg chg="del mod">
          <ac:chgData name="Mohammed Naseer Sihanas" userId="baf10d46-ca0e-4f93-8b9a-bd1fa4bc7e8f" providerId="ADAL" clId="{98C7305E-D217-484F-964E-D0B0046A6E7F}" dt="2025-08-10T07:27:24.384" v="1071" actId="478"/>
          <ac:graphicFrameMkLst>
            <pc:docMk/>
            <pc:sldMk cId="1284402646" sldId="392"/>
            <ac:graphicFrameMk id="49" creationId="{2FBFEC0F-1927-8285-24A9-A033CFE8F379}"/>
          </ac:graphicFrameMkLst>
        </pc:graphicFrameChg>
        <pc:graphicFrameChg chg="add mod">
          <ac:chgData name="Mohammed Naseer Sihanas" userId="baf10d46-ca0e-4f93-8b9a-bd1fa4bc7e8f" providerId="ADAL" clId="{98C7305E-D217-484F-964E-D0B0046A6E7F}" dt="2025-08-10T07:28:17.796" v="1080" actId="14100"/>
          <ac:graphicFrameMkLst>
            <pc:docMk/>
            <pc:sldMk cId="1284402646" sldId="392"/>
            <ac:graphicFrameMk id="50" creationId="{32C88440-1C87-447F-7570-92B285DA127B}"/>
          </ac:graphicFrameMkLst>
        </pc:graphicFrameChg>
      </pc:sldChg>
    </pc:docChg>
  </pc:docChgLst>
  <pc:docChgLst>
    <pc:chgData name="Aliyar Lebbey Fathima Sajeetha" userId="S::sajeetha@bcas.lk::0556f7fc-8b45-4322-ac5a-e871e4d727c3" providerId="AD" clId="Web-{599280C3-D31A-7A0A-1AA2-A01DE294A465}"/>
    <pc:docChg chg="modSld">
      <pc:chgData name="Aliyar Lebbey Fathima Sajeetha" userId="S::sajeetha@bcas.lk::0556f7fc-8b45-4322-ac5a-e871e4d727c3" providerId="AD" clId="Web-{599280C3-D31A-7A0A-1AA2-A01DE294A465}" dt="2025-02-04T07:38:20.560" v="26" actId="20577"/>
      <pc:docMkLst>
        <pc:docMk/>
      </pc:docMkLst>
      <pc:sldChg chg="modSp">
        <pc:chgData name="Aliyar Lebbey Fathima Sajeetha" userId="S::sajeetha@bcas.lk::0556f7fc-8b45-4322-ac5a-e871e4d727c3" providerId="AD" clId="Web-{599280C3-D31A-7A0A-1AA2-A01DE294A465}" dt="2025-02-04T07:38:20.560" v="26" actId="20577"/>
        <pc:sldMkLst>
          <pc:docMk/>
          <pc:sldMk cId="2019341643" sldId="322"/>
        </pc:sldMkLst>
        <pc:spChg chg="mod">
          <ac:chgData name="Aliyar Lebbey Fathima Sajeetha" userId="S::sajeetha@bcas.lk::0556f7fc-8b45-4322-ac5a-e871e4d727c3" providerId="AD" clId="Web-{599280C3-D31A-7A0A-1AA2-A01DE294A465}" dt="2025-02-04T07:38:20.560" v="26" actId="20577"/>
          <ac:spMkLst>
            <pc:docMk/>
            <pc:sldMk cId="2019341643" sldId="322"/>
            <ac:spMk id="3" creationId="{7CB860C7-93AD-4311-8CD4-4580644B47DD}"/>
          </ac:spMkLst>
        </pc:spChg>
      </pc:sldChg>
    </pc:docChg>
  </pc:docChgLst>
  <pc:docChgLst>
    <pc:chgData name="Mohammed Naseer Sihanas" userId="baf10d46-ca0e-4f93-8b9a-bd1fa4bc7e8f" providerId="ADAL" clId="{FEDFFAA2-E7D6-429A-A6B2-148B5B10B818}"/>
    <pc:docChg chg="undo redo custSel addSld delSld modSld modMainMaster">
      <pc:chgData name="Mohammed Naseer Sihanas" userId="baf10d46-ca0e-4f93-8b9a-bd1fa4bc7e8f" providerId="ADAL" clId="{FEDFFAA2-E7D6-429A-A6B2-148B5B10B818}" dt="2025-02-23T05:16:46.664" v="3382" actId="14734"/>
      <pc:docMkLst>
        <pc:docMk/>
      </pc:docMkLst>
      <pc:sldChg chg="modSp mod modTransition">
        <pc:chgData name="Mohammed Naseer Sihanas" userId="baf10d46-ca0e-4f93-8b9a-bd1fa4bc7e8f" providerId="ADAL" clId="{FEDFFAA2-E7D6-429A-A6B2-148B5B10B818}" dt="2025-02-20T13:54:10.354" v="92"/>
        <pc:sldMkLst>
          <pc:docMk/>
          <pc:sldMk cId="586279802" sldId="256"/>
        </pc:sldMkLst>
        <pc:spChg chg="mod">
          <ac:chgData name="Mohammed Naseer Sihanas" userId="baf10d46-ca0e-4f93-8b9a-bd1fa4bc7e8f" providerId="ADAL" clId="{FEDFFAA2-E7D6-429A-A6B2-148B5B10B818}" dt="2025-02-20T06:25:07.613" v="88" actId="13926"/>
          <ac:spMkLst>
            <pc:docMk/>
            <pc:sldMk cId="586279802" sldId="256"/>
            <ac:spMk id="2" creationId="{4A3FDA4B-B8D0-411B-9352-91737DF3F812}"/>
          </ac:spMkLst>
        </pc:spChg>
        <pc:spChg chg="mod">
          <ac:chgData name="Mohammed Naseer Sihanas" userId="baf10d46-ca0e-4f93-8b9a-bd1fa4bc7e8f" providerId="ADAL" clId="{FEDFFAA2-E7D6-429A-A6B2-148B5B10B818}" dt="2025-02-20T06:23:41.669" v="81" actId="20577"/>
          <ac:spMkLst>
            <pc:docMk/>
            <pc:sldMk cId="586279802" sldId="256"/>
            <ac:spMk id="3" creationId="{06594787-82F1-457D-A305-66ECDCF187DC}"/>
          </ac:spMkLst>
        </pc:spChg>
      </pc:sldChg>
      <pc:sldChg chg="modTransition">
        <pc:chgData name="Mohammed Naseer Sihanas" userId="baf10d46-ca0e-4f93-8b9a-bd1fa4bc7e8f" providerId="ADAL" clId="{FEDFFAA2-E7D6-429A-A6B2-148B5B10B818}" dt="2025-02-20T13:54:10.354" v="92"/>
        <pc:sldMkLst>
          <pc:docMk/>
          <pc:sldMk cId="1151785945" sldId="264"/>
        </pc:sldMkLst>
      </pc:sldChg>
      <pc:sldChg chg="modTransition">
        <pc:chgData name="Mohammed Naseer Sihanas" userId="baf10d46-ca0e-4f93-8b9a-bd1fa4bc7e8f" providerId="ADAL" clId="{FEDFFAA2-E7D6-429A-A6B2-148B5B10B818}" dt="2025-02-20T13:54:10.354" v="92"/>
        <pc:sldMkLst>
          <pc:docMk/>
          <pc:sldMk cId="822589109" sldId="284"/>
        </pc:sldMkLst>
      </pc:sldChg>
      <pc:sldChg chg="modTransition">
        <pc:chgData name="Mohammed Naseer Sihanas" userId="baf10d46-ca0e-4f93-8b9a-bd1fa4bc7e8f" providerId="ADAL" clId="{FEDFFAA2-E7D6-429A-A6B2-148B5B10B818}" dt="2025-02-20T13:54:10.354" v="92"/>
        <pc:sldMkLst>
          <pc:docMk/>
          <pc:sldMk cId="2019341643" sldId="322"/>
        </pc:sldMkLst>
      </pc:sldChg>
      <pc:sldChg chg="addSp delSp modSp mod modTransition">
        <pc:chgData name="Mohammed Naseer Sihanas" userId="baf10d46-ca0e-4f93-8b9a-bd1fa4bc7e8f" providerId="ADAL" clId="{FEDFFAA2-E7D6-429A-A6B2-148B5B10B818}" dt="2025-02-22T07:42:06.154" v="3290" actId="1076"/>
        <pc:sldMkLst>
          <pc:docMk/>
          <pc:sldMk cId="741349727" sldId="326"/>
        </pc:sldMkLst>
        <pc:spChg chg="add mod">
          <ac:chgData name="Mohammed Naseer Sihanas" userId="baf10d46-ca0e-4f93-8b9a-bd1fa4bc7e8f" providerId="ADAL" clId="{FEDFFAA2-E7D6-429A-A6B2-148B5B10B818}" dt="2025-02-22T06:41:06.214" v="3212" actId="403"/>
          <ac:spMkLst>
            <pc:docMk/>
            <pc:sldMk cId="741349727" sldId="326"/>
            <ac:spMk id="6" creationId="{AB94CAC3-65A5-C6A2-0F13-38D702297182}"/>
          </ac:spMkLst>
        </pc:spChg>
        <pc:spChg chg="add del">
          <ac:chgData name="Mohammed Naseer Sihanas" userId="baf10d46-ca0e-4f93-8b9a-bd1fa4bc7e8f" providerId="ADAL" clId="{FEDFFAA2-E7D6-429A-A6B2-148B5B10B818}" dt="2025-02-22T07:42:02.104" v="3289" actId="478"/>
          <ac:spMkLst>
            <pc:docMk/>
            <pc:sldMk cId="741349727" sldId="326"/>
            <ac:spMk id="9" creationId="{4E17AE17-4C12-A01A-0A81-E1538DF90548}"/>
          </ac:spMkLst>
        </pc:spChg>
        <pc:picChg chg="add mod">
          <ac:chgData name="Mohammed Naseer Sihanas" userId="baf10d46-ca0e-4f93-8b9a-bd1fa4bc7e8f" providerId="ADAL" clId="{FEDFFAA2-E7D6-429A-A6B2-148B5B10B818}" dt="2025-02-22T07:42:06.154" v="3290" actId="1076"/>
          <ac:picMkLst>
            <pc:docMk/>
            <pc:sldMk cId="741349727" sldId="326"/>
            <ac:picMk id="8" creationId="{324AC82D-878E-EAEE-8EA8-BF810FC4886A}"/>
          </ac:picMkLst>
        </pc:picChg>
      </pc:sldChg>
      <pc:sldChg chg="modTransition">
        <pc:chgData name="Mohammed Naseer Sihanas" userId="baf10d46-ca0e-4f93-8b9a-bd1fa4bc7e8f" providerId="ADAL" clId="{FEDFFAA2-E7D6-429A-A6B2-148B5B10B818}" dt="2025-02-20T13:54:10.354" v="92"/>
        <pc:sldMkLst>
          <pc:docMk/>
          <pc:sldMk cId="692805454" sldId="327"/>
        </pc:sldMkLst>
      </pc:sldChg>
      <pc:sldChg chg="modSp mod modTransition">
        <pc:chgData name="Mohammed Naseer Sihanas" userId="baf10d46-ca0e-4f93-8b9a-bd1fa4bc7e8f" providerId="ADAL" clId="{FEDFFAA2-E7D6-429A-A6B2-148B5B10B818}" dt="2025-02-22T03:55:35.560" v="113" actId="113"/>
        <pc:sldMkLst>
          <pc:docMk/>
          <pc:sldMk cId="1120326709" sldId="328"/>
        </pc:sldMkLst>
        <pc:spChg chg="mod">
          <ac:chgData name="Mohammed Naseer Sihanas" userId="baf10d46-ca0e-4f93-8b9a-bd1fa4bc7e8f" providerId="ADAL" clId="{FEDFFAA2-E7D6-429A-A6B2-148B5B10B818}" dt="2025-02-22T03:55:35.560" v="113" actId="113"/>
          <ac:spMkLst>
            <pc:docMk/>
            <pc:sldMk cId="1120326709" sldId="328"/>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1461252214" sldId="329"/>
        </pc:sldMkLst>
      </pc:sldChg>
      <pc:sldChg chg="addSp modSp mod modTransition">
        <pc:chgData name="Mohammed Naseer Sihanas" userId="baf10d46-ca0e-4f93-8b9a-bd1fa4bc7e8f" providerId="ADAL" clId="{FEDFFAA2-E7D6-429A-A6B2-148B5B10B818}" dt="2025-02-22T04:01:35.407" v="178" actId="5793"/>
        <pc:sldMkLst>
          <pc:docMk/>
          <pc:sldMk cId="3562125749" sldId="330"/>
        </pc:sldMkLst>
        <pc:spChg chg="add">
          <ac:chgData name="Mohammed Naseer Sihanas" userId="baf10d46-ca0e-4f93-8b9a-bd1fa4bc7e8f" providerId="ADAL" clId="{FEDFFAA2-E7D6-429A-A6B2-148B5B10B818}" dt="2025-02-22T03:59:49.313" v="158"/>
          <ac:spMkLst>
            <pc:docMk/>
            <pc:sldMk cId="3562125749" sldId="330"/>
            <ac:spMk id="2" creationId="{C58C4504-0151-32A4-F5E5-8631166A5D8B}"/>
          </ac:spMkLst>
        </pc:spChg>
        <pc:spChg chg="mod">
          <ac:chgData name="Mohammed Naseer Sihanas" userId="baf10d46-ca0e-4f93-8b9a-bd1fa4bc7e8f" providerId="ADAL" clId="{FEDFFAA2-E7D6-429A-A6B2-148B5B10B818}" dt="2025-02-22T04:01:35.407" v="178" actId="5793"/>
          <ac:spMkLst>
            <pc:docMk/>
            <pc:sldMk cId="3562125749" sldId="330"/>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2758065626" sldId="331"/>
        </pc:sldMkLst>
      </pc:sldChg>
      <pc:sldChg chg="modSp mod modTransition">
        <pc:chgData name="Mohammed Naseer Sihanas" userId="baf10d46-ca0e-4f93-8b9a-bd1fa4bc7e8f" providerId="ADAL" clId="{FEDFFAA2-E7D6-429A-A6B2-148B5B10B818}" dt="2025-02-22T04:04:02.999" v="194" actId="113"/>
        <pc:sldMkLst>
          <pc:docMk/>
          <pc:sldMk cId="74280043" sldId="332"/>
        </pc:sldMkLst>
        <pc:spChg chg="mod">
          <ac:chgData name="Mohammed Naseer Sihanas" userId="baf10d46-ca0e-4f93-8b9a-bd1fa4bc7e8f" providerId="ADAL" clId="{FEDFFAA2-E7D6-429A-A6B2-148B5B10B818}" dt="2025-02-22T04:04:02.999" v="194" actId="113"/>
          <ac:spMkLst>
            <pc:docMk/>
            <pc:sldMk cId="74280043" sldId="332"/>
            <ac:spMk id="3" creationId="{7CB860C7-93AD-4311-8CD4-4580644B47DD}"/>
          </ac:spMkLst>
        </pc:spChg>
      </pc:sldChg>
      <pc:sldChg chg="addSp delSp modSp mod modTransition">
        <pc:chgData name="Mohammed Naseer Sihanas" userId="baf10d46-ca0e-4f93-8b9a-bd1fa4bc7e8f" providerId="ADAL" clId="{FEDFFAA2-E7D6-429A-A6B2-148B5B10B818}" dt="2025-02-22T04:02:07.760" v="186"/>
        <pc:sldMkLst>
          <pc:docMk/>
          <pc:sldMk cId="3936374435" sldId="334"/>
        </pc:sldMkLst>
        <pc:spChg chg="add del mod">
          <ac:chgData name="Mohammed Naseer Sihanas" userId="baf10d46-ca0e-4f93-8b9a-bd1fa4bc7e8f" providerId="ADAL" clId="{FEDFFAA2-E7D6-429A-A6B2-148B5B10B818}" dt="2025-02-22T04:01:41.382" v="181" actId="478"/>
          <ac:spMkLst>
            <pc:docMk/>
            <pc:sldMk cId="3936374435" sldId="334"/>
            <ac:spMk id="2" creationId="{6D004C78-5340-59F6-6654-54A4A0C2AC22}"/>
          </ac:spMkLst>
        </pc:spChg>
        <pc:spChg chg="add del mod">
          <ac:chgData name="Mohammed Naseer Sihanas" userId="baf10d46-ca0e-4f93-8b9a-bd1fa4bc7e8f" providerId="ADAL" clId="{FEDFFAA2-E7D6-429A-A6B2-148B5B10B818}" dt="2025-02-22T04:02:07.760" v="186"/>
          <ac:spMkLst>
            <pc:docMk/>
            <pc:sldMk cId="3936374435" sldId="334"/>
            <ac:spMk id="3" creationId="{7CB860C7-93AD-4311-8CD4-4580644B47DD}"/>
          </ac:spMkLst>
        </pc:spChg>
        <pc:spChg chg="add del mod">
          <ac:chgData name="Mohammed Naseer Sihanas" userId="baf10d46-ca0e-4f93-8b9a-bd1fa4bc7e8f" providerId="ADAL" clId="{FEDFFAA2-E7D6-429A-A6B2-148B5B10B818}" dt="2025-02-22T04:01:48.883" v="182" actId="478"/>
          <ac:spMkLst>
            <pc:docMk/>
            <pc:sldMk cId="3936374435" sldId="334"/>
            <ac:spMk id="7" creationId="{4CD359FC-600F-F29B-68B5-347135A3438D}"/>
          </ac:spMkLst>
        </pc:spChg>
      </pc:sldChg>
      <pc:sldChg chg="modTransition">
        <pc:chgData name="Mohammed Naseer Sihanas" userId="baf10d46-ca0e-4f93-8b9a-bd1fa4bc7e8f" providerId="ADAL" clId="{FEDFFAA2-E7D6-429A-A6B2-148B5B10B818}" dt="2025-02-20T13:54:10.354" v="92"/>
        <pc:sldMkLst>
          <pc:docMk/>
          <pc:sldMk cId="3896243069" sldId="336"/>
        </pc:sldMkLst>
      </pc:sldChg>
      <pc:sldChg chg="modSp mod modTransition">
        <pc:chgData name="Mohammed Naseer Sihanas" userId="baf10d46-ca0e-4f93-8b9a-bd1fa4bc7e8f" providerId="ADAL" clId="{FEDFFAA2-E7D6-429A-A6B2-148B5B10B818}" dt="2025-02-22T03:57:30.721" v="130" actId="113"/>
        <pc:sldMkLst>
          <pc:docMk/>
          <pc:sldMk cId="73318650" sldId="338"/>
        </pc:sldMkLst>
        <pc:spChg chg="mod">
          <ac:chgData name="Mohammed Naseer Sihanas" userId="baf10d46-ca0e-4f93-8b9a-bd1fa4bc7e8f" providerId="ADAL" clId="{FEDFFAA2-E7D6-429A-A6B2-148B5B10B818}" dt="2025-02-22T03:57:30.721" v="130" actId="113"/>
          <ac:spMkLst>
            <pc:docMk/>
            <pc:sldMk cId="73318650" sldId="338"/>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144678449" sldId="340"/>
        </pc:sldMkLst>
      </pc:sldChg>
      <pc:sldChg chg="modSp mod modTransition">
        <pc:chgData name="Mohammed Naseer Sihanas" userId="baf10d46-ca0e-4f93-8b9a-bd1fa4bc7e8f" providerId="ADAL" clId="{FEDFFAA2-E7D6-429A-A6B2-148B5B10B818}" dt="2025-02-22T03:51:03.389" v="107" actId="404"/>
        <pc:sldMkLst>
          <pc:docMk/>
          <pc:sldMk cId="2100183469" sldId="342"/>
        </pc:sldMkLst>
        <pc:spChg chg="mod">
          <ac:chgData name="Mohammed Naseer Sihanas" userId="baf10d46-ca0e-4f93-8b9a-bd1fa4bc7e8f" providerId="ADAL" clId="{FEDFFAA2-E7D6-429A-A6B2-148B5B10B818}" dt="2025-02-22T03:51:03.389" v="107" actId="404"/>
          <ac:spMkLst>
            <pc:docMk/>
            <pc:sldMk cId="2100183469" sldId="342"/>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3343424140" sldId="344"/>
        </pc:sldMkLst>
      </pc:sldChg>
      <pc:sldChg chg="modSp mod modTransition">
        <pc:chgData name="Mohammed Naseer Sihanas" userId="baf10d46-ca0e-4f93-8b9a-bd1fa4bc7e8f" providerId="ADAL" clId="{FEDFFAA2-E7D6-429A-A6B2-148B5B10B818}" dt="2025-02-22T04:04:28.897" v="197"/>
        <pc:sldMkLst>
          <pc:docMk/>
          <pc:sldMk cId="4275002848" sldId="346"/>
        </pc:sldMkLst>
        <pc:spChg chg="mod">
          <ac:chgData name="Mohammed Naseer Sihanas" userId="baf10d46-ca0e-4f93-8b9a-bd1fa4bc7e8f" providerId="ADAL" clId="{FEDFFAA2-E7D6-429A-A6B2-148B5B10B818}" dt="2025-02-22T04:04:28.897" v="197"/>
          <ac:spMkLst>
            <pc:docMk/>
            <pc:sldMk cId="4275002848" sldId="346"/>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515819914" sldId="348"/>
        </pc:sldMkLst>
      </pc:sldChg>
      <pc:sldChg chg="modSp mod modTransition">
        <pc:chgData name="Mohammed Naseer Sihanas" userId="baf10d46-ca0e-4f93-8b9a-bd1fa4bc7e8f" providerId="ADAL" clId="{FEDFFAA2-E7D6-429A-A6B2-148B5B10B818}" dt="2025-02-22T04:08:27.731" v="234" actId="12"/>
        <pc:sldMkLst>
          <pc:docMk/>
          <pc:sldMk cId="1129763718" sldId="350"/>
        </pc:sldMkLst>
        <pc:spChg chg="mod">
          <ac:chgData name="Mohammed Naseer Sihanas" userId="baf10d46-ca0e-4f93-8b9a-bd1fa4bc7e8f" providerId="ADAL" clId="{FEDFFAA2-E7D6-429A-A6B2-148B5B10B818}" dt="2025-02-22T04:08:27.731" v="234" actId="12"/>
          <ac:spMkLst>
            <pc:docMk/>
            <pc:sldMk cId="1129763718" sldId="350"/>
            <ac:spMk id="3" creationId="{7CB860C7-93AD-4311-8CD4-4580644B47DD}"/>
          </ac:spMkLst>
        </pc:spChg>
      </pc:sldChg>
      <pc:sldChg chg="modTransition">
        <pc:chgData name="Mohammed Naseer Sihanas" userId="baf10d46-ca0e-4f93-8b9a-bd1fa4bc7e8f" providerId="ADAL" clId="{FEDFFAA2-E7D6-429A-A6B2-148B5B10B818}" dt="2025-02-20T13:54:10.354" v="92"/>
        <pc:sldMkLst>
          <pc:docMk/>
          <pc:sldMk cId="1236290676" sldId="352"/>
        </pc:sldMkLst>
      </pc:sldChg>
      <pc:sldChg chg="addSp delSp modSp mod modTransition">
        <pc:chgData name="Mohammed Naseer Sihanas" userId="baf10d46-ca0e-4f93-8b9a-bd1fa4bc7e8f" providerId="ADAL" clId="{FEDFFAA2-E7D6-429A-A6B2-148B5B10B818}" dt="2025-02-22T07:39:21.703" v="3284" actId="20577"/>
        <pc:sldMkLst>
          <pc:docMk/>
          <pc:sldMk cId="3152455815" sldId="355"/>
        </pc:sldMkLst>
        <pc:spChg chg="add del mod">
          <ac:chgData name="Mohammed Naseer Sihanas" userId="baf10d46-ca0e-4f93-8b9a-bd1fa4bc7e8f" providerId="ADAL" clId="{FEDFFAA2-E7D6-429A-A6B2-148B5B10B818}" dt="2025-02-22T04:28:57.427" v="529" actId="3680"/>
          <ac:spMkLst>
            <pc:docMk/>
            <pc:sldMk cId="3152455815" sldId="355"/>
            <ac:spMk id="3" creationId="{9EDDDF06-0209-1A1D-7472-DB4F26A6C0D9}"/>
          </ac:spMkLst>
        </pc:spChg>
        <pc:graphicFrameChg chg="add mod ord modGraphic">
          <ac:chgData name="Mohammed Naseer Sihanas" userId="baf10d46-ca0e-4f93-8b9a-bd1fa4bc7e8f" providerId="ADAL" clId="{FEDFFAA2-E7D6-429A-A6B2-148B5B10B818}" dt="2025-02-22T07:39:21.703" v="3284" actId="20577"/>
          <ac:graphicFrameMkLst>
            <pc:docMk/>
            <pc:sldMk cId="3152455815" sldId="355"/>
            <ac:graphicFrameMk id="7" creationId="{BDA173CF-344C-BBAD-62AC-8D618C6F2E8B}"/>
          </ac:graphicFrameMkLst>
        </pc:graphicFrameChg>
        <pc:picChg chg="del">
          <ac:chgData name="Mohammed Naseer Sihanas" userId="baf10d46-ca0e-4f93-8b9a-bd1fa4bc7e8f" providerId="ADAL" clId="{FEDFFAA2-E7D6-429A-A6B2-148B5B10B818}" dt="2025-02-22T04:28:43.909" v="527" actId="478"/>
          <ac:picMkLst>
            <pc:docMk/>
            <pc:sldMk cId="3152455815" sldId="355"/>
            <ac:picMk id="8" creationId="{00000000-0000-0000-0000-000000000000}"/>
          </ac:picMkLst>
        </pc:picChg>
      </pc:sldChg>
      <pc:sldChg chg="modTransition">
        <pc:chgData name="Mohammed Naseer Sihanas" userId="baf10d46-ca0e-4f93-8b9a-bd1fa4bc7e8f" providerId="ADAL" clId="{FEDFFAA2-E7D6-429A-A6B2-148B5B10B818}" dt="2025-02-20T13:54:10.354" v="92"/>
        <pc:sldMkLst>
          <pc:docMk/>
          <pc:sldMk cId="2810002984" sldId="357"/>
        </pc:sldMkLst>
      </pc:sldChg>
      <pc:sldChg chg="addSp delSp modSp mod modTransition setBg">
        <pc:chgData name="Mohammed Naseer Sihanas" userId="baf10d46-ca0e-4f93-8b9a-bd1fa4bc7e8f" providerId="ADAL" clId="{FEDFFAA2-E7D6-429A-A6B2-148B5B10B818}" dt="2025-02-22T05:32:14.805" v="638" actId="14100"/>
        <pc:sldMkLst>
          <pc:docMk/>
          <pc:sldMk cId="1838708753" sldId="358"/>
        </pc:sldMkLst>
        <pc:spChg chg="add del mod">
          <ac:chgData name="Mohammed Naseer Sihanas" userId="baf10d46-ca0e-4f93-8b9a-bd1fa4bc7e8f" providerId="ADAL" clId="{FEDFFAA2-E7D6-429A-A6B2-148B5B10B818}" dt="2025-02-22T05:31:57.268" v="630" actId="931"/>
          <ac:spMkLst>
            <pc:docMk/>
            <pc:sldMk cId="1838708753" sldId="358"/>
            <ac:spMk id="3" creationId="{2F40AF6E-14CC-BBA4-09A7-A65EFA04719D}"/>
          </ac:spMkLst>
        </pc:spChg>
        <pc:spChg chg="mod">
          <ac:chgData name="Mohammed Naseer Sihanas" userId="baf10d46-ca0e-4f93-8b9a-bd1fa4bc7e8f" providerId="ADAL" clId="{FEDFFAA2-E7D6-429A-A6B2-148B5B10B818}" dt="2025-02-22T05:32:04.573" v="634" actId="26606"/>
          <ac:spMkLst>
            <pc:docMk/>
            <pc:sldMk cId="1838708753" sldId="358"/>
            <ac:spMk id="4" creationId="{00000000-0000-0000-0000-000000000000}"/>
          </ac:spMkLst>
        </pc:spChg>
        <pc:spChg chg="mod">
          <ac:chgData name="Mohammed Naseer Sihanas" userId="baf10d46-ca0e-4f93-8b9a-bd1fa4bc7e8f" providerId="ADAL" clId="{FEDFFAA2-E7D6-429A-A6B2-148B5B10B818}" dt="2025-02-22T05:32:04.573" v="634" actId="26606"/>
          <ac:spMkLst>
            <pc:docMk/>
            <pc:sldMk cId="1838708753" sldId="358"/>
            <ac:spMk id="5" creationId="{00000000-0000-0000-0000-000000000000}"/>
          </ac:spMkLst>
        </pc:spChg>
        <pc:spChg chg="mod">
          <ac:chgData name="Mohammed Naseer Sihanas" userId="baf10d46-ca0e-4f93-8b9a-bd1fa4bc7e8f" providerId="ADAL" clId="{FEDFFAA2-E7D6-429A-A6B2-148B5B10B818}" dt="2025-02-22T05:32:04.573" v="634" actId="26606"/>
          <ac:spMkLst>
            <pc:docMk/>
            <pc:sldMk cId="1838708753" sldId="358"/>
            <ac:spMk id="6" creationId="{00000000-0000-0000-0000-000000000000}"/>
          </ac:spMkLst>
        </pc:spChg>
        <pc:spChg chg="add">
          <ac:chgData name="Mohammed Naseer Sihanas" userId="baf10d46-ca0e-4f93-8b9a-bd1fa4bc7e8f" providerId="ADAL" clId="{FEDFFAA2-E7D6-429A-A6B2-148B5B10B818}" dt="2025-02-22T05:32:04.573" v="634" actId="26606"/>
          <ac:spMkLst>
            <pc:docMk/>
            <pc:sldMk cId="1838708753" sldId="358"/>
            <ac:spMk id="14" creationId="{F3060C83-F051-4F0E-ABAD-AA0DFC48B218}"/>
          </ac:spMkLst>
        </pc:spChg>
        <pc:spChg chg="add">
          <ac:chgData name="Mohammed Naseer Sihanas" userId="baf10d46-ca0e-4f93-8b9a-bd1fa4bc7e8f" providerId="ADAL" clId="{FEDFFAA2-E7D6-429A-A6B2-148B5B10B818}" dt="2025-02-22T05:32:04.573" v="634" actId="26606"/>
          <ac:spMkLst>
            <pc:docMk/>
            <pc:sldMk cId="1838708753" sldId="358"/>
            <ac:spMk id="16" creationId="{83C98ABE-055B-441F-B07E-44F97F083C39}"/>
          </ac:spMkLst>
        </pc:spChg>
        <pc:spChg chg="add">
          <ac:chgData name="Mohammed Naseer Sihanas" userId="baf10d46-ca0e-4f93-8b9a-bd1fa4bc7e8f" providerId="ADAL" clId="{FEDFFAA2-E7D6-429A-A6B2-148B5B10B818}" dt="2025-02-22T05:32:04.573" v="634" actId="26606"/>
          <ac:spMkLst>
            <pc:docMk/>
            <pc:sldMk cId="1838708753" sldId="358"/>
            <ac:spMk id="18" creationId="{29FDB030-9B49-4CED-8CCD-4D99382388AC}"/>
          </ac:spMkLst>
        </pc:spChg>
        <pc:spChg chg="add">
          <ac:chgData name="Mohammed Naseer Sihanas" userId="baf10d46-ca0e-4f93-8b9a-bd1fa4bc7e8f" providerId="ADAL" clId="{FEDFFAA2-E7D6-429A-A6B2-148B5B10B818}" dt="2025-02-22T05:32:04.573" v="634" actId="26606"/>
          <ac:spMkLst>
            <pc:docMk/>
            <pc:sldMk cId="1838708753" sldId="358"/>
            <ac:spMk id="20" creationId="{3783CA14-24A1-485C-8B30-D6A5D87987AD}"/>
          </ac:spMkLst>
        </pc:spChg>
        <pc:spChg chg="add">
          <ac:chgData name="Mohammed Naseer Sihanas" userId="baf10d46-ca0e-4f93-8b9a-bd1fa4bc7e8f" providerId="ADAL" clId="{FEDFFAA2-E7D6-429A-A6B2-148B5B10B818}" dt="2025-02-22T05:32:04.573" v="634" actId="26606"/>
          <ac:spMkLst>
            <pc:docMk/>
            <pc:sldMk cId="1838708753" sldId="358"/>
            <ac:spMk id="22" creationId="{9A97C86A-04D6-40F7-AE84-31AB43E6A846}"/>
          </ac:spMkLst>
        </pc:spChg>
        <pc:spChg chg="add">
          <ac:chgData name="Mohammed Naseer Sihanas" userId="baf10d46-ca0e-4f93-8b9a-bd1fa4bc7e8f" providerId="ADAL" clId="{FEDFFAA2-E7D6-429A-A6B2-148B5B10B818}" dt="2025-02-22T05:32:04.573" v="634" actId="26606"/>
          <ac:spMkLst>
            <pc:docMk/>
            <pc:sldMk cId="1838708753" sldId="358"/>
            <ac:spMk id="24" creationId="{FF9F2414-84E8-453E-B1F3-389FDE8192D9}"/>
          </ac:spMkLst>
        </pc:spChg>
        <pc:spChg chg="add">
          <ac:chgData name="Mohammed Naseer Sihanas" userId="baf10d46-ca0e-4f93-8b9a-bd1fa4bc7e8f" providerId="ADAL" clId="{FEDFFAA2-E7D6-429A-A6B2-148B5B10B818}" dt="2025-02-22T05:32:04.573" v="634" actId="26606"/>
          <ac:spMkLst>
            <pc:docMk/>
            <pc:sldMk cId="1838708753" sldId="358"/>
            <ac:spMk id="26" creationId="{3ECA69A1-7536-43AC-85EF-C7106179F5ED}"/>
          </ac:spMkLst>
        </pc:spChg>
        <pc:picChg chg="del mod">
          <ac:chgData name="Mohammed Naseer Sihanas" userId="baf10d46-ca0e-4f93-8b9a-bd1fa4bc7e8f" providerId="ADAL" clId="{FEDFFAA2-E7D6-429A-A6B2-148B5B10B818}" dt="2025-02-22T05:31:47.298" v="629" actId="478"/>
          <ac:picMkLst>
            <pc:docMk/>
            <pc:sldMk cId="1838708753" sldId="358"/>
            <ac:picMk id="7" creationId="{00000000-0000-0000-0000-000000000000}"/>
          </ac:picMkLst>
        </pc:picChg>
        <pc:picChg chg="add mod">
          <ac:chgData name="Mohammed Naseer Sihanas" userId="baf10d46-ca0e-4f93-8b9a-bd1fa4bc7e8f" providerId="ADAL" clId="{FEDFFAA2-E7D6-429A-A6B2-148B5B10B818}" dt="2025-02-22T05:32:14.805" v="638" actId="14100"/>
          <ac:picMkLst>
            <pc:docMk/>
            <pc:sldMk cId="1838708753" sldId="358"/>
            <ac:picMk id="9" creationId="{9CC34B12-AC6D-1D36-B637-50C8F7909394}"/>
          </ac:picMkLst>
        </pc:picChg>
      </pc:sldChg>
      <pc:sldChg chg="modTransition">
        <pc:chgData name="Mohammed Naseer Sihanas" userId="baf10d46-ca0e-4f93-8b9a-bd1fa4bc7e8f" providerId="ADAL" clId="{FEDFFAA2-E7D6-429A-A6B2-148B5B10B818}" dt="2025-02-20T13:54:10.354" v="92"/>
        <pc:sldMkLst>
          <pc:docMk/>
          <pc:sldMk cId="3963173477" sldId="360"/>
        </pc:sldMkLst>
      </pc:sldChg>
      <pc:sldChg chg="addSp delSp modSp mod modTransition">
        <pc:chgData name="Mohammed Naseer Sihanas" userId="baf10d46-ca0e-4f93-8b9a-bd1fa4bc7e8f" providerId="ADAL" clId="{FEDFFAA2-E7D6-429A-A6B2-148B5B10B818}" dt="2025-02-23T05:04:50.500" v="3305" actId="20577"/>
        <pc:sldMkLst>
          <pc:docMk/>
          <pc:sldMk cId="780469627" sldId="361"/>
        </pc:sldMkLst>
        <pc:spChg chg="mod">
          <ac:chgData name="Mohammed Naseer Sihanas" userId="baf10d46-ca0e-4f93-8b9a-bd1fa4bc7e8f" providerId="ADAL" clId="{FEDFFAA2-E7D6-429A-A6B2-148B5B10B818}" dt="2025-02-23T05:04:50.500" v="3305" actId="20577"/>
          <ac:spMkLst>
            <pc:docMk/>
            <pc:sldMk cId="780469627" sldId="361"/>
            <ac:spMk id="3" creationId="{88F82F8E-F63A-203F-E813-64D9A761AAB3}"/>
          </ac:spMkLst>
        </pc:spChg>
        <pc:spChg chg="add del mod">
          <ac:chgData name="Mohammed Naseer Sihanas" userId="baf10d46-ca0e-4f93-8b9a-bd1fa4bc7e8f" providerId="ADAL" clId="{FEDFFAA2-E7D6-429A-A6B2-148B5B10B818}" dt="2025-02-22T05:41:47.493" v="648" actId="478"/>
          <ac:spMkLst>
            <pc:docMk/>
            <pc:sldMk cId="780469627" sldId="361"/>
            <ac:spMk id="8" creationId="{62F08FD4-F418-CA2B-7326-CA091F8F7D04}"/>
          </ac:spMkLst>
        </pc:spChg>
        <pc:spChg chg="add del">
          <ac:chgData name="Mohammed Naseer Sihanas" userId="baf10d46-ca0e-4f93-8b9a-bd1fa4bc7e8f" providerId="ADAL" clId="{FEDFFAA2-E7D6-429A-A6B2-148B5B10B818}" dt="2025-02-22T05:41:54.262" v="649" actId="478"/>
          <ac:spMkLst>
            <pc:docMk/>
            <pc:sldMk cId="780469627" sldId="361"/>
            <ac:spMk id="9" creationId="{0355FE1A-13EA-8885-0342-D6AD01AFDFAF}"/>
          </ac:spMkLst>
        </pc:spChg>
        <pc:spChg chg="add mod">
          <ac:chgData name="Mohammed Naseer Sihanas" userId="baf10d46-ca0e-4f93-8b9a-bd1fa4bc7e8f" providerId="ADAL" clId="{FEDFFAA2-E7D6-429A-A6B2-148B5B10B818}" dt="2025-02-22T06:06:16.815" v="1200" actId="1035"/>
          <ac:spMkLst>
            <pc:docMk/>
            <pc:sldMk cId="780469627" sldId="361"/>
            <ac:spMk id="10" creationId="{9B3D276C-B3D2-1BAE-D27D-BA467A1CDA6D}"/>
          </ac:spMkLst>
        </pc:spChg>
        <pc:spChg chg="add mod">
          <ac:chgData name="Mohammed Naseer Sihanas" userId="baf10d46-ca0e-4f93-8b9a-bd1fa4bc7e8f" providerId="ADAL" clId="{FEDFFAA2-E7D6-429A-A6B2-148B5B10B818}" dt="2025-02-22T06:06:16.815" v="1200" actId="1035"/>
          <ac:spMkLst>
            <pc:docMk/>
            <pc:sldMk cId="780469627" sldId="361"/>
            <ac:spMk id="11" creationId="{CDE3479C-A65E-7880-3571-5A41817003E9}"/>
          </ac:spMkLst>
        </pc:spChg>
        <pc:spChg chg="add mod">
          <ac:chgData name="Mohammed Naseer Sihanas" userId="baf10d46-ca0e-4f93-8b9a-bd1fa4bc7e8f" providerId="ADAL" clId="{FEDFFAA2-E7D6-429A-A6B2-148B5B10B818}" dt="2025-02-22T06:06:16.815" v="1200" actId="1035"/>
          <ac:spMkLst>
            <pc:docMk/>
            <pc:sldMk cId="780469627" sldId="361"/>
            <ac:spMk id="12" creationId="{602922B3-2B31-7CA8-6CF4-516CA1BDEF9B}"/>
          </ac:spMkLst>
        </pc:spChg>
        <pc:spChg chg="add mod">
          <ac:chgData name="Mohammed Naseer Sihanas" userId="baf10d46-ca0e-4f93-8b9a-bd1fa4bc7e8f" providerId="ADAL" clId="{FEDFFAA2-E7D6-429A-A6B2-148B5B10B818}" dt="2025-02-22T06:06:16.815" v="1200" actId="1035"/>
          <ac:spMkLst>
            <pc:docMk/>
            <pc:sldMk cId="780469627" sldId="361"/>
            <ac:spMk id="13" creationId="{E0FECF72-C647-963F-D925-D7DAF0A58C79}"/>
          </ac:spMkLst>
        </pc:spChg>
        <pc:spChg chg="add mod">
          <ac:chgData name="Mohammed Naseer Sihanas" userId="baf10d46-ca0e-4f93-8b9a-bd1fa4bc7e8f" providerId="ADAL" clId="{FEDFFAA2-E7D6-429A-A6B2-148B5B10B818}" dt="2025-02-22T06:07:19.117" v="1220" actId="1038"/>
          <ac:spMkLst>
            <pc:docMk/>
            <pc:sldMk cId="780469627" sldId="361"/>
            <ac:spMk id="14" creationId="{D3B95477-39CE-A2E6-4557-1CB100AE553F}"/>
          </ac:spMkLst>
        </pc:spChg>
        <pc:spChg chg="add mod">
          <ac:chgData name="Mohammed Naseer Sihanas" userId="baf10d46-ca0e-4f93-8b9a-bd1fa4bc7e8f" providerId="ADAL" clId="{FEDFFAA2-E7D6-429A-A6B2-148B5B10B818}" dt="2025-02-22T06:06:16.815" v="1200" actId="1035"/>
          <ac:spMkLst>
            <pc:docMk/>
            <pc:sldMk cId="780469627" sldId="361"/>
            <ac:spMk id="15" creationId="{66AFB0A0-32EB-AE88-FE77-0FD0E0668DA1}"/>
          </ac:spMkLst>
        </pc:spChg>
        <pc:spChg chg="add mod">
          <ac:chgData name="Mohammed Naseer Sihanas" userId="baf10d46-ca0e-4f93-8b9a-bd1fa4bc7e8f" providerId="ADAL" clId="{FEDFFAA2-E7D6-429A-A6B2-148B5B10B818}" dt="2025-02-22T06:06:16.815" v="1200" actId="1035"/>
          <ac:spMkLst>
            <pc:docMk/>
            <pc:sldMk cId="780469627" sldId="361"/>
            <ac:spMk id="44" creationId="{DE67A987-AE9F-50BC-3031-D5ED5EA7BA40}"/>
          </ac:spMkLst>
        </pc:spChg>
        <pc:spChg chg="add mod">
          <ac:chgData name="Mohammed Naseer Sihanas" userId="baf10d46-ca0e-4f93-8b9a-bd1fa4bc7e8f" providerId="ADAL" clId="{FEDFFAA2-E7D6-429A-A6B2-148B5B10B818}" dt="2025-02-22T06:06:16.815" v="1200" actId="1035"/>
          <ac:spMkLst>
            <pc:docMk/>
            <pc:sldMk cId="780469627" sldId="361"/>
            <ac:spMk id="45" creationId="{6E3467E9-B125-24F9-62E2-CE95DAE8F8F3}"/>
          </ac:spMkLst>
        </pc:spChg>
        <pc:spChg chg="add mod">
          <ac:chgData name="Mohammed Naseer Sihanas" userId="baf10d46-ca0e-4f93-8b9a-bd1fa4bc7e8f" providerId="ADAL" clId="{FEDFFAA2-E7D6-429A-A6B2-148B5B10B818}" dt="2025-02-22T06:06:16.815" v="1200" actId="1035"/>
          <ac:spMkLst>
            <pc:docMk/>
            <pc:sldMk cId="780469627" sldId="361"/>
            <ac:spMk id="46" creationId="{160CE1AA-5D46-D4DD-8B9B-F28EDF378C55}"/>
          </ac:spMkLst>
        </pc:spChg>
        <pc:spChg chg="add mod">
          <ac:chgData name="Mohammed Naseer Sihanas" userId="baf10d46-ca0e-4f93-8b9a-bd1fa4bc7e8f" providerId="ADAL" clId="{FEDFFAA2-E7D6-429A-A6B2-148B5B10B818}" dt="2025-02-22T06:06:42.901" v="1203" actId="207"/>
          <ac:spMkLst>
            <pc:docMk/>
            <pc:sldMk cId="780469627" sldId="361"/>
            <ac:spMk id="78" creationId="{CEB85383-93A2-A6CC-BDCF-7AB734A1D5FF}"/>
          </ac:spMkLst>
        </pc:spChg>
        <pc:picChg chg="del">
          <ac:chgData name="Mohammed Naseer Sihanas" userId="baf10d46-ca0e-4f93-8b9a-bd1fa4bc7e8f" providerId="ADAL" clId="{FEDFFAA2-E7D6-429A-A6B2-148B5B10B818}" dt="2025-02-22T05:41:28.729" v="646" actId="478"/>
          <ac:picMkLst>
            <pc:docMk/>
            <pc:sldMk cId="780469627" sldId="361"/>
            <ac:picMk id="7" creationId="{00000000-0000-0000-0000-000000000000}"/>
          </ac:picMkLst>
        </pc:picChg>
        <pc:cxnChg chg="add mod">
          <ac:chgData name="Mohammed Naseer Sihanas" userId="baf10d46-ca0e-4f93-8b9a-bd1fa4bc7e8f" providerId="ADAL" clId="{FEDFFAA2-E7D6-429A-A6B2-148B5B10B818}" dt="2025-02-22T06:06:16.815" v="1200" actId="1035"/>
          <ac:cxnSpMkLst>
            <pc:docMk/>
            <pc:sldMk cId="780469627" sldId="361"/>
            <ac:cxnSpMk id="17" creationId="{6B287175-6CE7-E51C-0B3C-741FA3A50478}"/>
          </ac:cxnSpMkLst>
        </pc:cxnChg>
        <pc:cxnChg chg="add mod">
          <ac:chgData name="Mohammed Naseer Sihanas" userId="baf10d46-ca0e-4f93-8b9a-bd1fa4bc7e8f" providerId="ADAL" clId="{FEDFFAA2-E7D6-429A-A6B2-148B5B10B818}" dt="2025-02-22T06:07:19.117" v="1220" actId="1038"/>
          <ac:cxnSpMkLst>
            <pc:docMk/>
            <pc:sldMk cId="780469627" sldId="361"/>
            <ac:cxnSpMk id="18" creationId="{7E0B4CDA-9CA5-C907-617C-273470C02317}"/>
          </ac:cxnSpMkLst>
        </pc:cxnChg>
        <pc:cxnChg chg="add mod">
          <ac:chgData name="Mohammed Naseer Sihanas" userId="baf10d46-ca0e-4f93-8b9a-bd1fa4bc7e8f" providerId="ADAL" clId="{FEDFFAA2-E7D6-429A-A6B2-148B5B10B818}" dt="2025-02-22T06:07:19.117" v="1220" actId="1038"/>
          <ac:cxnSpMkLst>
            <pc:docMk/>
            <pc:sldMk cId="780469627" sldId="361"/>
            <ac:cxnSpMk id="20" creationId="{F904009D-1B12-B504-0CE5-15E927BCA958}"/>
          </ac:cxnSpMkLst>
        </pc:cxnChg>
        <pc:cxnChg chg="add mod">
          <ac:chgData name="Mohammed Naseer Sihanas" userId="baf10d46-ca0e-4f93-8b9a-bd1fa4bc7e8f" providerId="ADAL" clId="{FEDFFAA2-E7D6-429A-A6B2-148B5B10B818}" dt="2025-02-22T06:06:16.815" v="1200" actId="1035"/>
          <ac:cxnSpMkLst>
            <pc:docMk/>
            <pc:sldMk cId="780469627" sldId="361"/>
            <ac:cxnSpMk id="24" creationId="{B398ED6C-DBC7-2C9D-0C09-2697F82B6EAB}"/>
          </ac:cxnSpMkLst>
        </pc:cxnChg>
        <pc:cxnChg chg="add mod">
          <ac:chgData name="Mohammed Naseer Sihanas" userId="baf10d46-ca0e-4f93-8b9a-bd1fa4bc7e8f" providerId="ADAL" clId="{FEDFFAA2-E7D6-429A-A6B2-148B5B10B818}" dt="2025-02-22T06:06:16.815" v="1200" actId="1035"/>
          <ac:cxnSpMkLst>
            <pc:docMk/>
            <pc:sldMk cId="780469627" sldId="361"/>
            <ac:cxnSpMk id="27" creationId="{75A2E673-E3EC-5446-7EF0-ED1E51CB126F}"/>
          </ac:cxnSpMkLst>
        </pc:cxnChg>
        <pc:cxnChg chg="add mod">
          <ac:chgData name="Mohammed Naseer Sihanas" userId="baf10d46-ca0e-4f93-8b9a-bd1fa4bc7e8f" providerId="ADAL" clId="{FEDFFAA2-E7D6-429A-A6B2-148B5B10B818}" dt="2025-02-22T06:06:16.815" v="1200" actId="1035"/>
          <ac:cxnSpMkLst>
            <pc:docMk/>
            <pc:sldMk cId="780469627" sldId="361"/>
            <ac:cxnSpMk id="47" creationId="{B830BB67-110E-75D7-C5EB-AF877A261BA0}"/>
          </ac:cxnSpMkLst>
        </pc:cxnChg>
        <pc:cxnChg chg="add mod">
          <ac:chgData name="Mohammed Naseer Sihanas" userId="baf10d46-ca0e-4f93-8b9a-bd1fa4bc7e8f" providerId="ADAL" clId="{FEDFFAA2-E7D6-429A-A6B2-148B5B10B818}" dt="2025-02-22T06:06:16.815" v="1200" actId="1035"/>
          <ac:cxnSpMkLst>
            <pc:docMk/>
            <pc:sldMk cId="780469627" sldId="361"/>
            <ac:cxnSpMk id="50" creationId="{509429CD-93C8-CE3C-723F-E8FE3D00CA5C}"/>
          </ac:cxnSpMkLst>
        </pc:cxnChg>
        <pc:cxnChg chg="add mod">
          <ac:chgData name="Mohammed Naseer Sihanas" userId="baf10d46-ca0e-4f93-8b9a-bd1fa4bc7e8f" providerId="ADAL" clId="{FEDFFAA2-E7D6-429A-A6B2-148B5B10B818}" dt="2025-02-22T06:06:16.815" v="1200" actId="1035"/>
          <ac:cxnSpMkLst>
            <pc:docMk/>
            <pc:sldMk cId="780469627" sldId="361"/>
            <ac:cxnSpMk id="53" creationId="{C8A28068-4CCA-FCCC-37A8-2EE179E1F039}"/>
          </ac:cxnSpMkLst>
        </pc:cxnChg>
        <pc:cxnChg chg="add mod">
          <ac:chgData name="Mohammed Naseer Sihanas" userId="baf10d46-ca0e-4f93-8b9a-bd1fa4bc7e8f" providerId="ADAL" clId="{FEDFFAA2-E7D6-429A-A6B2-148B5B10B818}" dt="2025-02-22T06:06:55.851" v="1208" actId="33986"/>
          <ac:cxnSpMkLst>
            <pc:docMk/>
            <pc:sldMk cId="780469627" sldId="361"/>
            <ac:cxnSpMk id="81" creationId="{0E5BE24F-57F6-553F-58FF-A3BD0359D3C5}"/>
          </ac:cxnSpMkLst>
        </pc:cxnChg>
      </pc:sldChg>
      <pc:sldChg chg="addSp delSp modSp mod modTransition">
        <pc:chgData name="Mohammed Naseer Sihanas" userId="baf10d46-ca0e-4f93-8b9a-bd1fa4bc7e8f" providerId="ADAL" clId="{FEDFFAA2-E7D6-429A-A6B2-148B5B10B818}" dt="2025-02-22T06:34:52.922" v="3021" actId="1037"/>
        <pc:sldMkLst>
          <pc:docMk/>
          <pc:sldMk cId="3006426970" sldId="362"/>
        </pc:sldMkLst>
        <pc:spChg chg="mod">
          <ac:chgData name="Mohammed Naseer Sihanas" userId="baf10d46-ca0e-4f93-8b9a-bd1fa4bc7e8f" providerId="ADAL" clId="{FEDFFAA2-E7D6-429A-A6B2-148B5B10B818}" dt="2025-02-22T06:10:56.888" v="1287" actId="1035"/>
          <ac:spMkLst>
            <pc:docMk/>
            <pc:sldMk cId="3006426970" sldId="362"/>
            <ac:spMk id="3" creationId="{B2FEAD27-CAAF-181C-D6A1-A53E5956CEC4}"/>
          </ac:spMkLst>
        </pc:spChg>
        <pc:spChg chg="add del mod">
          <ac:chgData name="Mohammed Naseer Sihanas" userId="baf10d46-ca0e-4f93-8b9a-bd1fa4bc7e8f" providerId="ADAL" clId="{FEDFFAA2-E7D6-429A-A6B2-148B5B10B818}" dt="2025-02-22T06:08:15.331" v="1222" actId="478"/>
          <ac:spMkLst>
            <pc:docMk/>
            <pc:sldMk cId="3006426970" sldId="362"/>
            <ac:spMk id="7" creationId="{4AE3D42E-F84C-727E-FB78-8F956C47BBB3}"/>
          </ac:spMkLst>
        </pc:spChg>
        <pc:spChg chg="add mod">
          <ac:chgData name="Mohammed Naseer Sihanas" userId="baf10d46-ca0e-4f93-8b9a-bd1fa4bc7e8f" providerId="ADAL" clId="{FEDFFAA2-E7D6-429A-A6B2-148B5B10B818}" dt="2025-02-22T06:30:50.382" v="1612" actId="1076"/>
          <ac:spMkLst>
            <pc:docMk/>
            <pc:sldMk cId="3006426970" sldId="362"/>
            <ac:spMk id="9" creationId="{90F3C8BE-3D01-6300-5C32-7EC2928E782C}"/>
          </ac:spMkLst>
        </pc:spChg>
        <pc:spChg chg="add mod">
          <ac:chgData name="Mohammed Naseer Sihanas" userId="baf10d46-ca0e-4f93-8b9a-bd1fa4bc7e8f" providerId="ADAL" clId="{FEDFFAA2-E7D6-429A-A6B2-148B5B10B818}" dt="2025-02-22T06:25:39.463" v="1587" actId="1036"/>
          <ac:spMkLst>
            <pc:docMk/>
            <pc:sldMk cId="3006426970" sldId="362"/>
            <ac:spMk id="10" creationId="{49A04708-CF3F-D937-70AE-23C8AE7AE726}"/>
          </ac:spMkLst>
        </pc:spChg>
        <pc:spChg chg="add mod">
          <ac:chgData name="Mohammed Naseer Sihanas" userId="baf10d46-ca0e-4f93-8b9a-bd1fa4bc7e8f" providerId="ADAL" clId="{FEDFFAA2-E7D6-429A-A6B2-148B5B10B818}" dt="2025-02-22T06:25:39.463" v="1587" actId="1036"/>
          <ac:spMkLst>
            <pc:docMk/>
            <pc:sldMk cId="3006426970" sldId="362"/>
            <ac:spMk id="11" creationId="{9FFE5F49-F537-2C7B-3F83-FB773637E3B9}"/>
          </ac:spMkLst>
        </pc:spChg>
        <pc:spChg chg="add mod">
          <ac:chgData name="Mohammed Naseer Sihanas" userId="baf10d46-ca0e-4f93-8b9a-bd1fa4bc7e8f" providerId="ADAL" clId="{FEDFFAA2-E7D6-429A-A6B2-148B5B10B818}" dt="2025-02-22T06:25:39.463" v="1587" actId="1036"/>
          <ac:spMkLst>
            <pc:docMk/>
            <pc:sldMk cId="3006426970" sldId="362"/>
            <ac:spMk id="12" creationId="{008E4715-0CE9-A90A-8C54-024BE520D190}"/>
          </ac:spMkLst>
        </pc:spChg>
        <pc:spChg chg="add mod">
          <ac:chgData name="Mohammed Naseer Sihanas" userId="baf10d46-ca0e-4f93-8b9a-bd1fa4bc7e8f" providerId="ADAL" clId="{FEDFFAA2-E7D6-429A-A6B2-148B5B10B818}" dt="2025-02-22T06:25:39.463" v="1587" actId="1036"/>
          <ac:spMkLst>
            <pc:docMk/>
            <pc:sldMk cId="3006426970" sldId="362"/>
            <ac:spMk id="13" creationId="{F538E16E-D5AA-EE5E-8F00-4104DF32D273}"/>
          </ac:spMkLst>
        </pc:spChg>
        <pc:spChg chg="add mod">
          <ac:chgData name="Mohammed Naseer Sihanas" userId="baf10d46-ca0e-4f93-8b9a-bd1fa4bc7e8f" providerId="ADAL" clId="{FEDFFAA2-E7D6-429A-A6B2-148B5B10B818}" dt="2025-02-22T06:25:39.463" v="1587" actId="1036"/>
          <ac:spMkLst>
            <pc:docMk/>
            <pc:sldMk cId="3006426970" sldId="362"/>
            <ac:spMk id="14" creationId="{3410CE5D-382A-5CF8-AE4D-B28FBB14ACD0}"/>
          </ac:spMkLst>
        </pc:spChg>
        <pc:spChg chg="add mod">
          <ac:chgData name="Mohammed Naseer Sihanas" userId="baf10d46-ca0e-4f93-8b9a-bd1fa4bc7e8f" providerId="ADAL" clId="{FEDFFAA2-E7D6-429A-A6B2-148B5B10B818}" dt="2025-02-22T06:25:39.463" v="1587" actId="1036"/>
          <ac:spMkLst>
            <pc:docMk/>
            <pc:sldMk cId="3006426970" sldId="362"/>
            <ac:spMk id="15" creationId="{5E648D31-A53E-E454-92C6-765C134613CB}"/>
          </ac:spMkLst>
        </pc:spChg>
        <pc:spChg chg="add mod">
          <ac:chgData name="Mohammed Naseer Sihanas" userId="baf10d46-ca0e-4f93-8b9a-bd1fa4bc7e8f" providerId="ADAL" clId="{FEDFFAA2-E7D6-429A-A6B2-148B5B10B818}" dt="2025-02-22T06:25:39.463" v="1587" actId="1036"/>
          <ac:spMkLst>
            <pc:docMk/>
            <pc:sldMk cId="3006426970" sldId="362"/>
            <ac:spMk id="16" creationId="{DE71347D-02CA-029D-B04A-54412B0208E4}"/>
          </ac:spMkLst>
        </pc:spChg>
        <pc:spChg chg="add mod">
          <ac:chgData name="Mohammed Naseer Sihanas" userId="baf10d46-ca0e-4f93-8b9a-bd1fa4bc7e8f" providerId="ADAL" clId="{FEDFFAA2-E7D6-429A-A6B2-148B5B10B818}" dt="2025-02-22T06:25:39.463" v="1587" actId="1036"/>
          <ac:spMkLst>
            <pc:docMk/>
            <pc:sldMk cId="3006426970" sldId="362"/>
            <ac:spMk id="17" creationId="{6A7CAC4C-BFDD-F1C3-C86A-F56AF0FF1FF4}"/>
          </ac:spMkLst>
        </pc:spChg>
        <pc:spChg chg="add mod">
          <ac:chgData name="Mohammed Naseer Sihanas" userId="baf10d46-ca0e-4f93-8b9a-bd1fa4bc7e8f" providerId="ADAL" clId="{FEDFFAA2-E7D6-429A-A6B2-148B5B10B818}" dt="2025-02-22T06:25:39.463" v="1587" actId="1036"/>
          <ac:spMkLst>
            <pc:docMk/>
            <pc:sldMk cId="3006426970" sldId="362"/>
            <ac:spMk id="18" creationId="{D45ED179-CE68-BF15-F01C-778FC95A042E}"/>
          </ac:spMkLst>
        </pc:spChg>
        <pc:spChg chg="add mod">
          <ac:chgData name="Mohammed Naseer Sihanas" userId="baf10d46-ca0e-4f93-8b9a-bd1fa4bc7e8f" providerId="ADAL" clId="{FEDFFAA2-E7D6-429A-A6B2-148B5B10B818}" dt="2025-02-22T06:25:39.463" v="1587" actId="1036"/>
          <ac:spMkLst>
            <pc:docMk/>
            <pc:sldMk cId="3006426970" sldId="362"/>
            <ac:spMk id="19" creationId="{184C664D-F782-4CC6-7598-FD284C77718B}"/>
          </ac:spMkLst>
        </pc:spChg>
        <pc:spChg chg="add mod">
          <ac:chgData name="Mohammed Naseer Sihanas" userId="baf10d46-ca0e-4f93-8b9a-bd1fa4bc7e8f" providerId="ADAL" clId="{FEDFFAA2-E7D6-429A-A6B2-148B5B10B818}" dt="2025-02-22T06:25:39.463" v="1587" actId="1036"/>
          <ac:spMkLst>
            <pc:docMk/>
            <pc:sldMk cId="3006426970" sldId="362"/>
            <ac:spMk id="20" creationId="{ECD29DAE-A137-C1D5-1E5B-1E03ACF4F75B}"/>
          </ac:spMkLst>
        </pc:spChg>
        <pc:spChg chg="add mod">
          <ac:chgData name="Mohammed Naseer Sihanas" userId="baf10d46-ca0e-4f93-8b9a-bd1fa4bc7e8f" providerId="ADAL" clId="{FEDFFAA2-E7D6-429A-A6B2-148B5B10B818}" dt="2025-02-22T06:25:39.463" v="1587" actId="1036"/>
          <ac:spMkLst>
            <pc:docMk/>
            <pc:sldMk cId="3006426970" sldId="362"/>
            <ac:spMk id="21" creationId="{341A12DB-F7D0-AFC6-B609-207118B158DD}"/>
          </ac:spMkLst>
        </pc:spChg>
        <pc:spChg chg="add mod">
          <ac:chgData name="Mohammed Naseer Sihanas" userId="baf10d46-ca0e-4f93-8b9a-bd1fa4bc7e8f" providerId="ADAL" clId="{FEDFFAA2-E7D6-429A-A6B2-148B5B10B818}" dt="2025-02-22T06:25:39.463" v="1587" actId="1036"/>
          <ac:spMkLst>
            <pc:docMk/>
            <pc:sldMk cId="3006426970" sldId="362"/>
            <ac:spMk id="22" creationId="{7BA06C50-4F6F-12C4-4D64-64BF0BC7699E}"/>
          </ac:spMkLst>
        </pc:spChg>
        <pc:spChg chg="add mod">
          <ac:chgData name="Mohammed Naseer Sihanas" userId="baf10d46-ca0e-4f93-8b9a-bd1fa4bc7e8f" providerId="ADAL" clId="{FEDFFAA2-E7D6-429A-A6B2-148B5B10B818}" dt="2025-02-22T06:25:39.463" v="1587" actId="1036"/>
          <ac:spMkLst>
            <pc:docMk/>
            <pc:sldMk cId="3006426970" sldId="362"/>
            <ac:spMk id="23" creationId="{35665448-885C-837C-4277-D3DB7185A082}"/>
          </ac:spMkLst>
        </pc:spChg>
        <pc:spChg chg="add del mod">
          <ac:chgData name="Mohammed Naseer Sihanas" userId="baf10d46-ca0e-4f93-8b9a-bd1fa4bc7e8f" providerId="ADAL" clId="{FEDFFAA2-E7D6-429A-A6B2-148B5B10B818}" dt="2025-02-22T06:21:04.366" v="1455" actId="478"/>
          <ac:spMkLst>
            <pc:docMk/>
            <pc:sldMk cId="3006426970" sldId="362"/>
            <ac:spMk id="24" creationId="{5C35BF34-5201-A7E6-32C1-2D6E25FECB73}"/>
          </ac:spMkLst>
        </pc:spChg>
        <pc:spChg chg="add del mod">
          <ac:chgData name="Mohammed Naseer Sihanas" userId="baf10d46-ca0e-4f93-8b9a-bd1fa4bc7e8f" providerId="ADAL" clId="{FEDFFAA2-E7D6-429A-A6B2-148B5B10B818}" dt="2025-02-22T06:21:05.942" v="1456" actId="478"/>
          <ac:spMkLst>
            <pc:docMk/>
            <pc:sldMk cId="3006426970" sldId="362"/>
            <ac:spMk id="25" creationId="{F428EDD5-9E9A-E0F3-5CC0-C6EEA821DFA3}"/>
          </ac:spMkLst>
        </pc:spChg>
        <pc:spChg chg="add mod">
          <ac:chgData name="Mohammed Naseer Sihanas" userId="baf10d46-ca0e-4f93-8b9a-bd1fa4bc7e8f" providerId="ADAL" clId="{FEDFFAA2-E7D6-429A-A6B2-148B5B10B818}" dt="2025-02-22T06:25:39.463" v="1587" actId="1036"/>
          <ac:spMkLst>
            <pc:docMk/>
            <pc:sldMk cId="3006426970" sldId="362"/>
            <ac:spMk id="26" creationId="{2C95BB15-4AE1-5C7F-CD25-B52DB1179559}"/>
          </ac:spMkLst>
        </pc:spChg>
        <pc:spChg chg="add mod">
          <ac:chgData name="Mohammed Naseer Sihanas" userId="baf10d46-ca0e-4f93-8b9a-bd1fa4bc7e8f" providerId="ADAL" clId="{FEDFFAA2-E7D6-429A-A6B2-148B5B10B818}" dt="2025-02-22T06:25:39.463" v="1587" actId="1036"/>
          <ac:spMkLst>
            <pc:docMk/>
            <pc:sldMk cId="3006426970" sldId="362"/>
            <ac:spMk id="27" creationId="{94D440B5-D525-551F-C6B8-D9EE1102DF6B}"/>
          </ac:spMkLst>
        </pc:spChg>
        <pc:spChg chg="add mod">
          <ac:chgData name="Mohammed Naseer Sihanas" userId="baf10d46-ca0e-4f93-8b9a-bd1fa4bc7e8f" providerId="ADAL" clId="{FEDFFAA2-E7D6-429A-A6B2-148B5B10B818}" dt="2025-02-22T06:34:52.922" v="3021" actId="1037"/>
          <ac:spMkLst>
            <pc:docMk/>
            <pc:sldMk cId="3006426970" sldId="362"/>
            <ac:spMk id="28" creationId="{696437CD-9D0D-0FAB-77B2-8F4BD66D985D}"/>
          </ac:spMkLst>
        </pc:spChg>
        <pc:spChg chg="add mod">
          <ac:chgData name="Mohammed Naseer Sihanas" userId="baf10d46-ca0e-4f93-8b9a-bd1fa4bc7e8f" providerId="ADAL" clId="{FEDFFAA2-E7D6-429A-A6B2-148B5B10B818}" dt="2025-02-22T06:25:39.463" v="1587" actId="1036"/>
          <ac:spMkLst>
            <pc:docMk/>
            <pc:sldMk cId="3006426970" sldId="362"/>
            <ac:spMk id="29" creationId="{C18FEC9A-5E32-BFD7-3332-5887AF2CE705}"/>
          </ac:spMkLst>
        </pc:spChg>
        <pc:spChg chg="add mod">
          <ac:chgData name="Mohammed Naseer Sihanas" userId="baf10d46-ca0e-4f93-8b9a-bd1fa4bc7e8f" providerId="ADAL" clId="{FEDFFAA2-E7D6-429A-A6B2-148B5B10B818}" dt="2025-02-22T06:25:39.463" v="1587" actId="1036"/>
          <ac:spMkLst>
            <pc:docMk/>
            <pc:sldMk cId="3006426970" sldId="362"/>
            <ac:spMk id="30" creationId="{AC1A3BA9-DEEC-149A-7AD9-157919591A81}"/>
          </ac:spMkLst>
        </pc:spChg>
        <pc:spChg chg="add mod">
          <ac:chgData name="Mohammed Naseer Sihanas" userId="baf10d46-ca0e-4f93-8b9a-bd1fa4bc7e8f" providerId="ADAL" clId="{FEDFFAA2-E7D6-429A-A6B2-148B5B10B818}" dt="2025-02-22T06:25:39.463" v="1587" actId="1036"/>
          <ac:spMkLst>
            <pc:docMk/>
            <pc:sldMk cId="3006426970" sldId="362"/>
            <ac:spMk id="31" creationId="{E04AF0A6-82DB-5D32-2108-B715DBFAD947}"/>
          </ac:spMkLst>
        </pc:spChg>
        <pc:spChg chg="add mod">
          <ac:chgData name="Mohammed Naseer Sihanas" userId="baf10d46-ca0e-4f93-8b9a-bd1fa4bc7e8f" providerId="ADAL" clId="{FEDFFAA2-E7D6-429A-A6B2-148B5B10B818}" dt="2025-02-22T06:25:39.463" v="1587" actId="1036"/>
          <ac:spMkLst>
            <pc:docMk/>
            <pc:sldMk cId="3006426970" sldId="362"/>
            <ac:spMk id="32" creationId="{791D417A-06E5-3FD5-E94B-65F0D951E361}"/>
          </ac:spMkLst>
        </pc:spChg>
        <pc:spChg chg="add mod">
          <ac:chgData name="Mohammed Naseer Sihanas" userId="baf10d46-ca0e-4f93-8b9a-bd1fa4bc7e8f" providerId="ADAL" clId="{FEDFFAA2-E7D6-429A-A6B2-148B5B10B818}" dt="2025-02-22T06:25:39.463" v="1587" actId="1036"/>
          <ac:spMkLst>
            <pc:docMk/>
            <pc:sldMk cId="3006426970" sldId="362"/>
            <ac:spMk id="33" creationId="{AA399F89-5D8B-FA60-C61E-EB6F6C9BCFB2}"/>
          </ac:spMkLst>
        </pc:spChg>
        <pc:spChg chg="add mod">
          <ac:chgData name="Mohammed Naseer Sihanas" userId="baf10d46-ca0e-4f93-8b9a-bd1fa4bc7e8f" providerId="ADAL" clId="{FEDFFAA2-E7D6-429A-A6B2-148B5B10B818}" dt="2025-02-22T06:28:57.851" v="1598" actId="1036"/>
          <ac:spMkLst>
            <pc:docMk/>
            <pc:sldMk cId="3006426970" sldId="362"/>
            <ac:spMk id="34" creationId="{BC629C6D-7628-2E2B-4CE2-4D9A7019E8DF}"/>
          </ac:spMkLst>
        </pc:spChg>
        <pc:picChg chg="del">
          <ac:chgData name="Mohammed Naseer Sihanas" userId="baf10d46-ca0e-4f93-8b9a-bd1fa4bc7e8f" providerId="ADAL" clId="{FEDFFAA2-E7D6-429A-A6B2-148B5B10B818}" dt="2025-02-22T06:08:11.780" v="1221" actId="478"/>
          <ac:picMkLst>
            <pc:docMk/>
            <pc:sldMk cId="3006426970" sldId="362"/>
            <ac:picMk id="8" creationId="{00000000-0000-0000-0000-000000000000}"/>
          </ac:picMkLst>
        </pc:picChg>
        <pc:cxnChg chg="add mod">
          <ac:chgData name="Mohammed Naseer Sihanas" userId="baf10d46-ca0e-4f93-8b9a-bd1fa4bc7e8f" providerId="ADAL" clId="{FEDFFAA2-E7D6-429A-A6B2-148B5B10B818}" dt="2025-02-22T06:30:06.390" v="1603" actId="208"/>
          <ac:cxnSpMkLst>
            <pc:docMk/>
            <pc:sldMk cId="3006426970" sldId="362"/>
            <ac:cxnSpMk id="36" creationId="{09FF5A06-0B93-CD38-7FE0-BFD8CEC5DABA}"/>
          </ac:cxnSpMkLst>
        </pc:cxnChg>
        <pc:cxnChg chg="add mod">
          <ac:chgData name="Mohammed Naseer Sihanas" userId="baf10d46-ca0e-4f93-8b9a-bd1fa4bc7e8f" providerId="ADAL" clId="{FEDFFAA2-E7D6-429A-A6B2-148B5B10B818}" dt="2025-02-22T06:30:37.885" v="1609" actId="14100"/>
          <ac:cxnSpMkLst>
            <pc:docMk/>
            <pc:sldMk cId="3006426970" sldId="362"/>
            <ac:cxnSpMk id="38" creationId="{CE1070D3-2304-B4C8-847A-96262708FC72}"/>
          </ac:cxnSpMkLst>
        </pc:cxnChg>
        <pc:cxnChg chg="add mod">
          <ac:chgData name="Mohammed Naseer Sihanas" userId="baf10d46-ca0e-4f93-8b9a-bd1fa4bc7e8f" providerId="ADAL" clId="{FEDFFAA2-E7D6-429A-A6B2-148B5B10B818}" dt="2025-02-22T06:30:50.382" v="1612" actId="1076"/>
          <ac:cxnSpMkLst>
            <pc:docMk/>
            <pc:sldMk cId="3006426970" sldId="362"/>
            <ac:cxnSpMk id="41" creationId="{2944C3CF-BC32-BAA2-3609-02CA9E1CBB39}"/>
          </ac:cxnSpMkLst>
        </pc:cxnChg>
        <pc:cxnChg chg="add mod">
          <ac:chgData name="Mohammed Naseer Sihanas" userId="baf10d46-ca0e-4f93-8b9a-bd1fa4bc7e8f" providerId="ADAL" clId="{FEDFFAA2-E7D6-429A-A6B2-148B5B10B818}" dt="2025-02-22T06:30:58.184" v="1658" actId="1036"/>
          <ac:cxnSpMkLst>
            <pc:docMk/>
            <pc:sldMk cId="3006426970" sldId="362"/>
            <ac:cxnSpMk id="45" creationId="{19C850A1-FE37-60E1-477F-91DA3B7EBCCC}"/>
          </ac:cxnSpMkLst>
        </pc:cxnChg>
        <pc:cxnChg chg="add mod">
          <ac:chgData name="Mohammed Naseer Sihanas" userId="baf10d46-ca0e-4f93-8b9a-bd1fa4bc7e8f" providerId="ADAL" clId="{FEDFFAA2-E7D6-429A-A6B2-148B5B10B818}" dt="2025-02-22T06:31:09.735" v="1724" actId="1036"/>
          <ac:cxnSpMkLst>
            <pc:docMk/>
            <pc:sldMk cId="3006426970" sldId="362"/>
            <ac:cxnSpMk id="46" creationId="{AB165D04-1057-2341-D07A-17AF40A106B3}"/>
          </ac:cxnSpMkLst>
        </pc:cxnChg>
        <pc:cxnChg chg="add mod">
          <ac:chgData name="Mohammed Naseer Sihanas" userId="baf10d46-ca0e-4f93-8b9a-bd1fa4bc7e8f" providerId="ADAL" clId="{FEDFFAA2-E7D6-429A-A6B2-148B5B10B818}" dt="2025-02-22T06:31:21.953" v="1768" actId="1037"/>
          <ac:cxnSpMkLst>
            <pc:docMk/>
            <pc:sldMk cId="3006426970" sldId="362"/>
            <ac:cxnSpMk id="47" creationId="{455D6550-0A86-C872-BC06-76273E21B6E6}"/>
          </ac:cxnSpMkLst>
        </pc:cxnChg>
        <pc:cxnChg chg="add mod">
          <ac:chgData name="Mohammed Naseer Sihanas" userId="baf10d46-ca0e-4f93-8b9a-bd1fa4bc7e8f" providerId="ADAL" clId="{FEDFFAA2-E7D6-429A-A6B2-148B5B10B818}" dt="2025-02-22T06:31:30.775" v="1816" actId="1036"/>
          <ac:cxnSpMkLst>
            <pc:docMk/>
            <pc:sldMk cId="3006426970" sldId="362"/>
            <ac:cxnSpMk id="48" creationId="{712F40A7-92D3-9E12-9B84-EE69B64BEDE4}"/>
          </ac:cxnSpMkLst>
        </pc:cxnChg>
        <pc:cxnChg chg="add mod">
          <ac:chgData name="Mohammed Naseer Sihanas" userId="baf10d46-ca0e-4f93-8b9a-bd1fa4bc7e8f" providerId="ADAL" clId="{FEDFFAA2-E7D6-429A-A6B2-148B5B10B818}" dt="2025-02-22T06:31:42.568" v="1882" actId="1035"/>
          <ac:cxnSpMkLst>
            <pc:docMk/>
            <pc:sldMk cId="3006426970" sldId="362"/>
            <ac:cxnSpMk id="49" creationId="{D04D7ABD-A31A-7660-A5BC-3B74A9ED73A2}"/>
          </ac:cxnSpMkLst>
        </pc:cxnChg>
        <pc:cxnChg chg="add mod">
          <ac:chgData name="Mohammed Naseer Sihanas" userId="baf10d46-ca0e-4f93-8b9a-bd1fa4bc7e8f" providerId="ADAL" clId="{FEDFFAA2-E7D6-429A-A6B2-148B5B10B818}" dt="2025-02-22T06:31:49.343" v="1923" actId="1037"/>
          <ac:cxnSpMkLst>
            <pc:docMk/>
            <pc:sldMk cId="3006426970" sldId="362"/>
            <ac:cxnSpMk id="50" creationId="{DAD61E8D-3A38-7DD4-F4D3-C16E123B790F}"/>
          </ac:cxnSpMkLst>
        </pc:cxnChg>
        <pc:cxnChg chg="add mod">
          <ac:chgData name="Mohammed Naseer Sihanas" userId="baf10d46-ca0e-4f93-8b9a-bd1fa4bc7e8f" providerId="ADAL" clId="{FEDFFAA2-E7D6-429A-A6B2-148B5B10B818}" dt="2025-02-22T06:31:59.544" v="1969" actId="14100"/>
          <ac:cxnSpMkLst>
            <pc:docMk/>
            <pc:sldMk cId="3006426970" sldId="362"/>
            <ac:cxnSpMk id="51" creationId="{C542EDE8-5346-BCBF-5B68-CD4E2F2A26E7}"/>
          </ac:cxnSpMkLst>
        </pc:cxnChg>
        <pc:cxnChg chg="add mod">
          <ac:chgData name="Mohammed Naseer Sihanas" userId="baf10d46-ca0e-4f93-8b9a-bd1fa4bc7e8f" providerId="ADAL" clId="{FEDFFAA2-E7D6-429A-A6B2-148B5B10B818}" dt="2025-02-22T06:32:07.724" v="2057" actId="1038"/>
          <ac:cxnSpMkLst>
            <pc:docMk/>
            <pc:sldMk cId="3006426970" sldId="362"/>
            <ac:cxnSpMk id="53" creationId="{3A18B8D2-D26E-5F64-B49F-E7D23E71E838}"/>
          </ac:cxnSpMkLst>
        </pc:cxnChg>
        <pc:cxnChg chg="add mod">
          <ac:chgData name="Mohammed Naseer Sihanas" userId="baf10d46-ca0e-4f93-8b9a-bd1fa4bc7e8f" providerId="ADAL" clId="{FEDFFAA2-E7D6-429A-A6B2-148B5B10B818}" dt="2025-02-22T06:32:22.483" v="2127" actId="1035"/>
          <ac:cxnSpMkLst>
            <pc:docMk/>
            <pc:sldMk cId="3006426970" sldId="362"/>
            <ac:cxnSpMk id="54" creationId="{96B6DC77-93E2-6827-A443-06FD3D3B6819}"/>
          </ac:cxnSpMkLst>
        </pc:cxnChg>
        <pc:cxnChg chg="add mod">
          <ac:chgData name="Mohammed Naseer Sihanas" userId="baf10d46-ca0e-4f93-8b9a-bd1fa4bc7e8f" providerId="ADAL" clId="{FEDFFAA2-E7D6-429A-A6B2-148B5B10B818}" dt="2025-02-22T06:32:28.175" v="2160" actId="1036"/>
          <ac:cxnSpMkLst>
            <pc:docMk/>
            <pc:sldMk cId="3006426970" sldId="362"/>
            <ac:cxnSpMk id="56" creationId="{48E64391-E421-71CE-9B22-438ECE59AE50}"/>
          </ac:cxnSpMkLst>
        </pc:cxnChg>
        <pc:cxnChg chg="add mod">
          <ac:chgData name="Mohammed Naseer Sihanas" userId="baf10d46-ca0e-4f93-8b9a-bd1fa4bc7e8f" providerId="ADAL" clId="{FEDFFAA2-E7D6-429A-A6B2-148B5B10B818}" dt="2025-02-22T06:32:34.039" v="2205" actId="1038"/>
          <ac:cxnSpMkLst>
            <pc:docMk/>
            <pc:sldMk cId="3006426970" sldId="362"/>
            <ac:cxnSpMk id="57" creationId="{B4AC77E1-54AD-1D6B-CA04-AE8B30DBA266}"/>
          </ac:cxnSpMkLst>
        </pc:cxnChg>
        <pc:cxnChg chg="add mod">
          <ac:chgData name="Mohammed Naseer Sihanas" userId="baf10d46-ca0e-4f93-8b9a-bd1fa4bc7e8f" providerId="ADAL" clId="{FEDFFAA2-E7D6-429A-A6B2-148B5B10B818}" dt="2025-02-22T06:32:40.452" v="2248" actId="1037"/>
          <ac:cxnSpMkLst>
            <pc:docMk/>
            <pc:sldMk cId="3006426970" sldId="362"/>
            <ac:cxnSpMk id="58" creationId="{1CAAA677-1598-8A5D-A0BE-AB42FAE7A050}"/>
          </ac:cxnSpMkLst>
        </pc:cxnChg>
        <pc:cxnChg chg="add mod">
          <ac:chgData name="Mohammed Naseer Sihanas" userId="baf10d46-ca0e-4f93-8b9a-bd1fa4bc7e8f" providerId="ADAL" clId="{FEDFFAA2-E7D6-429A-A6B2-148B5B10B818}" dt="2025-02-22T06:32:45.033" v="2283" actId="1037"/>
          <ac:cxnSpMkLst>
            <pc:docMk/>
            <pc:sldMk cId="3006426970" sldId="362"/>
            <ac:cxnSpMk id="59" creationId="{651B20C3-6BBC-7116-53C3-27EA03E3F011}"/>
          </ac:cxnSpMkLst>
        </pc:cxnChg>
        <pc:cxnChg chg="add mod">
          <ac:chgData name="Mohammed Naseer Sihanas" userId="baf10d46-ca0e-4f93-8b9a-bd1fa4bc7e8f" providerId="ADAL" clId="{FEDFFAA2-E7D6-429A-A6B2-148B5B10B818}" dt="2025-02-22T06:33:05.166" v="2384" actId="14100"/>
          <ac:cxnSpMkLst>
            <pc:docMk/>
            <pc:sldMk cId="3006426970" sldId="362"/>
            <ac:cxnSpMk id="60" creationId="{54E00BB5-E3ED-B2EB-AD7D-4F7B3A93AAF9}"/>
          </ac:cxnSpMkLst>
        </pc:cxnChg>
        <pc:cxnChg chg="add mod">
          <ac:chgData name="Mohammed Naseer Sihanas" userId="baf10d46-ca0e-4f93-8b9a-bd1fa4bc7e8f" providerId="ADAL" clId="{FEDFFAA2-E7D6-429A-A6B2-148B5B10B818}" dt="2025-02-22T06:33:15.808" v="2435" actId="1036"/>
          <ac:cxnSpMkLst>
            <pc:docMk/>
            <pc:sldMk cId="3006426970" sldId="362"/>
            <ac:cxnSpMk id="64" creationId="{26976C1A-01AB-CEF2-EF4C-91D3C86DF2E3}"/>
          </ac:cxnSpMkLst>
        </pc:cxnChg>
        <pc:cxnChg chg="add mod">
          <ac:chgData name="Mohammed Naseer Sihanas" userId="baf10d46-ca0e-4f93-8b9a-bd1fa4bc7e8f" providerId="ADAL" clId="{FEDFFAA2-E7D6-429A-A6B2-148B5B10B818}" dt="2025-02-22T06:33:28.215" v="2549" actId="1038"/>
          <ac:cxnSpMkLst>
            <pc:docMk/>
            <pc:sldMk cId="3006426970" sldId="362"/>
            <ac:cxnSpMk id="65" creationId="{18FB571A-B081-D398-228D-8965C2A86D6C}"/>
          </ac:cxnSpMkLst>
        </pc:cxnChg>
        <pc:cxnChg chg="add mod">
          <ac:chgData name="Mohammed Naseer Sihanas" userId="baf10d46-ca0e-4f93-8b9a-bd1fa4bc7e8f" providerId="ADAL" clId="{FEDFFAA2-E7D6-429A-A6B2-148B5B10B818}" dt="2025-02-22T06:33:36.942" v="2598" actId="1037"/>
          <ac:cxnSpMkLst>
            <pc:docMk/>
            <pc:sldMk cId="3006426970" sldId="362"/>
            <ac:cxnSpMk id="66" creationId="{08CE00C9-2C42-1374-912A-1F99CBB8647E}"/>
          </ac:cxnSpMkLst>
        </pc:cxnChg>
        <pc:cxnChg chg="add mod">
          <ac:chgData name="Mohammed Naseer Sihanas" userId="baf10d46-ca0e-4f93-8b9a-bd1fa4bc7e8f" providerId="ADAL" clId="{FEDFFAA2-E7D6-429A-A6B2-148B5B10B818}" dt="2025-02-22T06:33:56.683" v="2716" actId="14100"/>
          <ac:cxnSpMkLst>
            <pc:docMk/>
            <pc:sldMk cId="3006426970" sldId="362"/>
            <ac:cxnSpMk id="67" creationId="{3A638B64-1228-6DF6-A1BB-550B8BF30F1D}"/>
          </ac:cxnSpMkLst>
        </pc:cxnChg>
        <pc:cxnChg chg="add mod">
          <ac:chgData name="Mohammed Naseer Sihanas" userId="baf10d46-ca0e-4f93-8b9a-bd1fa4bc7e8f" providerId="ADAL" clId="{FEDFFAA2-E7D6-429A-A6B2-148B5B10B818}" dt="2025-02-22T06:34:16.178" v="2808" actId="14100"/>
          <ac:cxnSpMkLst>
            <pc:docMk/>
            <pc:sldMk cId="3006426970" sldId="362"/>
            <ac:cxnSpMk id="70" creationId="{11D5987A-C748-D081-74A3-473EAB4D7B2C}"/>
          </ac:cxnSpMkLst>
        </pc:cxnChg>
        <pc:cxnChg chg="add mod">
          <ac:chgData name="Mohammed Naseer Sihanas" userId="baf10d46-ca0e-4f93-8b9a-bd1fa4bc7e8f" providerId="ADAL" clId="{FEDFFAA2-E7D6-429A-A6B2-148B5B10B818}" dt="2025-02-22T06:34:23.424" v="2868" actId="1038"/>
          <ac:cxnSpMkLst>
            <pc:docMk/>
            <pc:sldMk cId="3006426970" sldId="362"/>
            <ac:cxnSpMk id="74" creationId="{1C78B807-E733-1B5E-C8D5-E018F41AFF56}"/>
          </ac:cxnSpMkLst>
        </pc:cxnChg>
        <pc:cxnChg chg="add mod">
          <ac:chgData name="Mohammed Naseer Sihanas" userId="baf10d46-ca0e-4f93-8b9a-bd1fa4bc7e8f" providerId="ADAL" clId="{FEDFFAA2-E7D6-429A-A6B2-148B5B10B818}" dt="2025-02-22T06:34:29.135" v="2912" actId="1038"/>
          <ac:cxnSpMkLst>
            <pc:docMk/>
            <pc:sldMk cId="3006426970" sldId="362"/>
            <ac:cxnSpMk id="75" creationId="{2BC663C3-4E56-0EA5-2EB8-A19AEE3E571C}"/>
          </ac:cxnSpMkLst>
        </pc:cxnChg>
        <pc:cxnChg chg="add mod">
          <ac:chgData name="Mohammed Naseer Sihanas" userId="baf10d46-ca0e-4f93-8b9a-bd1fa4bc7e8f" providerId="ADAL" clId="{FEDFFAA2-E7D6-429A-A6B2-148B5B10B818}" dt="2025-02-22T06:34:42.376" v="2955" actId="1035"/>
          <ac:cxnSpMkLst>
            <pc:docMk/>
            <pc:sldMk cId="3006426970" sldId="362"/>
            <ac:cxnSpMk id="76" creationId="{86C6DFCB-64F7-7184-3558-6A6CC1C13745}"/>
          </ac:cxnSpMkLst>
        </pc:cxnChg>
        <pc:cxnChg chg="add del mod">
          <ac:chgData name="Mohammed Naseer Sihanas" userId="baf10d46-ca0e-4f93-8b9a-bd1fa4bc7e8f" providerId="ADAL" clId="{FEDFFAA2-E7D6-429A-A6B2-148B5B10B818}" dt="2025-02-22T06:34:47.617" v="3008" actId="478"/>
          <ac:cxnSpMkLst>
            <pc:docMk/>
            <pc:sldMk cId="3006426970" sldId="362"/>
            <ac:cxnSpMk id="77" creationId="{2A4D69F2-05B1-EE6F-B58C-E4D23D2ADF49}"/>
          </ac:cxnSpMkLst>
        </pc:cxnChg>
      </pc:sldChg>
      <pc:sldChg chg="modTransition">
        <pc:chgData name="Mohammed Naseer Sihanas" userId="baf10d46-ca0e-4f93-8b9a-bd1fa4bc7e8f" providerId="ADAL" clId="{FEDFFAA2-E7D6-429A-A6B2-148B5B10B818}" dt="2025-02-20T13:54:10.354" v="92"/>
        <pc:sldMkLst>
          <pc:docMk/>
          <pc:sldMk cId="3133456486" sldId="364"/>
        </pc:sldMkLst>
      </pc:sldChg>
      <pc:sldChg chg="addSp delSp modSp mod modTransition">
        <pc:chgData name="Mohammed Naseer Sihanas" userId="baf10d46-ca0e-4f93-8b9a-bd1fa4bc7e8f" providerId="ADAL" clId="{FEDFFAA2-E7D6-429A-A6B2-148B5B10B818}" dt="2025-02-22T04:22:49.177" v="517" actId="14100"/>
        <pc:sldMkLst>
          <pc:docMk/>
          <pc:sldMk cId="3125452517" sldId="365"/>
        </pc:sldMkLst>
        <pc:spChg chg="add mod">
          <ac:chgData name="Mohammed Naseer Sihanas" userId="baf10d46-ca0e-4f93-8b9a-bd1fa4bc7e8f" providerId="ADAL" clId="{FEDFFAA2-E7D6-429A-A6B2-148B5B10B818}" dt="2025-02-22T04:22:46.446" v="516" actId="1076"/>
          <ac:spMkLst>
            <pc:docMk/>
            <pc:sldMk cId="3125452517" sldId="365"/>
            <ac:spMk id="2" creationId="{CCD965D7-0C66-320F-E8BA-0FD93A5E1790}"/>
          </ac:spMkLst>
        </pc:spChg>
        <pc:spChg chg="del">
          <ac:chgData name="Mohammed Naseer Sihanas" userId="baf10d46-ca0e-4f93-8b9a-bd1fa4bc7e8f" providerId="ADAL" clId="{FEDFFAA2-E7D6-429A-A6B2-148B5B10B818}" dt="2025-02-22T04:12:24.386" v="326" actId="478"/>
          <ac:spMkLst>
            <pc:docMk/>
            <pc:sldMk cId="3125452517" sldId="365"/>
            <ac:spMk id="9" creationId="{00000000-0000-0000-0000-000000000000}"/>
          </ac:spMkLst>
        </pc:spChg>
        <pc:graphicFrameChg chg="mod modGraphic">
          <ac:chgData name="Mohammed Naseer Sihanas" userId="baf10d46-ca0e-4f93-8b9a-bd1fa4bc7e8f" providerId="ADAL" clId="{FEDFFAA2-E7D6-429A-A6B2-148B5B10B818}" dt="2025-02-22T04:22:49.177" v="517" actId="14100"/>
          <ac:graphicFrameMkLst>
            <pc:docMk/>
            <pc:sldMk cId="3125452517" sldId="365"/>
            <ac:graphicFrameMk id="7" creationId="{00000000-0000-0000-0000-000000000000}"/>
          </ac:graphicFrameMkLst>
        </pc:graphicFrameChg>
        <pc:graphicFrameChg chg="del">
          <ac:chgData name="Mohammed Naseer Sihanas" userId="baf10d46-ca0e-4f93-8b9a-bd1fa4bc7e8f" providerId="ADAL" clId="{FEDFFAA2-E7D6-429A-A6B2-148B5B10B818}" dt="2025-02-22T04:15:02.944" v="367" actId="478"/>
          <ac:graphicFrameMkLst>
            <pc:docMk/>
            <pc:sldMk cId="3125452517" sldId="365"/>
            <ac:graphicFrameMk id="8" creationId="{00000000-0000-0000-0000-000000000000}"/>
          </ac:graphicFrameMkLst>
        </pc:graphicFrameChg>
      </pc:sldChg>
      <pc:sldChg chg="modTransition">
        <pc:chgData name="Mohammed Naseer Sihanas" userId="baf10d46-ca0e-4f93-8b9a-bd1fa4bc7e8f" providerId="ADAL" clId="{FEDFFAA2-E7D6-429A-A6B2-148B5B10B818}" dt="2025-02-20T13:54:10.354" v="92"/>
        <pc:sldMkLst>
          <pc:docMk/>
          <pc:sldMk cId="2314004391" sldId="367"/>
        </pc:sldMkLst>
      </pc:sldChg>
      <pc:sldChg chg="addSp modSp mod modTransition">
        <pc:chgData name="Mohammed Naseer Sihanas" userId="baf10d46-ca0e-4f93-8b9a-bd1fa4bc7e8f" providerId="ADAL" clId="{FEDFFAA2-E7D6-429A-A6B2-148B5B10B818}" dt="2025-02-22T04:24:10.200" v="526" actId="1076"/>
        <pc:sldMkLst>
          <pc:docMk/>
          <pc:sldMk cId="2151856869" sldId="369"/>
        </pc:sldMkLst>
        <pc:spChg chg="mod">
          <ac:chgData name="Mohammed Naseer Sihanas" userId="baf10d46-ca0e-4f93-8b9a-bd1fa4bc7e8f" providerId="ADAL" clId="{FEDFFAA2-E7D6-429A-A6B2-148B5B10B818}" dt="2025-02-22T04:24:10.200" v="526" actId="1076"/>
          <ac:spMkLst>
            <pc:docMk/>
            <pc:sldMk cId="2151856869" sldId="369"/>
            <ac:spMk id="3" creationId="{7CB860C7-93AD-4311-8CD4-4580644B47DD}"/>
          </ac:spMkLst>
        </pc:spChg>
        <pc:spChg chg="add">
          <ac:chgData name="Mohammed Naseer Sihanas" userId="baf10d46-ca0e-4f93-8b9a-bd1fa4bc7e8f" providerId="ADAL" clId="{FEDFFAA2-E7D6-429A-A6B2-148B5B10B818}" dt="2025-02-22T04:23:44.067" v="518"/>
          <ac:spMkLst>
            <pc:docMk/>
            <pc:sldMk cId="2151856869" sldId="369"/>
            <ac:spMk id="7" creationId="{45920795-1451-4CA5-CBEC-290329D5802B}"/>
          </ac:spMkLst>
        </pc:spChg>
      </pc:sldChg>
      <pc:sldChg chg="addSp delSp modSp del mod modTransition">
        <pc:chgData name="Mohammed Naseer Sihanas" userId="baf10d46-ca0e-4f93-8b9a-bd1fa4bc7e8f" providerId="ADAL" clId="{FEDFFAA2-E7D6-429A-A6B2-148B5B10B818}" dt="2025-02-22T04:37:30.863" v="628" actId="47"/>
        <pc:sldMkLst>
          <pc:docMk/>
          <pc:sldMk cId="30064835" sldId="370"/>
        </pc:sldMkLst>
        <pc:spChg chg="add mod">
          <ac:chgData name="Mohammed Naseer Sihanas" userId="baf10d46-ca0e-4f93-8b9a-bd1fa4bc7e8f" providerId="ADAL" clId="{FEDFFAA2-E7D6-429A-A6B2-148B5B10B818}" dt="2025-02-22T04:28:51.284" v="528" actId="478"/>
          <ac:spMkLst>
            <pc:docMk/>
            <pc:sldMk cId="30064835" sldId="370"/>
            <ac:spMk id="3" creationId="{61FA580E-3080-F0A0-41AA-A6F7CBBFE51D}"/>
          </ac:spMkLst>
        </pc:spChg>
        <pc:picChg chg="del">
          <ac:chgData name="Mohammed Naseer Sihanas" userId="baf10d46-ca0e-4f93-8b9a-bd1fa4bc7e8f" providerId="ADAL" clId="{FEDFFAA2-E7D6-429A-A6B2-148B5B10B818}" dt="2025-02-22T04:28:51.284" v="528" actId="478"/>
          <ac:picMkLst>
            <pc:docMk/>
            <pc:sldMk cId="30064835" sldId="370"/>
            <ac:picMk id="7" creationId="{00000000-0000-0000-0000-000000000000}"/>
          </ac:picMkLst>
        </pc:picChg>
      </pc:sldChg>
      <pc:sldChg chg="addSp delSp modSp new del mod">
        <pc:chgData name="Mohammed Naseer Sihanas" userId="baf10d46-ca0e-4f93-8b9a-bd1fa4bc7e8f" providerId="ADAL" clId="{FEDFFAA2-E7D6-429A-A6B2-148B5B10B818}" dt="2025-02-23T05:13:55.060" v="3338" actId="680"/>
        <pc:sldMkLst>
          <pc:docMk/>
          <pc:sldMk cId="1372729252" sldId="370"/>
        </pc:sldMkLst>
        <pc:spChg chg="add del">
          <ac:chgData name="Mohammed Naseer Sihanas" userId="baf10d46-ca0e-4f93-8b9a-bd1fa4bc7e8f" providerId="ADAL" clId="{FEDFFAA2-E7D6-429A-A6B2-148B5B10B818}" dt="2025-02-23T05:13:54.139" v="3336" actId="478"/>
          <ac:spMkLst>
            <pc:docMk/>
            <pc:sldMk cId="1372729252" sldId="370"/>
            <ac:spMk id="2" creationId="{7C633877-970D-F971-759E-40256CA8F26B}"/>
          </ac:spMkLst>
        </pc:spChg>
        <pc:spChg chg="add del">
          <ac:chgData name="Mohammed Naseer Sihanas" userId="baf10d46-ca0e-4f93-8b9a-bd1fa4bc7e8f" providerId="ADAL" clId="{FEDFFAA2-E7D6-429A-A6B2-148B5B10B818}" dt="2025-02-23T05:13:54.599" v="3337" actId="478"/>
          <ac:spMkLst>
            <pc:docMk/>
            <pc:sldMk cId="1372729252" sldId="370"/>
            <ac:spMk id="3" creationId="{43DF29B7-4027-8D66-A590-A2DF7525080F}"/>
          </ac:spMkLst>
        </pc:spChg>
        <pc:spChg chg="add del mod">
          <ac:chgData name="Mohammed Naseer Sihanas" userId="baf10d46-ca0e-4f93-8b9a-bd1fa4bc7e8f" providerId="ADAL" clId="{FEDFFAA2-E7D6-429A-A6B2-148B5B10B818}" dt="2025-02-23T05:13:53.696" v="3335" actId="22"/>
          <ac:spMkLst>
            <pc:docMk/>
            <pc:sldMk cId="1372729252" sldId="370"/>
            <ac:spMk id="8" creationId="{72AEC118-9A5A-D260-DE7F-F2B1D4B851AF}"/>
          </ac:spMkLst>
        </pc:spChg>
        <pc:graphicFrameChg chg="add mod">
          <ac:chgData name="Mohammed Naseer Sihanas" userId="baf10d46-ca0e-4f93-8b9a-bd1fa4bc7e8f" providerId="ADAL" clId="{FEDFFAA2-E7D6-429A-A6B2-148B5B10B818}" dt="2025-02-23T05:11:52.355" v="3314"/>
          <ac:graphicFrameMkLst>
            <pc:docMk/>
            <pc:sldMk cId="1372729252" sldId="370"/>
            <ac:graphicFrameMk id="9" creationId="{BE1C1145-C9FD-133E-78AC-CC53DFFDA50A}"/>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0" creationId="{A0B39B43-0793-9F4F-2735-2532CED0DEF3}"/>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1" creationId="{12D0B533-3183-5167-3DA3-8622A3B412C3}"/>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2" creationId="{7897E533-FF17-DFB0-0202-AA635FA4B921}"/>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3" creationId="{8C4D8769-3D73-3413-8B6A-F616B47AB4F3}"/>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4" creationId="{E9BD83CB-DA26-E195-4130-88BA049793E2}"/>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5" creationId="{F9B357BF-80E7-4E52-1100-15D5F1403517}"/>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6" creationId="{D46B3992-6015-649A-5586-E45C034676FC}"/>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7" creationId="{C5CAA298-1A73-6220-3E58-763CD5B4C38B}"/>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8" creationId="{AC587D0E-576B-FB55-C824-63E3DFC95EE8}"/>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19" creationId="{F0E35D4B-A566-5599-DD56-70D008E5B5BF}"/>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0" creationId="{1636A360-A004-155A-74E0-EFDA5A300869}"/>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1" creationId="{675D55A5-D540-9BC5-C35A-DD261AA2F897}"/>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2" creationId="{215B4275-7092-B129-13A8-C2106A256D69}"/>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3" creationId="{88013BB6-14F1-E06D-8207-378774CE0CFD}"/>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4" creationId="{2B6A9444-E182-B02D-311A-3BB6FF15014A}"/>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5" creationId="{11ECE943-430A-DD18-7D74-8FDA277B3E7B}"/>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6" creationId="{B0FE1613-175D-6013-A037-63FE7A64510C}"/>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7" creationId="{F1DCA0A5-6ADF-50A2-56BF-0B11C7744FA5}"/>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8" creationId="{9FEFBA7A-0406-AF3B-7DB4-EA096293EB10}"/>
          </ac:graphicFrameMkLst>
        </pc:graphicFrameChg>
        <pc:graphicFrameChg chg="add mod">
          <ac:chgData name="Mohammed Naseer Sihanas" userId="baf10d46-ca0e-4f93-8b9a-bd1fa4bc7e8f" providerId="ADAL" clId="{FEDFFAA2-E7D6-429A-A6B2-148B5B10B818}" dt="2025-02-23T05:11:52.355" v="3314"/>
          <ac:graphicFrameMkLst>
            <pc:docMk/>
            <pc:sldMk cId="1372729252" sldId="370"/>
            <ac:graphicFrameMk id="29" creationId="{136BD1AC-32C4-227D-511D-CBAF27E9F83E}"/>
          </ac:graphicFrameMkLst>
        </pc:graphicFrameChg>
        <pc:graphicFrameChg chg="add mod modGraphic">
          <ac:chgData name="Mohammed Naseer Sihanas" userId="baf10d46-ca0e-4f93-8b9a-bd1fa4bc7e8f" providerId="ADAL" clId="{FEDFFAA2-E7D6-429A-A6B2-148B5B10B818}" dt="2025-02-23T05:12:37.248" v="3328" actId="6549"/>
          <ac:graphicFrameMkLst>
            <pc:docMk/>
            <pc:sldMk cId="1372729252" sldId="370"/>
            <ac:graphicFrameMk id="30" creationId="{5E32DAE2-6AA8-2BF1-9E38-E61098BC174E}"/>
          </ac:graphicFrameMkLst>
        </pc:graphicFrameChg>
        <pc:graphicFrameChg chg="add del mod">
          <ac:chgData name="Mohammed Naseer Sihanas" userId="baf10d46-ca0e-4f93-8b9a-bd1fa4bc7e8f" providerId="ADAL" clId="{FEDFFAA2-E7D6-429A-A6B2-148B5B10B818}" dt="2025-02-23T05:12:37.415" v="3329" actId="478"/>
          <ac:graphicFrameMkLst>
            <pc:docMk/>
            <pc:sldMk cId="1372729252" sldId="370"/>
            <ac:graphicFrameMk id="31" creationId="{1E04593B-A6E9-F3F7-E43F-E811BD70E3D6}"/>
          </ac:graphicFrameMkLst>
        </pc:graphicFrameChg>
        <pc:graphicFrameChg chg="add del mod modGraphic">
          <ac:chgData name="Mohammed Naseer Sihanas" userId="baf10d46-ca0e-4f93-8b9a-bd1fa4bc7e8f" providerId="ADAL" clId="{FEDFFAA2-E7D6-429A-A6B2-148B5B10B818}" dt="2025-02-23T05:12:38.226" v="3332" actId="14100"/>
          <ac:graphicFrameMkLst>
            <pc:docMk/>
            <pc:sldMk cId="1372729252" sldId="370"/>
            <ac:graphicFrameMk id="32" creationId="{EFDA4E03-E03A-8699-5381-F005B527CC96}"/>
          </ac:graphicFrameMkLst>
        </pc:graphicFrameChg>
      </pc:sldChg>
      <pc:sldChg chg="addSp delSp modSp new mod">
        <pc:chgData name="Mohammed Naseer Sihanas" userId="baf10d46-ca0e-4f93-8b9a-bd1fa4bc7e8f" providerId="ADAL" clId="{FEDFFAA2-E7D6-429A-A6B2-148B5B10B818}" dt="2025-02-23T05:16:46.664" v="3382" actId="14734"/>
        <pc:sldMkLst>
          <pc:docMk/>
          <pc:sldMk cId="1730297890" sldId="370"/>
        </pc:sldMkLst>
        <pc:spChg chg="del">
          <ac:chgData name="Mohammed Naseer Sihanas" userId="baf10d46-ca0e-4f93-8b9a-bd1fa4bc7e8f" providerId="ADAL" clId="{FEDFFAA2-E7D6-429A-A6B2-148B5B10B818}" dt="2025-02-23T05:14:16.255" v="3350" actId="478"/>
          <ac:spMkLst>
            <pc:docMk/>
            <pc:sldMk cId="1730297890" sldId="370"/>
            <ac:spMk id="2" creationId="{54676130-88F6-C95F-A89F-ABC400320180}"/>
          </ac:spMkLst>
        </pc:spChg>
        <pc:spChg chg="del">
          <ac:chgData name="Mohammed Naseer Sihanas" userId="baf10d46-ca0e-4f93-8b9a-bd1fa4bc7e8f" providerId="ADAL" clId="{FEDFFAA2-E7D6-429A-A6B2-148B5B10B818}" dt="2025-02-23T05:14:17.375" v="3351" actId="478"/>
          <ac:spMkLst>
            <pc:docMk/>
            <pc:sldMk cId="1730297890" sldId="370"/>
            <ac:spMk id="3" creationId="{6A67726D-F235-EA6C-7083-304EC65C379B}"/>
          </ac:spMkLst>
        </pc:spChg>
        <pc:spChg chg="mod">
          <ac:chgData name="Mohammed Naseer Sihanas" userId="baf10d46-ca0e-4f93-8b9a-bd1fa4bc7e8f" providerId="ADAL" clId="{FEDFFAA2-E7D6-429A-A6B2-148B5B10B818}" dt="2025-02-23T05:14:12.999" v="3349" actId="403"/>
          <ac:spMkLst>
            <pc:docMk/>
            <pc:sldMk cId="1730297890" sldId="370"/>
            <ac:spMk id="6" creationId="{FD15EC2C-CBD3-548E-1A50-B7166AD0D648}"/>
          </ac:spMkLst>
        </pc:spChg>
        <pc:graphicFrameChg chg="add mod modGraphic">
          <ac:chgData name="Mohammed Naseer Sihanas" userId="baf10d46-ca0e-4f93-8b9a-bd1fa4bc7e8f" providerId="ADAL" clId="{FEDFFAA2-E7D6-429A-A6B2-148B5B10B818}" dt="2025-02-23T05:16:46.664" v="3382" actId="14734"/>
          <ac:graphicFrameMkLst>
            <pc:docMk/>
            <pc:sldMk cId="1730297890" sldId="370"/>
            <ac:graphicFrameMk id="7" creationId="{64E87A02-82A4-F611-C7C0-2DDCD39BBB36}"/>
          </ac:graphicFrameMkLst>
        </pc:graphicFrameChg>
      </pc:sldChg>
      <pc:sldMasterChg chg="modTransition modSldLayout">
        <pc:chgData name="Mohammed Naseer Sihanas" userId="baf10d46-ca0e-4f93-8b9a-bd1fa4bc7e8f" providerId="ADAL" clId="{FEDFFAA2-E7D6-429A-A6B2-148B5B10B818}" dt="2025-02-20T13:54:10.354" v="92"/>
        <pc:sldMasterMkLst>
          <pc:docMk/>
          <pc:sldMasterMk cId="1880927603" sldId="2147483660"/>
        </pc:sldMasterMkLst>
        <pc:sldLayoutChg chg="modTransition">
          <pc:chgData name="Mohammed Naseer Sihanas" userId="baf10d46-ca0e-4f93-8b9a-bd1fa4bc7e8f" providerId="ADAL" clId="{FEDFFAA2-E7D6-429A-A6B2-148B5B10B818}" dt="2025-02-20T13:54:10.354" v="92"/>
          <pc:sldLayoutMkLst>
            <pc:docMk/>
            <pc:sldMasterMk cId="1880927603" sldId="2147483660"/>
            <pc:sldLayoutMk cId="494970727" sldId="2147483661"/>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215007738" sldId="2147483662"/>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218369764" sldId="2147483663"/>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2937998992" sldId="2147483664"/>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222471060" sldId="2147483665"/>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508792161" sldId="2147483666"/>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3547306422" sldId="2147483667"/>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1436192745" sldId="2147483668"/>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454665329" sldId="2147483669"/>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245432501" sldId="2147483670"/>
          </pc:sldLayoutMkLst>
        </pc:sldLayoutChg>
        <pc:sldLayoutChg chg="modTransition">
          <pc:chgData name="Mohammed Naseer Sihanas" userId="baf10d46-ca0e-4f93-8b9a-bd1fa4bc7e8f" providerId="ADAL" clId="{FEDFFAA2-E7D6-429A-A6B2-148B5B10B818}" dt="2025-02-20T13:54:10.354" v="92"/>
          <pc:sldLayoutMkLst>
            <pc:docMk/>
            <pc:sldMasterMk cId="1880927603" sldId="2147483660"/>
            <pc:sldLayoutMk cId="631722381" sldId="2147483671"/>
          </pc:sldLayoutMkLst>
        </pc:sldLayoutChg>
      </pc:sldMaster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7.png"/><Relationship Id="rId7" Type="http://schemas.openxmlformats.org/officeDocument/2006/relationships/image" Target="../media/image28.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8.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7.png"/><Relationship Id="rId7" Type="http://schemas.openxmlformats.org/officeDocument/2006/relationships/image" Target="../media/image28.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8.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49B6BE-66E9-41B8-B968-50B086929DD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7FE5C0C-7AD0-4E23-A27D-454062D347F6}">
      <dgm:prSet custT="1"/>
      <dgm:spPr/>
      <dgm:t>
        <a:bodyPr/>
        <a:lstStyle/>
        <a:p>
          <a:r>
            <a:rPr lang="en-GB" sz="1800" b="1" dirty="0"/>
            <a:t>Research Question: </a:t>
          </a:r>
          <a:r>
            <a:rPr lang="en-GB" sz="1800" dirty="0"/>
            <a:t>Which object detection model (YOLOv8, Faster R-CNN, or SSD) achieves the highest accuracy in detecting Sri Lankan traffic signs, as measured by mean Average Precision (mAP) and F1-Score?</a:t>
          </a:r>
          <a:endParaRPr lang="en-US" sz="1800" dirty="0"/>
        </a:p>
      </dgm:t>
    </dgm:pt>
    <dgm:pt modelId="{0B27ACA8-5F9F-4F4E-A002-6224A6C9E6EB}" type="parTrans" cxnId="{648C86CE-C6B2-4021-9C8F-5AF22B41045D}">
      <dgm:prSet/>
      <dgm:spPr/>
      <dgm:t>
        <a:bodyPr/>
        <a:lstStyle/>
        <a:p>
          <a:endParaRPr lang="en-US"/>
        </a:p>
      </dgm:t>
    </dgm:pt>
    <dgm:pt modelId="{615AA2A3-CF86-402F-8897-6914A63D55E1}" type="sibTrans" cxnId="{648C86CE-C6B2-4021-9C8F-5AF22B41045D}">
      <dgm:prSet/>
      <dgm:spPr/>
      <dgm:t>
        <a:bodyPr/>
        <a:lstStyle/>
        <a:p>
          <a:endParaRPr lang="en-US"/>
        </a:p>
      </dgm:t>
    </dgm:pt>
    <dgm:pt modelId="{90163761-0A85-42A7-9409-57F6725EC04E}">
      <dgm:prSet custT="1"/>
      <dgm:spPr/>
      <dgm:t>
        <a:bodyPr/>
        <a:lstStyle/>
        <a:p>
          <a:r>
            <a:rPr lang="en-GB" sz="1800" b="1" dirty="0"/>
            <a:t>Alternative Hypothesis: </a:t>
          </a:r>
          <a:r>
            <a:rPr lang="en-GB" sz="1800" b="0" dirty="0"/>
            <a:t>Among the three models YOLOv8 would achieve the highest combined performance based on mAP and F1-Score</a:t>
          </a:r>
          <a:r>
            <a:rPr lang="en-GB" sz="1800" dirty="0"/>
            <a:t>.</a:t>
          </a:r>
          <a:endParaRPr lang="en-US" sz="1800" dirty="0"/>
        </a:p>
      </dgm:t>
    </dgm:pt>
    <dgm:pt modelId="{D16AFF84-A41D-4D35-A2C3-9B3000E2831D}" type="parTrans" cxnId="{81D0611C-C58C-4294-97D1-0621E653EEAA}">
      <dgm:prSet/>
      <dgm:spPr/>
      <dgm:t>
        <a:bodyPr/>
        <a:lstStyle/>
        <a:p>
          <a:endParaRPr lang="en-US"/>
        </a:p>
      </dgm:t>
    </dgm:pt>
    <dgm:pt modelId="{C2736A3F-E0EE-443F-81B5-580EB966DB14}" type="sibTrans" cxnId="{81D0611C-C58C-4294-97D1-0621E653EEAA}">
      <dgm:prSet/>
      <dgm:spPr/>
      <dgm:t>
        <a:bodyPr/>
        <a:lstStyle/>
        <a:p>
          <a:endParaRPr lang="en-US"/>
        </a:p>
      </dgm:t>
    </dgm:pt>
    <dgm:pt modelId="{79D4A276-2184-4042-8EF2-1EFA3679897E}">
      <dgm:prSet custT="1"/>
      <dgm:spPr/>
      <dgm:t>
        <a:bodyPr/>
        <a:lstStyle/>
        <a:p>
          <a:r>
            <a:rPr lang="en-GB" sz="1800" b="1" dirty="0"/>
            <a:t>Dependent Variables: </a:t>
          </a:r>
          <a:r>
            <a:rPr lang="en-GB" sz="1800" dirty="0"/>
            <a:t>Mean Average Precision (mAP) (the accuracy of the models), F1-Score.</a:t>
          </a:r>
          <a:endParaRPr lang="en-US" sz="1800" dirty="0"/>
        </a:p>
      </dgm:t>
    </dgm:pt>
    <dgm:pt modelId="{25EE2046-C99C-4FEF-B828-AE4152393A82}" type="parTrans" cxnId="{A4B268D3-E661-49CB-8E7A-5013D0B14DE5}">
      <dgm:prSet/>
      <dgm:spPr/>
      <dgm:t>
        <a:bodyPr/>
        <a:lstStyle/>
        <a:p>
          <a:endParaRPr lang="en-US"/>
        </a:p>
      </dgm:t>
    </dgm:pt>
    <dgm:pt modelId="{A934016C-F4B1-4EB7-BC2A-956E8B5900E8}" type="sibTrans" cxnId="{A4B268D3-E661-49CB-8E7A-5013D0B14DE5}">
      <dgm:prSet/>
      <dgm:spPr/>
      <dgm:t>
        <a:bodyPr/>
        <a:lstStyle/>
        <a:p>
          <a:endParaRPr lang="en-US"/>
        </a:p>
      </dgm:t>
    </dgm:pt>
    <dgm:pt modelId="{B583F818-6B9A-4915-9FA0-C0764722FA50}">
      <dgm:prSet custT="1"/>
      <dgm:spPr/>
      <dgm:t>
        <a:bodyPr/>
        <a:lstStyle/>
        <a:p>
          <a:r>
            <a:rPr lang="en-GB" sz="1800" b="1" dirty="0"/>
            <a:t>Independent Variable: </a:t>
          </a:r>
          <a:r>
            <a:rPr lang="en-GB" sz="1800" dirty="0"/>
            <a:t>The object detection model used (YOLOv8, Faster R-CNN, SSD).</a:t>
          </a:r>
          <a:endParaRPr lang="en-US" sz="1800" dirty="0"/>
        </a:p>
      </dgm:t>
    </dgm:pt>
    <dgm:pt modelId="{AE242D15-4FC2-4D6F-B298-38C0B3625317}" type="parTrans" cxnId="{D44D92BA-A063-495B-9E66-3417E4350A08}">
      <dgm:prSet/>
      <dgm:spPr/>
      <dgm:t>
        <a:bodyPr/>
        <a:lstStyle/>
        <a:p>
          <a:endParaRPr lang="en-US"/>
        </a:p>
      </dgm:t>
    </dgm:pt>
    <dgm:pt modelId="{FC8A2118-1FAC-4C81-9C35-71504E5033A7}" type="sibTrans" cxnId="{D44D92BA-A063-495B-9E66-3417E4350A08}">
      <dgm:prSet/>
      <dgm:spPr/>
      <dgm:t>
        <a:bodyPr/>
        <a:lstStyle/>
        <a:p>
          <a:endParaRPr lang="en-US"/>
        </a:p>
      </dgm:t>
    </dgm:pt>
    <dgm:pt modelId="{4F96B24E-7909-4063-A9CB-BC877B2AA1DE}" type="pres">
      <dgm:prSet presAssocID="{0749B6BE-66E9-41B8-B968-50B086929DDD}" presName="root" presStyleCnt="0">
        <dgm:presLayoutVars>
          <dgm:dir/>
          <dgm:resizeHandles val="exact"/>
        </dgm:presLayoutVars>
      </dgm:prSet>
      <dgm:spPr/>
    </dgm:pt>
    <dgm:pt modelId="{744A7F09-F446-4796-9AB9-6E7BD3DDE0AA}" type="pres">
      <dgm:prSet presAssocID="{67FE5C0C-7AD0-4E23-A27D-454062D347F6}" presName="compNode" presStyleCnt="0"/>
      <dgm:spPr/>
    </dgm:pt>
    <dgm:pt modelId="{97143002-AE67-4D31-8271-CC9AF313025F}" type="pres">
      <dgm:prSet presAssocID="{67FE5C0C-7AD0-4E23-A27D-454062D347F6}" presName="bgRect" presStyleLbl="bgShp" presStyleIdx="0" presStyleCnt="4"/>
      <dgm:spPr/>
    </dgm:pt>
    <dgm:pt modelId="{6E8E8762-9763-4D8E-95DB-754DF54BB1D6}" type="pres">
      <dgm:prSet presAssocID="{67FE5C0C-7AD0-4E23-A27D-454062D347F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FE93E85A-EF34-4FE1-8765-9E3DCCF2CF78}" type="pres">
      <dgm:prSet presAssocID="{67FE5C0C-7AD0-4E23-A27D-454062D347F6}" presName="spaceRect" presStyleCnt="0"/>
      <dgm:spPr/>
    </dgm:pt>
    <dgm:pt modelId="{17786B62-97AA-4682-91AB-0F00F407708F}" type="pres">
      <dgm:prSet presAssocID="{67FE5C0C-7AD0-4E23-A27D-454062D347F6}" presName="parTx" presStyleLbl="revTx" presStyleIdx="0" presStyleCnt="4">
        <dgm:presLayoutVars>
          <dgm:chMax val="0"/>
          <dgm:chPref val="0"/>
        </dgm:presLayoutVars>
      </dgm:prSet>
      <dgm:spPr/>
    </dgm:pt>
    <dgm:pt modelId="{6247910B-BE8E-4FD6-B98A-7A2BB29A6083}" type="pres">
      <dgm:prSet presAssocID="{615AA2A3-CF86-402F-8897-6914A63D55E1}" presName="sibTrans" presStyleCnt="0"/>
      <dgm:spPr/>
    </dgm:pt>
    <dgm:pt modelId="{5D94B75E-2567-4DF8-A463-CB21D76397E6}" type="pres">
      <dgm:prSet presAssocID="{90163761-0A85-42A7-9409-57F6725EC04E}" presName="compNode" presStyleCnt="0"/>
      <dgm:spPr/>
    </dgm:pt>
    <dgm:pt modelId="{BF3DE9F4-9788-4009-BFAB-32247239BDDF}" type="pres">
      <dgm:prSet presAssocID="{90163761-0A85-42A7-9409-57F6725EC04E}" presName="bgRect" presStyleLbl="bgShp" presStyleIdx="1" presStyleCnt="4"/>
      <dgm:spPr/>
    </dgm:pt>
    <dgm:pt modelId="{628495E3-C973-4ABA-8739-81AA58D8FE00}" type="pres">
      <dgm:prSet presAssocID="{90163761-0A85-42A7-9409-57F6725EC04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644AD379-E2E8-4019-AE49-C97E3C830A22}" type="pres">
      <dgm:prSet presAssocID="{90163761-0A85-42A7-9409-57F6725EC04E}" presName="spaceRect" presStyleCnt="0"/>
      <dgm:spPr/>
    </dgm:pt>
    <dgm:pt modelId="{039A3EC0-60AC-4DB7-96F1-9C37F4C370BB}" type="pres">
      <dgm:prSet presAssocID="{90163761-0A85-42A7-9409-57F6725EC04E}" presName="parTx" presStyleLbl="revTx" presStyleIdx="1" presStyleCnt="4">
        <dgm:presLayoutVars>
          <dgm:chMax val="0"/>
          <dgm:chPref val="0"/>
        </dgm:presLayoutVars>
      </dgm:prSet>
      <dgm:spPr/>
    </dgm:pt>
    <dgm:pt modelId="{08ECEBE6-5FE2-4B89-9628-966BF1E9D1C0}" type="pres">
      <dgm:prSet presAssocID="{C2736A3F-E0EE-443F-81B5-580EB966DB14}" presName="sibTrans" presStyleCnt="0"/>
      <dgm:spPr/>
    </dgm:pt>
    <dgm:pt modelId="{B22758BA-16DD-459E-9DE3-41FF140A678E}" type="pres">
      <dgm:prSet presAssocID="{79D4A276-2184-4042-8EF2-1EFA3679897E}" presName="compNode" presStyleCnt="0"/>
      <dgm:spPr/>
    </dgm:pt>
    <dgm:pt modelId="{366699F3-B855-4D7C-944C-5597F9CD2120}" type="pres">
      <dgm:prSet presAssocID="{79D4A276-2184-4042-8EF2-1EFA3679897E}" presName="bgRect" presStyleLbl="bgShp" presStyleIdx="2" presStyleCnt="4"/>
      <dgm:spPr/>
    </dgm:pt>
    <dgm:pt modelId="{C7847271-7996-4E42-9DF1-72C0959F5222}" type="pres">
      <dgm:prSet presAssocID="{79D4A276-2184-4042-8EF2-1EFA3679897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arget"/>
        </a:ext>
      </dgm:extLst>
    </dgm:pt>
    <dgm:pt modelId="{378C0A54-C72F-4200-9C78-D01D414C8A2D}" type="pres">
      <dgm:prSet presAssocID="{79D4A276-2184-4042-8EF2-1EFA3679897E}" presName="spaceRect" presStyleCnt="0"/>
      <dgm:spPr/>
    </dgm:pt>
    <dgm:pt modelId="{891954BE-5253-4AE9-8851-AAB8AA470CC6}" type="pres">
      <dgm:prSet presAssocID="{79D4A276-2184-4042-8EF2-1EFA3679897E}" presName="parTx" presStyleLbl="revTx" presStyleIdx="2" presStyleCnt="4">
        <dgm:presLayoutVars>
          <dgm:chMax val="0"/>
          <dgm:chPref val="0"/>
        </dgm:presLayoutVars>
      </dgm:prSet>
      <dgm:spPr/>
    </dgm:pt>
    <dgm:pt modelId="{D7505023-A504-4C8C-B1D3-D90035377CA5}" type="pres">
      <dgm:prSet presAssocID="{A934016C-F4B1-4EB7-BC2A-956E8B5900E8}" presName="sibTrans" presStyleCnt="0"/>
      <dgm:spPr/>
    </dgm:pt>
    <dgm:pt modelId="{BEB40061-77C6-47BE-92CF-B923981AFD6E}" type="pres">
      <dgm:prSet presAssocID="{B583F818-6B9A-4915-9FA0-C0764722FA50}" presName="compNode" presStyleCnt="0"/>
      <dgm:spPr/>
    </dgm:pt>
    <dgm:pt modelId="{B3F8C14D-B2C8-4923-9C41-6CAE57B9724B}" type="pres">
      <dgm:prSet presAssocID="{B583F818-6B9A-4915-9FA0-C0764722FA50}" presName="bgRect" presStyleLbl="bgShp" presStyleIdx="3" presStyleCnt="4"/>
      <dgm:spPr/>
    </dgm:pt>
    <dgm:pt modelId="{033D3D7B-865F-4133-85E2-A84D203B9F66}" type="pres">
      <dgm:prSet presAssocID="{B583F818-6B9A-4915-9FA0-C0764722FA5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emote control"/>
        </a:ext>
      </dgm:extLst>
    </dgm:pt>
    <dgm:pt modelId="{E497CDDC-9BC8-4C44-AB15-5689347BE5E6}" type="pres">
      <dgm:prSet presAssocID="{B583F818-6B9A-4915-9FA0-C0764722FA50}" presName="spaceRect" presStyleCnt="0"/>
      <dgm:spPr/>
    </dgm:pt>
    <dgm:pt modelId="{EB9B0A1D-49CC-4ECD-BB51-6F3F57987BA8}" type="pres">
      <dgm:prSet presAssocID="{B583F818-6B9A-4915-9FA0-C0764722FA50}" presName="parTx" presStyleLbl="revTx" presStyleIdx="3" presStyleCnt="4">
        <dgm:presLayoutVars>
          <dgm:chMax val="0"/>
          <dgm:chPref val="0"/>
        </dgm:presLayoutVars>
      </dgm:prSet>
      <dgm:spPr/>
    </dgm:pt>
  </dgm:ptLst>
  <dgm:cxnLst>
    <dgm:cxn modelId="{81D0611C-C58C-4294-97D1-0621E653EEAA}" srcId="{0749B6BE-66E9-41B8-B968-50B086929DDD}" destId="{90163761-0A85-42A7-9409-57F6725EC04E}" srcOrd="1" destOrd="0" parTransId="{D16AFF84-A41D-4D35-A2C3-9B3000E2831D}" sibTransId="{C2736A3F-E0EE-443F-81B5-580EB966DB14}"/>
    <dgm:cxn modelId="{4C85AE66-10A5-4D16-B123-AC9BB29390BF}" type="presOf" srcId="{0749B6BE-66E9-41B8-B968-50B086929DDD}" destId="{4F96B24E-7909-4063-A9CB-BC877B2AA1DE}" srcOrd="0" destOrd="0" presId="urn:microsoft.com/office/officeart/2018/2/layout/IconVerticalSolidList"/>
    <dgm:cxn modelId="{261426A1-B334-44ED-AAF9-F0492A5FDA39}" type="presOf" srcId="{79D4A276-2184-4042-8EF2-1EFA3679897E}" destId="{891954BE-5253-4AE9-8851-AAB8AA470CC6}" srcOrd="0" destOrd="0" presId="urn:microsoft.com/office/officeart/2018/2/layout/IconVerticalSolidList"/>
    <dgm:cxn modelId="{D44D92BA-A063-495B-9E66-3417E4350A08}" srcId="{0749B6BE-66E9-41B8-B968-50B086929DDD}" destId="{B583F818-6B9A-4915-9FA0-C0764722FA50}" srcOrd="3" destOrd="0" parTransId="{AE242D15-4FC2-4D6F-B298-38C0B3625317}" sibTransId="{FC8A2118-1FAC-4C81-9C35-71504E5033A7}"/>
    <dgm:cxn modelId="{49BF1EC0-1310-4C32-9587-9963CD6FA5D1}" type="presOf" srcId="{67FE5C0C-7AD0-4E23-A27D-454062D347F6}" destId="{17786B62-97AA-4682-91AB-0F00F407708F}" srcOrd="0" destOrd="0" presId="urn:microsoft.com/office/officeart/2018/2/layout/IconVerticalSolidList"/>
    <dgm:cxn modelId="{AE865FC2-F74D-41FC-9F91-D424BFD7EBEA}" type="presOf" srcId="{90163761-0A85-42A7-9409-57F6725EC04E}" destId="{039A3EC0-60AC-4DB7-96F1-9C37F4C370BB}" srcOrd="0" destOrd="0" presId="urn:microsoft.com/office/officeart/2018/2/layout/IconVerticalSolidList"/>
    <dgm:cxn modelId="{648C86CE-C6B2-4021-9C8F-5AF22B41045D}" srcId="{0749B6BE-66E9-41B8-B968-50B086929DDD}" destId="{67FE5C0C-7AD0-4E23-A27D-454062D347F6}" srcOrd="0" destOrd="0" parTransId="{0B27ACA8-5F9F-4F4E-A002-6224A6C9E6EB}" sibTransId="{615AA2A3-CF86-402F-8897-6914A63D55E1}"/>
    <dgm:cxn modelId="{A4B268D3-E661-49CB-8E7A-5013D0B14DE5}" srcId="{0749B6BE-66E9-41B8-B968-50B086929DDD}" destId="{79D4A276-2184-4042-8EF2-1EFA3679897E}" srcOrd="2" destOrd="0" parTransId="{25EE2046-C99C-4FEF-B828-AE4152393A82}" sibTransId="{A934016C-F4B1-4EB7-BC2A-956E8B5900E8}"/>
    <dgm:cxn modelId="{E8974DDB-6198-4F33-8C74-BF094D401CD9}" type="presOf" srcId="{B583F818-6B9A-4915-9FA0-C0764722FA50}" destId="{EB9B0A1D-49CC-4ECD-BB51-6F3F57987BA8}" srcOrd="0" destOrd="0" presId="urn:microsoft.com/office/officeart/2018/2/layout/IconVerticalSolidList"/>
    <dgm:cxn modelId="{0C08FF83-C316-47CA-8236-7CF79FC99E78}" type="presParOf" srcId="{4F96B24E-7909-4063-A9CB-BC877B2AA1DE}" destId="{744A7F09-F446-4796-9AB9-6E7BD3DDE0AA}" srcOrd="0" destOrd="0" presId="urn:microsoft.com/office/officeart/2018/2/layout/IconVerticalSolidList"/>
    <dgm:cxn modelId="{72470AD0-3438-4E51-9371-06152A850E62}" type="presParOf" srcId="{744A7F09-F446-4796-9AB9-6E7BD3DDE0AA}" destId="{97143002-AE67-4D31-8271-CC9AF313025F}" srcOrd="0" destOrd="0" presId="urn:microsoft.com/office/officeart/2018/2/layout/IconVerticalSolidList"/>
    <dgm:cxn modelId="{EEA2B9CF-8D50-4411-9012-7F41EDD15186}" type="presParOf" srcId="{744A7F09-F446-4796-9AB9-6E7BD3DDE0AA}" destId="{6E8E8762-9763-4D8E-95DB-754DF54BB1D6}" srcOrd="1" destOrd="0" presId="urn:microsoft.com/office/officeart/2018/2/layout/IconVerticalSolidList"/>
    <dgm:cxn modelId="{0F3DA80A-C8BC-4378-9604-1C5110ACD7C2}" type="presParOf" srcId="{744A7F09-F446-4796-9AB9-6E7BD3DDE0AA}" destId="{FE93E85A-EF34-4FE1-8765-9E3DCCF2CF78}" srcOrd="2" destOrd="0" presId="urn:microsoft.com/office/officeart/2018/2/layout/IconVerticalSolidList"/>
    <dgm:cxn modelId="{43F0746A-3D2B-4862-A78A-A7356EDB03E4}" type="presParOf" srcId="{744A7F09-F446-4796-9AB9-6E7BD3DDE0AA}" destId="{17786B62-97AA-4682-91AB-0F00F407708F}" srcOrd="3" destOrd="0" presId="urn:microsoft.com/office/officeart/2018/2/layout/IconVerticalSolidList"/>
    <dgm:cxn modelId="{19A2582A-66B3-4794-A09B-0AC41380CE06}" type="presParOf" srcId="{4F96B24E-7909-4063-A9CB-BC877B2AA1DE}" destId="{6247910B-BE8E-4FD6-B98A-7A2BB29A6083}" srcOrd="1" destOrd="0" presId="urn:microsoft.com/office/officeart/2018/2/layout/IconVerticalSolidList"/>
    <dgm:cxn modelId="{7F53DBE5-F782-4960-8BD0-A3DF7F3804D0}" type="presParOf" srcId="{4F96B24E-7909-4063-A9CB-BC877B2AA1DE}" destId="{5D94B75E-2567-4DF8-A463-CB21D76397E6}" srcOrd="2" destOrd="0" presId="urn:microsoft.com/office/officeart/2018/2/layout/IconVerticalSolidList"/>
    <dgm:cxn modelId="{32FAF584-8E2B-4F48-A2D9-5C4A62C99040}" type="presParOf" srcId="{5D94B75E-2567-4DF8-A463-CB21D76397E6}" destId="{BF3DE9F4-9788-4009-BFAB-32247239BDDF}" srcOrd="0" destOrd="0" presId="urn:microsoft.com/office/officeart/2018/2/layout/IconVerticalSolidList"/>
    <dgm:cxn modelId="{8ADB1BE8-2241-4172-86BA-E4BD07B38777}" type="presParOf" srcId="{5D94B75E-2567-4DF8-A463-CB21D76397E6}" destId="{628495E3-C973-4ABA-8739-81AA58D8FE00}" srcOrd="1" destOrd="0" presId="urn:microsoft.com/office/officeart/2018/2/layout/IconVerticalSolidList"/>
    <dgm:cxn modelId="{62739408-91F9-4060-B4AF-B2335ABA8000}" type="presParOf" srcId="{5D94B75E-2567-4DF8-A463-CB21D76397E6}" destId="{644AD379-E2E8-4019-AE49-C97E3C830A22}" srcOrd="2" destOrd="0" presId="urn:microsoft.com/office/officeart/2018/2/layout/IconVerticalSolidList"/>
    <dgm:cxn modelId="{C70594D4-726A-4B21-A1B7-C7B5E558864E}" type="presParOf" srcId="{5D94B75E-2567-4DF8-A463-CB21D76397E6}" destId="{039A3EC0-60AC-4DB7-96F1-9C37F4C370BB}" srcOrd="3" destOrd="0" presId="urn:microsoft.com/office/officeart/2018/2/layout/IconVerticalSolidList"/>
    <dgm:cxn modelId="{D4E8D417-061B-47F3-8948-1D201CF5B27D}" type="presParOf" srcId="{4F96B24E-7909-4063-A9CB-BC877B2AA1DE}" destId="{08ECEBE6-5FE2-4B89-9628-966BF1E9D1C0}" srcOrd="3" destOrd="0" presId="urn:microsoft.com/office/officeart/2018/2/layout/IconVerticalSolidList"/>
    <dgm:cxn modelId="{431EE49B-C973-427A-A43F-45E63D1DAAB7}" type="presParOf" srcId="{4F96B24E-7909-4063-A9CB-BC877B2AA1DE}" destId="{B22758BA-16DD-459E-9DE3-41FF140A678E}" srcOrd="4" destOrd="0" presId="urn:microsoft.com/office/officeart/2018/2/layout/IconVerticalSolidList"/>
    <dgm:cxn modelId="{395D639A-0697-4857-B279-99B7734297E4}" type="presParOf" srcId="{B22758BA-16DD-459E-9DE3-41FF140A678E}" destId="{366699F3-B855-4D7C-944C-5597F9CD2120}" srcOrd="0" destOrd="0" presId="urn:microsoft.com/office/officeart/2018/2/layout/IconVerticalSolidList"/>
    <dgm:cxn modelId="{50E67ACB-C19F-45F2-AFC1-D7BC11870C67}" type="presParOf" srcId="{B22758BA-16DD-459E-9DE3-41FF140A678E}" destId="{C7847271-7996-4E42-9DF1-72C0959F5222}" srcOrd="1" destOrd="0" presId="urn:microsoft.com/office/officeart/2018/2/layout/IconVerticalSolidList"/>
    <dgm:cxn modelId="{D9067A20-597A-4434-A3C6-4259FDA7D8C6}" type="presParOf" srcId="{B22758BA-16DD-459E-9DE3-41FF140A678E}" destId="{378C0A54-C72F-4200-9C78-D01D414C8A2D}" srcOrd="2" destOrd="0" presId="urn:microsoft.com/office/officeart/2018/2/layout/IconVerticalSolidList"/>
    <dgm:cxn modelId="{47008F3B-33D5-4D39-A2DB-D6E803843AEC}" type="presParOf" srcId="{B22758BA-16DD-459E-9DE3-41FF140A678E}" destId="{891954BE-5253-4AE9-8851-AAB8AA470CC6}" srcOrd="3" destOrd="0" presId="urn:microsoft.com/office/officeart/2018/2/layout/IconVerticalSolidList"/>
    <dgm:cxn modelId="{787C95BD-005A-4F23-BFC2-5DB4D3175226}" type="presParOf" srcId="{4F96B24E-7909-4063-A9CB-BC877B2AA1DE}" destId="{D7505023-A504-4C8C-B1D3-D90035377CA5}" srcOrd="5" destOrd="0" presId="urn:microsoft.com/office/officeart/2018/2/layout/IconVerticalSolidList"/>
    <dgm:cxn modelId="{CDD5BC41-488D-47E7-BF26-6AA9DEC7B259}" type="presParOf" srcId="{4F96B24E-7909-4063-A9CB-BC877B2AA1DE}" destId="{BEB40061-77C6-47BE-92CF-B923981AFD6E}" srcOrd="6" destOrd="0" presId="urn:microsoft.com/office/officeart/2018/2/layout/IconVerticalSolidList"/>
    <dgm:cxn modelId="{35E8872F-BE90-4D09-879C-8BA31D500EC8}" type="presParOf" srcId="{BEB40061-77C6-47BE-92CF-B923981AFD6E}" destId="{B3F8C14D-B2C8-4923-9C41-6CAE57B9724B}" srcOrd="0" destOrd="0" presId="urn:microsoft.com/office/officeart/2018/2/layout/IconVerticalSolidList"/>
    <dgm:cxn modelId="{8CD1C42D-C655-4F21-83C3-A4B61A12ACC5}" type="presParOf" srcId="{BEB40061-77C6-47BE-92CF-B923981AFD6E}" destId="{033D3D7B-865F-4133-85E2-A84D203B9F66}" srcOrd="1" destOrd="0" presId="urn:microsoft.com/office/officeart/2018/2/layout/IconVerticalSolidList"/>
    <dgm:cxn modelId="{079BDAEA-FA0D-4EE6-9248-F01810D5002D}" type="presParOf" srcId="{BEB40061-77C6-47BE-92CF-B923981AFD6E}" destId="{E497CDDC-9BC8-4C44-AB15-5689347BE5E6}" srcOrd="2" destOrd="0" presId="urn:microsoft.com/office/officeart/2018/2/layout/IconVerticalSolidList"/>
    <dgm:cxn modelId="{CE2CD988-5A44-4EAA-8E63-80857E288104}" type="presParOf" srcId="{BEB40061-77C6-47BE-92CF-B923981AFD6E}" destId="{EB9B0A1D-49CC-4ECD-BB51-6F3F57987BA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AB2F0F-03F8-42D0-B937-2FE45B76C92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AE7615B-5298-4ADB-B2E4-F4A563D53D6C}">
      <dgm:prSet/>
      <dgm:spPr/>
      <dgm:t>
        <a:bodyPr/>
        <a:lstStyle/>
        <a:p>
          <a:r>
            <a:rPr lang="en-US" b="1"/>
            <a:t>Research Design: </a:t>
          </a:r>
          <a:r>
            <a:rPr lang="en-US"/>
            <a:t>Quantitative research.</a:t>
          </a:r>
        </a:p>
      </dgm:t>
    </dgm:pt>
    <dgm:pt modelId="{1E55C14F-5C7B-4FC1-BB51-B1286E7DBA12}" type="parTrans" cxnId="{19DD90A3-9A5F-46FD-B290-B2ABD4692175}">
      <dgm:prSet/>
      <dgm:spPr/>
      <dgm:t>
        <a:bodyPr/>
        <a:lstStyle/>
        <a:p>
          <a:endParaRPr lang="en-US"/>
        </a:p>
      </dgm:t>
    </dgm:pt>
    <dgm:pt modelId="{9C109265-028B-46DB-B239-AF91CE8601B6}" type="sibTrans" cxnId="{19DD90A3-9A5F-46FD-B290-B2ABD4692175}">
      <dgm:prSet/>
      <dgm:spPr/>
      <dgm:t>
        <a:bodyPr/>
        <a:lstStyle/>
        <a:p>
          <a:endParaRPr lang="en-US"/>
        </a:p>
      </dgm:t>
    </dgm:pt>
    <dgm:pt modelId="{36FAD6C7-282B-4BA2-8624-C5B8587CD749}">
      <dgm:prSet/>
      <dgm:spPr/>
      <dgm:t>
        <a:bodyPr/>
        <a:lstStyle/>
        <a:p>
          <a:pPr>
            <a:lnSpc>
              <a:spcPct val="100000"/>
            </a:lnSpc>
          </a:pPr>
          <a:r>
            <a:rPr lang="en-US" b="1" dirty="0"/>
            <a:t>Data Collection Method:</a:t>
          </a:r>
          <a:r>
            <a:rPr lang="en-US" dirty="0"/>
            <a:t> Secondary dataset (Sri Lankan traffic sign dataset).</a:t>
          </a:r>
        </a:p>
      </dgm:t>
    </dgm:pt>
    <dgm:pt modelId="{55F85FDD-3078-49BA-9EAF-0BC1DF624AC9}" type="parTrans" cxnId="{31030617-0687-4FF0-9407-29A4684D887A}">
      <dgm:prSet/>
      <dgm:spPr/>
      <dgm:t>
        <a:bodyPr/>
        <a:lstStyle/>
        <a:p>
          <a:endParaRPr lang="en-US"/>
        </a:p>
      </dgm:t>
    </dgm:pt>
    <dgm:pt modelId="{308D2B13-9DA6-487F-82E8-D11A9CAAAB3F}" type="sibTrans" cxnId="{31030617-0687-4FF0-9407-29A4684D887A}">
      <dgm:prSet/>
      <dgm:spPr/>
      <dgm:t>
        <a:bodyPr/>
        <a:lstStyle/>
        <a:p>
          <a:endParaRPr lang="en-US"/>
        </a:p>
      </dgm:t>
    </dgm:pt>
    <dgm:pt modelId="{ACCC5C0F-2575-42DD-9612-41748D33C0F2}">
      <dgm:prSet/>
      <dgm:spPr/>
      <dgm:t>
        <a:bodyPr/>
        <a:lstStyle/>
        <a:p>
          <a:pPr>
            <a:lnSpc>
              <a:spcPct val="100000"/>
            </a:lnSpc>
          </a:pPr>
          <a:r>
            <a:rPr lang="en-GB" b="1" dirty="0"/>
            <a:t>Evaluation Approach:</a:t>
          </a:r>
          <a:r>
            <a:rPr lang="en-GB" dirty="0"/>
            <a:t> Analyze the performance of YOLOv8, Faster R-CNN, and SSD. Use mean Average Precision (mAP) and F1-Score as the key evaluation metric.</a:t>
          </a:r>
          <a:endParaRPr lang="en-US" dirty="0"/>
        </a:p>
      </dgm:t>
    </dgm:pt>
    <dgm:pt modelId="{50766B87-6DE3-4D64-99A3-58279C6F2DFA}" type="parTrans" cxnId="{9CE61A80-26B0-46ED-9F72-133ED9E91BC3}">
      <dgm:prSet/>
      <dgm:spPr/>
      <dgm:t>
        <a:bodyPr/>
        <a:lstStyle/>
        <a:p>
          <a:endParaRPr lang="en-US"/>
        </a:p>
      </dgm:t>
    </dgm:pt>
    <dgm:pt modelId="{975AFDCC-BFF6-4A72-9E4C-F27C1BBC869D}" type="sibTrans" cxnId="{9CE61A80-26B0-46ED-9F72-133ED9E91BC3}">
      <dgm:prSet/>
      <dgm:spPr/>
      <dgm:t>
        <a:bodyPr/>
        <a:lstStyle/>
        <a:p>
          <a:endParaRPr lang="en-US"/>
        </a:p>
      </dgm:t>
    </dgm:pt>
    <dgm:pt modelId="{47706DCD-C260-42E6-8F14-FDBE4AC54C24}">
      <dgm:prSet/>
      <dgm:spPr/>
      <dgm:t>
        <a:bodyPr/>
        <a:lstStyle/>
        <a:p>
          <a:pPr>
            <a:lnSpc>
              <a:spcPct val="100000"/>
            </a:lnSpc>
          </a:pPr>
          <a:r>
            <a:rPr lang="en-GB" b="1" dirty="0"/>
            <a:t>Comparison &amp; Analysis: </a:t>
          </a:r>
          <a:r>
            <a:rPr lang="en-GB" dirty="0"/>
            <a:t>Compare the models based on mAP and F1 scores. Identify the most effective model for Sri Lankan traffic sign detection.</a:t>
          </a:r>
          <a:endParaRPr lang="en-US" dirty="0"/>
        </a:p>
      </dgm:t>
    </dgm:pt>
    <dgm:pt modelId="{B1119F53-6FB0-4850-957D-C1BA30FAD2D6}" type="parTrans" cxnId="{BB7F7689-9461-4435-9FEA-C1216B6ABC4A}">
      <dgm:prSet/>
      <dgm:spPr/>
      <dgm:t>
        <a:bodyPr/>
        <a:lstStyle/>
        <a:p>
          <a:endParaRPr lang="en-US"/>
        </a:p>
      </dgm:t>
    </dgm:pt>
    <dgm:pt modelId="{BCC00EA9-686A-4472-86CD-AFA344259A20}" type="sibTrans" cxnId="{BB7F7689-9461-4435-9FEA-C1216B6ABC4A}">
      <dgm:prSet/>
      <dgm:spPr/>
      <dgm:t>
        <a:bodyPr/>
        <a:lstStyle/>
        <a:p>
          <a:endParaRPr lang="en-US"/>
        </a:p>
      </dgm:t>
    </dgm:pt>
    <dgm:pt modelId="{C498FF5F-DCC6-4BDD-BE54-4F56F05B1D94}" type="pres">
      <dgm:prSet presAssocID="{CDAB2F0F-03F8-42D0-B937-2FE45B76C92D}" presName="root" presStyleCnt="0">
        <dgm:presLayoutVars>
          <dgm:dir/>
          <dgm:resizeHandles val="exact"/>
        </dgm:presLayoutVars>
      </dgm:prSet>
      <dgm:spPr/>
    </dgm:pt>
    <dgm:pt modelId="{6C35D966-D0FF-43BB-9038-F31781BC4148}" type="pres">
      <dgm:prSet presAssocID="{4AE7615B-5298-4ADB-B2E4-F4A563D53D6C}" presName="compNode" presStyleCnt="0"/>
      <dgm:spPr/>
    </dgm:pt>
    <dgm:pt modelId="{9BAEC651-D450-49B6-9809-E09B52EA1620}" type="pres">
      <dgm:prSet presAssocID="{4AE7615B-5298-4ADB-B2E4-F4A563D53D6C}" presName="bgRect" presStyleLbl="bgShp" presStyleIdx="0" presStyleCnt="4"/>
      <dgm:spPr/>
    </dgm:pt>
    <dgm:pt modelId="{6AAA4F4D-6CC7-468F-9A29-6EA41BD275A6}" type="pres">
      <dgm:prSet presAssocID="{4AE7615B-5298-4ADB-B2E4-F4A563D53D6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eatre"/>
        </a:ext>
      </dgm:extLst>
    </dgm:pt>
    <dgm:pt modelId="{E23A66CD-CE52-401E-997C-3A1398F67BC7}" type="pres">
      <dgm:prSet presAssocID="{4AE7615B-5298-4ADB-B2E4-F4A563D53D6C}" presName="spaceRect" presStyleCnt="0"/>
      <dgm:spPr/>
    </dgm:pt>
    <dgm:pt modelId="{B20D763D-A7AD-4779-8B1E-858A25BFC4CC}" type="pres">
      <dgm:prSet presAssocID="{4AE7615B-5298-4ADB-B2E4-F4A563D53D6C}" presName="parTx" presStyleLbl="revTx" presStyleIdx="0" presStyleCnt="4">
        <dgm:presLayoutVars>
          <dgm:chMax val="0"/>
          <dgm:chPref val="0"/>
        </dgm:presLayoutVars>
      </dgm:prSet>
      <dgm:spPr/>
    </dgm:pt>
    <dgm:pt modelId="{FE1805CB-1A4B-4B33-9581-C8E31C3FDA95}" type="pres">
      <dgm:prSet presAssocID="{9C109265-028B-46DB-B239-AF91CE8601B6}" presName="sibTrans" presStyleCnt="0"/>
      <dgm:spPr/>
    </dgm:pt>
    <dgm:pt modelId="{61A7E360-860D-482E-82FA-D0A38D4D6654}" type="pres">
      <dgm:prSet presAssocID="{36FAD6C7-282B-4BA2-8624-C5B8587CD749}" presName="compNode" presStyleCnt="0"/>
      <dgm:spPr/>
    </dgm:pt>
    <dgm:pt modelId="{627259BC-CA22-4EFF-9A09-7B0D613EDA0A}" type="pres">
      <dgm:prSet presAssocID="{36FAD6C7-282B-4BA2-8624-C5B8587CD749}" presName="bgRect" presStyleLbl="bgShp" presStyleIdx="1" presStyleCnt="4"/>
      <dgm:spPr/>
    </dgm:pt>
    <dgm:pt modelId="{A6D9CA4B-7987-4C6C-A1E2-C159B69F6B35}" type="pres">
      <dgm:prSet presAssocID="{36FAD6C7-282B-4BA2-8624-C5B8587CD74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32D75C62-0DA5-4DB6-87F1-61DC050956C5}" type="pres">
      <dgm:prSet presAssocID="{36FAD6C7-282B-4BA2-8624-C5B8587CD749}" presName="spaceRect" presStyleCnt="0"/>
      <dgm:spPr/>
    </dgm:pt>
    <dgm:pt modelId="{7C8CF555-BDDC-4CCF-BD5A-71A302AC6372}" type="pres">
      <dgm:prSet presAssocID="{36FAD6C7-282B-4BA2-8624-C5B8587CD749}" presName="parTx" presStyleLbl="revTx" presStyleIdx="1" presStyleCnt="4">
        <dgm:presLayoutVars>
          <dgm:chMax val="0"/>
          <dgm:chPref val="0"/>
        </dgm:presLayoutVars>
      </dgm:prSet>
      <dgm:spPr/>
    </dgm:pt>
    <dgm:pt modelId="{50D1DC9B-7AD6-4A3F-BEFE-DFD14888F52A}" type="pres">
      <dgm:prSet presAssocID="{308D2B13-9DA6-487F-82E8-D11A9CAAAB3F}" presName="sibTrans" presStyleCnt="0"/>
      <dgm:spPr/>
    </dgm:pt>
    <dgm:pt modelId="{0164D59A-4321-4A61-9FA9-6ABC81F52040}" type="pres">
      <dgm:prSet presAssocID="{ACCC5C0F-2575-42DD-9612-41748D33C0F2}" presName="compNode" presStyleCnt="0"/>
      <dgm:spPr/>
    </dgm:pt>
    <dgm:pt modelId="{56268ABF-CE4E-4911-BC82-C509A0611E70}" type="pres">
      <dgm:prSet presAssocID="{ACCC5C0F-2575-42DD-9612-41748D33C0F2}" presName="bgRect" presStyleLbl="bgShp" presStyleIdx="2" presStyleCnt="4"/>
      <dgm:spPr/>
    </dgm:pt>
    <dgm:pt modelId="{1954DFCD-4528-4D7F-B0DF-3C3585FF7AA7}" type="pres">
      <dgm:prSet presAssocID="{ACCC5C0F-2575-42DD-9612-41748D33C0F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levision"/>
        </a:ext>
      </dgm:extLst>
    </dgm:pt>
    <dgm:pt modelId="{493CA21E-766D-4FF5-934A-269C054C0975}" type="pres">
      <dgm:prSet presAssocID="{ACCC5C0F-2575-42DD-9612-41748D33C0F2}" presName="spaceRect" presStyleCnt="0"/>
      <dgm:spPr/>
    </dgm:pt>
    <dgm:pt modelId="{AD6B784E-87E6-4CAD-8D5D-DE95427679BE}" type="pres">
      <dgm:prSet presAssocID="{ACCC5C0F-2575-42DD-9612-41748D33C0F2}" presName="parTx" presStyleLbl="revTx" presStyleIdx="2" presStyleCnt="4">
        <dgm:presLayoutVars>
          <dgm:chMax val="0"/>
          <dgm:chPref val="0"/>
        </dgm:presLayoutVars>
      </dgm:prSet>
      <dgm:spPr/>
    </dgm:pt>
    <dgm:pt modelId="{E3A2EE6D-AC7A-46A9-A657-A92EF29DA39C}" type="pres">
      <dgm:prSet presAssocID="{975AFDCC-BFF6-4A72-9E4C-F27C1BBC869D}" presName="sibTrans" presStyleCnt="0"/>
      <dgm:spPr/>
    </dgm:pt>
    <dgm:pt modelId="{AEA8A969-1C0A-49CD-B91E-CA745E5169ED}" type="pres">
      <dgm:prSet presAssocID="{47706DCD-C260-42E6-8F14-FDBE4AC54C24}" presName="compNode" presStyleCnt="0"/>
      <dgm:spPr/>
    </dgm:pt>
    <dgm:pt modelId="{E664B690-CF98-4CEE-9214-672747311F80}" type="pres">
      <dgm:prSet presAssocID="{47706DCD-C260-42E6-8F14-FDBE4AC54C24}" presName="bgRect" presStyleLbl="bgShp" presStyleIdx="3" presStyleCnt="4"/>
      <dgm:spPr/>
    </dgm:pt>
    <dgm:pt modelId="{C8875940-962F-48EA-A520-AFC7B7473B5B}" type="pres">
      <dgm:prSet presAssocID="{47706DCD-C260-42E6-8F14-FDBE4AC54C2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affic Light"/>
        </a:ext>
      </dgm:extLst>
    </dgm:pt>
    <dgm:pt modelId="{72E03715-E69E-46BF-9298-66C306B8BC0F}" type="pres">
      <dgm:prSet presAssocID="{47706DCD-C260-42E6-8F14-FDBE4AC54C24}" presName="spaceRect" presStyleCnt="0"/>
      <dgm:spPr/>
    </dgm:pt>
    <dgm:pt modelId="{8B5D2C3F-462C-4EB9-B1F8-C3BBE5B1D8FA}" type="pres">
      <dgm:prSet presAssocID="{47706DCD-C260-42E6-8F14-FDBE4AC54C24}" presName="parTx" presStyleLbl="revTx" presStyleIdx="3" presStyleCnt="4">
        <dgm:presLayoutVars>
          <dgm:chMax val="0"/>
          <dgm:chPref val="0"/>
        </dgm:presLayoutVars>
      </dgm:prSet>
      <dgm:spPr/>
    </dgm:pt>
  </dgm:ptLst>
  <dgm:cxnLst>
    <dgm:cxn modelId="{31030617-0687-4FF0-9407-29A4684D887A}" srcId="{CDAB2F0F-03F8-42D0-B937-2FE45B76C92D}" destId="{36FAD6C7-282B-4BA2-8624-C5B8587CD749}" srcOrd="1" destOrd="0" parTransId="{55F85FDD-3078-49BA-9EAF-0BC1DF624AC9}" sibTransId="{308D2B13-9DA6-487F-82E8-D11A9CAAAB3F}"/>
    <dgm:cxn modelId="{3A703579-4499-4D51-95C2-2C20B2C3F6E8}" type="presOf" srcId="{36FAD6C7-282B-4BA2-8624-C5B8587CD749}" destId="{7C8CF555-BDDC-4CCF-BD5A-71A302AC6372}" srcOrd="0" destOrd="0" presId="urn:microsoft.com/office/officeart/2018/2/layout/IconVerticalSolidList"/>
    <dgm:cxn modelId="{9CE61A80-26B0-46ED-9F72-133ED9E91BC3}" srcId="{CDAB2F0F-03F8-42D0-B937-2FE45B76C92D}" destId="{ACCC5C0F-2575-42DD-9612-41748D33C0F2}" srcOrd="2" destOrd="0" parTransId="{50766B87-6DE3-4D64-99A3-58279C6F2DFA}" sibTransId="{975AFDCC-BFF6-4A72-9E4C-F27C1BBC869D}"/>
    <dgm:cxn modelId="{78674986-7641-4A0F-9708-556E32D34B65}" type="presOf" srcId="{47706DCD-C260-42E6-8F14-FDBE4AC54C24}" destId="{8B5D2C3F-462C-4EB9-B1F8-C3BBE5B1D8FA}" srcOrd="0" destOrd="0" presId="urn:microsoft.com/office/officeart/2018/2/layout/IconVerticalSolidList"/>
    <dgm:cxn modelId="{BB7F7689-9461-4435-9FEA-C1216B6ABC4A}" srcId="{CDAB2F0F-03F8-42D0-B937-2FE45B76C92D}" destId="{47706DCD-C260-42E6-8F14-FDBE4AC54C24}" srcOrd="3" destOrd="0" parTransId="{B1119F53-6FB0-4850-957D-C1BA30FAD2D6}" sibTransId="{BCC00EA9-686A-4472-86CD-AFA344259A20}"/>
    <dgm:cxn modelId="{19DD90A3-9A5F-46FD-B290-B2ABD4692175}" srcId="{CDAB2F0F-03F8-42D0-B937-2FE45B76C92D}" destId="{4AE7615B-5298-4ADB-B2E4-F4A563D53D6C}" srcOrd="0" destOrd="0" parTransId="{1E55C14F-5C7B-4FC1-BB51-B1286E7DBA12}" sibTransId="{9C109265-028B-46DB-B239-AF91CE8601B6}"/>
    <dgm:cxn modelId="{FB100CBB-1D20-45CF-BB40-691A51739ABB}" type="presOf" srcId="{4AE7615B-5298-4ADB-B2E4-F4A563D53D6C}" destId="{B20D763D-A7AD-4779-8B1E-858A25BFC4CC}" srcOrd="0" destOrd="0" presId="urn:microsoft.com/office/officeart/2018/2/layout/IconVerticalSolidList"/>
    <dgm:cxn modelId="{8DC1CAC1-D407-4B0C-B1FE-1C4554E2C652}" type="presOf" srcId="{ACCC5C0F-2575-42DD-9612-41748D33C0F2}" destId="{AD6B784E-87E6-4CAD-8D5D-DE95427679BE}" srcOrd="0" destOrd="0" presId="urn:microsoft.com/office/officeart/2018/2/layout/IconVerticalSolidList"/>
    <dgm:cxn modelId="{8111C3D2-AEA7-4554-B430-7D7B5A13613B}" type="presOf" srcId="{CDAB2F0F-03F8-42D0-B937-2FE45B76C92D}" destId="{C498FF5F-DCC6-4BDD-BE54-4F56F05B1D94}" srcOrd="0" destOrd="0" presId="urn:microsoft.com/office/officeart/2018/2/layout/IconVerticalSolidList"/>
    <dgm:cxn modelId="{02FEBF3C-A787-49C8-828E-C20E3A06B1BD}" type="presParOf" srcId="{C498FF5F-DCC6-4BDD-BE54-4F56F05B1D94}" destId="{6C35D966-D0FF-43BB-9038-F31781BC4148}" srcOrd="0" destOrd="0" presId="urn:microsoft.com/office/officeart/2018/2/layout/IconVerticalSolidList"/>
    <dgm:cxn modelId="{B2F71677-CE51-4345-BCDA-96141ADA2810}" type="presParOf" srcId="{6C35D966-D0FF-43BB-9038-F31781BC4148}" destId="{9BAEC651-D450-49B6-9809-E09B52EA1620}" srcOrd="0" destOrd="0" presId="urn:microsoft.com/office/officeart/2018/2/layout/IconVerticalSolidList"/>
    <dgm:cxn modelId="{F28E9F51-046C-4103-BB15-6D4E90EFD7DB}" type="presParOf" srcId="{6C35D966-D0FF-43BB-9038-F31781BC4148}" destId="{6AAA4F4D-6CC7-468F-9A29-6EA41BD275A6}" srcOrd="1" destOrd="0" presId="urn:microsoft.com/office/officeart/2018/2/layout/IconVerticalSolidList"/>
    <dgm:cxn modelId="{7407502C-BCE6-4AA0-81ED-D7CC3C6880D9}" type="presParOf" srcId="{6C35D966-D0FF-43BB-9038-F31781BC4148}" destId="{E23A66CD-CE52-401E-997C-3A1398F67BC7}" srcOrd="2" destOrd="0" presId="urn:microsoft.com/office/officeart/2018/2/layout/IconVerticalSolidList"/>
    <dgm:cxn modelId="{57A20640-BABC-4CC0-84A6-0583BA4DF0EB}" type="presParOf" srcId="{6C35D966-D0FF-43BB-9038-F31781BC4148}" destId="{B20D763D-A7AD-4779-8B1E-858A25BFC4CC}" srcOrd="3" destOrd="0" presId="urn:microsoft.com/office/officeart/2018/2/layout/IconVerticalSolidList"/>
    <dgm:cxn modelId="{57312161-2DA0-48FA-ABF5-28E8BC25A506}" type="presParOf" srcId="{C498FF5F-DCC6-4BDD-BE54-4F56F05B1D94}" destId="{FE1805CB-1A4B-4B33-9581-C8E31C3FDA95}" srcOrd="1" destOrd="0" presId="urn:microsoft.com/office/officeart/2018/2/layout/IconVerticalSolidList"/>
    <dgm:cxn modelId="{4FB8629A-8FA9-4871-9A3E-29A81A4BD964}" type="presParOf" srcId="{C498FF5F-DCC6-4BDD-BE54-4F56F05B1D94}" destId="{61A7E360-860D-482E-82FA-D0A38D4D6654}" srcOrd="2" destOrd="0" presId="urn:microsoft.com/office/officeart/2018/2/layout/IconVerticalSolidList"/>
    <dgm:cxn modelId="{E10BCE33-1360-41B2-BBC1-A70A97898BFD}" type="presParOf" srcId="{61A7E360-860D-482E-82FA-D0A38D4D6654}" destId="{627259BC-CA22-4EFF-9A09-7B0D613EDA0A}" srcOrd="0" destOrd="0" presId="urn:microsoft.com/office/officeart/2018/2/layout/IconVerticalSolidList"/>
    <dgm:cxn modelId="{F3312E3A-8FF4-495B-A07F-3CA2B697B71B}" type="presParOf" srcId="{61A7E360-860D-482E-82FA-D0A38D4D6654}" destId="{A6D9CA4B-7987-4C6C-A1E2-C159B69F6B35}" srcOrd="1" destOrd="0" presId="urn:microsoft.com/office/officeart/2018/2/layout/IconVerticalSolidList"/>
    <dgm:cxn modelId="{F8D01797-5BF6-480D-8619-4DCBD2E3F43C}" type="presParOf" srcId="{61A7E360-860D-482E-82FA-D0A38D4D6654}" destId="{32D75C62-0DA5-4DB6-87F1-61DC050956C5}" srcOrd="2" destOrd="0" presId="urn:microsoft.com/office/officeart/2018/2/layout/IconVerticalSolidList"/>
    <dgm:cxn modelId="{916F7FAA-C303-4785-BE32-EF5E680075CD}" type="presParOf" srcId="{61A7E360-860D-482E-82FA-D0A38D4D6654}" destId="{7C8CF555-BDDC-4CCF-BD5A-71A302AC6372}" srcOrd="3" destOrd="0" presId="urn:microsoft.com/office/officeart/2018/2/layout/IconVerticalSolidList"/>
    <dgm:cxn modelId="{9E262EBB-C2A8-4501-8A97-B19019815682}" type="presParOf" srcId="{C498FF5F-DCC6-4BDD-BE54-4F56F05B1D94}" destId="{50D1DC9B-7AD6-4A3F-BEFE-DFD14888F52A}" srcOrd="3" destOrd="0" presId="urn:microsoft.com/office/officeart/2018/2/layout/IconVerticalSolidList"/>
    <dgm:cxn modelId="{41A224E1-4601-42EC-AC21-6894D0B5530E}" type="presParOf" srcId="{C498FF5F-DCC6-4BDD-BE54-4F56F05B1D94}" destId="{0164D59A-4321-4A61-9FA9-6ABC81F52040}" srcOrd="4" destOrd="0" presId="urn:microsoft.com/office/officeart/2018/2/layout/IconVerticalSolidList"/>
    <dgm:cxn modelId="{D64657BB-B1D8-4728-94F9-AFC10309917C}" type="presParOf" srcId="{0164D59A-4321-4A61-9FA9-6ABC81F52040}" destId="{56268ABF-CE4E-4911-BC82-C509A0611E70}" srcOrd="0" destOrd="0" presId="urn:microsoft.com/office/officeart/2018/2/layout/IconVerticalSolidList"/>
    <dgm:cxn modelId="{601999DC-3DE2-427C-BFBF-F19DB85CC378}" type="presParOf" srcId="{0164D59A-4321-4A61-9FA9-6ABC81F52040}" destId="{1954DFCD-4528-4D7F-B0DF-3C3585FF7AA7}" srcOrd="1" destOrd="0" presId="urn:microsoft.com/office/officeart/2018/2/layout/IconVerticalSolidList"/>
    <dgm:cxn modelId="{5668BDFC-034B-4014-A2C0-3C60A896110F}" type="presParOf" srcId="{0164D59A-4321-4A61-9FA9-6ABC81F52040}" destId="{493CA21E-766D-4FF5-934A-269C054C0975}" srcOrd="2" destOrd="0" presId="urn:microsoft.com/office/officeart/2018/2/layout/IconVerticalSolidList"/>
    <dgm:cxn modelId="{81317766-9EBE-4B66-957A-5968A423BB17}" type="presParOf" srcId="{0164D59A-4321-4A61-9FA9-6ABC81F52040}" destId="{AD6B784E-87E6-4CAD-8D5D-DE95427679BE}" srcOrd="3" destOrd="0" presId="urn:microsoft.com/office/officeart/2018/2/layout/IconVerticalSolidList"/>
    <dgm:cxn modelId="{1AB8C3A8-7653-479A-A7F2-D2FF8E33176D}" type="presParOf" srcId="{C498FF5F-DCC6-4BDD-BE54-4F56F05B1D94}" destId="{E3A2EE6D-AC7A-46A9-A657-A92EF29DA39C}" srcOrd="5" destOrd="0" presId="urn:microsoft.com/office/officeart/2018/2/layout/IconVerticalSolidList"/>
    <dgm:cxn modelId="{7D31CDF7-4443-4800-AF43-AFAE975C7131}" type="presParOf" srcId="{C498FF5F-DCC6-4BDD-BE54-4F56F05B1D94}" destId="{AEA8A969-1C0A-49CD-B91E-CA745E5169ED}" srcOrd="6" destOrd="0" presId="urn:microsoft.com/office/officeart/2018/2/layout/IconVerticalSolidList"/>
    <dgm:cxn modelId="{8043B204-314B-4590-9E42-E92918F700C5}" type="presParOf" srcId="{AEA8A969-1C0A-49CD-B91E-CA745E5169ED}" destId="{E664B690-CF98-4CEE-9214-672747311F80}" srcOrd="0" destOrd="0" presId="urn:microsoft.com/office/officeart/2018/2/layout/IconVerticalSolidList"/>
    <dgm:cxn modelId="{93DDE4CF-D9FC-4997-83F2-EEAE1B42F458}" type="presParOf" srcId="{AEA8A969-1C0A-49CD-B91E-CA745E5169ED}" destId="{C8875940-962F-48EA-A520-AFC7B7473B5B}" srcOrd="1" destOrd="0" presId="urn:microsoft.com/office/officeart/2018/2/layout/IconVerticalSolidList"/>
    <dgm:cxn modelId="{FA48989A-09F6-4D67-97FE-23E5013B2129}" type="presParOf" srcId="{AEA8A969-1C0A-49CD-B91E-CA745E5169ED}" destId="{72E03715-E69E-46BF-9298-66C306B8BC0F}" srcOrd="2" destOrd="0" presId="urn:microsoft.com/office/officeart/2018/2/layout/IconVerticalSolidList"/>
    <dgm:cxn modelId="{FF10FFF6-0B37-4514-AA48-371CBB0D5579}" type="presParOf" srcId="{AEA8A969-1C0A-49CD-B91E-CA745E5169ED}" destId="{8B5D2C3F-462C-4EB9-B1F8-C3BBE5B1D8F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ECD0DE-8BD4-4D99-9557-98A3C7425B0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CE51425-8E74-4FE4-BEEE-A1EC8727DC31}">
      <dgm:prSet/>
      <dgm:spPr/>
      <dgm:t>
        <a:bodyPr/>
        <a:lstStyle/>
        <a:p>
          <a:r>
            <a:rPr lang="en-US" b="1" dirty="0"/>
            <a:t>Paper:</a:t>
          </a:r>
          <a:r>
            <a:rPr lang="en-US" dirty="0"/>
            <a:t> </a:t>
          </a:r>
          <a:r>
            <a:rPr lang="en-US" i="1" dirty="0"/>
            <a:t>Performance Comparison of Object Detection Models for Road Sign Detection Under Different Conditions</a:t>
          </a:r>
          <a:r>
            <a:rPr lang="en-US" dirty="0"/>
            <a:t> (Fatima et al., 2024)</a:t>
          </a:r>
        </a:p>
      </dgm:t>
    </dgm:pt>
    <dgm:pt modelId="{7CBD4791-F0A3-4B67-8496-CF1AE7F96D53}" type="parTrans" cxnId="{938ADC53-3460-4C0C-B6F8-B6F41C108C56}">
      <dgm:prSet/>
      <dgm:spPr/>
      <dgm:t>
        <a:bodyPr/>
        <a:lstStyle/>
        <a:p>
          <a:endParaRPr lang="en-US"/>
        </a:p>
      </dgm:t>
    </dgm:pt>
    <dgm:pt modelId="{B3DE9527-EDE1-47DF-815A-D9A78480C7F2}" type="sibTrans" cxnId="{938ADC53-3460-4C0C-B6F8-B6F41C108C56}">
      <dgm:prSet/>
      <dgm:spPr/>
      <dgm:t>
        <a:bodyPr/>
        <a:lstStyle/>
        <a:p>
          <a:endParaRPr lang="en-US"/>
        </a:p>
      </dgm:t>
    </dgm:pt>
    <dgm:pt modelId="{AF67BBBF-A067-44AD-8AD1-32EA61F747E3}">
      <dgm:prSet/>
      <dgm:spPr/>
      <dgm:t>
        <a:bodyPr/>
        <a:lstStyle/>
        <a:p>
          <a:r>
            <a:rPr lang="en-US" b="1"/>
            <a:t>Context &amp; Aim</a:t>
          </a:r>
          <a:endParaRPr lang="en-US"/>
        </a:p>
      </dgm:t>
    </dgm:pt>
    <dgm:pt modelId="{68904DBD-FEE3-45F1-B10E-94F04C07D08D}" type="parTrans" cxnId="{F5BF400F-D774-4D1A-BDE0-5A3E14AD8778}">
      <dgm:prSet/>
      <dgm:spPr/>
      <dgm:t>
        <a:bodyPr/>
        <a:lstStyle/>
        <a:p>
          <a:endParaRPr lang="en-US"/>
        </a:p>
      </dgm:t>
    </dgm:pt>
    <dgm:pt modelId="{96088926-84AB-4F87-BAE7-F02C05F99E92}" type="sibTrans" cxnId="{F5BF400F-D774-4D1A-BDE0-5A3E14AD8778}">
      <dgm:prSet/>
      <dgm:spPr/>
      <dgm:t>
        <a:bodyPr/>
        <a:lstStyle/>
        <a:p>
          <a:endParaRPr lang="en-US"/>
        </a:p>
      </dgm:t>
    </dgm:pt>
    <dgm:pt modelId="{BD444BF1-952A-474F-B951-8C0B5A731F89}">
      <dgm:prSet/>
      <dgm:spPr/>
      <dgm:t>
        <a:bodyPr/>
        <a:lstStyle/>
        <a:p>
          <a:r>
            <a:rPr lang="en-US"/>
            <a:t>Compare state-of-the-art detectors (YOLOv8, YOLOv9, RTMDet, Faster R‑CNN, RetinaNet) under varied environmental and operational conditions in road sign detection.</a:t>
          </a:r>
        </a:p>
      </dgm:t>
    </dgm:pt>
    <dgm:pt modelId="{F6C49A82-84CF-4110-A41A-59C6B1CAEF06}" type="parTrans" cxnId="{A4285251-4443-4CF2-8080-7872D0105927}">
      <dgm:prSet/>
      <dgm:spPr/>
      <dgm:t>
        <a:bodyPr/>
        <a:lstStyle/>
        <a:p>
          <a:endParaRPr lang="en-US"/>
        </a:p>
      </dgm:t>
    </dgm:pt>
    <dgm:pt modelId="{92D623DE-5097-4C67-B5DD-2E70AA62401E}" type="sibTrans" cxnId="{A4285251-4443-4CF2-8080-7872D0105927}">
      <dgm:prSet/>
      <dgm:spPr/>
      <dgm:t>
        <a:bodyPr/>
        <a:lstStyle/>
        <a:p>
          <a:endParaRPr lang="en-US"/>
        </a:p>
      </dgm:t>
    </dgm:pt>
    <dgm:pt modelId="{35674C60-2AC8-4E84-85CC-62D5D952AB22}">
      <dgm:prSet/>
      <dgm:spPr/>
      <dgm:t>
        <a:bodyPr/>
        <a:lstStyle/>
        <a:p>
          <a:r>
            <a:rPr lang="en-US" b="1"/>
            <a:t>Methodology</a:t>
          </a:r>
          <a:endParaRPr lang="en-US"/>
        </a:p>
      </dgm:t>
    </dgm:pt>
    <dgm:pt modelId="{BF51106B-08A4-48D0-BFA1-341B29A60605}" type="parTrans" cxnId="{8F859C90-9C89-4E5D-8913-974B8AE3211A}">
      <dgm:prSet/>
      <dgm:spPr/>
      <dgm:t>
        <a:bodyPr/>
        <a:lstStyle/>
        <a:p>
          <a:endParaRPr lang="en-US"/>
        </a:p>
      </dgm:t>
    </dgm:pt>
    <dgm:pt modelId="{277CAFD6-AF28-49CF-BD6B-9E70ADE0DA7A}" type="sibTrans" cxnId="{8F859C90-9C89-4E5D-8913-974B8AE3211A}">
      <dgm:prSet/>
      <dgm:spPr/>
      <dgm:t>
        <a:bodyPr/>
        <a:lstStyle/>
        <a:p>
          <a:endParaRPr lang="en-US"/>
        </a:p>
      </dgm:t>
    </dgm:pt>
    <dgm:pt modelId="{37690FE2-98DE-438E-8A27-C8828E862205}">
      <dgm:prSet/>
      <dgm:spPr/>
      <dgm:t>
        <a:bodyPr/>
        <a:lstStyle/>
        <a:p>
          <a:r>
            <a:rPr lang="en-US"/>
            <a:t>Fine-tuned models on large-scale datasets.</a:t>
          </a:r>
        </a:p>
      </dgm:t>
    </dgm:pt>
    <dgm:pt modelId="{0DD5D6FD-B9E9-4092-B628-58E80992E24A}" type="parTrans" cxnId="{B59CA9FF-B975-4666-B7EF-44D3DD6CAEDC}">
      <dgm:prSet/>
      <dgm:spPr/>
      <dgm:t>
        <a:bodyPr/>
        <a:lstStyle/>
        <a:p>
          <a:endParaRPr lang="en-US"/>
        </a:p>
      </dgm:t>
    </dgm:pt>
    <dgm:pt modelId="{FEFBE86E-6423-4E0C-977E-B24122784871}" type="sibTrans" cxnId="{B59CA9FF-B975-4666-B7EF-44D3DD6CAEDC}">
      <dgm:prSet/>
      <dgm:spPr/>
      <dgm:t>
        <a:bodyPr/>
        <a:lstStyle/>
        <a:p>
          <a:endParaRPr lang="en-US"/>
        </a:p>
      </dgm:t>
    </dgm:pt>
    <dgm:pt modelId="{785E467C-7FBA-4E18-B604-CDC68A06ECCA}">
      <dgm:prSet/>
      <dgm:spPr/>
      <dgm:t>
        <a:bodyPr/>
        <a:lstStyle/>
        <a:p>
          <a:r>
            <a:rPr lang="en-US"/>
            <a:t>Evaluated using metrics: mean Average Precision (mAP), frames-per-second (FPS), and model loss.</a:t>
          </a:r>
        </a:p>
      </dgm:t>
    </dgm:pt>
    <dgm:pt modelId="{BC2BD913-E021-41CA-9BE6-2146A5D9EFD5}" type="parTrans" cxnId="{17C98F1F-FFA8-49F0-8E5D-BACAD1EFF3C1}">
      <dgm:prSet/>
      <dgm:spPr/>
      <dgm:t>
        <a:bodyPr/>
        <a:lstStyle/>
        <a:p>
          <a:endParaRPr lang="en-US"/>
        </a:p>
      </dgm:t>
    </dgm:pt>
    <dgm:pt modelId="{55051B73-61D3-42C4-AC9E-C35B22A22928}" type="sibTrans" cxnId="{17C98F1F-FFA8-49F0-8E5D-BACAD1EFF3C1}">
      <dgm:prSet/>
      <dgm:spPr/>
      <dgm:t>
        <a:bodyPr/>
        <a:lstStyle/>
        <a:p>
          <a:endParaRPr lang="en-US"/>
        </a:p>
      </dgm:t>
    </dgm:pt>
    <dgm:pt modelId="{D4F34931-D462-4251-9A9A-12F50E74B873}">
      <dgm:prSet/>
      <dgm:spPr/>
      <dgm:t>
        <a:bodyPr/>
        <a:lstStyle/>
        <a:p>
          <a:r>
            <a:rPr lang="en-US"/>
            <a:t>Included additional training enhancements: data augmentation and hyperparameter tuning.</a:t>
          </a:r>
        </a:p>
      </dgm:t>
    </dgm:pt>
    <dgm:pt modelId="{E9159062-3095-4017-9077-4A2C2854E26A}" type="parTrans" cxnId="{94352BB3-5C54-42BB-89A8-AD10889F8FFB}">
      <dgm:prSet/>
      <dgm:spPr/>
      <dgm:t>
        <a:bodyPr/>
        <a:lstStyle/>
        <a:p>
          <a:endParaRPr lang="en-US"/>
        </a:p>
      </dgm:t>
    </dgm:pt>
    <dgm:pt modelId="{10816A92-FECB-4A49-A20C-7637DAD53CCA}" type="sibTrans" cxnId="{94352BB3-5C54-42BB-89A8-AD10889F8FFB}">
      <dgm:prSet/>
      <dgm:spPr/>
      <dgm:t>
        <a:bodyPr/>
        <a:lstStyle/>
        <a:p>
          <a:endParaRPr lang="en-US"/>
        </a:p>
      </dgm:t>
    </dgm:pt>
    <dgm:pt modelId="{7C96C1C0-D49A-4639-980B-588B1C50F1B3}">
      <dgm:prSet/>
      <dgm:spPr/>
      <dgm:t>
        <a:bodyPr/>
        <a:lstStyle/>
        <a:p>
          <a:r>
            <a:rPr lang="en-US" b="1"/>
            <a:t>Results</a:t>
          </a:r>
          <a:endParaRPr lang="en-US"/>
        </a:p>
      </dgm:t>
    </dgm:pt>
    <dgm:pt modelId="{C3D19E46-0C6E-4D37-9740-A1B15BF237B2}" type="parTrans" cxnId="{E7E87E73-7D4D-42A3-ADB2-0721C6A7A1B6}">
      <dgm:prSet/>
      <dgm:spPr/>
      <dgm:t>
        <a:bodyPr/>
        <a:lstStyle/>
        <a:p>
          <a:endParaRPr lang="en-US"/>
        </a:p>
      </dgm:t>
    </dgm:pt>
    <dgm:pt modelId="{AF8DA591-DC52-4322-9971-7C82F2A3D1B7}" type="sibTrans" cxnId="{E7E87E73-7D4D-42A3-ADB2-0721C6A7A1B6}">
      <dgm:prSet/>
      <dgm:spPr/>
      <dgm:t>
        <a:bodyPr/>
        <a:lstStyle/>
        <a:p>
          <a:endParaRPr lang="en-US"/>
        </a:p>
      </dgm:t>
    </dgm:pt>
    <dgm:pt modelId="{0F4356CF-9A43-4A93-BBF4-083F401F0E2C}">
      <dgm:prSet/>
      <dgm:spPr/>
      <dgm:t>
        <a:bodyPr/>
        <a:lstStyle/>
        <a:p>
          <a:r>
            <a:rPr lang="en-US"/>
            <a:t>YOLOv8 and YOLOv9 achieved highest real-time detection rates.</a:t>
          </a:r>
        </a:p>
      </dgm:t>
    </dgm:pt>
    <dgm:pt modelId="{98F668FC-02E6-4D96-A58A-2D3DF9DC52C3}" type="parTrans" cxnId="{83D6B683-7548-41C0-9E52-AA83BD91C3A9}">
      <dgm:prSet/>
      <dgm:spPr/>
      <dgm:t>
        <a:bodyPr/>
        <a:lstStyle/>
        <a:p>
          <a:endParaRPr lang="en-US"/>
        </a:p>
      </dgm:t>
    </dgm:pt>
    <dgm:pt modelId="{CE41756F-A6DB-4CF6-A082-2B65C01CEF4B}" type="sibTrans" cxnId="{83D6B683-7548-41C0-9E52-AA83BD91C3A9}">
      <dgm:prSet/>
      <dgm:spPr/>
      <dgm:t>
        <a:bodyPr/>
        <a:lstStyle/>
        <a:p>
          <a:endParaRPr lang="en-US"/>
        </a:p>
      </dgm:t>
    </dgm:pt>
    <dgm:pt modelId="{1C926F20-3E6C-42E7-86E0-F82EA83CF884}">
      <dgm:prSet/>
      <dgm:spPr/>
      <dgm:t>
        <a:bodyPr/>
        <a:lstStyle/>
        <a:p>
          <a:r>
            <a:rPr lang="en-US"/>
            <a:t>RTMDet offered the best trade-off between speed and accuracy.</a:t>
          </a:r>
        </a:p>
      </dgm:t>
    </dgm:pt>
    <dgm:pt modelId="{94C3C5EA-E938-478A-A6E4-B3716D1BE290}" type="parTrans" cxnId="{39939BDA-03AB-44CC-A2C4-B748B79D050D}">
      <dgm:prSet/>
      <dgm:spPr/>
      <dgm:t>
        <a:bodyPr/>
        <a:lstStyle/>
        <a:p>
          <a:endParaRPr lang="en-US"/>
        </a:p>
      </dgm:t>
    </dgm:pt>
    <dgm:pt modelId="{715D6B26-92D0-4D9C-823B-8EA382974C39}" type="sibTrans" cxnId="{39939BDA-03AB-44CC-A2C4-B748B79D050D}">
      <dgm:prSet/>
      <dgm:spPr/>
      <dgm:t>
        <a:bodyPr/>
        <a:lstStyle/>
        <a:p>
          <a:endParaRPr lang="en-US"/>
        </a:p>
      </dgm:t>
    </dgm:pt>
    <dgm:pt modelId="{5D61A901-E656-463C-A67D-00F32B0BD42A}">
      <dgm:prSet/>
      <dgm:spPr/>
      <dgm:t>
        <a:bodyPr/>
        <a:lstStyle/>
        <a:p>
          <a:r>
            <a:rPr lang="en-US"/>
            <a:t>Faster R‑CNN and RetinaNet delivered higher precision but were slower.</a:t>
          </a:r>
        </a:p>
      </dgm:t>
    </dgm:pt>
    <dgm:pt modelId="{A95D0D80-C88C-4FD5-BF99-171BE4867525}" type="parTrans" cxnId="{59EE87DF-396F-40F6-97C4-410AA65EABDE}">
      <dgm:prSet/>
      <dgm:spPr/>
      <dgm:t>
        <a:bodyPr/>
        <a:lstStyle/>
        <a:p>
          <a:endParaRPr lang="en-US"/>
        </a:p>
      </dgm:t>
    </dgm:pt>
    <dgm:pt modelId="{638EE362-C013-4C46-A6A8-3D71F19B7263}" type="sibTrans" cxnId="{59EE87DF-396F-40F6-97C4-410AA65EABDE}">
      <dgm:prSet/>
      <dgm:spPr/>
      <dgm:t>
        <a:bodyPr/>
        <a:lstStyle/>
        <a:p>
          <a:endParaRPr lang="en-US"/>
        </a:p>
      </dgm:t>
    </dgm:pt>
    <dgm:pt modelId="{7B17D8DD-6D98-4AAA-9584-A7F3E9D8AFB7}">
      <dgm:prSet/>
      <dgm:spPr/>
      <dgm:t>
        <a:bodyPr/>
        <a:lstStyle/>
        <a:p>
          <a:r>
            <a:rPr lang="en-US" b="1"/>
            <a:t>Research Gap</a:t>
          </a:r>
          <a:endParaRPr lang="en-US"/>
        </a:p>
      </dgm:t>
    </dgm:pt>
    <dgm:pt modelId="{1F60DAD2-AC8B-4271-A6CC-289F0559D1D1}" type="parTrans" cxnId="{DD79D6E6-5881-4444-8862-E5DEC8EED2A3}">
      <dgm:prSet/>
      <dgm:spPr/>
      <dgm:t>
        <a:bodyPr/>
        <a:lstStyle/>
        <a:p>
          <a:endParaRPr lang="en-US"/>
        </a:p>
      </dgm:t>
    </dgm:pt>
    <dgm:pt modelId="{7D869E79-A99A-4309-8268-3B25BBD50FE7}" type="sibTrans" cxnId="{DD79D6E6-5881-4444-8862-E5DEC8EED2A3}">
      <dgm:prSet/>
      <dgm:spPr/>
      <dgm:t>
        <a:bodyPr/>
        <a:lstStyle/>
        <a:p>
          <a:endParaRPr lang="en-US"/>
        </a:p>
      </dgm:t>
    </dgm:pt>
    <dgm:pt modelId="{D29C4ECC-207C-41F0-8EAC-29243C59EAD9}">
      <dgm:prSet/>
      <dgm:spPr/>
      <dgm:t>
        <a:bodyPr/>
        <a:lstStyle/>
        <a:p>
          <a:r>
            <a:rPr lang="en-US"/>
            <a:t>Analysis conducted on general (non-region-specific) datasets.</a:t>
          </a:r>
        </a:p>
      </dgm:t>
    </dgm:pt>
    <dgm:pt modelId="{B57E1CFE-2361-4679-8CC4-0362B63162F9}" type="parTrans" cxnId="{AD07BDE4-15B1-49D4-B886-46222C0DCD9F}">
      <dgm:prSet/>
      <dgm:spPr/>
      <dgm:t>
        <a:bodyPr/>
        <a:lstStyle/>
        <a:p>
          <a:endParaRPr lang="en-US"/>
        </a:p>
      </dgm:t>
    </dgm:pt>
    <dgm:pt modelId="{71ACC06A-5117-433C-AC6C-821E54D9946B}" type="sibTrans" cxnId="{AD07BDE4-15B1-49D4-B886-46222C0DCD9F}">
      <dgm:prSet/>
      <dgm:spPr/>
      <dgm:t>
        <a:bodyPr/>
        <a:lstStyle/>
        <a:p>
          <a:endParaRPr lang="en-US"/>
        </a:p>
      </dgm:t>
    </dgm:pt>
    <dgm:pt modelId="{361AC304-EFF2-41EC-BD10-871B7B867A4B}">
      <dgm:prSet/>
      <dgm:spPr/>
      <dgm:t>
        <a:bodyPr/>
        <a:lstStyle/>
        <a:p>
          <a:r>
            <a:rPr lang="en-US"/>
            <a:t>Lacks focused evaluation on the unique characteristics of Sri Lankan traffic signs.</a:t>
          </a:r>
        </a:p>
      </dgm:t>
    </dgm:pt>
    <dgm:pt modelId="{52BC1A2B-3313-47ED-A858-0F7B9854C42F}" type="parTrans" cxnId="{77B095DB-8A1E-4BA0-8FA2-DA68E1E0B4B5}">
      <dgm:prSet/>
      <dgm:spPr/>
      <dgm:t>
        <a:bodyPr/>
        <a:lstStyle/>
        <a:p>
          <a:endParaRPr lang="en-US"/>
        </a:p>
      </dgm:t>
    </dgm:pt>
    <dgm:pt modelId="{8F014CFC-5CE0-46B8-9D7D-2735AC897BF5}" type="sibTrans" cxnId="{77B095DB-8A1E-4BA0-8FA2-DA68E1E0B4B5}">
      <dgm:prSet/>
      <dgm:spPr/>
      <dgm:t>
        <a:bodyPr/>
        <a:lstStyle/>
        <a:p>
          <a:endParaRPr lang="en-US"/>
        </a:p>
      </dgm:t>
    </dgm:pt>
    <dgm:pt modelId="{1BA9C733-0654-45C3-A2A3-A711AFC80DE8}" type="pres">
      <dgm:prSet presAssocID="{FBECD0DE-8BD4-4D99-9557-98A3C7425B08}" presName="linear" presStyleCnt="0">
        <dgm:presLayoutVars>
          <dgm:animLvl val="lvl"/>
          <dgm:resizeHandles val="exact"/>
        </dgm:presLayoutVars>
      </dgm:prSet>
      <dgm:spPr/>
    </dgm:pt>
    <dgm:pt modelId="{99ED120E-891F-429B-94D3-1B41795B456F}" type="pres">
      <dgm:prSet presAssocID="{DCE51425-8E74-4FE4-BEEE-A1EC8727DC31}" presName="parentText" presStyleLbl="node1" presStyleIdx="0" presStyleCnt="5">
        <dgm:presLayoutVars>
          <dgm:chMax val="0"/>
          <dgm:bulletEnabled val="1"/>
        </dgm:presLayoutVars>
      </dgm:prSet>
      <dgm:spPr/>
    </dgm:pt>
    <dgm:pt modelId="{0ED6B403-B89A-48C1-8C9D-FE7826F8FA26}" type="pres">
      <dgm:prSet presAssocID="{B3DE9527-EDE1-47DF-815A-D9A78480C7F2}" presName="spacer" presStyleCnt="0"/>
      <dgm:spPr/>
    </dgm:pt>
    <dgm:pt modelId="{66E1E0C5-34F3-49DE-913E-5FA3EF075E33}" type="pres">
      <dgm:prSet presAssocID="{AF67BBBF-A067-44AD-8AD1-32EA61F747E3}" presName="parentText" presStyleLbl="node1" presStyleIdx="1" presStyleCnt="5">
        <dgm:presLayoutVars>
          <dgm:chMax val="0"/>
          <dgm:bulletEnabled val="1"/>
        </dgm:presLayoutVars>
      </dgm:prSet>
      <dgm:spPr/>
    </dgm:pt>
    <dgm:pt modelId="{2C30292F-49F1-4E36-A8C0-2214AA90BCEE}" type="pres">
      <dgm:prSet presAssocID="{AF67BBBF-A067-44AD-8AD1-32EA61F747E3}" presName="childText" presStyleLbl="revTx" presStyleIdx="0" presStyleCnt="4">
        <dgm:presLayoutVars>
          <dgm:bulletEnabled val="1"/>
        </dgm:presLayoutVars>
      </dgm:prSet>
      <dgm:spPr/>
    </dgm:pt>
    <dgm:pt modelId="{EC247F00-68F3-4DD9-9ECF-97D6180F419B}" type="pres">
      <dgm:prSet presAssocID="{35674C60-2AC8-4E84-85CC-62D5D952AB22}" presName="parentText" presStyleLbl="node1" presStyleIdx="2" presStyleCnt="5">
        <dgm:presLayoutVars>
          <dgm:chMax val="0"/>
          <dgm:bulletEnabled val="1"/>
        </dgm:presLayoutVars>
      </dgm:prSet>
      <dgm:spPr/>
    </dgm:pt>
    <dgm:pt modelId="{45E9B2F5-D7C2-4010-8DE6-9A31FBEFC0D6}" type="pres">
      <dgm:prSet presAssocID="{35674C60-2AC8-4E84-85CC-62D5D952AB22}" presName="childText" presStyleLbl="revTx" presStyleIdx="1" presStyleCnt="4">
        <dgm:presLayoutVars>
          <dgm:bulletEnabled val="1"/>
        </dgm:presLayoutVars>
      </dgm:prSet>
      <dgm:spPr/>
    </dgm:pt>
    <dgm:pt modelId="{987BC859-AA64-4EFC-BD51-A63B31842C67}" type="pres">
      <dgm:prSet presAssocID="{7C96C1C0-D49A-4639-980B-588B1C50F1B3}" presName="parentText" presStyleLbl="node1" presStyleIdx="3" presStyleCnt="5">
        <dgm:presLayoutVars>
          <dgm:chMax val="0"/>
          <dgm:bulletEnabled val="1"/>
        </dgm:presLayoutVars>
      </dgm:prSet>
      <dgm:spPr/>
    </dgm:pt>
    <dgm:pt modelId="{D0BD2B91-E6F5-4561-B1F1-7CAA7E8C27C4}" type="pres">
      <dgm:prSet presAssocID="{7C96C1C0-D49A-4639-980B-588B1C50F1B3}" presName="childText" presStyleLbl="revTx" presStyleIdx="2" presStyleCnt="4">
        <dgm:presLayoutVars>
          <dgm:bulletEnabled val="1"/>
        </dgm:presLayoutVars>
      </dgm:prSet>
      <dgm:spPr/>
    </dgm:pt>
    <dgm:pt modelId="{AF84C5BE-637F-4B55-B12B-CDCF255E1390}" type="pres">
      <dgm:prSet presAssocID="{7B17D8DD-6D98-4AAA-9584-A7F3E9D8AFB7}" presName="parentText" presStyleLbl="node1" presStyleIdx="4" presStyleCnt="5">
        <dgm:presLayoutVars>
          <dgm:chMax val="0"/>
          <dgm:bulletEnabled val="1"/>
        </dgm:presLayoutVars>
      </dgm:prSet>
      <dgm:spPr/>
    </dgm:pt>
    <dgm:pt modelId="{8419B2A6-C56F-4674-AB73-49C5666AC067}" type="pres">
      <dgm:prSet presAssocID="{7B17D8DD-6D98-4AAA-9584-A7F3E9D8AFB7}" presName="childText" presStyleLbl="revTx" presStyleIdx="3" presStyleCnt="4">
        <dgm:presLayoutVars>
          <dgm:bulletEnabled val="1"/>
        </dgm:presLayoutVars>
      </dgm:prSet>
      <dgm:spPr/>
    </dgm:pt>
  </dgm:ptLst>
  <dgm:cxnLst>
    <dgm:cxn modelId="{DF19A600-F0B7-4F61-AFB4-AC34A8101C43}" type="presOf" srcId="{785E467C-7FBA-4E18-B604-CDC68A06ECCA}" destId="{45E9B2F5-D7C2-4010-8DE6-9A31FBEFC0D6}" srcOrd="0" destOrd="1" presId="urn:microsoft.com/office/officeart/2005/8/layout/vList2"/>
    <dgm:cxn modelId="{F5BF400F-D774-4D1A-BDE0-5A3E14AD8778}" srcId="{FBECD0DE-8BD4-4D99-9557-98A3C7425B08}" destId="{AF67BBBF-A067-44AD-8AD1-32EA61F747E3}" srcOrd="1" destOrd="0" parTransId="{68904DBD-FEE3-45F1-B10E-94F04C07D08D}" sibTransId="{96088926-84AB-4F87-BAE7-F02C05F99E92}"/>
    <dgm:cxn modelId="{B1F6C511-9B7D-462E-8A1D-4788A7C81C78}" type="presOf" srcId="{AF67BBBF-A067-44AD-8AD1-32EA61F747E3}" destId="{66E1E0C5-34F3-49DE-913E-5FA3EF075E33}" srcOrd="0" destOrd="0" presId="urn:microsoft.com/office/officeart/2005/8/layout/vList2"/>
    <dgm:cxn modelId="{17C98F1F-FFA8-49F0-8E5D-BACAD1EFF3C1}" srcId="{35674C60-2AC8-4E84-85CC-62D5D952AB22}" destId="{785E467C-7FBA-4E18-B604-CDC68A06ECCA}" srcOrd="1" destOrd="0" parTransId="{BC2BD913-E021-41CA-9BE6-2146A5D9EFD5}" sibTransId="{55051B73-61D3-42C4-AC9E-C35B22A22928}"/>
    <dgm:cxn modelId="{E04E2733-ACD5-4653-B3F6-4C0C4C3B2AA8}" type="presOf" srcId="{361AC304-EFF2-41EC-BD10-871B7B867A4B}" destId="{8419B2A6-C56F-4674-AB73-49C5666AC067}" srcOrd="0" destOrd="1" presId="urn:microsoft.com/office/officeart/2005/8/layout/vList2"/>
    <dgm:cxn modelId="{C29F9464-BEC2-4A31-8D35-653F3EC6E6FA}" type="presOf" srcId="{5D61A901-E656-463C-A67D-00F32B0BD42A}" destId="{D0BD2B91-E6F5-4561-B1F1-7CAA7E8C27C4}" srcOrd="0" destOrd="2" presId="urn:microsoft.com/office/officeart/2005/8/layout/vList2"/>
    <dgm:cxn modelId="{7C074D69-C399-487E-8BC3-64C24C774E96}" type="presOf" srcId="{7C96C1C0-D49A-4639-980B-588B1C50F1B3}" destId="{987BC859-AA64-4EFC-BD51-A63B31842C67}" srcOrd="0" destOrd="0" presId="urn:microsoft.com/office/officeart/2005/8/layout/vList2"/>
    <dgm:cxn modelId="{5C53776C-2AD0-4168-9D3A-DEC367C2C3FC}" type="presOf" srcId="{35674C60-2AC8-4E84-85CC-62D5D952AB22}" destId="{EC247F00-68F3-4DD9-9ECF-97D6180F419B}" srcOrd="0" destOrd="0" presId="urn:microsoft.com/office/officeart/2005/8/layout/vList2"/>
    <dgm:cxn modelId="{42A35450-BB03-4D68-85B3-455D284BD7E6}" type="presOf" srcId="{FBECD0DE-8BD4-4D99-9557-98A3C7425B08}" destId="{1BA9C733-0654-45C3-A2A3-A711AFC80DE8}" srcOrd="0" destOrd="0" presId="urn:microsoft.com/office/officeart/2005/8/layout/vList2"/>
    <dgm:cxn modelId="{A4285251-4443-4CF2-8080-7872D0105927}" srcId="{AF67BBBF-A067-44AD-8AD1-32EA61F747E3}" destId="{BD444BF1-952A-474F-B951-8C0B5A731F89}" srcOrd="0" destOrd="0" parTransId="{F6C49A82-84CF-4110-A41A-59C6B1CAEF06}" sibTransId="{92D623DE-5097-4C67-B5DD-2E70AA62401E}"/>
    <dgm:cxn modelId="{E7E87E73-7D4D-42A3-ADB2-0721C6A7A1B6}" srcId="{FBECD0DE-8BD4-4D99-9557-98A3C7425B08}" destId="{7C96C1C0-D49A-4639-980B-588B1C50F1B3}" srcOrd="3" destOrd="0" parTransId="{C3D19E46-0C6E-4D37-9740-A1B15BF237B2}" sibTransId="{AF8DA591-DC52-4322-9971-7C82F2A3D1B7}"/>
    <dgm:cxn modelId="{938ADC53-3460-4C0C-B6F8-B6F41C108C56}" srcId="{FBECD0DE-8BD4-4D99-9557-98A3C7425B08}" destId="{DCE51425-8E74-4FE4-BEEE-A1EC8727DC31}" srcOrd="0" destOrd="0" parTransId="{7CBD4791-F0A3-4B67-8496-CF1AE7F96D53}" sibTransId="{B3DE9527-EDE1-47DF-815A-D9A78480C7F2}"/>
    <dgm:cxn modelId="{E3C3987E-30E6-42C7-A7A7-D7FD7893871F}" type="presOf" srcId="{D29C4ECC-207C-41F0-8EAC-29243C59EAD9}" destId="{8419B2A6-C56F-4674-AB73-49C5666AC067}" srcOrd="0" destOrd="0" presId="urn:microsoft.com/office/officeart/2005/8/layout/vList2"/>
    <dgm:cxn modelId="{83D6B683-7548-41C0-9E52-AA83BD91C3A9}" srcId="{7C96C1C0-D49A-4639-980B-588B1C50F1B3}" destId="{0F4356CF-9A43-4A93-BBF4-083F401F0E2C}" srcOrd="0" destOrd="0" parTransId="{98F668FC-02E6-4D96-A58A-2D3DF9DC52C3}" sibTransId="{CE41756F-A6DB-4CF6-A082-2B65C01CEF4B}"/>
    <dgm:cxn modelId="{8F859C90-9C89-4E5D-8913-974B8AE3211A}" srcId="{FBECD0DE-8BD4-4D99-9557-98A3C7425B08}" destId="{35674C60-2AC8-4E84-85CC-62D5D952AB22}" srcOrd="2" destOrd="0" parTransId="{BF51106B-08A4-48D0-BFA1-341B29A60605}" sibTransId="{277CAFD6-AF28-49CF-BD6B-9E70ADE0DA7A}"/>
    <dgm:cxn modelId="{84C6DE97-49EA-421D-B570-003F01A26ABF}" type="presOf" srcId="{D4F34931-D462-4251-9A9A-12F50E74B873}" destId="{45E9B2F5-D7C2-4010-8DE6-9A31FBEFC0D6}" srcOrd="0" destOrd="2" presId="urn:microsoft.com/office/officeart/2005/8/layout/vList2"/>
    <dgm:cxn modelId="{F132C2A3-4B13-4FAF-891F-D4FDBA919656}" type="presOf" srcId="{BD444BF1-952A-474F-B951-8C0B5A731F89}" destId="{2C30292F-49F1-4E36-A8C0-2214AA90BCEE}" srcOrd="0" destOrd="0" presId="urn:microsoft.com/office/officeart/2005/8/layout/vList2"/>
    <dgm:cxn modelId="{F7977CB0-3D83-4C40-B6A7-6325D6BFC2DA}" type="presOf" srcId="{37690FE2-98DE-438E-8A27-C8828E862205}" destId="{45E9B2F5-D7C2-4010-8DE6-9A31FBEFC0D6}" srcOrd="0" destOrd="0" presId="urn:microsoft.com/office/officeart/2005/8/layout/vList2"/>
    <dgm:cxn modelId="{94352BB3-5C54-42BB-89A8-AD10889F8FFB}" srcId="{35674C60-2AC8-4E84-85CC-62D5D952AB22}" destId="{D4F34931-D462-4251-9A9A-12F50E74B873}" srcOrd="2" destOrd="0" parTransId="{E9159062-3095-4017-9077-4A2C2854E26A}" sibTransId="{10816A92-FECB-4A49-A20C-7637DAD53CCA}"/>
    <dgm:cxn modelId="{20B4B3C3-A5DA-4803-B063-1E45DE79AC1B}" type="presOf" srcId="{0F4356CF-9A43-4A93-BBF4-083F401F0E2C}" destId="{D0BD2B91-E6F5-4561-B1F1-7CAA7E8C27C4}" srcOrd="0" destOrd="0" presId="urn:microsoft.com/office/officeart/2005/8/layout/vList2"/>
    <dgm:cxn modelId="{D70273C5-5AB2-471F-B36D-6B7EA302F2A7}" type="presOf" srcId="{DCE51425-8E74-4FE4-BEEE-A1EC8727DC31}" destId="{99ED120E-891F-429B-94D3-1B41795B456F}" srcOrd="0" destOrd="0" presId="urn:microsoft.com/office/officeart/2005/8/layout/vList2"/>
    <dgm:cxn modelId="{A7B6E0CC-AD42-41F4-95F3-CC53447D252F}" type="presOf" srcId="{7B17D8DD-6D98-4AAA-9584-A7F3E9D8AFB7}" destId="{AF84C5BE-637F-4B55-B12B-CDCF255E1390}" srcOrd="0" destOrd="0" presId="urn:microsoft.com/office/officeart/2005/8/layout/vList2"/>
    <dgm:cxn modelId="{39939BDA-03AB-44CC-A2C4-B748B79D050D}" srcId="{7C96C1C0-D49A-4639-980B-588B1C50F1B3}" destId="{1C926F20-3E6C-42E7-86E0-F82EA83CF884}" srcOrd="1" destOrd="0" parTransId="{94C3C5EA-E938-478A-A6E4-B3716D1BE290}" sibTransId="{715D6B26-92D0-4D9C-823B-8EA382974C39}"/>
    <dgm:cxn modelId="{77B095DB-8A1E-4BA0-8FA2-DA68E1E0B4B5}" srcId="{7B17D8DD-6D98-4AAA-9584-A7F3E9D8AFB7}" destId="{361AC304-EFF2-41EC-BD10-871B7B867A4B}" srcOrd="1" destOrd="0" parTransId="{52BC1A2B-3313-47ED-A858-0F7B9854C42F}" sibTransId="{8F014CFC-5CE0-46B8-9D7D-2735AC897BF5}"/>
    <dgm:cxn modelId="{59EE87DF-396F-40F6-97C4-410AA65EABDE}" srcId="{7C96C1C0-D49A-4639-980B-588B1C50F1B3}" destId="{5D61A901-E656-463C-A67D-00F32B0BD42A}" srcOrd="2" destOrd="0" parTransId="{A95D0D80-C88C-4FD5-BF99-171BE4867525}" sibTransId="{638EE362-C013-4C46-A6A8-3D71F19B7263}"/>
    <dgm:cxn modelId="{AD07BDE4-15B1-49D4-B886-46222C0DCD9F}" srcId="{7B17D8DD-6D98-4AAA-9584-A7F3E9D8AFB7}" destId="{D29C4ECC-207C-41F0-8EAC-29243C59EAD9}" srcOrd="0" destOrd="0" parTransId="{B57E1CFE-2361-4679-8CC4-0362B63162F9}" sibTransId="{71ACC06A-5117-433C-AC6C-821E54D9946B}"/>
    <dgm:cxn modelId="{DD79D6E6-5881-4444-8862-E5DEC8EED2A3}" srcId="{FBECD0DE-8BD4-4D99-9557-98A3C7425B08}" destId="{7B17D8DD-6D98-4AAA-9584-A7F3E9D8AFB7}" srcOrd="4" destOrd="0" parTransId="{1F60DAD2-AC8B-4271-A6CC-289F0559D1D1}" sibTransId="{7D869E79-A99A-4309-8268-3B25BBD50FE7}"/>
    <dgm:cxn modelId="{C125C4EC-5D34-45EE-9CD1-BD9A88CFC84E}" type="presOf" srcId="{1C926F20-3E6C-42E7-86E0-F82EA83CF884}" destId="{D0BD2B91-E6F5-4561-B1F1-7CAA7E8C27C4}" srcOrd="0" destOrd="1" presId="urn:microsoft.com/office/officeart/2005/8/layout/vList2"/>
    <dgm:cxn modelId="{B59CA9FF-B975-4666-B7EF-44D3DD6CAEDC}" srcId="{35674C60-2AC8-4E84-85CC-62D5D952AB22}" destId="{37690FE2-98DE-438E-8A27-C8828E862205}" srcOrd="0" destOrd="0" parTransId="{0DD5D6FD-B9E9-4092-B628-58E80992E24A}" sibTransId="{FEFBE86E-6423-4E0C-977E-B24122784871}"/>
    <dgm:cxn modelId="{8B2AE40D-A903-4AE7-A8B7-99C4303B5FBD}" type="presParOf" srcId="{1BA9C733-0654-45C3-A2A3-A711AFC80DE8}" destId="{99ED120E-891F-429B-94D3-1B41795B456F}" srcOrd="0" destOrd="0" presId="urn:microsoft.com/office/officeart/2005/8/layout/vList2"/>
    <dgm:cxn modelId="{83973C0F-DF3E-4128-AC4A-E5736F21F1D2}" type="presParOf" srcId="{1BA9C733-0654-45C3-A2A3-A711AFC80DE8}" destId="{0ED6B403-B89A-48C1-8C9D-FE7826F8FA26}" srcOrd="1" destOrd="0" presId="urn:microsoft.com/office/officeart/2005/8/layout/vList2"/>
    <dgm:cxn modelId="{42B52C01-FA09-4BEA-B19C-D13E9DCE16DA}" type="presParOf" srcId="{1BA9C733-0654-45C3-A2A3-A711AFC80DE8}" destId="{66E1E0C5-34F3-49DE-913E-5FA3EF075E33}" srcOrd="2" destOrd="0" presId="urn:microsoft.com/office/officeart/2005/8/layout/vList2"/>
    <dgm:cxn modelId="{08B3CB2B-55F0-4279-B86C-6417BC59404D}" type="presParOf" srcId="{1BA9C733-0654-45C3-A2A3-A711AFC80DE8}" destId="{2C30292F-49F1-4E36-A8C0-2214AA90BCEE}" srcOrd="3" destOrd="0" presId="urn:microsoft.com/office/officeart/2005/8/layout/vList2"/>
    <dgm:cxn modelId="{95E9A78D-0C22-45E7-929C-4F006F3CE984}" type="presParOf" srcId="{1BA9C733-0654-45C3-A2A3-A711AFC80DE8}" destId="{EC247F00-68F3-4DD9-9ECF-97D6180F419B}" srcOrd="4" destOrd="0" presId="urn:microsoft.com/office/officeart/2005/8/layout/vList2"/>
    <dgm:cxn modelId="{407776D4-32E7-42BC-9E54-9AE09855B51B}" type="presParOf" srcId="{1BA9C733-0654-45C3-A2A3-A711AFC80DE8}" destId="{45E9B2F5-D7C2-4010-8DE6-9A31FBEFC0D6}" srcOrd="5" destOrd="0" presId="urn:microsoft.com/office/officeart/2005/8/layout/vList2"/>
    <dgm:cxn modelId="{7C2F77BD-AA0E-440C-837A-7930CDBDF9EC}" type="presParOf" srcId="{1BA9C733-0654-45C3-A2A3-A711AFC80DE8}" destId="{987BC859-AA64-4EFC-BD51-A63B31842C67}" srcOrd="6" destOrd="0" presId="urn:microsoft.com/office/officeart/2005/8/layout/vList2"/>
    <dgm:cxn modelId="{262F8AE5-AE53-4C20-A8B4-2819D2622CDD}" type="presParOf" srcId="{1BA9C733-0654-45C3-A2A3-A711AFC80DE8}" destId="{D0BD2B91-E6F5-4561-B1F1-7CAA7E8C27C4}" srcOrd="7" destOrd="0" presId="urn:microsoft.com/office/officeart/2005/8/layout/vList2"/>
    <dgm:cxn modelId="{7EF1DCE5-8AED-4AD4-9FDB-6898B535A3BF}" type="presParOf" srcId="{1BA9C733-0654-45C3-A2A3-A711AFC80DE8}" destId="{AF84C5BE-637F-4B55-B12B-CDCF255E1390}" srcOrd="8" destOrd="0" presId="urn:microsoft.com/office/officeart/2005/8/layout/vList2"/>
    <dgm:cxn modelId="{D6AC1278-751B-457C-8FC2-7C073C3B3053}" type="presParOf" srcId="{1BA9C733-0654-45C3-A2A3-A711AFC80DE8}" destId="{8419B2A6-C56F-4674-AB73-49C5666AC067}"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7800432-D321-4653-BE41-267A3DA2A42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D128921-205B-4653-9723-A136154CE1CE}">
      <dgm:prSet/>
      <dgm:spPr/>
      <dgm:t>
        <a:bodyPr/>
        <a:lstStyle/>
        <a:p>
          <a:r>
            <a:rPr lang="en-US" b="1" dirty="0"/>
            <a:t>Paper:</a:t>
          </a:r>
          <a:r>
            <a:rPr lang="en-US" dirty="0"/>
            <a:t> </a:t>
          </a:r>
          <a:r>
            <a:rPr lang="en-US" i="1" dirty="0"/>
            <a:t>A Traffic‑Sign Detection Algorithm Based on Improved Sparse R‑CNN</a:t>
          </a:r>
          <a:r>
            <a:rPr lang="en-US" dirty="0"/>
            <a:t> (Cao et al., 2021)</a:t>
          </a:r>
        </a:p>
      </dgm:t>
    </dgm:pt>
    <dgm:pt modelId="{D7688B41-D845-407D-99D4-57443C9DE50D}" type="parTrans" cxnId="{65D1D48F-14FF-4F31-A0AA-4C168A80D0F0}">
      <dgm:prSet/>
      <dgm:spPr/>
      <dgm:t>
        <a:bodyPr/>
        <a:lstStyle/>
        <a:p>
          <a:endParaRPr lang="en-US"/>
        </a:p>
      </dgm:t>
    </dgm:pt>
    <dgm:pt modelId="{E86E8B9B-FEC3-4BDF-B4F0-DD488C84F28C}" type="sibTrans" cxnId="{65D1D48F-14FF-4F31-A0AA-4C168A80D0F0}">
      <dgm:prSet/>
      <dgm:spPr/>
      <dgm:t>
        <a:bodyPr/>
        <a:lstStyle/>
        <a:p>
          <a:endParaRPr lang="en-US"/>
        </a:p>
      </dgm:t>
    </dgm:pt>
    <dgm:pt modelId="{16FD89FF-2286-499B-8B78-129F0C066302}">
      <dgm:prSet/>
      <dgm:spPr/>
      <dgm:t>
        <a:bodyPr/>
        <a:lstStyle/>
        <a:p>
          <a:r>
            <a:rPr lang="en-US" b="1"/>
            <a:t>Context &amp; Aim</a:t>
          </a:r>
          <a:endParaRPr lang="en-US"/>
        </a:p>
      </dgm:t>
    </dgm:pt>
    <dgm:pt modelId="{FB37EB92-B3E8-462C-AF67-CA86961CB41F}" type="parTrans" cxnId="{B7E7C34C-9A2F-459F-BE72-EF94E6DF14DF}">
      <dgm:prSet/>
      <dgm:spPr/>
      <dgm:t>
        <a:bodyPr/>
        <a:lstStyle/>
        <a:p>
          <a:endParaRPr lang="en-US"/>
        </a:p>
      </dgm:t>
    </dgm:pt>
    <dgm:pt modelId="{9145568D-DA23-4C35-B84B-1AF5993D3204}" type="sibTrans" cxnId="{B7E7C34C-9A2F-459F-BE72-EF94E6DF14DF}">
      <dgm:prSet/>
      <dgm:spPr/>
      <dgm:t>
        <a:bodyPr/>
        <a:lstStyle/>
        <a:p>
          <a:endParaRPr lang="en-US"/>
        </a:p>
      </dgm:t>
    </dgm:pt>
    <dgm:pt modelId="{4D242613-C84F-4553-8091-8ACB90B60627}">
      <dgm:prSet/>
      <dgm:spPr/>
      <dgm:t>
        <a:bodyPr/>
        <a:lstStyle/>
        <a:p>
          <a:r>
            <a:rPr lang="en-US"/>
            <a:t>Enhance Sparse R‑CNN for improved detection of traffic signs by optimizing the backbone and attention mechanisms.</a:t>
          </a:r>
        </a:p>
      </dgm:t>
    </dgm:pt>
    <dgm:pt modelId="{C58E207A-B293-4853-880C-604B8E59A96A}" type="parTrans" cxnId="{2BDBF42D-C3E0-43E3-AE59-A35C9F94C48A}">
      <dgm:prSet/>
      <dgm:spPr/>
      <dgm:t>
        <a:bodyPr/>
        <a:lstStyle/>
        <a:p>
          <a:endParaRPr lang="en-US"/>
        </a:p>
      </dgm:t>
    </dgm:pt>
    <dgm:pt modelId="{461E2800-DBEC-4704-9590-4D3E759D468B}" type="sibTrans" cxnId="{2BDBF42D-C3E0-43E3-AE59-A35C9F94C48A}">
      <dgm:prSet/>
      <dgm:spPr/>
      <dgm:t>
        <a:bodyPr/>
        <a:lstStyle/>
        <a:p>
          <a:endParaRPr lang="en-US"/>
        </a:p>
      </dgm:t>
    </dgm:pt>
    <dgm:pt modelId="{F340AE54-7FA0-450F-9534-05A30D24ED46}">
      <dgm:prSet/>
      <dgm:spPr/>
      <dgm:t>
        <a:bodyPr/>
        <a:lstStyle/>
        <a:p>
          <a:r>
            <a:rPr lang="en-US" b="1"/>
            <a:t>Methodology</a:t>
          </a:r>
          <a:endParaRPr lang="en-US"/>
        </a:p>
      </dgm:t>
    </dgm:pt>
    <dgm:pt modelId="{CB8E276A-5466-4AD9-B952-1F24BA7C1C04}" type="parTrans" cxnId="{9CF699C5-E9CD-4F55-BA76-E5D7DC56EEF4}">
      <dgm:prSet/>
      <dgm:spPr/>
      <dgm:t>
        <a:bodyPr/>
        <a:lstStyle/>
        <a:p>
          <a:endParaRPr lang="en-US"/>
        </a:p>
      </dgm:t>
    </dgm:pt>
    <dgm:pt modelId="{9ADD2299-A327-4D72-8637-AEAD7E60E03D}" type="sibTrans" cxnId="{9CF699C5-E9CD-4F55-BA76-E5D7DC56EEF4}">
      <dgm:prSet/>
      <dgm:spPr/>
      <dgm:t>
        <a:bodyPr/>
        <a:lstStyle/>
        <a:p>
          <a:endParaRPr lang="en-US"/>
        </a:p>
      </dgm:t>
    </dgm:pt>
    <dgm:pt modelId="{2174AA07-A4BC-4726-BBBA-0E462F2FF5E4}">
      <dgm:prSet/>
      <dgm:spPr/>
      <dgm:t>
        <a:bodyPr/>
        <a:lstStyle/>
        <a:p>
          <a:r>
            <a:rPr lang="en-US"/>
            <a:t>Added Res2Nest backbone and Dynamic Instance Interactive Head (DIIH) for richer multi-scale feature representation.</a:t>
          </a:r>
        </a:p>
      </dgm:t>
    </dgm:pt>
    <dgm:pt modelId="{A6DA7A36-DD43-4FF9-B874-5EFC2BE4D247}" type="parTrans" cxnId="{5F40C621-F644-45CE-B83C-D5CADCC6CE52}">
      <dgm:prSet/>
      <dgm:spPr/>
      <dgm:t>
        <a:bodyPr/>
        <a:lstStyle/>
        <a:p>
          <a:endParaRPr lang="en-US"/>
        </a:p>
      </dgm:t>
    </dgm:pt>
    <dgm:pt modelId="{0E001ADC-45B8-447D-87B8-751F6556A0A1}" type="sibTrans" cxnId="{5F40C621-F644-45CE-B83C-D5CADCC6CE52}">
      <dgm:prSet/>
      <dgm:spPr/>
      <dgm:t>
        <a:bodyPr/>
        <a:lstStyle/>
        <a:p>
          <a:endParaRPr lang="en-US"/>
        </a:p>
      </dgm:t>
    </dgm:pt>
    <dgm:pt modelId="{B18BA4B1-D613-40F2-B6C4-CD2147D74066}">
      <dgm:prSet/>
      <dgm:spPr/>
      <dgm:t>
        <a:bodyPr/>
        <a:lstStyle/>
        <a:p>
          <a:r>
            <a:rPr lang="en-US"/>
            <a:t>Evaluated on standard TT100K traffic sign dataset.</a:t>
          </a:r>
        </a:p>
      </dgm:t>
    </dgm:pt>
    <dgm:pt modelId="{9AD497D7-19FA-4948-AD05-7AFB62BAA738}" type="parTrans" cxnId="{F30CF760-2EF7-4D9D-B735-C2FD7814450D}">
      <dgm:prSet/>
      <dgm:spPr/>
      <dgm:t>
        <a:bodyPr/>
        <a:lstStyle/>
        <a:p>
          <a:endParaRPr lang="en-US"/>
        </a:p>
      </dgm:t>
    </dgm:pt>
    <dgm:pt modelId="{5A3D9A84-0B1A-4E7B-A551-D9DC4682EBEF}" type="sibTrans" cxnId="{F30CF760-2EF7-4D9D-B735-C2FD7814450D}">
      <dgm:prSet/>
      <dgm:spPr/>
      <dgm:t>
        <a:bodyPr/>
        <a:lstStyle/>
        <a:p>
          <a:endParaRPr lang="en-US"/>
        </a:p>
      </dgm:t>
    </dgm:pt>
    <dgm:pt modelId="{D75D7112-E6C0-4A87-A974-702BAD443B30}">
      <dgm:prSet/>
      <dgm:spPr/>
      <dgm:t>
        <a:bodyPr/>
        <a:lstStyle/>
        <a:p>
          <a:r>
            <a:rPr lang="en-US" b="1"/>
            <a:t>Results</a:t>
          </a:r>
          <a:endParaRPr lang="en-US"/>
        </a:p>
      </dgm:t>
    </dgm:pt>
    <dgm:pt modelId="{C2553A89-2501-48BE-9192-B8C8A0836D48}" type="parTrans" cxnId="{C083F3EB-698F-4BE5-AAA1-0BF302DBB98C}">
      <dgm:prSet/>
      <dgm:spPr/>
      <dgm:t>
        <a:bodyPr/>
        <a:lstStyle/>
        <a:p>
          <a:endParaRPr lang="en-US"/>
        </a:p>
      </dgm:t>
    </dgm:pt>
    <dgm:pt modelId="{B4B611E2-8212-4396-A078-E8FDB315FB74}" type="sibTrans" cxnId="{C083F3EB-698F-4BE5-AAA1-0BF302DBB98C}">
      <dgm:prSet/>
      <dgm:spPr/>
      <dgm:t>
        <a:bodyPr/>
        <a:lstStyle/>
        <a:p>
          <a:endParaRPr lang="en-US"/>
        </a:p>
      </dgm:t>
    </dgm:pt>
    <dgm:pt modelId="{EA3671C7-123A-421B-9C54-EA0D88DD7834}">
      <dgm:prSet/>
      <dgm:spPr/>
      <dgm:t>
        <a:bodyPr/>
        <a:lstStyle/>
        <a:p>
          <a:r>
            <a:rPr lang="en-US"/>
            <a:t>Improved mAP and robustness for small sign detection.</a:t>
          </a:r>
        </a:p>
      </dgm:t>
    </dgm:pt>
    <dgm:pt modelId="{736F49D0-5A83-48A1-AD36-C4A52983DD1D}" type="parTrans" cxnId="{610717AA-3F4E-41AF-9B64-AB791F6BA510}">
      <dgm:prSet/>
      <dgm:spPr/>
      <dgm:t>
        <a:bodyPr/>
        <a:lstStyle/>
        <a:p>
          <a:endParaRPr lang="en-US"/>
        </a:p>
      </dgm:t>
    </dgm:pt>
    <dgm:pt modelId="{31CFA400-0E24-4D7A-A422-F72EBE815D82}" type="sibTrans" cxnId="{610717AA-3F4E-41AF-9B64-AB791F6BA510}">
      <dgm:prSet/>
      <dgm:spPr/>
      <dgm:t>
        <a:bodyPr/>
        <a:lstStyle/>
        <a:p>
          <a:endParaRPr lang="en-US"/>
        </a:p>
      </dgm:t>
    </dgm:pt>
    <dgm:pt modelId="{F58EFEEB-A914-4898-9317-EA77B3C66B9A}">
      <dgm:prSet/>
      <dgm:spPr/>
      <dgm:t>
        <a:bodyPr/>
        <a:lstStyle/>
        <a:p>
          <a:r>
            <a:rPr lang="en-US"/>
            <a:t>Backbone enhancements and attention modules enabled more accurate region proposals.</a:t>
          </a:r>
        </a:p>
      </dgm:t>
    </dgm:pt>
    <dgm:pt modelId="{3D75EAFE-C476-497D-B56F-81A9B064E14F}" type="parTrans" cxnId="{8696999A-381F-4955-BD26-1304E2E84E80}">
      <dgm:prSet/>
      <dgm:spPr/>
      <dgm:t>
        <a:bodyPr/>
        <a:lstStyle/>
        <a:p>
          <a:endParaRPr lang="en-US"/>
        </a:p>
      </dgm:t>
    </dgm:pt>
    <dgm:pt modelId="{49EC683A-44F7-4BC3-9B35-12308948A5C4}" type="sibTrans" cxnId="{8696999A-381F-4955-BD26-1304E2E84E80}">
      <dgm:prSet/>
      <dgm:spPr/>
      <dgm:t>
        <a:bodyPr/>
        <a:lstStyle/>
        <a:p>
          <a:endParaRPr lang="en-US"/>
        </a:p>
      </dgm:t>
    </dgm:pt>
    <dgm:pt modelId="{BECF4C75-0374-47ED-A5A2-4936561B5F0B}">
      <dgm:prSet/>
      <dgm:spPr/>
      <dgm:t>
        <a:bodyPr/>
        <a:lstStyle/>
        <a:p>
          <a:r>
            <a:rPr lang="en-US" b="1"/>
            <a:t>Research Gap</a:t>
          </a:r>
          <a:endParaRPr lang="en-US"/>
        </a:p>
      </dgm:t>
    </dgm:pt>
    <dgm:pt modelId="{EE20C4AB-E08D-4536-A5FE-513D0865CD64}" type="parTrans" cxnId="{BB6E4426-DD2B-47DA-B84A-CF1700C90087}">
      <dgm:prSet/>
      <dgm:spPr/>
      <dgm:t>
        <a:bodyPr/>
        <a:lstStyle/>
        <a:p>
          <a:endParaRPr lang="en-US"/>
        </a:p>
      </dgm:t>
    </dgm:pt>
    <dgm:pt modelId="{1DBED8EA-3FA1-40DD-98F5-8081A95F9AE1}" type="sibTrans" cxnId="{BB6E4426-DD2B-47DA-B84A-CF1700C90087}">
      <dgm:prSet/>
      <dgm:spPr/>
      <dgm:t>
        <a:bodyPr/>
        <a:lstStyle/>
        <a:p>
          <a:endParaRPr lang="en-US"/>
        </a:p>
      </dgm:t>
    </dgm:pt>
    <dgm:pt modelId="{D7EBE528-16F7-43F9-9514-FDE4CE90FA17}">
      <dgm:prSet/>
      <dgm:spPr/>
      <dgm:t>
        <a:bodyPr/>
        <a:lstStyle/>
        <a:p>
          <a:r>
            <a:rPr lang="en-US"/>
            <a:t>Higher computational cost may limit real-time applicability.</a:t>
          </a:r>
        </a:p>
      </dgm:t>
    </dgm:pt>
    <dgm:pt modelId="{8C1F92BF-0CAA-4639-A074-441664D97E9C}" type="parTrans" cxnId="{96B91CD9-0BD1-4B2A-B599-94A335E1E0D0}">
      <dgm:prSet/>
      <dgm:spPr/>
      <dgm:t>
        <a:bodyPr/>
        <a:lstStyle/>
        <a:p>
          <a:endParaRPr lang="en-US"/>
        </a:p>
      </dgm:t>
    </dgm:pt>
    <dgm:pt modelId="{5D975421-7E37-4B3E-A632-D786E412FEF8}" type="sibTrans" cxnId="{96B91CD9-0BD1-4B2A-B599-94A335E1E0D0}">
      <dgm:prSet/>
      <dgm:spPr/>
      <dgm:t>
        <a:bodyPr/>
        <a:lstStyle/>
        <a:p>
          <a:endParaRPr lang="en-US"/>
        </a:p>
      </dgm:t>
    </dgm:pt>
    <dgm:pt modelId="{84597370-3D9D-44EB-B1E8-5580C7005E6B}">
      <dgm:prSet/>
      <dgm:spPr/>
      <dgm:t>
        <a:bodyPr/>
        <a:lstStyle/>
        <a:p>
          <a:r>
            <a:rPr lang="en-US"/>
            <a:t>Evaluations not performed on datasets representative of Sri Lankan road signs.</a:t>
          </a:r>
        </a:p>
      </dgm:t>
    </dgm:pt>
    <dgm:pt modelId="{B11FE53F-5E68-4427-8254-6055C3A3FCAF}" type="parTrans" cxnId="{97233417-EE14-4D22-91E3-41E738293E19}">
      <dgm:prSet/>
      <dgm:spPr/>
      <dgm:t>
        <a:bodyPr/>
        <a:lstStyle/>
        <a:p>
          <a:endParaRPr lang="en-US"/>
        </a:p>
      </dgm:t>
    </dgm:pt>
    <dgm:pt modelId="{E16C8961-B404-4802-982C-C7B2BE17DFA6}" type="sibTrans" cxnId="{97233417-EE14-4D22-91E3-41E738293E19}">
      <dgm:prSet/>
      <dgm:spPr/>
      <dgm:t>
        <a:bodyPr/>
        <a:lstStyle/>
        <a:p>
          <a:endParaRPr lang="en-US"/>
        </a:p>
      </dgm:t>
    </dgm:pt>
    <dgm:pt modelId="{7539057C-6104-4119-8BD2-7BEAE79DA707}" type="pres">
      <dgm:prSet presAssocID="{27800432-D321-4653-BE41-267A3DA2A428}" presName="linear" presStyleCnt="0">
        <dgm:presLayoutVars>
          <dgm:animLvl val="lvl"/>
          <dgm:resizeHandles val="exact"/>
        </dgm:presLayoutVars>
      </dgm:prSet>
      <dgm:spPr/>
    </dgm:pt>
    <dgm:pt modelId="{9925DDA5-DB62-4996-B3D1-48A7BE01BCD0}" type="pres">
      <dgm:prSet presAssocID="{9D128921-205B-4653-9723-A136154CE1CE}" presName="parentText" presStyleLbl="node1" presStyleIdx="0" presStyleCnt="5">
        <dgm:presLayoutVars>
          <dgm:chMax val="0"/>
          <dgm:bulletEnabled val="1"/>
        </dgm:presLayoutVars>
      </dgm:prSet>
      <dgm:spPr/>
    </dgm:pt>
    <dgm:pt modelId="{64A6D2A2-3E83-4290-B784-0CF6C107C629}" type="pres">
      <dgm:prSet presAssocID="{E86E8B9B-FEC3-4BDF-B4F0-DD488C84F28C}" presName="spacer" presStyleCnt="0"/>
      <dgm:spPr/>
    </dgm:pt>
    <dgm:pt modelId="{DF1D855F-433F-49EE-9235-4E255A749656}" type="pres">
      <dgm:prSet presAssocID="{16FD89FF-2286-499B-8B78-129F0C066302}" presName="parentText" presStyleLbl="node1" presStyleIdx="1" presStyleCnt="5">
        <dgm:presLayoutVars>
          <dgm:chMax val="0"/>
          <dgm:bulletEnabled val="1"/>
        </dgm:presLayoutVars>
      </dgm:prSet>
      <dgm:spPr/>
    </dgm:pt>
    <dgm:pt modelId="{6B5767D3-E418-475A-BED1-ADFFF0E23148}" type="pres">
      <dgm:prSet presAssocID="{16FD89FF-2286-499B-8B78-129F0C066302}" presName="childText" presStyleLbl="revTx" presStyleIdx="0" presStyleCnt="4">
        <dgm:presLayoutVars>
          <dgm:bulletEnabled val="1"/>
        </dgm:presLayoutVars>
      </dgm:prSet>
      <dgm:spPr/>
    </dgm:pt>
    <dgm:pt modelId="{944CE11E-A0DB-4CF1-B8FB-DC7FFF79C0AB}" type="pres">
      <dgm:prSet presAssocID="{F340AE54-7FA0-450F-9534-05A30D24ED46}" presName="parentText" presStyleLbl="node1" presStyleIdx="2" presStyleCnt="5">
        <dgm:presLayoutVars>
          <dgm:chMax val="0"/>
          <dgm:bulletEnabled val="1"/>
        </dgm:presLayoutVars>
      </dgm:prSet>
      <dgm:spPr/>
    </dgm:pt>
    <dgm:pt modelId="{4D3CB02F-790A-4E2F-B33E-CE8C4CA33C05}" type="pres">
      <dgm:prSet presAssocID="{F340AE54-7FA0-450F-9534-05A30D24ED46}" presName="childText" presStyleLbl="revTx" presStyleIdx="1" presStyleCnt="4">
        <dgm:presLayoutVars>
          <dgm:bulletEnabled val="1"/>
        </dgm:presLayoutVars>
      </dgm:prSet>
      <dgm:spPr/>
    </dgm:pt>
    <dgm:pt modelId="{60721A1B-D950-4DB7-B15F-8211FC312261}" type="pres">
      <dgm:prSet presAssocID="{D75D7112-E6C0-4A87-A974-702BAD443B30}" presName="parentText" presStyleLbl="node1" presStyleIdx="3" presStyleCnt="5">
        <dgm:presLayoutVars>
          <dgm:chMax val="0"/>
          <dgm:bulletEnabled val="1"/>
        </dgm:presLayoutVars>
      </dgm:prSet>
      <dgm:spPr/>
    </dgm:pt>
    <dgm:pt modelId="{AF977502-D10B-4F4D-8946-F3347BCEA431}" type="pres">
      <dgm:prSet presAssocID="{D75D7112-E6C0-4A87-A974-702BAD443B30}" presName="childText" presStyleLbl="revTx" presStyleIdx="2" presStyleCnt="4">
        <dgm:presLayoutVars>
          <dgm:bulletEnabled val="1"/>
        </dgm:presLayoutVars>
      </dgm:prSet>
      <dgm:spPr/>
    </dgm:pt>
    <dgm:pt modelId="{98298AEA-65FE-487E-9887-76EDFBB9ED2D}" type="pres">
      <dgm:prSet presAssocID="{BECF4C75-0374-47ED-A5A2-4936561B5F0B}" presName="parentText" presStyleLbl="node1" presStyleIdx="4" presStyleCnt="5">
        <dgm:presLayoutVars>
          <dgm:chMax val="0"/>
          <dgm:bulletEnabled val="1"/>
        </dgm:presLayoutVars>
      </dgm:prSet>
      <dgm:spPr/>
    </dgm:pt>
    <dgm:pt modelId="{C8A0E62D-0611-4313-8F66-795167D25CCD}" type="pres">
      <dgm:prSet presAssocID="{BECF4C75-0374-47ED-A5A2-4936561B5F0B}" presName="childText" presStyleLbl="revTx" presStyleIdx="3" presStyleCnt="4">
        <dgm:presLayoutVars>
          <dgm:bulletEnabled val="1"/>
        </dgm:presLayoutVars>
      </dgm:prSet>
      <dgm:spPr/>
    </dgm:pt>
  </dgm:ptLst>
  <dgm:cxnLst>
    <dgm:cxn modelId="{0624E309-4458-405C-A5AC-82E8C4299083}" type="presOf" srcId="{9D128921-205B-4653-9723-A136154CE1CE}" destId="{9925DDA5-DB62-4996-B3D1-48A7BE01BCD0}" srcOrd="0" destOrd="0" presId="urn:microsoft.com/office/officeart/2005/8/layout/vList2"/>
    <dgm:cxn modelId="{108E850E-4BFE-43B7-9F90-D7CEB6F14275}" type="presOf" srcId="{16FD89FF-2286-499B-8B78-129F0C066302}" destId="{DF1D855F-433F-49EE-9235-4E255A749656}" srcOrd="0" destOrd="0" presId="urn:microsoft.com/office/officeart/2005/8/layout/vList2"/>
    <dgm:cxn modelId="{97233417-EE14-4D22-91E3-41E738293E19}" srcId="{BECF4C75-0374-47ED-A5A2-4936561B5F0B}" destId="{84597370-3D9D-44EB-B1E8-5580C7005E6B}" srcOrd="1" destOrd="0" parTransId="{B11FE53F-5E68-4427-8254-6055C3A3FCAF}" sibTransId="{E16C8961-B404-4802-982C-C7B2BE17DFA6}"/>
    <dgm:cxn modelId="{5F40C621-F644-45CE-B83C-D5CADCC6CE52}" srcId="{F340AE54-7FA0-450F-9534-05A30D24ED46}" destId="{2174AA07-A4BC-4726-BBBA-0E462F2FF5E4}" srcOrd="0" destOrd="0" parTransId="{A6DA7A36-DD43-4FF9-B874-5EFC2BE4D247}" sibTransId="{0E001ADC-45B8-447D-87B8-751F6556A0A1}"/>
    <dgm:cxn modelId="{BB6E4426-DD2B-47DA-B84A-CF1700C90087}" srcId="{27800432-D321-4653-BE41-267A3DA2A428}" destId="{BECF4C75-0374-47ED-A5A2-4936561B5F0B}" srcOrd="4" destOrd="0" parTransId="{EE20C4AB-E08D-4536-A5FE-513D0865CD64}" sibTransId="{1DBED8EA-3FA1-40DD-98F5-8081A95F9AE1}"/>
    <dgm:cxn modelId="{2BDBF42D-C3E0-43E3-AE59-A35C9F94C48A}" srcId="{16FD89FF-2286-499B-8B78-129F0C066302}" destId="{4D242613-C84F-4553-8091-8ACB90B60627}" srcOrd="0" destOrd="0" parTransId="{C58E207A-B293-4853-880C-604B8E59A96A}" sibTransId="{461E2800-DBEC-4704-9590-4D3E759D468B}"/>
    <dgm:cxn modelId="{6D15755B-68CD-41E7-85C7-836F5604B4DC}" type="presOf" srcId="{BECF4C75-0374-47ED-A5A2-4936561B5F0B}" destId="{98298AEA-65FE-487E-9887-76EDFBB9ED2D}" srcOrd="0" destOrd="0" presId="urn:microsoft.com/office/officeart/2005/8/layout/vList2"/>
    <dgm:cxn modelId="{F30CF760-2EF7-4D9D-B735-C2FD7814450D}" srcId="{F340AE54-7FA0-450F-9534-05A30D24ED46}" destId="{B18BA4B1-D613-40F2-B6C4-CD2147D74066}" srcOrd="1" destOrd="0" parTransId="{9AD497D7-19FA-4948-AD05-7AFB62BAA738}" sibTransId="{5A3D9A84-0B1A-4E7B-A551-D9DC4682EBEF}"/>
    <dgm:cxn modelId="{AADF2B66-0302-4DE5-A777-C8FA1498D24F}" type="presOf" srcId="{F340AE54-7FA0-450F-9534-05A30D24ED46}" destId="{944CE11E-A0DB-4CF1-B8FB-DC7FFF79C0AB}" srcOrd="0" destOrd="0" presId="urn:microsoft.com/office/officeart/2005/8/layout/vList2"/>
    <dgm:cxn modelId="{B7E7C34C-9A2F-459F-BE72-EF94E6DF14DF}" srcId="{27800432-D321-4653-BE41-267A3DA2A428}" destId="{16FD89FF-2286-499B-8B78-129F0C066302}" srcOrd="1" destOrd="0" parTransId="{FB37EB92-B3E8-462C-AF67-CA86961CB41F}" sibTransId="{9145568D-DA23-4C35-B84B-1AF5993D3204}"/>
    <dgm:cxn modelId="{0D604171-519D-4F9B-B03A-9E99F05855E1}" type="presOf" srcId="{2174AA07-A4BC-4726-BBBA-0E462F2FF5E4}" destId="{4D3CB02F-790A-4E2F-B33E-CE8C4CA33C05}" srcOrd="0" destOrd="0" presId="urn:microsoft.com/office/officeart/2005/8/layout/vList2"/>
    <dgm:cxn modelId="{89AED957-3F42-4B6F-9F90-979C9BF04E91}" type="presOf" srcId="{EA3671C7-123A-421B-9C54-EA0D88DD7834}" destId="{AF977502-D10B-4F4D-8946-F3347BCEA431}" srcOrd="0" destOrd="0" presId="urn:microsoft.com/office/officeart/2005/8/layout/vList2"/>
    <dgm:cxn modelId="{86F0567A-7951-4528-9FCF-5B3772ADA00A}" type="presOf" srcId="{D7EBE528-16F7-43F9-9514-FDE4CE90FA17}" destId="{C8A0E62D-0611-4313-8F66-795167D25CCD}" srcOrd="0" destOrd="0" presId="urn:microsoft.com/office/officeart/2005/8/layout/vList2"/>
    <dgm:cxn modelId="{9732E681-553A-4009-98B6-AD15F6F6862D}" type="presOf" srcId="{27800432-D321-4653-BE41-267A3DA2A428}" destId="{7539057C-6104-4119-8BD2-7BEAE79DA707}" srcOrd="0" destOrd="0" presId="urn:microsoft.com/office/officeart/2005/8/layout/vList2"/>
    <dgm:cxn modelId="{0C91E786-6E0D-4BF0-B759-85199CB88866}" type="presOf" srcId="{84597370-3D9D-44EB-B1E8-5580C7005E6B}" destId="{C8A0E62D-0611-4313-8F66-795167D25CCD}" srcOrd="0" destOrd="1" presId="urn:microsoft.com/office/officeart/2005/8/layout/vList2"/>
    <dgm:cxn modelId="{31F64189-774E-4D08-87C9-E5A67211A801}" type="presOf" srcId="{4D242613-C84F-4553-8091-8ACB90B60627}" destId="{6B5767D3-E418-475A-BED1-ADFFF0E23148}" srcOrd="0" destOrd="0" presId="urn:microsoft.com/office/officeart/2005/8/layout/vList2"/>
    <dgm:cxn modelId="{65D1D48F-14FF-4F31-A0AA-4C168A80D0F0}" srcId="{27800432-D321-4653-BE41-267A3DA2A428}" destId="{9D128921-205B-4653-9723-A136154CE1CE}" srcOrd="0" destOrd="0" parTransId="{D7688B41-D845-407D-99D4-57443C9DE50D}" sibTransId="{E86E8B9B-FEC3-4BDF-B4F0-DD488C84F28C}"/>
    <dgm:cxn modelId="{8696999A-381F-4955-BD26-1304E2E84E80}" srcId="{D75D7112-E6C0-4A87-A974-702BAD443B30}" destId="{F58EFEEB-A914-4898-9317-EA77B3C66B9A}" srcOrd="1" destOrd="0" parTransId="{3D75EAFE-C476-497D-B56F-81A9B064E14F}" sibTransId="{49EC683A-44F7-4BC3-9B35-12308948A5C4}"/>
    <dgm:cxn modelId="{610717AA-3F4E-41AF-9B64-AB791F6BA510}" srcId="{D75D7112-E6C0-4A87-A974-702BAD443B30}" destId="{EA3671C7-123A-421B-9C54-EA0D88DD7834}" srcOrd="0" destOrd="0" parTransId="{736F49D0-5A83-48A1-AD36-C4A52983DD1D}" sibTransId="{31CFA400-0E24-4D7A-A422-F72EBE815D82}"/>
    <dgm:cxn modelId="{57BEFDBB-96B2-4AC1-8CC5-5F1C510F590B}" type="presOf" srcId="{B18BA4B1-D613-40F2-B6C4-CD2147D74066}" destId="{4D3CB02F-790A-4E2F-B33E-CE8C4CA33C05}" srcOrd="0" destOrd="1" presId="urn:microsoft.com/office/officeart/2005/8/layout/vList2"/>
    <dgm:cxn modelId="{38FD9AC3-4D38-48F1-89FE-F545DE6C04B3}" type="presOf" srcId="{F58EFEEB-A914-4898-9317-EA77B3C66B9A}" destId="{AF977502-D10B-4F4D-8946-F3347BCEA431}" srcOrd="0" destOrd="1" presId="urn:microsoft.com/office/officeart/2005/8/layout/vList2"/>
    <dgm:cxn modelId="{CBCD63C5-59DE-4860-80B9-96931EADF109}" type="presOf" srcId="{D75D7112-E6C0-4A87-A974-702BAD443B30}" destId="{60721A1B-D950-4DB7-B15F-8211FC312261}" srcOrd="0" destOrd="0" presId="urn:microsoft.com/office/officeart/2005/8/layout/vList2"/>
    <dgm:cxn modelId="{9CF699C5-E9CD-4F55-BA76-E5D7DC56EEF4}" srcId="{27800432-D321-4653-BE41-267A3DA2A428}" destId="{F340AE54-7FA0-450F-9534-05A30D24ED46}" srcOrd="2" destOrd="0" parTransId="{CB8E276A-5466-4AD9-B952-1F24BA7C1C04}" sibTransId="{9ADD2299-A327-4D72-8637-AEAD7E60E03D}"/>
    <dgm:cxn modelId="{96B91CD9-0BD1-4B2A-B599-94A335E1E0D0}" srcId="{BECF4C75-0374-47ED-A5A2-4936561B5F0B}" destId="{D7EBE528-16F7-43F9-9514-FDE4CE90FA17}" srcOrd="0" destOrd="0" parTransId="{8C1F92BF-0CAA-4639-A074-441664D97E9C}" sibTransId="{5D975421-7E37-4B3E-A632-D786E412FEF8}"/>
    <dgm:cxn modelId="{C083F3EB-698F-4BE5-AAA1-0BF302DBB98C}" srcId="{27800432-D321-4653-BE41-267A3DA2A428}" destId="{D75D7112-E6C0-4A87-A974-702BAD443B30}" srcOrd="3" destOrd="0" parTransId="{C2553A89-2501-48BE-9192-B8C8A0836D48}" sibTransId="{B4B611E2-8212-4396-A078-E8FDB315FB74}"/>
    <dgm:cxn modelId="{5C8AA9D3-FFF2-4ABB-AAA9-8F6124DA0237}" type="presParOf" srcId="{7539057C-6104-4119-8BD2-7BEAE79DA707}" destId="{9925DDA5-DB62-4996-B3D1-48A7BE01BCD0}" srcOrd="0" destOrd="0" presId="urn:microsoft.com/office/officeart/2005/8/layout/vList2"/>
    <dgm:cxn modelId="{11BD4BE2-AE98-46E6-A6AE-F64C141C30E0}" type="presParOf" srcId="{7539057C-6104-4119-8BD2-7BEAE79DA707}" destId="{64A6D2A2-3E83-4290-B784-0CF6C107C629}" srcOrd="1" destOrd="0" presId="urn:microsoft.com/office/officeart/2005/8/layout/vList2"/>
    <dgm:cxn modelId="{950246B7-C313-4CD2-BA24-3B0148D62945}" type="presParOf" srcId="{7539057C-6104-4119-8BD2-7BEAE79DA707}" destId="{DF1D855F-433F-49EE-9235-4E255A749656}" srcOrd="2" destOrd="0" presId="urn:microsoft.com/office/officeart/2005/8/layout/vList2"/>
    <dgm:cxn modelId="{DDA120D5-63B4-4E76-8124-708909C37AD9}" type="presParOf" srcId="{7539057C-6104-4119-8BD2-7BEAE79DA707}" destId="{6B5767D3-E418-475A-BED1-ADFFF0E23148}" srcOrd="3" destOrd="0" presId="urn:microsoft.com/office/officeart/2005/8/layout/vList2"/>
    <dgm:cxn modelId="{5C21AC45-C32B-4A9C-9FCC-98CEE2E82F9A}" type="presParOf" srcId="{7539057C-6104-4119-8BD2-7BEAE79DA707}" destId="{944CE11E-A0DB-4CF1-B8FB-DC7FFF79C0AB}" srcOrd="4" destOrd="0" presId="urn:microsoft.com/office/officeart/2005/8/layout/vList2"/>
    <dgm:cxn modelId="{0B5E9653-2156-4E49-96CF-C3A3CB47A61F}" type="presParOf" srcId="{7539057C-6104-4119-8BD2-7BEAE79DA707}" destId="{4D3CB02F-790A-4E2F-B33E-CE8C4CA33C05}" srcOrd="5" destOrd="0" presId="urn:microsoft.com/office/officeart/2005/8/layout/vList2"/>
    <dgm:cxn modelId="{99DA290B-3EF7-48DB-A265-4DF9B6DFCAAC}" type="presParOf" srcId="{7539057C-6104-4119-8BD2-7BEAE79DA707}" destId="{60721A1B-D950-4DB7-B15F-8211FC312261}" srcOrd="6" destOrd="0" presId="urn:microsoft.com/office/officeart/2005/8/layout/vList2"/>
    <dgm:cxn modelId="{DD540071-DFF0-49ED-B437-B70F9E8020B3}" type="presParOf" srcId="{7539057C-6104-4119-8BD2-7BEAE79DA707}" destId="{AF977502-D10B-4F4D-8946-F3347BCEA431}" srcOrd="7" destOrd="0" presId="urn:microsoft.com/office/officeart/2005/8/layout/vList2"/>
    <dgm:cxn modelId="{EEDEACCB-2A37-495A-9D75-0D22FAE577BC}" type="presParOf" srcId="{7539057C-6104-4119-8BD2-7BEAE79DA707}" destId="{98298AEA-65FE-487E-9887-76EDFBB9ED2D}" srcOrd="8" destOrd="0" presId="urn:microsoft.com/office/officeart/2005/8/layout/vList2"/>
    <dgm:cxn modelId="{D1BCE944-5C1F-4A40-B86F-8AA41998FA4D}" type="presParOf" srcId="{7539057C-6104-4119-8BD2-7BEAE79DA707}" destId="{C8A0E62D-0611-4313-8F66-795167D25CCD}"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3F5291F-5228-4DEF-959D-A3627C7072B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CD73489-521E-4859-9076-83A12D729B85}">
      <dgm:prSet/>
      <dgm:spPr/>
      <dgm:t>
        <a:bodyPr/>
        <a:lstStyle/>
        <a:p>
          <a:r>
            <a:rPr lang="en-US" b="1"/>
            <a:t>Paper:</a:t>
          </a:r>
          <a:r>
            <a:rPr lang="en-US"/>
            <a:t> </a:t>
          </a:r>
          <a:r>
            <a:rPr lang="en-US" i="1"/>
            <a:t>Evaluating and Benchmarking Object Detection Models for Traffic Sign Detection</a:t>
          </a:r>
          <a:r>
            <a:rPr lang="en-US"/>
            <a:t> (Mishra et al., 2022)</a:t>
          </a:r>
        </a:p>
      </dgm:t>
    </dgm:pt>
    <dgm:pt modelId="{783BF54E-A6A8-4FE1-A619-528C9E99FCC5}" type="parTrans" cxnId="{FF806575-92D4-40DA-8536-39182FD4046A}">
      <dgm:prSet/>
      <dgm:spPr/>
      <dgm:t>
        <a:bodyPr/>
        <a:lstStyle/>
        <a:p>
          <a:endParaRPr lang="en-US"/>
        </a:p>
      </dgm:t>
    </dgm:pt>
    <dgm:pt modelId="{64900844-1579-4590-B7F8-1C440E309F0C}" type="sibTrans" cxnId="{FF806575-92D4-40DA-8536-39182FD4046A}">
      <dgm:prSet/>
      <dgm:spPr/>
      <dgm:t>
        <a:bodyPr/>
        <a:lstStyle/>
        <a:p>
          <a:endParaRPr lang="en-US"/>
        </a:p>
      </dgm:t>
    </dgm:pt>
    <dgm:pt modelId="{76EDBA2C-B6DE-41EC-9370-C79B7B2D4C05}">
      <dgm:prSet/>
      <dgm:spPr/>
      <dgm:t>
        <a:bodyPr/>
        <a:lstStyle/>
        <a:p>
          <a:r>
            <a:rPr lang="en-US" b="1"/>
            <a:t>Context &amp; Aim</a:t>
          </a:r>
          <a:endParaRPr lang="en-US"/>
        </a:p>
      </dgm:t>
    </dgm:pt>
    <dgm:pt modelId="{652E4A8E-ED3B-4048-A1A2-2D0864959E8C}" type="parTrans" cxnId="{6A7CC748-7EF0-4233-996C-133A1A2E219E}">
      <dgm:prSet/>
      <dgm:spPr/>
      <dgm:t>
        <a:bodyPr/>
        <a:lstStyle/>
        <a:p>
          <a:endParaRPr lang="en-US"/>
        </a:p>
      </dgm:t>
    </dgm:pt>
    <dgm:pt modelId="{2A7FACEC-B3D4-4A9F-80F2-C4B921B70A45}" type="sibTrans" cxnId="{6A7CC748-7EF0-4233-996C-133A1A2E219E}">
      <dgm:prSet/>
      <dgm:spPr/>
      <dgm:t>
        <a:bodyPr/>
        <a:lstStyle/>
        <a:p>
          <a:endParaRPr lang="en-US"/>
        </a:p>
      </dgm:t>
    </dgm:pt>
    <dgm:pt modelId="{E94EB691-6271-4431-952B-183F8717A88B}">
      <dgm:prSet/>
      <dgm:spPr/>
      <dgm:t>
        <a:bodyPr/>
        <a:lstStyle/>
        <a:p>
          <a:r>
            <a:rPr lang="en-US"/>
            <a:t>Benchmark a variety of object detection models (Faster R‑CNN, YOLOv3, SSD, RetinaNet, CenterNet, Cascade R‑CNN) using multiple traffic sign datasets.</a:t>
          </a:r>
        </a:p>
      </dgm:t>
    </dgm:pt>
    <dgm:pt modelId="{98803D59-1866-4BE9-81DF-E35C470A1910}" type="parTrans" cxnId="{9C1099C1-CCE5-480C-96E3-1B4158DEA8A1}">
      <dgm:prSet/>
      <dgm:spPr/>
      <dgm:t>
        <a:bodyPr/>
        <a:lstStyle/>
        <a:p>
          <a:endParaRPr lang="en-US"/>
        </a:p>
      </dgm:t>
    </dgm:pt>
    <dgm:pt modelId="{A6E6F6A7-14FB-4C9B-9407-B7DFED4B91ED}" type="sibTrans" cxnId="{9C1099C1-CCE5-480C-96E3-1B4158DEA8A1}">
      <dgm:prSet/>
      <dgm:spPr/>
      <dgm:t>
        <a:bodyPr/>
        <a:lstStyle/>
        <a:p>
          <a:endParaRPr lang="en-US"/>
        </a:p>
      </dgm:t>
    </dgm:pt>
    <dgm:pt modelId="{EFB042CD-782B-4B50-87A7-1FB1CD7E3682}">
      <dgm:prSet/>
      <dgm:spPr/>
      <dgm:t>
        <a:bodyPr/>
        <a:lstStyle/>
        <a:p>
          <a:r>
            <a:rPr lang="en-US" b="1"/>
            <a:t>Methodology</a:t>
          </a:r>
          <a:endParaRPr lang="en-US"/>
        </a:p>
      </dgm:t>
    </dgm:pt>
    <dgm:pt modelId="{1C292486-2940-4941-83E7-725EE01B357B}" type="parTrans" cxnId="{B910C076-1338-4BC5-AA43-C8B864726FD3}">
      <dgm:prSet/>
      <dgm:spPr/>
      <dgm:t>
        <a:bodyPr/>
        <a:lstStyle/>
        <a:p>
          <a:endParaRPr lang="en-US"/>
        </a:p>
      </dgm:t>
    </dgm:pt>
    <dgm:pt modelId="{27134B96-CBE6-49DB-A51C-73CE85B22F3F}" type="sibTrans" cxnId="{B910C076-1338-4BC5-AA43-C8B864726FD3}">
      <dgm:prSet/>
      <dgm:spPr/>
      <dgm:t>
        <a:bodyPr/>
        <a:lstStyle/>
        <a:p>
          <a:endParaRPr lang="en-US"/>
        </a:p>
      </dgm:t>
    </dgm:pt>
    <dgm:pt modelId="{8758B549-2DCB-4C3C-9104-EBFEACF7E665}">
      <dgm:prSet/>
      <dgm:spPr/>
      <dgm:t>
        <a:bodyPr/>
        <a:lstStyle/>
        <a:p>
          <a:r>
            <a:rPr lang="en-US"/>
            <a:t>Employed precision, recall, and mAP across TT100K and GTSD datasets.</a:t>
          </a:r>
        </a:p>
      </dgm:t>
    </dgm:pt>
    <dgm:pt modelId="{19B23ED5-3111-4288-8151-D781656F7526}" type="parTrans" cxnId="{D33E1317-681A-45E3-B35B-1D1E76B0665C}">
      <dgm:prSet/>
      <dgm:spPr/>
      <dgm:t>
        <a:bodyPr/>
        <a:lstStyle/>
        <a:p>
          <a:endParaRPr lang="en-US"/>
        </a:p>
      </dgm:t>
    </dgm:pt>
    <dgm:pt modelId="{E1526BC1-1B17-4F84-8421-D1B6C01D5743}" type="sibTrans" cxnId="{D33E1317-681A-45E3-B35B-1D1E76B0665C}">
      <dgm:prSet/>
      <dgm:spPr/>
      <dgm:t>
        <a:bodyPr/>
        <a:lstStyle/>
        <a:p>
          <a:endParaRPr lang="en-US"/>
        </a:p>
      </dgm:t>
    </dgm:pt>
    <dgm:pt modelId="{1C4B3829-345B-4E0D-9FA0-8D47C7208029}">
      <dgm:prSet/>
      <dgm:spPr/>
      <dgm:t>
        <a:bodyPr/>
        <a:lstStyle/>
        <a:p>
          <a:r>
            <a:rPr lang="en-US"/>
            <a:t>Comparative analysis under diverse real-world conditions including occlusion and small object detection challenges.</a:t>
          </a:r>
        </a:p>
      </dgm:t>
    </dgm:pt>
    <dgm:pt modelId="{CE1A1C70-50AF-43DA-A7A0-06E22C7F0069}" type="parTrans" cxnId="{10EA1A5D-B125-491B-97F8-F65A595EF1A9}">
      <dgm:prSet/>
      <dgm:spPr/>
      <dgm:t>
        <a:bodyPr/>
        <a:lstStyle/>
        <a:p>
          <a:endParaRPr lang="en-US"/>
        </a:p>
      </dgm:t>
    </dgm:pt>
    <dgm:pt modelId="{43D21D95-595E-4E63-9213-98CD02432A8E}" type="sibTrans" cxnId="{10EA1A5D-B125-491B-97F8-F65A595EF1A9}">
      <dgm:prSet/>
      <dgm:spPr/>
      <dgm:t>
        <a:bodyPr/>
        <a:lstStyle/>
        <a:p>
          <a:endParaRPr lang="en-US"/>
        </a:p>
      </dgm:t>
    </dgm:pt>
    <dgm:pt modelId="{44C23AB0-DB6F-4971-8947-1C97C5EDC078}">
      <dgm:prSet/>
      <dgm:spPr/>
      <dgm:t>
        <a:bodyPr/>
        <a:lstStyle/>
        <a:p>
          <a:r>
            <a:rPr lang="en-US" b="1"/>
            <a:t>Results</a:t>
          </a:r>
          <a:endParaRPr lang="en-US"/>
        </a:p>
      </dgm:t>
    </dgm:pt>
    <dgm:pt modelId="{45C1C5F7-66E3-4D2C-91F6-49DF7FED3634}" type="parTrans" cxnId="{D8C4316E-E4F1-44CB-9304-59AD6FED7519}">
      <dgm:prSet/>
      <dgm:spPr/>
      <dgm:t>
        <a:bodyPr/>
        <a:lstStyle/>
        <a:p>
          <a:endParaRPr lang="en-US"/>
        </a:p>
      </dgm:t>
    </dgm:pt>
    <dgm:pt modelId="{C0665765-1BEF-4D4E-B20A-B1EB77039F53}" type="sibTrans" cxnId="{D8C4316E-E4F1-44CB-9304-59AD6FED7519}">
      <dgm:prSet/>
      <dgm:spPr/>
      <dgm:t>
        <a:bodyPr/>
        <a:lstStyle/>
        <a:p>
          <a:endParaRPr lang="en-US"/>
        </a:p>
      </dgm:t>
    </dgm:pt>
    <dgm:pt modelId="{CB0BAC89-A1EF-4098-A6F4-15D2077C8C34}">
      <dgm:prSet/>
      <dgm:spPr/>
      <dgm:t>
        <a:bodyPr/>
        <a:lstStyle/>
        <a:p>
          <a:r>
            <a:rPr lang="en-US"/>
            <a:t>CenterNet and Cascade R‑CNN achieved highest overall accuracy, especially for small signs.</a:t>
          </a:r>
        </a:p>
      </dgm:t>
    </dgm:pt>
    <dgm:pt modelId="{3730A33E-34A1-48C5-AEA8-2BF9BF89BB2E}" type="parTrans" cxnId="{B25F0495-2509-48E7-B270-6490BF4072BC}">
      <dgm:prSet/>
      <dgm:spPr/>
      <dgm:t>
        <a:bodyPr/>
        <a:lstStyle/>
        <a:p>
          <a:endParaRPr lang="en-US"/>
        </a:p>
      </dgm:t>
    </dgm:pt>
    <dgm:pt modelId="{72F705B1-7D3B-4FCA-A781-88CA3964B980}" type="sibTrans" cxnId="{B25F0495-2509-48E7-B270-6490BF4072BC}">
      <dgm:prSet/>
      <dgm:spPr/>
      <dgm:t>
        <a:bodyPr/>
        <a:lstStyle/>
        <a:p>
          <a:endParaRPr lang="en-US"/>
        </a:p>
      </dgm:t>
    </dgm:pt>
    <dgm:pt modelId="{84972148-0250-4E94-A491-21B4248DC059}">
      <dgm:prSet/>
      <dgm:spPr/>
      <dgm:t>
        <a:bodyPr/>
        <a:lstStyle/>
        <a:p>
          <a:r>
            <a:rPr lang="en-US"/>
            <a:t>Faster R‑CNN and YOLOv3 showed strong baseline performance but were slightly behind top performers.</a:t>
          </a:r>
        </a:p>
      </dgm:t>
    </dgm:pt>
    <dgm:pt modelId="{EEFA3BE0-7F8A-4802-97F2-D73756E64CBC}" type="parTrans" cxnId="{F0BBE2C6-73D1-4B5E-9BE5-B7AFCDB08825}">
      <dgm:prSet/>
      <dgm:spPr/>
      <dgm:t>
        <a:bodyPr/>
        <a:lstStyle/>
        <a:p>
          <a:endParaRPr lang="en-US"/>
        </a:p>
      </dgm:t>
    </dgm:pt>
    <dgm:pt modelId="{CC850177-29F0-4E7B-ABBC-D184753FE671}" type="sibTrans" cxnId="{F0BBE2C6-73D1-4B5E-9BE5-B7AFCDB08825}">
      <dgm:prSet/>
      <dgm:spPr/>
      <dgm:t>
        <a:bodyPr/>
        <a:lstStyle/>
        <a:p>
          <a:endParaRPr lang="en-US"/>
        </a:p>
      </dgm:t>
    </dgm:pt>
    <dgm:pt modelId="{7C0E62E0-CBD4-4DAF-806D-EE974BB367EC}">
      <dgm:prSet/>
      <dgm:spPr/>
      <dgm:t>
        <a:bodyPr/>
        <a:lstStyle/>
        <a:p>
          <a:r>
            <a:rPr lang="en-US" b="1"/>
            <a:t>Research Gap</a:t>
          </a:r>
          <a:endParaRPr lang="en-US"/>
        </a:p>
      </dgm:t>
    </dgm:pt>
    <dgm:pt modelId="{85B34429-2568-4ABA-8C0D-3EAA4F5FBF1C}" type="parTrans" cxnId="{51C8D517-CCA7-40B7-AB6C-766D6C63AB17}">
      <dgm:prSet/>
      <dgm:spPr/>
      <dgm:t>
        <a:bodyPr/>
        <a:lstStyle/>
        <a:p>
          <a:endParaRPr lang="en-US"/>
        </a:p>
      </dgm:t>
    </dgm:pt>
    <dgm:pt modelId="{DB5ED2D3-3E69-44A0-B219-1CC0D47193A1}" type="sibTrans" cxnId="{51C8D517-CCA7-40B7-AB6C-766D6C63AB17}">
      <dgm:prSet/>
      <dgm:spPr/>
      <dgm:t>
        <a:bodyPr/>
        <a:lstStyle/>
        <a:p>
          <a:endParaRPr lang="en-US"/>
        </a:p>
      </dgm:t>
    </dgm:pt>
    <dgm:pt modelId="{205D9955-3381-4F70-A1D4-28CC9B1C38D9}">
      <dgm:prSet/>
      <dgm:spPr/>
      <dgm:t>
        <a:bodyPr/>
        <a:lstStyle/>
        <a:p>
          <a:r>
            <a:rPr lang="en-US"/>
            <a:t>Performance degrades in adverse weather and occlusion scenarios.</a:t>
          </a:r>
        </a:p>
      </dgm:t>
    </dgm:pt>
    <dgm:pt modelId="{CA05A3DA-14A7-4134-9293-CFF440725FCC}" type="parTrans" cxnId="{66A8302D-7842-4EC8-BE59-4BCEE4D923DD}">
      <dgm:prSet/>
      <dgm:spPr/>
      <dgm:t>
        <a:bodyPr/>
        <a:lstStyle/>
        <a:p>
          <a:endParaRPr lang="en-US"/>
        </a:p>
      </dgm:t>
    </dgm:pt>
    <dgm:pt modelId="{757EAFE6-A793-4206-8E10-D5719046F7E7}" type="sibTrans" cxnId="{66A8302D-7842-4EC8-BE59-4BCEE4D923DD}">
      <dgm:prSet/>
      <dgm:spPr/>
      <dgm:t>
        <a:bodyPr/>
        <a:lstStyle/>
        <a:p>
          <a:endParaRPr lang="en-US"/>
        </a:p>
      </dgm:t>
    </dgm:pt>
    <dgm:pt modelId="{4D21CE43-CEDB-46B7-A059-A41C659736E1}">
      <dgm:prSet/>
      <dgm:spPr/>
      <dgm:t>
        <a:bodyPr/>
        <a:lstStyle/>
        <a:p>
          <a:r>
            <a:rPr lang="en-US"/>
            <a:t>No testing on Sri Lankan traffic sign dataset; regional generalization remains untested.</a:t>
          </a:r>
        </a:p>
      </dgm:t>
    </dgm:pt>
    <dgm:pt modelId="{8DA2AC12-D4B2-4554-8706-AFE7DC30FAFA}" type="parTrans" cxnId="{977A61A2-3BE1-4528-A9A5-120C8AE39139}">
      <dgm:prSet/>
      <dgm:spPr/>
      <dgm:t>
        <a:bodyPr/>
        <a:lstStyle/>
        <a:p>
          <a:endParaRPr lang="en-US"/>
        </a:p>
      </dgm:t>
    </dgm:pt>
    <dgm:pt modelId="{CCA0097E-4AE5-4A4C-8DD6-518A299596C8}" type="sibTrans" cxnId="{977A61A2-3BE1-4528-A9A5-120C8AE39139}">
      <dgm:prSet/>
      <dgm:spPr/>
      <dgm:t>
        <a:bodyPr/>
        <a:lstStyle/>
        <a:p>
          <a:endParaRPr lang="en-US"/>
        </a:p>
      </dgm:t>
    </dgm:pt>
    <dgm:pt modelId="{C11F1299-E177-4757-8BE3-EEED1ADECEF8}" type="pres">
      <dgm:prSet presAssocID="{E3F5291F-5228-4DEF-959D-A3627C7072B0}" presName="linear" presStyleCnt="0">
        <dgm:presLayoutVars>
          <dgm:animLvl val="lvl"/>
          <dgm:resizeHandles val="exact"/>
        </dgm:presLayoutVars>
      </dgm:prSet>
      <dgm:spPr/>
    </dgm:pt>
    <dgm:pt modelId="{24E4221D-887B-4947-8B54-5E44F9F22E1C}" type="pres">
      <dgm:prSet presAssocID="{6CD73489-521E-4859-9076-83A12D729B85}" presName="parentText" presStyleLbl="node1" presStyleIdx="0" presStyleCnt="5">
        <dgm:presLayoutVars>
          <dgm:chMax val="0"/>
          <dgm:bulletEnabled val="1"/>
        </dgm:presLayoutVars>
      </dgm:prSet>
      <dgm:spPr/>
    </dgm:pt>
    <dgm:pt modelId="{DC139C3F-3A2A-41E0-8FD2-CDCB4DC1EC13}" type="pres">
      <dgm:prSet presAssocID="{64900844-1579-4590-B7F8-1C440E309F0C}" presName="spacer" presStyleCnt="0"/>
      <dgm:spPr/>
    </dgm:pt>
    <dgm:pt modelId="{57A8528D-2FDC-4F74-A01A-9314DBA43722}" type="pres">
      <dgm:prSet presAssocID="{76EDBA2C-B6DE-41EC-9370-C79B7B2D4C05}" presName="parentText" presStyleLbl="node1" presStyleIdx="1" presStyleCnt="5">
        <dgm:presLayoutVars>
          <dgm:chMax val="0"/>
          <dgm:bulletEnabled val="1"/>
        </dgm:presLayoutVars>
      </dgm:prSet>
      <dgm:spPr/>
    </dgm:pt>
    <dgm:pt modelId="{85A56467-414A-4A45-B46E-4C51CE2A95EB}" type="pres">
      <dgm:prSet presAssocID="{76EDBA2C-B6DE-41EC-9370-C79B7B2D4C05}" presName="childText" presStyleLbl="revTx" presStyleIdx="0" presStyleCnt="4">
        <dgm:presLayoutVars>
          <dgm:bulletEnabled val="1"/>
        </dgm:presLayoutVars>
      </dgm:prSet>
      <dgm:spPr/>
    </dgm:pt>
    <dgm:pt modelId="{8B89386A-1CE1-463F-9202-C5DD420E14CA}" type="pres">
      <dgm:prSet presAssocID="{EFB042CD-782B-4B50-87A7-1FB1CD7E3682}" presName="parentText" presStyleLbl="node1" presStyleIdx="2" presStyleCnt="5">
        <dgm:presLayoutVars>
          <dgm:chMax val="0"/>
          <dgm:bulletEnabled val="1"/>
        </dgm:presLayoutVars>
      </dgm:prSet>
      <dgm:spPr/>
    </dgm:pt>
    <dgm:pt modelId="{B08B6152-0DEA-4FF0-8669-6346D36810E7}" type="pres">
      <dgm:prSet presAssocID="{EFB042CD-782B-4B50-87A7-1FB1CD7E3682}" presName="childText" presStyleLbl="revTx" presStyleIdx="1" presStyleCnt="4">
        <dgm:presLayoutVars>
          <dgm:bulletEnabled val="1"/>
        </dgm:presLayoutVars>
      </dgm:prSet>
      <dgm:spPr/>
    </dgm:pt>
    <dgm:pt modelId="{D58E4271-0FD6-4A35-A32F-4C16778DF7CF}" type="pres">
      <dgm:prSet presAssocID="{44C23AB0-DB6F-4971-8947-1C97C5EDC078}" presName="parentText" presStyleLbl="node1" presStyleIdx="3" presStyleCnt="5">
        <dgm:presLayoutVars>
          <dgm:chMax val="0"/>
          <dgm:bulletEnabled val="1"/>
        </dgm:presLayoutVars>
      </dgm:prSet>
      <dgm:spPr/>
    </dgm:pt>
    <dgm:pt modelId="{6B2CDFC7-5846-4EF5-925A-DFD41E0FD3DE}" type="pres">
      <dgm:prSet presAssocID="{44C23AB0-DB6F-4971-8947-1C97C5EDC078}" presName="childText" presStyleLbl="revTx" presStyleIdx="2" presStyleCnt="4">
        <dgm:presLayoutVars>
          <dgm:bulletEnabled val="1"/>
        </dgm:presLayoutVars>
      </dgm:prSet>
      <dgm:spPr/>
    </dgm:pt>
    <dgm:pt modelId="{E486CE34-57FA-4F43-8350-9B097829528C}" type="pres">
      <dgm:prSet presAssocID="{7C0E62E0-CBD4-4DAF-806D-EE974BB367EC}" presName="parentText" presStyleLbl="node1" presStyleIdx="4" presStyleCnt="5">
        <dgm:presLayoutVars>
          <dgm:chMax val="0"/>
          <dgm:bulletEnabled val="1"/>
        </dgm:presLayoutVars>
      </dgm:prSet>
      <dgm:spPr/>
    </dgm:pt>
    <dgm:pt modelId="{51EB52A6-7C0D-46F6-BAC5-CCF4860684B3}" type="pres">
      <dgm:prSet presAssocID="{7C0E62E0-CBD4-4DAF-806D-EE974BB367EC}" presName="childText" presStyleLbl="revTx" presStyleIdx="3" presStyleCnt="4">
        <dgm:presLayoutVars>
          <dgm:bulletEnabled val="1"/>
        </dgm:presLayoutVars>
      </dgm:prSet>
      <dgm:spPr/>
    </dgm:pt>
  </dgm:ptLst>
  <dgm:cxnLst>
    <dgm:cxn modelId="{D33E1317-681A-45E3-B35B-1D1E76B0665C}" srcId="{EFB042CD-782B-4B50-87A7-1FB1CD7E3682}" destId="{8758B549-2DCB-4C3C-9104-EBFEACF7E665}" srcOrd="0" destOrd="0" parTransId="{19B23ED5-3111-4288-8151-D781656F7526}" sibTransId="{E1526BC1-1B17-4F84-8421-D1B6C01D5743}"/>
    <dgm:cxn modelId="{51C8D517-CCA7-40B7-AB6C-766D6C63AB17}" srcId="{E3F5291F-5228-4DEF-959D-A3627C7072B0}" destId="{7C0E62E0-CBD4-4DAF-806D-EE974BB367EC}" srcOrd="4" destOrd="0" parTransId="{85B34429-2568-4ABA-8C0D-3EAA4F5FBF1C}" sibTransId="{DB5ED2D3-3E69-44A0-B219-1CC0D47193A1}"/>
    <dgm:cxn modelId="{AD23921A-55D0-434A-834A-F66435A4F04D}" type="presOf" srcId="{1C4B3829-345B-4E0D-9FA0-8D47C7208029}" destId="{B08B6152-0DEA-4FF0-8669-6346D36810E7}" srcOrd="0" destOrd="1" presId="urn:microsoft.com/office/officeart/2005/8/layout/vList2"/>
    <dgm:cxn modelId="{0713F723-1E32-4892-BDCC-52D1E15E1182}" type="presOf" srcId="{CB0BAC89-A1EF-4098-A6F4-15D2077C8C34}" destId="{6B2CDFC7-5846-4EF5-925A-DFD41E0FD3DE}" srcOrd="0" destOrd="0" presId="urn:microsoft.com/office/officeart/2005/8/layout/vList2"/>
    <dgm:cxn modelId="{66A8302D-7842-4EC8-BE59-4BCEE4D923DD}" srcId="{7C0E62E0-CBD4-4DAF-806D-EE974BB367EC}" destId="{205D9955-3381-4F70-A1D4-28CC9B1C38D9}" srcOrd="0" destOrd="0" parTransId="{CA05A3DA-14A7-4134-9293-CFF440725FCC}" sibTransId="{757EAFE6-A793-4206-8E10-D5719046F7E7}"/>
    <dgm:cxn modelId="{E323733E-A9A3-4800-84A7-0CAE397CE0E9}" type="presOf" srcId="{E3F5291F-5228-4DEF-959D-A3627C7072B0}" destId="{C11F1299-E177-4757-8BE3-EEED1ADECEF8}" srcOrd="0" destOrd="0" presId="urn:microsoft.com/office/officeart/2005/8/layout/vList2"/>
    <dgm:cxn modelId="{10EA1A5D-B125-491B-97F8-F65A595EF1A9}" srcId="{EFB042CD-782B-4B50-87A7-1FB1CD7E3682}" destId="{1C4B3829-345B-4E0D-9FA0-8D47C7208029}" srcOrd="1" destOrd="0" parTransId="{CE1A1C70-50AF-43DA-A7A0-06E22C7F0069}" sibTransId="{43D21D95-595E-4E63-9213-98CD02432A8E}"/>
    <dgm:cxn modelId="{6A7CC748-7EF0-4233-996C-133A1A2E219E}" srcId="{E3F5291F-5228-4DEF-959D-A3627C7072B0}" destId="{76EDBA2C-B6DE-41EC-9370-C79B7B2D4C05}" srcOrd="1" destOrd="0" parTransId="{652E4A8E-ED3B-4048-A1A2-2D0864959E8C}" sibTransId="{2A7FACEC-B3D4-4A9F-80F2-C4B921B70A45}"/>
    <dgm:cxn modelId="{D8C4316E-E4F1-44CB-9304-59AD6FED7519}" srcId="{E3F5291F-5228-4DEF-959D-A3627C7072B0}" destId="{44C23AB0-DB6F-4971-8947-1C97C5EDC078}" srcOrd="3" destOrd="0" parTransId="{45C1C5F7-66E3-4D2C-91F6-49DF7FED3634}" sibTransId="{C0665765-1BEF-4D4E-B20A-B1EB77039F53}"/>
    <dgm:cxn modelId="{FF806575-92D4-40DA-8536-39182FD4046A}" srcId="{E3F5291F-5228-4DEF-959D-A3627C7072B0}" destId="{6CD73489-521E-4859-9076-83A12D729B85}" srcOrd="0" destOrd="0" parTransId="{783BF54E-A6A8-4FE1-A619-528C9E99FCC5}" sibTransId="{64900844-1579-4590-B7F8-1C440E309F0C}"/>
    <dgm:cxn modelId="{B910C076-1338-4BC5-AA43-C8B864726FD3}" srcId="{E3F5291F-5228-4DEF-959D-A3627C7072B0}" destId="{EFB042CD-782B-4B50-87A7-1FB1CD7E3682}" srcOrd="2" destOrd="0" parTransId="{1C292486-2940-4941-83E7-725EE01B357B}" sibTransId="{27134B96-CBE6-49DB-A51C-73CE85B22F3F}"/>
    <dgm:cxn modelId="{4257018B-F9CA-4042-9673-D911CFB14CDD}" type="presOf" srcId="{7C0E62E0-CBD4-4DAF-806D-EE974BB367EC}" destId="{E486CE34-57FA-4F43-8350-9B097829528C}" srcOrd="0" destOrd="0" presId="urn:microsoft.com/office/officeart/2005/8/layout/vList2"/>
    <dgm:cxn modelId="{004A1F8C-A6E1-4CA9-A2D0-BB613D5ED716}" type="presOf" srcId="{6CD73489-521E-4859-9076-83A12D729B85}" destId="{24E4221D-887B-4947-8B54-5E44F9F22E1C}" srcOrd="0" destOrd="0" presId="urn:microsoft.com/office/officeart/2005/8/layout/vList2"/>
    <dgm:cxn modelId="{0DAB1790-0437-4055-845A-435E971E5EDD}" type="presOf" srcId="{205D9955-3381-4F70-A1D4-28CC9B1C38D9}" destId="{51EB52A6-7C0D-46F6-BAC5-CCF4860684B3}" srcOrd="0" destOrd="0" presId="urn:microsoft.com/office/officeart/2005/8/layout/vList2"/>
    <dgm:cxn modelId="{B25F0495-2509-48E7-B270-6490BF4072BC}" srcId="{44C23AB0-DB6F-4971-8947-1C97C5EDC078}" destId="{CB0BAC89-A1EF-4098-A6F4-15D2077C8C34}" srcOrd="0" destOrd="0" parTransId="{3730A33E-34A1-48C5-AEA8-2BF9BF89BB2E}" sibTransId="{72F705B1-7D3B-4FCA-A781-88CA3964B980}"/>
    <dgm:cxn modelId="{AFD3D396-0BF1-4180-B697-687109CD64C2}" type="presOf" srcId="{44C23AB0-DB6F-4971-8947-1C97C5EDC078}" destId="{D58E4271-0FD6-4A35-A32F-4C16778DF7CF}" srcOrd="0" destOrd="0" presId="urn:microsoft.com/office/officeart/2005/8/layout/vList2"/>
    <dgm:cxn modelId="{CC17E19D-41F7-4C90-AF6C-F078621DCD79}" type="presOf" srcId="{4D21CE43-CEDB-46B7-A059-A41C659736E1}" destId="{51EB52A6-7C0D-46F6-BAC5-CCF4860684B3}" srcOrd="0" destOrd="1" presId="urn:microsoft.com/office/officeart/2005/8/layout/vList2"/>
    <dgm:cxn modelId="{977A61A2-3BE1-4528-A9A5-120C8AE39139}" srcId="{7C0E62E0-CBD4-4DAF-806D-EE974BB367EC}" destId="{4D21CE43-CEDB-46B7-A059-A41C659736E1}" srcOrd="1" destOrd="0" parTransId="{8DA2AC12-D4B2-4554-8706-AFE7DC30FAFA}" sibTransId="{CCA0097E-4AE5-4A4C-8DD6-518A299596C8}"/>
    <dgm:cxn modelId="{B0E293A6-EBCC-4BBF-A673-B513C0FA4E3C}" type="presOf" srcId="{EFB042CD-782B-4B50-87A7-1FB1CD7E3682}" destId="{8B89386A-1CE1-463F-9202-C5DD420E14CA}" srcOrd="0" destOrd="0" presId="urn:microsoft.com/office/officeart/2005/8/layout/vList2"/>
    <dgm:cxn modelId="{F25A1DAA-8A1B-446E-9F2C-0F771A090527}" type="presOf" srcId="{84972148-0250-4E94-A491-21B4248DC059}" destId="{6B2CDFC7-5846-4EF5-925A-DFD41E0FD3DE}" srcOrd="0" destOrd="1" presId="urn:microsoft.com/office/officeart/2005/8/layout/vList2"/>
    <dgm:cxn modelId="{AFB147BB-DC46-4F54-BEBC-EDEC380A8411}" type="presOf" srcId="{E94EB691-6271-4431-952B-183F8717A88B}" destId="{85A56467-414A-4A45-B46E-4C51CE2A95EB}" srcOrd="0" destOrd="0" presId="urn:microsoft.com/office/officeart/2005/8/layout/vList2"/>
    <dgm:cxn modelId="{9C1099C1-CCE5-480C-96E3-1B4158DEA8A1}" srcId="{76EDBA2C-B6DE-41EC-9370-C79B7B2D4C05}" destId="{E94EB691-6271-4431-952B-183F8717A88B}" srcOrd="0" destOrd="0" parTransId="{98803D59-1866-4BE9-81DF-E35C470A1910}" sibTransId="{A6E6F6A7-14FB-4C9B-9407-B7DFED4B91ED}"/>
    <dgm:cxn modelId="{F0BBE2C6-73D1-4B5E-9BE5-B7AFCDB08825}" srcId="{44C23AB0-DB6F-4971-8947-1C97C5EDC078}" destId="{84972148-0250-4E94-A491-21B4248DC059}" srcOrd="1" destOrd="0" parTransId="{EEFA3BE0-7F8A-4802-97F2-D73756E64CBC}" sibTransId="{CC850177-29F0-4E7B-ABBC-D184753FE671}"/>
    <dgm:cxn modelId="{B8AA46C7-B65D-4F08-84AD-84DB3DF93609}" type="presOf" srcId="{8758B549-2DCB-4C3C-9104-EBFEACF7E665}" destId="{B08B6152-0DEA-4FF0-8669-6346D36810E7}" srcOrd="0" destOrd="0" presId="urn:microsoft.com/office/officeart/2005/8/layout/vList2"/>
    <dgm:cxn modelId="{01FAABD5-062A-4972-8C6B-1217F3410A7F}" type="presOf" srcId="{76EDBA2C-B6DE-41EC-9370-C79B7B2D4C05}" destId="{57A8528D-2FDC-4F74-A01A-9314DBA43722}" srcOrd="0" destOrd="0" presId="urn:microsoft.com/office/officeart/2005/8/layout/vList2"/>
    <dgm:cxn modelId="{F14C21D7-0238-4DF9-B0C5-2D5D973C586E}" type="presParOf" srcId="{C11F1299-E177-4757-8BE3-EEED1ADECEF8}" destId="{24E4221D-887B-4947-8B54-5E44F9F22E1C}" srcOrd="0" destOrd="0" presId="urn:microsoft.com/office/officeart/2005/8/layout/vList2"/>
    <dgm:cxn modelId="{6A7F9C9A-E02A-4A54-9911-A669BFA4270D}" type="presParOf" srcId="{C11F1299-E177-4757-8BE3-EEED1ADECEF8}" destId="{DC139C3F-3A2A-41E0-8FD2-CDCB4DC1EC13}" srcOrd="1" destOrd="0" presId="urn:microsoft.com/office/officeart/2005/8/layout/vList2"/>
    <dgm:cxn modelId="{C4BFED12-DDDC-42D3-9B1B-2A6239F46373}" type="presParOf" srcId="{C11F1299-E177-4757-8BE3-EEED1ADECEF8}" destId="{57A8528D-2FDC-4F74-A01A-9314DBA43722}" srcOrd="2" destOrd="0" presId="urn:microsoft.com/office/officeart/2005/8/layout/vList2"/>
    <dgm:cxn modelId="{94717385-875C-42C0-962D-2E77D2DF31D9}" type="presParOf" srcId="{C11F1299-E177-4757-8BE3-EEED1ADECEF8}" destId="{85A56467-414A-4A45-B46E-4C51CE2A95EB}" srcOrd="3" destOrd="0" presId="urn:microsoft.com/office/officeart/2005/8/layout/vList2"/>
    <dgm:cxn modelId="{E009F474-7001-4FE7-B262-5342216DA38E}" type="presParOf" srcId="{C11F1299-E177-4757-8BE3-EEED1ADECEF8}" destId="{8B89386A-1CE1-463F-9202-C5DD420E14CA}" srcOrd="4" destOrd="0" presId="urn:microsoft.com/office/officeart/2005/8/layout/vList2"/>
    <dgm:cxn modelId="{7C23B97A-35A7-4FEA-9A3A-7EC07BFFEDCB}" type="presParOf" srcId="{C11F1299-E177-4757-8BE3-EEED1ADECEF8}" destId="{B08B6152-0DEA-4FF0-8669-6346D36810E7}" srcOrd="5" destOrd="0" presId="urn:microsoft.com/office/officeart/2005/8/layout/vList2"/>
    <dgm:cxn modelId="{3721D729-5612-4E6D-B714-C3A96523EE17}" type="presParOf" srcId="{C11F1299-E177-4757-8BE3-EEED1ADECEF8}" destId="{D58E4271-0FD6-4A35-A32F-4C16778DF7CF}" srcOrd="6" destOrd="0" presId="urn:microsoft.com/office/officeart/2005/8/layout/vList2"/>
    <dgm:cxn modelId="{089B38E7-7269-4E23-BEA9-A4095858E13C}" type="presParOf" srcId="{C11F1299-E177-4757-8BE3-EEED1ADECEF8}" destId="{6B2CDFC7-5846-4EF5-925A-DFD41E0FD3DE}" srcOrd="7" destOrd="0" presId="urn:microsoft.com/office/officeart/2005/8/layout/vList2"/>
    <dgm:cxn modelId="{C12631FA-1E3B-48CF-A8D1-CC4EA9FA9B29}" type="presParOf" srcId="{C11F1299-E177-4757-8BE3-EEED1ADECEF8}" destId="{E486CE34-57FA-4F43-8350-9B097829528C}" srcOrd="8" destOrd="0" presId="urn:microsoft.com/office/officeart/2005/8/layout/vList2"/>
    <dgm:cxn modelId="{AC30FE37-A7F6-475A-868D-DF826A510A1F}" type="presParOf" srcId="{C11F1299-E177-4757-8BE3-EEED1ADECEF8}" destId="{51EB52A6-7C0D-46F6-BAC5-CCF4860684B3}"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DAB2F0F-03F8-42D0-B937-2FE45B76C92D}"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4AE7615B-5298-4ADB-B2E4-F4A563D53D6C}">
      <dgm:prSet/>
      <dgm:spPr/>
      <dgm:t>
        <a:bodyPr/>
        <a:lstStyle/>
        <a:p>
          <a:pPr>
            <a:lnSpc>
              <a:spcPct val="100000"/>
            </a:lnSpc>
          </a:pPr>
          <a:r>
            <a:rPr lang="en-GB" b="0" dirty="0"/>
            <a:t>The dataset used in this study was sourced from </a:t>
          </a:r>
          <a:r>
            <a:rPr lang="en-GB" b="1" dirty="0"/>
            <a:t>Roboflow</a:t>
          </a:r>
          <a:r>
            <a:rPr lang="en-GB" b="0" dirty="0"/>
            <a:t>, a publicly available repository of labelled image datasets for object detection.</a:t>
          </a:r>
          <a:endParaRPr lang="en-US" b="0" dirty="0"/>
        </a:p>
      </dgm:t>
    </dgm:pt>
    <dgm:pt modelId="{1E55C14F-5C7B-4FC1-BB51-B1286E7DBA12}" type="parTrans" cxnId="{19DD90A3-9A5F-46FD-B290-B2ABD4692175}">
      <dgm:prSet/>
      <dgm:spPr/>
      <dgm:t>
        <a:bodyPr/>
        <a:lstStyle/>
        <a:p>
          <a:endParaRPr lang="en-US"/>
        </a:p>
      </dgm:t>
    </dgm:pt>
    <dgm:pt modelId="{9C109265-028B-46DB-B239-AF91CE8601B6}" type="sibTrans" cxnId="{19DD90A3-9A5F-46FD-B290-B2ABD4692175}">
      <dgm:prSet/>
      <dgm:spPr/>
      <dgm:t>
        <a:bodyPr/>
        <a:lstStyle/>
        <a:p>
          <a:endParaRPr lang="en-US"/>
        </a:p>
      </dgm:t>
    </dgm:pt>
    <dgm:pt modelId="{36FAD6C7-282B-4BA2-8624-C5B8587CD749}">
      <dgm:prSet/>
      <dgm:spPr/>
      <dgm:t>
        <a:bodyPr/>
        <a:lstStyle/>
        <a:p>
          <a:r>
            <a:rPr lang="en-GB" b="0"/>
            <a:t>It comprises </a:t>
          </a:r>
          <a:r>
            <a:rPr lang="en-GB" b="1"/>
            <a:t>5,404</a:t>
          </a:r>
          <a:r>
            <a:rPr lang="en-GB" b="0"/>
            <a:t> images in total, divided into training, validation, and testing sets.</a:t>
          </a:r>
          <a:endParaRPr lang="en-US" b="0"/>
        </a:p>
      </dgm:t>
    </dgm:pt>
    <dgm:pt modelId="{55F85FDD-3078-49BA-9EAF-0BC1DF624AC9}" type="parTrans" cxnId="{31030617-0687-4FF0-9407-29A4684D887A}">
      <dgm:prSet/>
      <dgm:spPr/>
      <dgm:t>
        <a:bodyPr/>
        <a:lstStyle/>
        <a:p>
          <a:endParaRPr lang="en-US"/>
        </a:p>
      </dgm:t>
    </dgm:pt>
    <dgm:pt modelId="{308D2B13-9DA6-487F-82E8-D11A9CAAAB3F}" type="sibTrans" cxnId="{31030617-0687-4FF0-9407-29A4684D887A}">
      <dgm:prSet/>
      <dgm:spPr/>
      <dgm:t>
        <a:bodyPr/>
        <a:lstStyle/>
        <a:p>
          <a:endParaRPr lang="en-US"/>
        </a:p>
      </dgm:t>
    </dgm:pt>
    <dgm:pt modelId="{ACCC5C0F-2575-42DD-9612-41748D33C0F2}">
      <dgm:prSet/>
      <dgm:spPr/>
      <dgm:t>
        <a:bodyPr/>
        <a:lstStyle/>
        <a:p>
          <a:r>
            <a:rPr lang="en-GB" b="0" dirty="0"/>
            <a:t>The dataset includes </a:t>
          </a:r>
          <a:r>
            <a:rPr lang="en-GB" b="1" dirty="0"/>
            <a:t>36</a:t>
          </a:r>
          <a:r>
            <a:rPr lang="en-GB" b="0" dirty="0"/>
            <a:t> classes of Sri Lankan road signs, encompassing a range of regulatory, warning, and informational signals frequently encountered by drivers.</a:t>
          </a:r>
          <a:endParaRPr lang="en-US" b="0" dirty="0"/>
        </a:p>
      </dgm:t>
    </dgm:pt>
    <dgm:pt modelId="{50766B87-6DE3-4D64-99A3-58279C6F2DFA}" type="parTrans" cxnId="{9CE61A80-26B0-46ED-9F72-133ED9E91BC3}">
      <dgm:prSet/>
      <dgm:spPr/>
      <dgm:t>
        <a:bodyPr/>
        <a:lstStyle/>
        <a:p>
          <a:endParaRPr lang="en-US"/>
        </a:p>
      </dgm:t>
    </dgm:pt>
    <dgm:pt modelId="{975AFDCC-BFF6-4A72-9E4C-F27C1BBC869D}" type="sibTrans" cxnId="{9CE61A80-26B0-46ED-9F72-133ED9E91BC3}">
      <dgm:prSet/>
      <dgm:spPr/>
      <dgm:t>
        <a:bodyPr/>
        <a:lstStyle/>
        <a:p>
          <a:endParaRPr lang="en-US"/>
        </a:p>
      </dgm:t>
    </dgm:pt>
    <dgm:pt modelId="{47706DCD-C260-42E6-8F14-FDBE4AC54C24}">
      <dgm:prSet/>
      <dgm:spPr/>
      <dgm:t>
        <a:bodyPr/>
        <a:lstStyle/>
        <a:p>
          <a:r>
            <a:rPr lang="en-GB" b="0"/>
            <a:t>Annotations for each image are provided in </a:t>
          </a:r>
          <a:r>
            <a:rPr lang="en-GB" b="1"/>
            <a:t>VOC</a:t>
          </a:r>
          <a:r>
            <a:rPr lang="en-GB" b="0"/>
            <a:t> and </a:t>
          </a:r>
          <a:r>
            <a:rPr lang="en-GB" b="1"/>
            <a:t>TXT</a:t>
          </a:r>
          <a:r>
            <a:rPr lang="en-GB" b="0"/>
            <a:t> formats, following standard object detection practices with bounding boxes to aid algorithm training and evaluation.</a:t>
          </a:r>
          <a:endParaRPr lang="en-US" b="0"/>
        </a:p>
      </dgm:t>
    </dgm:pt>
    <dgm:pt modelId="{B1119F53-6FB0-4850-957D-C1BA30FAD2D6}" type="parTrans" cxnId="{BB7F7689-9461-4435-9FEA-C1216B6ABC4A}">
      <dgm:prSet/>
      <dgm:spPr/>
      <dgm:t>
        <a:bodyPr/>
        <a:lstStyle/>
        <a:p>
          <a:endParaRPr lang="en-US"/>
        </a:p>
      </dgm:t>
    </dgm:pt>
    <dgm:pt modelId="{BCC00EA9-686A-4472-86CD-AFA344259A20}" type="sibTrans" cxnId="{BB7F7689-9461-4435-9FEA-C1216B6ABC4A}">
      <dgm:prSet/>
      <dgm:spPr/>
      <dgm:t>
        <a:bodyPr/>
        <a:lstStyle/>
        <a:p>
          <a:endParaRPr lang="en-US"/>
        </a:p>
      </dgm:t>
    </dgm:pt>
    <dgm:pt modelId="{C498FF5F-DCC6-4BDD-BE54-4F56F05B1D94}" type="pres">
      <dgm:prSet presAssocID="{CDAB2F0F-03F8-42D0-B937-2FE45B76C92D}" presName="root" presStyleCnt="0">
        <dgm:presLayoutVars>
          <dgm:dir/>
          <dgm:resizeHandles val="exact"/>
        </dgm:presLayoutVars>
      </dgm:prSet>
      <dgm:spPr/>
    </dgm:pt>
    <dgm:pt modelId="{6C35D966-D0FF-43BB-9038-F31781BC4148}" type="pres">
      <dgm:prSet presAssocID="{4AE7615B-5298-4ADB-B2E4-F4A563D53D6C}" presName="compNode" presStyleCnt="0"/>
      <dgm:spPr/>
    </dgm:pt>
    <dgm:pt modelId="{9BAEC651-D450-49B6-9809-E09B52EA1620}" type="pres">
      <dgm:prSet presAssocID="{4AE7615B-5298-4ADB-B2E4-F4A563D53D6C}" presName="bgRect" presStyleLbl="bgShp" presStyleIdx="0" presStyleCnt="4"/>
      <dgm:spPr/>
    </dgm:pt>
    <dgm:pt modelId="{6AAA4F4D-6CC7-468F-9A29-6EA41BD275A6}" type="pres">
      <dgm:prSet presAssocID="{4AE7615B-5298-4ADB-B2E4-F4A563D53D6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eatre"/>
        </a:ext>
      </dgm:extLst>
    </dgm:pt>
    <dgm:pt modelId="{E23A66CD-CE52-401E-997C-3A1398F67BC7}" type="pres">
      <dgm:prSet presAssocID="{4AE7615B-5298-4ADB-B2E4-F4A563D53D6C}" presName="spaceRect" presStyleCnt="0"/>
      <dgm:spPr/>
    </dgm:pt>
    <dgm:pt modelId="{B20D763D-A7AD-4779-8B1E-858A25BFC4CC}" type="pres">
      <dgm:prSet presAssocID="{4AE7615B-5298-4ADB-B2E4-F4A563D53D6C}" presName="parTx" presStyleLbl="revTx" presStyleIdx="0" presStyleCnt="4">
        <dgm:presLayoutVars>
          <dgm:chMax val="0"/>
          <dgm:chPref val="0"/>
        </dgm:presLayoutVars>
      </dgm:prSet>
      <dgm:spPr/>
    </dgm:pt>
    <dgm:pt modelId="{FE1805CB-1A4B-4B33-9581-C8E31C3FDA95}" type="pres">
      <dgm:prSet presAssocID="{9C109265-028B-46DB-B239-AF91CE8601B6}" presName="sibTrans" presStyleCnt="0"/>
      <dgm:spPr/>
    </dgm:pt>
    <dgm:pt modelId="{61A7E360-860D-482E-82FA-D0A38D4D6654}" type="pres">
      <dgm:prSet presAssocID="{36FAD6C7-282B-4BA2-8624-C5B8587CD749}" presName="compNode" presStyleCnt="0"/>
      <dgm:spPr/>
    </dgm:pt>
    <dgm:pt modelId="{627259BC-CA22-4EFF-9A09-7B0D613EDA0A}" type="pres">
      <dgm:prSet presAssocID="{36FAD6C7-282B-4BA2-8624-C5B8587CD749}" presName="bgRect" presStyleLbl="bgShp" presStyleIdx="1" presStyleCnt="4"/>
      <dgm:spPr/>
    </dgm:pt>
    <dgm:pt modelId="{A6D9CA4B-7987-4C6C-A1E2-C159B69F6B35}" type="pres">
      <dgm:prSet presAssocID="{36FAD6C7-282B-4BA2-8624-C5B8587CD74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32D75C62-0DA5-4DB6-87F1-61DC050956C5}" type="pres">
      <dgm:prSet presAssocID="{36FAD6C7-282B-4BA2-8624-C5B8587CD749}" presName="spaceRect" presStyleCnt="0"/>
      <dgm:spPr/>
    </dgm:pt>
    <dgm:pt modelId="{7C8CF555-BDDC-4CCF-BD5A-71A302AC6372}" type="pres">
      <dgm:prSet presAssocID="{36FAD6C7-282B-4BA2-8624-C5B8587CD749}" presName="parTx" presStyleLbl="revTx" presStyleIdx="1" presStyleCnt="4">
        <dgm:presLayoutVars>
          <dgm:chMax val="0"/>
          <dgm:chPref val="0"/>
        </dgm:presLayoutVars>
      </dgm:prSet>
      <dgm:spPr/>
    </dgm:pt>
    <dgm:pt modelId="{50D1DC9B-7AD6-4A3F-BEFE-DFD14888F52A}" type="pres">
      <dgm:prSet presAssocID="{308D2B13-9DA6-487F-82E8-D11A9CAAAB3F}" presName="sibTrans" presStyleCnt="0"/>
      <dgm:spPr/>
    </dgm:pt>
    <dgm:pt modelId="{0164D59A-4321-4A61-9FA9-6ABC81F52040}" type="pres">
      <dgm:prSet presAssocID="{ACCC5C0F-2575-42DD-9612-41748D33C0F2}" presName="compNode" presStyleCnt="0"/>
      <dgm:spPr/>
    </dgm:pt>
    <dgm:pt modelId="{56268ABF-CE4E-4911-BC82-C509A0611E70}" type="pres">
      <dgm:prSet presAssocID="{ACCC5C0F-2575-42DD-9612-41748D33C0F2}" presName="bgRect" presStyleLbl="bgShp" presStyleIdx="2" presStyleCnt="4"/>
      <dgm:spPr/>
    </dgm:pt>
    <dgm:pt modelId="{1954DFCD-4528-4D7F-B0DF-3C3585FF7AA7}" type="pres">
      <dgm:prSet presAssocID="{ACCC5C0F-2575-42DD-9612-41748D33C0F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levision"/>
        </a:ext>
      </dgm:extLst>
    </dgm:pt>
    <dgm:pt modelId="{493CA21E-766D-4FF5-934A-269C054C0975}" type="pres">
      <dgm:prSet presAssocID="{ACCC5C0F-2575-42DD-9612-41748D33C0F2}" presName="spaceRect" presStyleCnt="0"/>
      <dgm:spPr/>
    </dgm:pt>
    <dgm:pt modelId="{AD6B784E-87E6-4CAD-8D5D-DE95427679BE}" type="pres">
      <dgm:prSet presAssocID="{ACCC5C0F-2575-42DD-9612-41748D33C0F2}" presName="parTx" presStyleLbl="revTx" presStyleIdx="2" presStyleCnt="4">
        <dgm:presLayoutVars>
          <dgm:chMax val="0"/>
          <dgm:chPref val="0"/>
        </dgm:presLayoutVars>
      </dgm:prSet>
      <dgm:spPr/>
    </dgm:pt>
    <dgm:pt modelId="{E3A2EE6D-AC7A-46A9-A657-A92EF29DA39C}" type="pres">
      <dgm:prSet presAssocID="{975AFDCC-BFF6-4A72-9E4C-F27C1BBC869D}" presName="sibTrans" presStyleCnt="0"/>
      <dgm:spPr/>
    </dgm:pt>
    <dgm:pt modelId="{AEA8A969-1C0A-49CD-B91E-CA745E5169ED}" type="pres">
      <dgm:prSet presAssocID="{47706DCD-C260-42E6-8F14-FDBE4AC54C24}" presName="compNode" presStyleCnt="0"/>
      <dgm:spPr/>
    </dgm:pt>
    <dgm:pt modelId="{E664B690-CF98-4CEE-9214-672747311F80}" type="pres">
      <dgm:prSet presAssocID="{47706DCD-C260-42E6-8F14-FDBE4AC54C24}" presName="bgRect" presStyleLbl="bgShp" presStyleIdx="3" presStyleCnt="4"/>
      <dgm:spPr/>
    </dgm:pt>
    <dgm:pt modelId="{C8875940-962F-48EA-A520-AFC7B7473B5B}" type="pres">
      <dgm:prSet presAssocID="{47706DCD-C260-42E6-8F14-FDBE4AC54C2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raffic Light"/>
        </a:ext>
      </dgm:extLst>
    </dgm:pt>
    <dgm:pt modelId="{72E03715-E69E-46BF-9298-66C306B8BC0F}" type="pres">
      <dgm:prSet presAssocID="{47706DCD-C260-42E6-8F14-FDBE4AC54C24}" presName="spaceRect" presStyleCnt="0"/>
      <dgm:spPr/>
    </dgm:pt>
    <dgm:pt modelId="{8B5D2C3F-462C-4EB9-B1F8-C3BBE5B1D8FA}" type="pres">
      <dgm:prSet presAssocID="{47706DCD-C260-42E6-8F14-FDBE4AC54C24}" presName="parTx" presStyleLbl="revTx" presStyleIdx="3" presStyleCnt="4">
        <dgm:presLayoutVars>
          <dgm:chMax val="0"/>
          <dgm:chPref val="0"/>
        </dgm:presLayoutVars>
      </dgm:prSet>
      <dgm:spPr/>
    </dgm:pt>
  </dgm:ptLst>
  <dgm:cxnLst>
    <dgm:cxn modelId="{ECE37F11-BFFA-47FE-85A8-C1E678A1425E}" type="presOf" srcId="{36FAD6C7-282B-4BA2-8624-C5B8587CD749}" destId="{7C8CF555-BDDC-4CCF-BD5A-71A302AC6372}" srcOrd="0" destOrd="0" presId="urn:microsoft.com/office/officeart/2018/2/layout/IconVerticalSolidList"/>
    <dgm:cxn modelId="{31030617-0687-4FF0-9407-29A4684D887A}" srcId="{CDAB2F0F-03F8-42D0-B937-2FE45B76C92D}" destId="{36FAD6C7-282B-4BA2-8624-C5B8587CD749}" srcOrd="1" destOrd="0" parTransId="{55F85FDD-3078-49BA-9EAF-0BC1DF624AC9}" sibTransId="{308D2B13-9DA6-487F-82E8-D11A9CAAAB3F}"/>
    <dgm:cxn modelId="{9CE61A80-26B0-46ED-9F72-133ED9E91BC3}" srcId="{CDAB2F0F-03F8-42D0-B937-2FE45B76C92D}" destId="{ACCC5C0F-2575-42DD-9612-41748D33C0F2}" srcOrd="2" destOrd="0" parTransId="{50766B87-6DE3-4D64-99A3-58279C6F2DFA}" sibTransId="{975AFDCC-BFF6-4A72-9E4C-F27C1BBC869D}"/>
    <dgm:cxn modelId="{BB7F7689-9461-4435-9FEA-C1216B6ABC4A}" srcId="{CDAB2F0F-03F8-42D0-B937-2FE45B76C92D}" destId="{47706DCD-C260-42E6-8F14-FDBE4AC54C24}" srcOrd="3" destOrd="0" parTransId="{B1119F53-6FB0-4850-957D-C1BA30FAD2D6}" sibTransId="{BCC00EA9-686A-4472-86CD-AFA344259A20}"/>
    <dgm:cxn modelId="{19DD90A3-9A5F-46FD-B290-B2ABD4692175}" srcId="{CDAB2F0F-03F8-42D0-B937-2FE45B76C92D}" destId="{4AE7615B-5298-4ADB-B2E4-F4A563D53D6C}" srcOrd="0" destOrd="0" parTransId="{1E55C14F-5C7B-4FC1-BB51-B1286E7DBA12}" sibTransId="{9C109265-028B-46DB-B239-AF91CE8601B6}"/>
    <dgm:cxn modelId="{0BCB32A4-B808-460E-9B99-5B0CFF1E7221}" type="presOf" srcId="{4AE7615B-5298-4ADB-B2E4-F4A563D53D6C}" destId="{B20D763D-A7AD-4779-8B1E-858A25BFC4CC}" srcOrd="0" destOrd="0" presId="urn:microsoft.com/office/officeart/2018/2/layout/IconVerticalSolidList"/>
    <dgm:cxn modelId="{246149C3-06AC-492A-8E2E-DFB697653FC2}" type="presOf" srcId="{ACCC5C0F-2575-42DD-9612-41748D33C0F2}" destId="{AD6B784E-87E6-4CAD-8D5D-DE95427679BE}" srcOrd="0" destOrd="0" presId="urn:microsoft.com/office/officeart/2018/2/layout/IconVerticalSolidList"/>
    <dgm:cxn modelId="{85270CE1-3ECF-4123-9D25-EC26F3D375E6}" type="presOf" srcId="{47706DCD-C260-42E6-8F14-FDBE4AC54C24}" destId="{8B5D2C3F-462C-4EB9-B1F8-C3BBE5B1D8FA}" srcOrd="0" destOrd="0" presId="urn:microsoft.com/office/officeart/2018/2/layout/IconVerticalSolidList"/>
    <dgm:cxn modelId="{A08CBBEB-E805-41F3-910C-5FBB66157AD7}" type="presOf" srcId="{CDAB2F0F-03F8-42D0-B937-2FE45B76C92D}" destId="{C498FF5F-DCC6-4BDD-BE54-4F56F05B1D94}" srcOrd="0" destOrd="0" presId="urn:microsoft.com/office/officeart/2018/2/layout/IconVerticalSolidList"/>
    <dgm:cxn modelId="{1FC245C8-FD61-4530-AAF5-DB5191B838F8}" type="presParOf" srcId="{C498FF5F-DCC6-4BDD-BE54-4F56F05B1D94}" destId="{6C35D966-D0FF-43BB-9038-F31781BC4148}" srcOrd="0" destOrd="0" presId="urn:microsoft.com/office/officeart/2018/2/layout/IconVerticalSolidList"/>
    <dgm:cxn modelId="{34C9577D-8450-498E-9C50-E10A0F88DACD}" type="presParOf" srcId="{6C35D966-D0FF-43BB-9038-F31781BC4148}" destId="{9BAEC651-D450-49B6-9809-E09B52EA1620}" srcOrd="0" destOrd="0" presId="urn:microsoft.com/office/officeart/2018/2/layout/IconVerticalSolidList"/>
    <dgm:cxn modelId="{46707138-AF70-465B-AE74-65B7A48D147E}" type="presParOf" srcId="{6C35D966-D0FF-43BB-9038-F31781BC4148}" destId="{6AAA4F4D-6CC7-468F-9A29-6EA41BD275A6}" srcOrd="1" destOrd="0" presId="urn:microsoft.com/office/officeart/2018/2/layout/IconVerticalSolidList"/>
    <dgm:cxn modelId="{8A7A1152-C13B-4ACA-A418-C690A14ABBD8}" type="presParOf" srcId="{6C35D966-D0FF-43BB-9038-F31781BC4148}" destId="{E23A66CD-CE52-401E-997C-3A1398F67BC7}" srcOrd="2" destOrd="0" presId="urn:microsoft.com/office/officeart/2018/2/layout/IconVerticalSolidList"/>
    <dgm:cxn modelId="{D8046115-26EF-4624-8205-3EAD46F2369E}" type="presParOf" srcId="{6C35D966-D0FF-43BB-9038-F31781BC4148}" destId="{B20D763D-A7AD-4779-8B1E-858A25BFC4CC}" srcOrd="3" destOrd="0" presId="urn:microsoft.com/office/officeart/2018/2/layout/IconVerticalSolidList"/>
    <dgm:cxn modelId="{71BF738E-0F52-4114-9386-A719850A2283}" type="presParOf" srcId="{C498FF5F-DCC6-4BDD-BE54-4F56F05B1D94}" destId="{FE1805CB-1A4B-4B33-9581-C8E31C3FDA95}" srcOrd="1" destOrd="0" presId="urn:microsoft.com/office/officeart/2018/2/layout/IconVerticalSolidList"/>
    <dgm:cxn modelId="{72EDAFE1-DCA9-4A72-AB78-BE5A7088B5CB}" type="presParOf" srcId="{C498FF5F-DCC6-4BDD-BE54-4F56F05B1D94}" destId="{61A7E360-860D-482E-82FA-D0A38D4D6654}" srcOrd="2" destOrd="0" presId="urn:microsoft.com/office/officeart/2018/2/layout/IconVerticalSolidList"/>
    <dgm:cxn modelId="{590A0302-3EDF-4784-ADDB-2F7C2C9470BE}" type="presParOf" srcId="{61A7E360-860D-482E-82FA-D0A38D4D6654}" destId="{627259BC-CA22-4EFF-9A09-7B0D613EDA0A}" srcOrd="0" destOrd="0" presId="urn:microsoft.com/office/officeart/2018/2/layout/IconVerticalSolidList"/>
    <dgm:cxn modelId="{401C50EC-01DB-4304-BB47-87273C457444}" type="presParOf" srcId="{61A7E360-860D-482E-82FA-D0A38D4D6654}" destId="{A6D9CA4B-7987-4C6C-A1E2-C159B69F6B35}" srcOrd="1" destOrd="0" presId="urn:microsoft.com/office/officeart/2018/2/layout/IconVerticalSolidList"/>
    <dgm:cxn modelId="{9D351C02-12EC-4CAA-9112-3672924F6B20}" type="presParOf" srcId="{61A7E360-860D-482E-82FA-D0A38D4D6654}" destId="{32D75C62-0DA5-4DB6-87F1-61DC050956C5}" srcOrd="2" destOrd="0" presId="urn:microsoft.com/office/officeart/2018/2/layout/IconVerticalSolidList"/>
    <dgm:cxn modelId="{096DC4B2-AA1F-4877-85A9-E603A1190AD3}" type="presParOf" srcId="{61A7E360-860D-482E-82FA-D0A38D4D6654}" destId="{7C8CF555-BDDC-4CCF-BD5A-71A302AC6372}" srcOrd="3" destOrd="0" presId="urn:microsoft.com/office/officeart/2018/2/layout/IconVerticalSolidList"/>
    <dgm:cxn modelId="{C6B03F61-59BD-4C66-9FAA-B322FE789583}" type="presParOf" srcId="{C498FF5F-DCC6-4BDD-BE54-4F56F05B1D94}" destId="{50D1DC9B-7AD6-4A3F-BEFE-DFD14888F52A}" srcOrd="3" destOrd="0" presId="urn:microsoft.com/office/officeart/2018/2/layout/IconVerticalSolidList"/>
    <dgm:cxn modelId="{0D550241-D941-4F2A-B733-BA63D9625E11}" type="presParOf" srcId="{C498FF5F-DCC6-4BDD-BE54-4F56F05B1D94}" destId="{0164D59A-4321-4A61-9FA9-6ABC81F52040}" srcOrd="4" destOrd="0" presId="urn:microsoft.com/office/officeart/2018/2/layout/IconVerticalSolidList"/>
    <dgm:cxn modelId="{49953208-DFA5-432C-961C-75AF2163A300}" type="presParOf" srcId="{0164D59A-4321-4A61-9FA9-6ABC81F52040}" destId="{56268ABF-CE4E-4911-BC82-C509A0611E70}" srcOrd="0" destOrd="0" presId="urn:microsoft.com/office/officeart/2018/2/layout/IconVerticalSolidList"/>
    <dgm:cxn modelId="{6093CB74-190B-4188-98E8-431141BE7CA8}" type="presParOf" srcId="{0164D59A-4321-4A61-9FA9-6ABC81F52040}" destId="{1954DFCD-4528-4D7F-B0DF-3C3585FF7AA7}" srcOrd="1" destOrd="0" presId="urn:microsoft.com/office/officeart/2018/2/layout/IconVerticalSolidList"/>
    <dgm:cxn modelId="{F012F3AF-29EB-4000-8945-196F13B80A8C}" type="presParOf" srcId="{0164D59A-4321-4A61-9FA9-6ABC81F52040}" destId="{493CA21E-766D-4FF5-934A-269C054C0975}" srcOrd="2" destOrd="0" presId="urn:microsoft.com/office/officeart/2018/2/layout/IconVerticalSolidList"/>
    <dgm:cxn modelId="{E4AC5AA1-AE86-425D-84ED-E85409BF687C}" type="presParOf" srcId="{0164D59A-4321-4A61-9FA9-6ABC81F52040}" destId="{AD6B784E-87E6-4CAD-8D5D-DE95427679BE}" srcOrd="3" destOrd="0" presId="urn:microsoft.com/office/officeart/2018/2/layout/IconVerticalSolidList"/>
    <dgm:cxn modelId="{36207377-203D-4BD4-A070-A4F03304D484}" type="presParOf" srcId="{C498FF5F-DCC6-4BDD-BE54-4F56F05B1D94}" destId="{E3A2EE6D-AC7A-46A9-A657-A92EF29DA39C}" srcOrd="5" destOrd="0" presId="urn:microsoft.com/office/officeart/2018/2/layout/IconVerticalSolidList"/>
    <dgm:cxn modelId="{C635AE05-D68E-41E7-85B5-AB8149993491}" type="presParOf" srcId="{C498FF5F-DCC6-4BDD-BE54-4F56F05B1D94}" destId="{AEA8A969-1C0A-49CD-B91E-CA745E5169ED}" srcOrd="6" destOrd="0" presId="urn:microsoft.com/office/officeart/2018/2/layout/IconVerticalSolidList"/>
    <dgm:cxn modelId="{0713CF81-03BC-4A92-AA6F-D9055C116F0D}" type="presParOf" srcId="{AEA8A969-1C0A-49CD-B91E-CA745E5169ED}" destId="{E664B690-CF98-4CEE-9214-672747311F80}" srcOrd="0" destOrd="0" presId="urn:microsoft.com/office/officeart/2018/2/layout/IconVerticalSolidList"/>
    <dgm:cxn modelId="{AF0C9E0B-98A0-4881-B98F-482A6ABF6C4D}" type="presParOf" srcId="{AEA8A969-1C0A-49CD-B91E-CA745E5169ED}" destId="{C8875940-962F-48EA-A520-AFC7B7473B5B}" srcOrd="1" destOrd="0" presId="urn:microsoft.com/office/officeart/2018/2/layout/IconVerticalSolidList"/>
    <dgm:cxn modelId="{A1531EAC-16CD-4CAC-B80A-10A8E410977A}" type="presParOf" srcId="{AEA8A969-1C0A-49CD-B91E-CA745E5169ED}" destId="{72E03715-E69E-46BF-9298-66C306B8BC0F}" srcOrd="2" destOrd="0" presId="urn:microsoft.com/office/officeart/2018/2/layout/IconVerticalSolidList"/>
    <dgm:cxn modelId="{573B56FA-6CF2-40BC-BE90-3596071D619D}" type="presParOf" srcId="{AEA8A969-1C0A-49CD-B91E-CA745E5169ED}" destId="{8B5D2C3F-462C-4EB9-B1F8-C3BBE5B1D8F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D719CCC-61F1-41DE-99CA-C2D6DA1F22C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839AED3-8A67-4E01-809F-CEA4FD32454D}">
      <dgm:prSet/>
      <dgm:spPr/>
      <dgm:t>
        <a:bodyPr/>
        <a:lstStyle/>
        <a:p>
          <a:r>
            <a:rPr lang="en-US"/>
            <a:t>Dataset imbalance across 36 classes</a:t>
          </a:r>
        </a:p>
      </dgm:t>
    </dgm:pt>
    <dgm:pt modelId="{3686FC1F-3F15-46FF-84D7-AC3DEC63DF5D}" type="parTrans" cxnId="{190CE4C9-11DA-4704-A4DB-97622D6FDD22}">
      <dgm:prSet/>
      <dgm:spPr/>
      <dgm:t>
        <a:bodyPr/>
        <a:lstStyle/>
        <a:p>
          <a:endParaRPr lang="en-US"/>
        </a:p>
      </dgm:t>
    </dgm:pt>
    <dgm:pt modelId="{E4107974-E333-42D3-963B-0920718BEDB6}" type="sibTrans" cxnId="{190CE4C9-11DA-4704-A4DB-97622D6FDD22}">
      <dgm:prSet/>
      <dgm:spPr/>
      <dgm:t>
        <a:bodyPr/>
        <a:lstStyle/>
        <a:p>
          <a:endParaRPr lang="en-US"/>
        </a:p>
      </dgm:t>
    </dgm:pt>
    <dgm:pt modelId="{09956193-53EC-4CA1-9A53-3D7FFC62E88A}">
      <dgm:prSet/>
      <dgm:spPr/>
      <dgm:t>
        <a:bodyPr/>
        <a:lstStyle/>
        <a:p>
          <a:r>
            <a:rPr lang="en-GB"/>
            <a:t>No fine-tuning of pre-trained models</a:t>
          </a:r>
          <a:endParaRPr lang="en-US"/>
        </a:p>
      </dgm:t>
    </dgm:pt>
    <dgm:pt modelId="{C87CD4E4-D3E9-4FBD-8427-27BB09546DE5}" type="parTrans" cxnId="{C724CA35-D53B-4C7F-B828-F711334E53F7}">
      <dgm:prSet/>
      <dgm:spPr/>
      <dgm:t>
        <a:bodyPr/>
        <a:lstStyle/>
        <a:p>
          <a:endParaRPr lang="en-US"/>
        </a:p>
      </dgm:t>
    </dgm:pt>
    <dgm:pt modelId="{806FB687-CF5B-48F6-B1B5-41210BDACADF}" type="sibTrans" cxnId="{C724CA35-D53B-4C7F-B828-F711334E53F7}">
      <dgm:prSet/>
      <dgm:spPr/>
      <dgm:t>
        <a:bodyPr/>
        <a:lstStyle/>
        <a:p>
          <a:endParaRPr lang="en-US"/>
        </a:p>
      </dgm:t>
    </dgm:pt>
    <dgm:pt modelId="{5B1917B8-DB3A-4CB8-B942-57D4154878C4}">
      <dgm:prSet/>
      <dgm:spPr/>
      <dgm:t>
        <a:bodyPr/>
        <a:lstStyle/>
        <a:p>
          <a:r>
            <a:rPr lang="en-GB"/>
            <a:t>Limited testing under varied environmental conditions</a:t>
          </a:r>
          <a:endParaRPr lang="en-US"/>
        </a:p>
      </dgm:t>
    </dgm:pt>
    <dgm:pt modelId="{950D02F4-1CF3-4B0A-873F-56E54E2B6A41}" type="parTrans" cxnId="{C6271AA7-E390-44A1-B833-FF0D3B412D89}">
      <dgm:prSet/>
      <dgm:spPr/>
      <dgm:t>
        <a:bodyPr/>
        <a:lstStyle/>
        <a:p>
          <a:endParaRPr lang="en-US"/>
        </a:p>
      </dgm:t>
    </dgm:pt>
    <dgm:pt modelId="{81F3A7CD-6E23-4CC5-A969-DB1784340D6C}" type="sibTrans" cxnId="{C6271AA7-E390-44A1-B833-FF0D3B412D89}">
      <dgm:prSet/>
      <dgm:spPr/>
      <dgm:t>
        <a:bodyPr/>
        <a:lstStyle/>
        <a:p>
          <a:endParaRPr lang="en-US"/>
        </a:p>
      </dgm:t>
    </dgm:pt>
    <dgm:pt modelId="{2DE9B134-6EF4-43BA-BDEF-70A7132E0001}">
      <dgm:prSet/>
      <dgm:spPr/>
      <dgm:t>
        <a:bodyPr/>
        <a:lstStyle/>
        <a:p>
          <a:endParaRPr lang="en-US" dirty="0"/>
        </a:p>
      </dgm:t>
    </dgm:pt>
    <dgm:pt modelId="{298B2FDD-27F5-40AB-BBE3-77C30BECE1FE}" type="parTrans" cxnId="{2544C75D-A865-4E85-8FC5-A95E7876E006}">
      <dgm:prSet/>
      <dgm:spPr/>
      <dgm:t>
        <a:bodyPr/>
        <a:lstStyle/>
        <a:p>
          <a:endParaRPr lang="en-US"/>
        </a:p>
      </dgm:t>
    </dgm:pt>
    <dgm:pt modelId="{5BE69CED-C9A3-4A44-AD9F-546E08D7794D}" type="sibTrans" cxnId="{2544C75D-A865-4E85-8FC5-A95E7876E006}">
      <dgm:prSet/>
      <dgm:spPr/>
      <dgm:t>
        <a:bodyPr/>
        <a:lstStyle/>
        <a:p>
          <a:endParaRPr lang="en-US"/>
        </a:p>
      </dgm:t>
    </dgm:pt>
    <dgm:pt modelId="{C860ADAC-1263-48A1-948D-F6B2EFD5E619}">
      <dgm:prSet/>
      <dgm:spPr/>
      <dgm:t>
        <a:bodyPr/>
        <a:lstStyle/>
        <a:p>
          <a:r>
            <a:rPr lang="en-US"/>
            <a:t>Dataset not covering all the signs across the country</a:t>
          </a:r>
        </a:p>
      </dgm:t>
    </dgm:pt>
    <dgm:pt modelId="{73DADFB9-9C90-4240-BB60-A053584E165C}" type="parTrans" cxnId="{955207B8-14CE-4BA8-9B44-E3BE24C8B49D}">
      <dgm:prSet/>
      <dgm:spPr/>
      <dgm:t>
        <a:bodyPr/>
        <a:lstStyle/>
        <a:p>
          <a:endParaRPr lang="en-US"/>
        </a:p>
      </dgm:t>
    </dgm:pt>
    <dgm:pt modelId="{3274B803-6489-4358-AF40-A8E67FCBD89F}" type="sibTrans" cxnId="{955207B8-14CE-4BA8-9B44-E3BE24C8B49D}">
      <dgm:prSet/>
      <dgm:spPr/>
      <dgm:t>
        <a:bodyPr/>
        <a:lstStyle/>
        <a:p>
          <a:endParaRPr lang="en-US"/>
        </a:p>
      </dgm:t>
    </dgm:pt>
    <dgm:pt modelId="{281F5726-B63C-4BAB-81AD-E9F071825E70}" type="pres">
      <dgm:prSet presAssocID="{CD719CCC-61F1-41DE-99CA-C2D6DA1F22C1}" presName="vert0" presStyleCnt="0">
        <dgm:presLayoutVars>
          <dgm:dir/>
          <dgm:animOne val="branch"/>
          <dgm:animLvl val="lvl"/>
        </dgm:presLayoutVars>
      </dgm:prSet>
      <dgm:spPr/>
    </dgm:pt>
    <dgm:pt modelId="{8EFB0065-F4D2-4646-B273-8C13D2FC510C}" type="pres">
      <dgm:prSet presAssocID="{1839AED3-8A67-4E01-809F-CEA4FD32454D}" presName="thickLine" presStyleLbl="alignNode1" presStyleIdx="0" presStyleCnt="5"/>
      <dgm:spPr/>
    </dgm:pt>
    <dgm:pt modelId="{8D2D96C9-20F9-467B-B250-F4BA5368E57D}" type="pres">
      <dgm:prSet presAssocID="{1839AED3-8A67-4E01-809F-CEA4FD32454D}" presName="horz1" presStyleCnt="0"/>
      <dgm:spPr/>
    </dgm:pt>
    <dgm:pt modelId="{DEBED33A-8B44-4B02-B227-1899EB5234A1}" type="pres">
      <dgm:prSet presAssocID="{1839AED3-8A67-4E01-809F-CEA4FD32454D}" presName="tx1" presStyleLbl="revTx" presStyleIdx="0" presStyleCnt="5"/>
      <dgm:spPr/>
    </dgm:pt>
    <dgm:pt modelId="{AEB5A282-50AA-4503-9D8C-66E701C45CC4}" type="pres">
      <dgm:prSet presAssocID="{1839AED3-8A67-4E01-809F-CEA4FD32454D}" presName="vert1" presStyleCnt="0"/>
      <dgm:spPr/>
    </dgm:pt>
    <dgm:pt modelId="{F9B5FEA7-2D85-46AB-8376-E3B1FD7FD70F}" type="pres">
      <dgm:prSet presAssocID="{09956193-53EC-4CA1-9A53-3D7FFC62E88A}" presName="thickLine" presStyleLbl="alignNode1" presStyleIdx="1" presStyleCnt="5"/>
      <dgm:spPr/>
    </dgm:pt>
    <dgm:pt modelId="{1F90E02A-86F2-42FB-9AA8-87CAE18C7EEE}" type="pres">
      <dgm:prSet presAssocID="{09956193-53EC-4CA1-9A53-3D7FFC62E88A}" presName="horz1" presStyleCnt="0"/>
      <dgm:spPr/>
    </dgm:pt>
    <dgm:pt modelId="{7899A789-B3D6-4341-AAA9-1F98C5F2A15A}" type="pres">
      <dgm:prSet presAssocID="{09956193-53EC-4CA1-9A53-3D7FFC62E88A}" presName="tx1" presStyleLbl="revTx" presStyleIdx="1" presStyleCnt="5"/>
      <dgm:spPr/>
    </dgm:pt>
    <dgm:pt modelId="{CC06173B-E7D5-4E35-91CC-B1EE44A625D9}" type="pres">
      <dgm:prSet presAssocID="{09956193-53EC-4CA1-9A53-3D7FFC62E88A}" presName="vert1" presStyleCnt="0"/>
      <dgm:spPr/>
    </dgm:pt>
    <dgm:pt modelId="{EA42808E-1F2C-4BA6-90DF-7E21B30ED1C9}" type="pres">
      <dgm:prSet presAssocID="{5B1917B8-DB3A-4CB8-B942-57D4154878C4}" presName="thickLine" presStyleLbl="alignNode1" presStyleIdx="2" presStyleCnt="5"/>
      <dgm:spPr/>
    </dgm:pt>
    <dgm:pt modelId="{66748C05-DDFE-4952-B965-4C365B8290A3}" type="pres">
      <dgm:prSet presAssocID="{5B1917B8-DB3A-4CB8-B942-57D4154878C4}" presName="horz1" presStyleCnt="0"/>
      <dgm:spPr/>
    </dgm:pt>
    <dgm:pt modelId="{28758AFB-C11C-4880-BBC0-128FBEB707BC}" type="pres">
      <dgm:prSet presAssocID="{5B1917B8-DB3A-4CB8-B942-57D4154878C4}" presName="tx1" presStyleLbl="revTx" presStyleIdx="2" presStyleCnt="5"/>
      <dgm:spPr/>
    </dgm:pt>
    <dgm:pt modelId="{C7A372BA-F7CB-4EF3-AC3E-EAE2D48E175E}" type="pres">
      <dgm:prSet presAssocID="{5B1917B8-DB3A-4CB8-B942-57D4154878C4}" presName="vert1" presStyleCnt="0"/>
      <dgm:spPr/>
    </dgm:pt>
    <dgm:pt modelId="{18570E4E-1AF1-46F3-AFA0-296184CCD247}" type="pres">
      <dgm:prSet presAssocID="{2DE9B134-6EF4-43BA-BDEF-70A7132E0001}" presName="thickLine" presStyleLbl="alignNode1" presStyleIdx="3" presStyleCnt="5" custLinFactY="19290" custLinFactNeighborY="100000"/>
      <dgm:spPr/>
    </dgm:pt>
    <dgm:pt modelId="{25FC693E-66C7-4130-ACDD-44D4BBBD327B}" type="pres">
      <dgm:prSet presAssocID="{2DE9B134-6EF4-43BA-BDEF-70A7132E0001}" presName="horz1" presStyleCnt="0"/>
      <dgm:spPr/>
    </dgm:pt>
    <dgm:pt modelId="{7C65C201-1F42-4C6C-BECE-201FA532AC60}" type="pres">
      <dgm:prSet presAssocID="{2DE9B134-6EF4-43BA-BDEF-70A7132E0001}" presName="tx1" presStyleLbl="revTx" presStyleIdx="3" presStyleCnt="5" custScaleY="4071"/>
      <dgm:spPr/>
    </dgm:pt>
    <dgm:pt modelId="{EAB6DFAB-07CD-40E8-96D0-CB1B728E1517}" type="pres">
      <dgm:prSet presAssocID="{2DE9B134-6EF4-43BA-BDEF-70A7132E0001}" presName="vert1" presStyleCnt="0"/>
      <dgm:spPr/>
    </dgm:pt>
    <dgm:pt modelId="{231ED4B8-55F7-4B41-B363-E4440CB1F629}" type="pres">
      <dgm:prSet presAssocID="{C860ADAC-1263-48A1-948D-F6B2EFD5E619}" presName="thickLine" presStyleLbl="alignNode1" presStyleIdx="4" presStyleCnt="5"/>
      <dgm:spPr/>
    </dgm:pt>
    <dgm:pt modelId="{32F1717A-6B76-4126-A060-C711B65126D0}" type="pres">
      <dgm:prSet presAssocID="{C860ADAC-1263-48A1-948D-F6B2EFD5E619}" presName="horz1" presStyleCnt="0"/>
      <dgm:spPr/>
    </dgm:pt>
    <dgm:pt modelId="{D5E72F5D-F8FD-48D3-A550-F209809886F3}" type="pres">
      <dgm:prSet presAssocID="{C860ADAC-1263-48A1-948D-F6B2EFD5E619}" presName="tx1" presStyleLbl="revTx" presStyleIdx="4" presStyleCnt="5"/>
      <dgm:spPr/>
    </dgm:pt>
    <dgm:pt modelId="{069CAE3C-5224-4B34-AA87-6BED592F7B6A}" type="pres">
      <dgm:prSet presAssocID="{C860ADAC-1263-48A1-948D-F6B2EFD5E619}" presName="vert1" presStyleCnt="0"/>
      <dgm:spPr/>
    </dgm:pt>
  </dgm:ptLst>
  <dgm:cxnLst>
    <dgm:cxn modelId="{ABC29900-56EB-4C3E-939D-E2F4785289CA}" type="presOf" srcId="{09956193-53EC-4CA1-9A53-3D7FFC62E88A}" destId="{7899A789-B3D6-4341-AAA9-1F98C5F2A15A}" srcOrd="0" destOrd="0" presId="urn:microsoft.com/office/officeart/2008/layout/LinedList"/>
    <dgm:cxn modelId="{DD72A411-2465-43D8-B32F-9520E1DB13D2}" type="presOf" srcId="{C860ADAC-1263-48A1-948D-F6B2EFD5E619}" destId="{D5E72F5D-F8FD-48D3-A550-F209809886F3}" srcOrd="0" destOrd="0" presId="urn:microsoft.com/office/officeart/2008/layout/LinedList"/>
    <dgm:cxn modelId="{C724CA35-D53B-4C7F-B828-F711334E53F7}" srcId="{CD719CCC-61F1-41DE-99CA-C2D6DA1F22C1}" destId="{09956193-53EC-4CA1-9A53-3D7FFC62E88A}" srcOrd="1" destOrd="0" parTransId="{C87CD4E4-D3E9-4FBD-8427-27BB09546DE5}" sibTransId="{806FB687-CF5B-48F6-B1B5-41210BDACADF}"/>
    <dgm:cxn modelId="{56BF5F3D-DE4C-4B3D-BABD-460E65DD49F6}" type="presOf" srcId="{1839AED3-8A67-4E01-809F-CEA4FD32454D}" destId="{DEBED33A-8B44-4B02-B227-1899EB5234A1}" srcOrd="0" destOrd="0" presId="urn:microsoft.com/office/officeart/2008/layout/LinedList"/>
    <dgm:cxn modelId="{2544C75D-A865-4E85-8FC5-A95E7876E006}" srcId="{CD719CCC-61F1-41DE-99CA-C2D6DA1F22C1}" destId="{2DE9B134-6EF4-43BA-BDEF-70A7132E0001}" srcOrd="3" destOrd="0" parTransId="{298B2FDD-27F5-40AB-BBE3-77C30BECE1FE}" sibTransId="{5BE69CED-C9A3-4A44-AD9F-546E08D7794D}"/>
    <dgm:cxn modelId="{782E11A7-1F69-460E-AB73-5456E2CC6D8F}" type="presOf" srcId="{CD719CCC-61F1-41DE-99CA-C2D6DA1F22C1}" destId="{281F5726-B63C-4BAB-81AD-E9F071825E70}" srcOrd="0" destOrd="0" presId="urn:microsoft.com/office/officeart/2008/layout/LinedList"/>
    <dgm:cxn modelId="{C6271AA7-E390-44A1-B833-FF0D3B412D89}" srcId="{CD719CCC-61F1-41DE-99CA-C2D6DA1F22C1}" destId="{5B1917B8-DB3A-4CB8-B942-57D4154878C4}" srcOrd="2" destOrd="0" parTransId="{950D02F4-1CF3-4B0A-873F-56E54E2B6A41}" sibTransId="{81F3A7CD-6E23-4CC5-A969-DB1784340D6C}"/>
    <dgm:cxn modelId="{047844AE-F0FB-40F6-8477-819527A324A2}" type="presOf" srcId="{2DE9B134-6EF4-43BA-BDEF-70A7132E0001}" destId="{7C65C201-1F42-4C6C-BECE-201FA532AC60}" srcOrd="0" destOrd="0" presId="urn:microsoft.com/office/officeart/2008/layout/LinedList"/>
    <dgm:cxn modelId="{955207B8-14CE-4BA8-9B44-E3BE24C8B49D}" srcId="{CD719CCC-61F1-41DE-99CA-C2D6DA1F22C1}" destId="{C860ADAC-1263-48A1-948D-F6B2EFD5E619}" srcOrd="4" destOrd="0" parTransId="{73DADFB9-9C90-4240-BB60-A053584E165C}" sibTransId="{3274B803-6489-4358-AF40-A8E67FCBD89F}"/>
    <dgm:cxn modelId="{190CE4C9-11DA-4704-A4DB-97622D6FDD22}" srcId="{CD719CCC-61F1-41DE-99CA-C2D6DA1F22C1}" destId="{1839AED3-8A67-4E01-809F-CEA4FD32454D}" srcOrd="0" destOrd="0" parTransId="{3686FC1F-3F15-46FF-84D7-AC3DEC63DF5D}" sibTransId="{E4107974-E333-42D3-963B-0920718BEDB6}"/>
    <dgm:cxn modelId="{6A8D39CE-8454-4D8B-A11D-692B563D3AF6}" type="presOf" srcId="{5B1917B8-DB3A-4CB8-B942-57D4154878C4}" destId="{28758AFB-C11C-4880-BBC0-128FBEB707BC}" srcOrd="0" destOrd="0" presId="urn:microsoft.com/office/officeart/2008/layout/LinedList"/>
    <dgm:cxn modelId="{D2216BFE-8555-4549-82B3-389D43C04346}" type="presParOf" srcId="{281F5726-B63C-4BAB-81AD-E9F071825E70}" destId="{8EFB0065-F4D2-4646-B273-8C13D2FC510C}" srcOrd="0" destOrd="0" presId="urn:microsoft.com/office/officeart/2008/layout/LinedList"/>
    <dgm:cxn modelId="{E111C4DD-CBD8-4928-ADF1-3D9AF02B426B}" type="presParOf" srcId="{281F5726-B63C-4BAB-81AD-E9F071825E70}" destId="{8D2D96C9-20F9-467B-B250-F4BA5368E57D}" srcOrd="1" destOrd="0" presId="urn:microsoft.com/office/officeart/2008/layout/LinedList"/>
    <dgm:cxn modelId="{92C00FE0-EF92-41D4-BFC2-B0ECC676575A}" type="presParOf" srcId="{8D2D96C9-20F9-467B-B250-F4BA5368E57D}" destId="{DEBED33A-8B44-4B02-B227-1899EB5234A1}" srcOrd="0" destOrd="0" presId="urn:microsoft.com/office/officeart/2008/layout/LinedList"/>
    <dgm:cxn modelId="{0B707153-9B31-4CEE-8B80-07EE78C270F8}" type="presParOf" srcId="{8D2D96C9-20F9-467B-B250-F4BA5368E57D}" destId="{AEB5A282-50AA-4503-9D8C-66E701C45CC4}" srcOrd="1" destOrd="0" presId="urn:microsoft.com/office/officeart/2008/layout/LinedList"/>
    <dgm:cxn modelId="{84D50A50-EFDB-4A04-A2E2-300D64DC3848}" type="presParOf" srcId="{281F5726-B63C-4BAB-81AD-E9F071825E70}" destId="{F9B5FEA7-2D85-46AB-8376-E3B1FD7FD70F}" srcOrd="2" destOrd="0" presId="urn:microsoft.com/office/officeart/2008/layout/LinedList"/>
    <dgm:cxn modelId="{F8D303AA-4667-48A9-91F5-24223E4CE463}" type="presParOf" srcId="{281F5726-B63C-4BAB-81AD-E9F071825E70}" destId="{1F90E02A-86F2-42FB-9AA8-87CAE18C7EEE}" srcOrd="3" destOrd="0" presId="urn:microsoft.com/office/officeart/2008/layout/LinedList"/>
    <dgm:cxn modelId="{4B3D9B7C-ACF9-465C-B37D-FDADED707D43}" type="presParOf" srcId="{1F90E02A-86F2-42FB-9AA8-87CAE18C7EEE}" destId="{7899A789-B3D6-4341-AAA9-1F98C5F2A15A}" srcOrd="0" destOrd="0" presId="urn:microsoft.com/office/officeart/2008/layout/LinedList"/>
    <dgm:cxn modelId="{30475572-AF7E-4624-9CFD-B65C8344B913}" type="presParOf" srcId="{1F90E02A-86F2-42FB-9AA8-87CAE18C7EEE}" destId="{CC06173B-E7D5-4E35-91CC-B1EE44A625D9}" srcOrd="1" destOrd="0" presId="urn:microsoft.com/office/officeart/2008/layout/LinedList"/>
    <dgm:cxn modelId="{C8BC48ED-A9F2-43E3-885C-D04DE02745B9}" type="presParOf" srcId="{281F5726-B63C-4BAB-81AD-E9F071825E70}" destId="{EA42808E-1F2C-4BA6-90DF-7E21B30ED1C9}" srcOrd="4" destOrd="0" presId="urn:microsoft.com/office/officeart/2008/layout/LinedList"/>
    <dgm:cxn modelId="{10C42BEF-514A-43CB-AA1C-6B6EDD138A50}" type="presParOf" srcId="{281F5726-B63C-4BAB-81AD-E9F071825E70}" destId="{66748C05-DDFE-4952-B965-4C365B8290A3}" srcOrd="5" destOrd="0" presId="urn:microsoft.com/office/officeart/2008/layout/LinedList"/>
    <dgm:cxn modelId="{EBF00444-03E8-4925-9252-AAD26B7A0521}" type="presParOf" srcId="{66748C05-DDFE-4952-B965-4C365B8290A3}" destId="{28758AFB-C11C-4880-BBC0-128FBEB707BC}" srcOrd="0" destOrd="0" presId="urn:microsoft.com/office/officeart/2008/layout/LinedList"/>
    <dgm:cxn modelId="{99B00DA1-F560-4D75-8DC9-0774F55928F9}" type="presParOf" srcId="{66748C05-DDFE-4952-B965-4C365B8290A3}" destId="{C7A372BA-F7CB-4EF3-AC3E-EAE2D48E175E}" srcOrd="1" destOrd="0" presId="urn:microsoft.com/office/officeart/2008/layout/LinedList"/>
    <dgm:cxn modelId="{9B970C18-572F-4150-A345-F24CB21C1C15}" type="presParOf" srcId="{281F5726-B63C-4BAB-81AD-E9F071825E70}" destId="{18570E4E-1AF1-46F3-AFA0-296184CCD247}" srcOrd="6" destOrd="0" presId="urn:microsoft.com/office/officeart/2008/layout/LinedList"/>
    <dgm:cxn modelId="{05AE4B60-6881-482E-80EB-2C7F6434F016}" type="presParOf" srcId="{281F5726-B63C-4BAB-81AD-E9F071825E70}" destId="{25FC693E-66C7-4130-ACDD-44D4BBBD327B}" srcOrd="7" destOrd="0" presId="urn:microsoft.com/office/officeart/2008/layout/LinedList"/>
    <dgm:cxn modelId="{690D5DDE-F810-4F15-9465-55BFF071DBEF}" type="presParOf" srcId="{25FC693E-66C7-4130-ACDD-44D4BBBD327B}" destId="{7C65C201-1F42-4C6C-BECE-201FA532AC60}" srcOrd="0" destOrd="0" presId="urn:microsoft.com/office/officeart/2008/layout/LinedList"/>
    <dgm:cxn modelId="{86CA68A9-D71F-42DA-B7C5-BDA09ED046EF}" type="presParOf" srcId="{25FC693E-66C7-4130-ACDD-44D4BBBD327B}" destId="{EAB6DFAB-07CD-40E8-96D0-CB1B728E1517}" srcOrd="1" destOrd="0" presId="urn:microsoft.com/office/officeart/2008/layout/LinedList"/>
    <dgm:cxn modelId="{360B7A87-DE38-4252-9E9F-852F37EAACCB}" type="presParOf" srcId="{281F5726-B63C-4BAB-81AD-E9F071825E70}" destId="{231ED4B8-55F7-4B41-B363-E4440CB1F629}" srcOrd="8" destOrd="0" presId="urn:microsoft.com/office/officeart/2008/layout/LinedList"/>
    <dgm:cxn modelId="{175A2CC4-E15B-40A3-B8C4-837E5C45F3CB}" type="presParOf" srcId="{281F5726-B63C-4BAB-81AD-E9F071825E70}" destId="{32F1717A-6B76-4126-A060-C711B65126D0}" srcOrd="9" destOrd="0" presId="urn:microsoft.com/office/officeart/2008/layout/LinedList"/>
    <dgm:cxn modelId="{7BE2B7D0-F1A3-4EED-8B8D-486B9E78A15B}" type="presParOf" srcId="{32F1717A-6B76-4126-A060-C711B65126D0}" destId="{D5E72F5D-F8FD-48D3-A550-F209809886F3}" srcOrd="0" destOrd="0" presId="urn:microsoft.com/office/officeart/2008/layout/LinedList"/>
    <dgm:cxn modelId="{42570D3B-9906-4951-80C5-C54592009376}" type="presParOf" srcId="{32F1717A-6B76-4126-A060-C711B65126D0}" destId="{069CAE3C-5224-4B34-AA87-6BED592F7B6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D11F380-48C5-4DFE-8D75-4C4C2CEC6C2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6F4F13C-ABD3-4A61-B752-7D5930DBE545}">
      <dgm:prSet/>
      <dgm:spPr/>
      <dgm:t>
        <a:bodyPr/>
        <a:lstStyle/>
        <a:p>
          <a:pPr>
            <a:lnSpc>
              <a:spcPct val="100000"/>
            </a:lnSpc>
          </a:pPr>
          <a:r>
            <a:rPr lang="en-GB"/>
            <a:t>Develop balanced and larger dataset</a:t>
          </a:r>
          <a:endParaRPr lang="en-US"/>
        </a:p>
      </dgm:t>
    </dgm:pt>
    <dgm:pt modelId="{5CA649C7-47BC-4B66-8A7D-C2AF06C61726}" type="parTrans" cxnId="{3402D0EB-47EA-4DDB-9D1F-904C8A0618C0}">
      <dgm:prSet/>
      <dgm:spPr/>
      <dgm:t>
        <a:bodyPr/>
        <a:lstStyle/>
        <a:p>
          <a:endParaRPr lang="en-US"/>
        </a:p>
      </dgm:t>
    </dgm:pt>
    <dgm:pt modelId="{615E72BA-4F07-45B6-A666-5499202CD453}" type="sibTrans" cxnId="{3402D0EB-47EA-4DDB-9D1F-904C8A0618C0}">
      <dgm:prSet/>
      <dgm:spPr/>
      <dgm:t>
        <a:bodyPr/>
        <a:lstStyle/>
        <a:p>
          <a:endParaRPr lang="en-US"/>
        </a:p>
      </dgm:t>
    </dgm:pt>
    <dgm:pt modelId="{C17A420A-A033-467A-9252-7D64A3724EC8}">
      <dgm:prSet/>
      <dgm:spPr/>
      <dgm:t>
        <a:bodyPr/>
        <a:lstStyle/>
        <a:p>
          <a:pPr>
            <a:lnSpc>
              <a:spcPct val="100000"/>
            </a:lnSpc>
          </a:pPr>
          <a:r>
            <a:rPr lang="en-GB"/>
            <a:t>Evaluate performance under varied weather &amp; lighting conditions</a:t>
          </a:r>
          <a:endParaRPr lang="en-US"/>
        </a:p>
      </dgm:t>
    </dgm:pt>
    <dgm:pt modelId="{95EEF336-D481-4954-A772-D635A04F924B}" type="parTrans" cxnId="{A5719AEE-A857-47D0-B08F-5D56E923F4B2}">
      <dgm:prSet/>
      <dgm:spPr/>
      <dgm:t>
        <a:bodyPr/>
        <a:lstStyle/>
        <a:p>
          <a:endParaRPr lang="en-US"/>
        </a:p>
      </dgm:t>
    </dgm:pt>
    <dgm:pt modelId="{BF38F135-5F1B-4A72-8840-1B68C4568749}" type="sibTrans" cxnId="{A5719AEE-A857-47D0-B08F-5D56E923F4B2}">
      <dgm:prSet/>
      <dgm:spPr/>
      <dgm:t>
        <a:bodyPr/>
        <a:lstStyle/>
        <a:p>
          <a:endParaRPr lang="en-US"/>
        </a:p>
      </dgm:t>
    </dgm:pt>
    <dgm:pt modelId="{5FC3B231-9951-4E8E-BB08-1852947CA5B4}">
      <dgm:prSet/>
      <dgm:spPr/>
      <dgm:t>
        <a:bodyPr/>
        <a:lstStyle/>
        <a:p>
          <a:pPr>
            <a:lnSpc>
              <a:spcPct val="100000"/>
            </a:lnSpc>
          </a:pPr>
          <a:r>
            <a:rPr lang="en-GB"/>
            <a:t>Optimize for deployment on edge devices (Jetson, Raspberry Pi)</a:t>
          </a:r>
          <a:endParaRPr lang="en-US"/>
        </a:p>
      </dgm:t>
    </dgm:pt>
    <dgm:pt modelId="{0B224945-16A3-477E-A385-90BEBC1EDC07}" type="parTrans" cxnId="{487D4535-B7DD-46A3-88F2-9FCBBCBF89E6}">
      <dgm:prSet/>
      <dgm:spPr/>
      <dgm:t>
        <a:bodyPr/>
        <a:lstStyle/>
        <a:p>
          <a:endParaRPr lang="en-US"/>
        </a:p>
      </dgm:t>
    </dgm:pt>
    <dgm:pt modelId="{BAEE88A0-FD01-4355-8529-5A83AF181D0A}" type="sibTrans" cxnId="{487D4535-B7DD-46A3-88F2-9FCBBCBF89E6}">
      <dgm:prSet/>
      <dgm:spPr/>
      <dgm:t>
        <a:bodyPr/>
        <a:lstStyle/>
        <a:p>
          <a:endParaRPr lang="en-US"/>
        </a:p>
      </dgm:t>
    </dgm:pt>
    <dgm:pt modelId="{EC98CB00-0805-48C4-A6A1-549317907234}">
      <dgm:prSet/>
      <dgm:spPr/>
      <dgm:t>
        <a:bodyPr/>
        <a:lstStyle/>
        <a:p>
          <a:pPr>
            <a:lnSpc>
              <a:spcPct val="100000"/>
            </a:lnSpc>
          </a:pPr>
          <a:r>
            <a:rPr lang="en-US"/>
            <a:t>Fine-tune models for local dataset</a:t>
          </a:r>
        </a:p>
      </dgm:t>
    </dgm:pt>
    <dgm:pt modelId="{62E021DB-F0ED-456C-9A7E-00DE325049AE}" type="parTrans" cxnId="{0227BC98-7B4F-4F47-BA78-18823828F57E}">
      <dgm:prSet/>
      <dgm:spPr/>
      <dgm:t>
        <a:bodyPr/>
        <a:lstStyle/>
        <a:p>
          <a:endParaRPr lang="en-US"/>
        </a:p>
      </dgm:t>
    </dgm:pt>
    <dgm:pt modelId="{0F5048DB-CC17-43B5-927F-F3C387EC0898}" type="sibTrans" cxnId="{0227BC98-7B4F-4F47-BA78-18823828F57E}">
      <dgm:prSet/>
      <dgm:spPr/>
      <dgm:t>
        <a:bodyPr/>
        <a:lstStyle/>
        <a:p>
          <a:endParaRPr lang="en-US"/>
        </a:p>
      </dgm:t>
    </dgm:pt>
    <dgm:pt modelId="{3AD36641-F9CD-4941-816A-BA0BD6DEC4BD}" type="pres">
      <dgm:prSet presAssocID="{3D11F380-48C5-4DFE-8D75-4C4C2CEC6C21}" presName="root" presStyleCnt="0">
        <dgm:presLayoutVars>
          <dgm:dir/>
          <dgm:resizeHandles val="exact"/>
        </dgm:presLayoutVars>
      </dgm:prSet>
      <dgm:spPr/>
    </dgm:pt>
    <dgm:pt modelId="{331D64ED-0DCF-4843-B647-2104891CECAC}" type="pres">
      <dgm:prSet presAssocID="{26F4F13C-ABD3-4A61-B752-7D5930DBE545}" presName="compNode" presStyleCnt="0"/>
      <dgm:spPr/>
    </dgm:pt>
    <dgm:pt modelId="{AD3D62A5-58EE-48C8-8028-EA312F569D15}" type="pres">
      <dgm:prSet presAssocID="{26F4F13C-ABD3-4A61-B752-7D5930DBE545}" presName="bgRect" presStyleLbl="bgShp" presStyleIdx="0" presStyleCnt="4"/>
      <dgm:spPr/>
    </dgm:pt>
    <dgm:pt modelId="{9C5910F8-672D-414E-BA6C-5409766B6828}" type="pres">
      <dgm:prSet presAssocID="{26F4F13C-ABD3-4A61-B752-7D5930DBE54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r chart"/>
        </a:ext>
      </dgm:extLst>
    </dgm:pt>
    <dgm:pt modelId="{24DC5014-5A7E-499E-8D9F-EEDD7739B52E}" type="pres">
      <dgm:prSet presAssocID="{26F4F13C-ABD3-4A61-B752-7D5930DBE545}" presName="spaceRect" presStyleCnt="0"/>
      <dgm:spPr/>
    </dgm:pt>
    <dgm:pt modelId="{0367401B-DCFB-444D-8C57-0ACD27FE3C39}" type="pres">
      <dgm:prSet presAssocID="{26F4F13C-ABD3-4A61-B752-7D5930DBE545}" presName="parTx" presStyleLbl="revTx" presStyleIdx="0" presStyleCnt="4">
        <dgm:presLayoutVars>
          <dgm:chMax val="0"/>
          <dgm:chPref val="0"/>
        </dgm:presLayoutVars>
      </dgm:prSet>
      <dgm:spPr/>
    </dgm:pt>
    <dgm:pt modelId="{285B7245-22E1-43DF-A165-1A145A3F13C6}" type="pres">
      <dgm:prSet presAssocID="{615E72BA-4F07-45B6-A666-5499202CD453}" presName="sibTrans" presStyleCnt="0"/>
      <dgm:spPr/>
    </dgm:pt>
    <dgm:pt modelId="{AE610503-E11A-49DB-8E83-FF4445C07B94}" type="pres">
      <dgm:prSet presAssocID="{C17A420A-A033-467A-9252-7D64A3724EC8}" presName="compNode" presStyleCnt="0"/>
      <dgm:spPr/>
    </dgm:pt>
    <dgm:pt modelId="{1B285918-BC55-4720-8789-F894FF885916}" type="pres">
      <dgm:prSet presAssocID="{C17A420A-A033-467A-9252-7D64A3724EC8}" presName="bgRect" presStyleLbl="bgShp" presStyleIdx="1" presStyleCnt="4"/>
      <dgm:spPr/>
    </dgm:pt>
    <dgm:pt modelId="{798FA276-0F36-4732-86E1-7AAF22181DE0}" type="pres">
      <dgm:prSet presAssocID="{C17A420A-A033-467A-9252-7D64A3724EC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ainbow"/>
        </a:ext>
      </dgm:extLst>
    </dgm:pt>
    <dgm:pt modelId="{2E64EFBA-CFC2-4D05-AE50-885636D16449}" type="pres">
      <dgm:prSet presAssocID="{C17A420A-A033-467A-9252-7D64A3724EC8}" presName="spaceRect" presStyleCnt="0"/>
      <dgm:spPr/>
    </dgm:pt>
    <dgm:pt modelId="{D817B351-ADBC-49A1-8082-5A8086AD62AC}" type="pres">
      <dgm:prSet presAssocID="{C17A420A-A033-467A-9252-7D64A3724EC8}" presName="parTx" presStyleLbl="revTx" presStyleIdx="1" presStyleCnt="4">
        <dgm:presLayoutVars>
          <dgm:chMax val="0"/>
          <dgm:chPref val="0"/>
        </dgm:presLayoutVars>
      </dgm:prSet>
      <dgm:spPr/>
    </dgm:pt>
    <dgm:pt modelId="{1C847CC4-3251-4137-9EFF-14D210F2EED4}" type="pres">
      <dgm:prSet presAssocID="{BF38F135-5F1B-4A72-8840-1B68C4568749}" presName="sibTrans" presStyleCnt="0"/>
      <dgm:spPr/>
    </dgm:pt>
    <dgm:pt modelId="{14AF6C08-7AB9-45D2-AE70-1765EBF7A034}" type="pres">
      <dgm:prSet presAssocID="{5FC3B231-9951-4E8E-BB08-1852947CA5B4}" presName="compNode" presStyleCnt="0"/>
      <dgm:spPr/>
    </dgm:pt>
    <dgm:pt modelId="{60236436-47BC-4EFB-81CB-02AAC79D884F}" type="pres">
      <dgm:prSet presAssocID="{5FC3B231-9951-4E8E-BB08-1852947CA5B4}" presName="bgRect" presStyleLbl="bgShp" presStyleIdx="2" presStyleCnt="4"/>
      <dgm:spPr/>
    </dgm:pt>
    <dgm:pt modelId="{B9F6EA24-460C-4D16-9D31-672E9679AB9D}" type="pres">
      <dgm:prSet presAssocID="{5FC3B231-9951-4E8E-BB08-1852947CA5B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rocessor"/>
        </a:ext>
      </dgm:extLst>
    </dgm:pt>
    <dgm:pt modelId="{1C0D9CA8-0024-447F-B140-F0A5009A9728}" type="pres">
      <dgm:prSet presAssocID="{5FC3B231-9951-4E8E-BB08-1852947CA5B4}" presName="spaceRect" presStyleCnt="0"/>
      <dgm:spPr/>
    </dgm:pt>
    <dgm:pt modelId="{41B724DD-6F4B-48D6-A377-4C3C6921DEB3}" type="pres">
      <dgm:prSet presAssocID="{5FC3B231-9951-4E8E-BB08-1852947CA5B4}" presName="parTx" presStyleLbl="revTx" presStyleIdx="2" presStyleCnt="4">
        <dgm:presLayoutVars>
          <dgm:chMax val="0"/>
          <dgm:chPref val="0"/>
        </dgm:presLayoutVars>
      </dgm:prSet>
      <dgm:spPr/>
    </dgm:pt>
    <dgm:pt modelId="{B3273B72-A6CB-49AB-AB6A-F276CFF43073}" type="pres">
      <dgm:prSet presAssocID="{BAEE88A0-FD01-4355-8529-5A83AF181D0A}" presName="sibTrans" presStyleCnt="0"/>
      <dgm:spPr/>
    </dgm:pt>
    <dgm:pt modelId="{54C81E3B-7EF7-4DA2-A146-41DECDEDB14B}" type="pres">
      <dgm:prSet presAssocID="{EC98CB00-0805-48C4-A6A1-549317907234}" presName="compNode" presStyleCnt="0"/>
      <dgm:spPr/>
    </dgm:pt>
    <dgm:pt modelId="{1A61A6E4-3795-43CE-BFD3-3F9DE81113D1}" type="pres">
      <dgm:prSet presAssocID="{EC98CB00-0805-48C4-A6A1-549317907234}" presName="bgRect" presStyleLbl="bgShp" presStyleIdx="3" presStyleCnt="4"/>
      <dgm:spPr/>
    </dgm:pt>
    <dgm:pt modelId="{3B022165-DF3D-475D-8164-5ADD8F6E5A98}" type="pres">
      <dgm:prSet presAssocID="{EC98CB00-0805-48C4-A6A1-54931790723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able"/>
        </a:ext>
      </dgm:extLst>
    </dgm:pt>
    <dgm:pt modelId="{97E06BED-500F-4829-8B49-28D1D189952A}" type="pres">
      <dgm:prSet presAssocID="{EC98CB00-0805-48C4-A6A1-549317907234}" presName="spaceRect" presStyleCnt="0"/>
      <dgm:spPr/>
    </dgm:pt>
    <dgm:pt modelId="{C5BD5A76-F6A1-4FD8-AFC7-FA42844E11E0}" type="pres">
      <dgm:prSet presAssocID="{EC98CB00-0805-48C4-A6A1-549317907234}" presName="parTx" presStyleLbl="revTx" presStyleIdx="3" presStyleCnt="4">
        <dgm:presLayoutVars>
          <dgm:chMax val="0"/>
          <dgm:chPref val="0"/>
        </dgm:presLayoutVars>
      </dgm:prSet>
      <dgm:spPr/>
    </dgm:pt>
  </dgm:ptLst>
  <dgm:cxnLst>
    <dgm:cxn modelId="{487D4535-B7DD-46A3-88F2-9FCBBCBF89E6}" srcId="{3D11F380-48C5-4DFE-8D75-4C4C2CEC6C21}" destId="{5FC3B231-9951-4E8E-BB08-1852947CA5B4}" srcOrd="2" destOrd="0" parTransId="{0B224945-16A3-477E-A385-90BEBC1EDC07}" sibTransId="{BAEE88A0-FD01-4355-8529-5A83AF181D0A}"/>
    <dgm:cxn modelId="{79A08338-FCCD-4CCE-9221-A5C546E30EA2}" type="presOf" srcId="{3D11F380-48C5-4DFE-8D75-4C4C2CEC6C21}" destId="{3AD36641-F9CD-4941-816A-BA0BD6DEC4BD}" srcOrd="0" destOrd="0" presId="urn:microsoft.com/office/officeart/2018/2/layout/IconVerticalSolidList"/>
    <dgm:cxn modelId="{EBB12340-C75B-40C0-A554-EF17760C69BC}" type="presOf" srcId="{C17A420A-A033-467A-9252-7D64A3724EC8}" destId="{D817B351-ADBC-49A1-8082-5A8086AD62AC}" srcOrd="0" destOrd="0" presId="urn:microsoft.com/office/officeart/2018/2/layout/IconVerticalSolidList"/>
    <dgm:cxn modelId="{C74EB870-562D-4E96-A2C1-10058D31D0E2}" type="presOf" srcId="{5FC3B231-9951-4E8E-BB08-1852947CA5B4}" destId="{41B724DD-6F4B-48D6-A377-4C3C6921DEB3}" srcOrd="0" destOrd="0" presId="urn:microsoft.com/office/officeart/2018/2/layout/IconVerticalSolidList"/>
    <dgm:cxn modelId="{0227BC98-7B4F-4F47-BA78-18823828F57E}" srcId="{3D11F380-48C5-4DFE-8D75-4C4C2CEC6C21}" destId="{EC98CB00-0805-48C4-A6A1-549317907234}" srcOrd="3" destOrd="0" parTransId="{62E021DB-F0ED-456C-9A7E-00DE325049AE}" sibTransId="{0F5048DB-CC17-43B5-927F-F3C387EC0898}"/>
    <dgm:cxn modelId="{2E0508A4-DF22-4BB4-AB76-08C20F519BB7}" type="presOf" srcId="{26F4F13C-ABD3-4A61-B752-7D5930DBE545}" destId="{0367401B-DCFB-444D-8C57-0ACD27FE3C39}" srcOrd="0" destOrd="0" presId="urn:microsoft.com/office/officeart/2018/2/layout/IconVerticalSolidList"/>
    <dgm:cxn modelId="{B0D10AD6-5297-4256-98AA-A00DBDAC7D39}" type="presOf" srcId="{EC98CB00-0805-48C4-A6A1-549317907234}" destId="{C5BD5A76-F6A1-4FD8-AFC7-FA42844E11E0}" srcOrd="0" destOrd="0" presId="urn:microsoft.com/office/officeart/2018/2/layout/IconVerticalSolidList"/>
    <dgm:cxn modelId="{3402D0EB-47EA-4DDB-9D1F-904C8A0618C0}" srcId="{3D11F380-48C5-4DFE-8D75-4C4C2CEC6C21}" destId="{26F4F13C-ABD3-4A61-B752-7D5930DBE545}" srcOrd="0" destOrd="0" parTransId="{5CA649C7-47BC-4B66-8A7D-C2AF06C61726}" sibTransId="{615E72BA-4F07-45B6-A666-5499202CD453}"/>
    <dgm:cxn modelId="{A5719AEE-A857-47D0-B08F-5D56E923F4B2}" srcId="{3D11F380-48C5-4DFE-8D75-4C4C2CEC6C21}" destId="{C17A420A-A033-467A-9252-7D64A3724EC8}" srcOrd="1" destOrd="0" parTransId="{95EEF336-D481-4954-A772-D635A04F924B}" sibTransId="{BF38F135-5F1B-4A72-8840-1B68C4568749}"/>
    <dgm:cxn modelId="{B3A33374-D5A9-4147-9551-4CFF8E0BE95B}" type="presParOf" srcId="{3AD36641-F9CD-4941-816A-BA0BD6DEC4BD}" destId="{331D64ED-0DCF-4843-B647-2104891CECAC}" srcOrd="0" destOrd="0" presId="urn:microsoft.com/office/officeart/2018/2/layout/IconVerticalSolidList"/>
    <dgm:cxn modelId="{F3590CF0-7691-4308-B514-2089DE034E79}" type="presParOf" srcId="{331D64ED-0DCF-4843-B647-2104891CECAC}" destId="{AD3D62A5-58EE-48C8-8028-EA312F569D15}" srcOrd="0" destOrd="0" presId="urn:microsoft.com/office/officeart/2018/2/layout/IconVerticalSolidList"/>
    <dgm:cxn modelId="{1C9B9800-D54E-42B8-A135-A7F2AAD6CC9A}" type="presParOf" srcId="{331D64ED-0DCF-4843-B647-2104891CECAC}" destId="{9C5910F8-672D-414E-BA6C-5409766B6828}" srcOrd="1" destOrd="0" presId="urn:microsoft.com/office/officeart/2018/2/layout/IconVerticalSolidList"/>
    <dgm:cxn modelId="{939CA924-DFD3-4339-9346-AAE2BFA8094D}" type="presParOf" srcId="{331D64ED-0DCF-4843-B647-2104891CECAC}" destId="{24DC5014-5A7E-499E-8D9F-EEDD7739B52E}" srcOrd="2" destOrd="0" presId="urn:microsoft.com/office/officeart/2018/2/layout/IconVerticalSolidList"/>
    <dgm:cxn modelId="{5E8C5E6F-95CC-4E66-8AC3-E945F72C2BFB}" type="presParOf" srcId="{331D64ED-0DCF-4843-B647-2104891CECAC}" destId="{0367401B-DCFB-444D-8C57-0ACD27FE3C39}" srcOrd="3" destOrd="0" presId="urn:microsoft.com/office/officeart/2018/2/layout/IconVerticalSolidList"/>
    <dgm:cxn modelId="{11EECB08-E643-4496-ACD5-87B235A0CC14}" type="presParOf" srcId="{3AD36641-F9CD-4941-816A-BA0BD6DEC4BD}" destId="{285B7245-22E1-43DF-A165-1A145A3F13C6}" srcOrd="1" destOrd="0" presId="urn:microsoft.com/office/officeart/2018/2/layout/IconVerticalSolidList"/>
    <dgm:cxn modelId="{7C57D52B-832B-411F-A9CB-8128F19BDE62}" type="presParOf" srcId="{3AD36641-F9CD-4941-816A-BA0BD6DEC4BD}" destId="{AE610503-E11A-49DB-8E83-FF4445C07B94}" srcOrd="2" destOrd="0" presId="urn:microsoft.com/office/officeart/2018/2/layout/IconVerticalSolidList"/>
    <dgm:cxn modelId="{09B120E7-2167-42E1-89A8-97B43B1D009C}" type="presParOf" srcId="{AE610503-E11A-49DB-8E83-FF4445C07B94}" destId="{1B285918-BC55-4720-8789-F894FF885916}" srcOrd="0" destOrd="0" presId="urn:microsoft.com/office/officeart/2018/2/layout/IconVerticalSolidList"/>
    <dgm:cxn modelId="{0954389C-64BC-4B54-948D-FE6DB3424052}" type="presParOf" srcId="{AE610503-E11A-49DB-8E83-FF4445C07B94}" destId="{798FA276-0F36-4732-86E1-7AAF22181DE0}" srcOrd="1" destOrd="0" presId="urn:microsoft.com/office/officeart/2018/2/layout/IconVerticalSolidList"/>
    <dgm:cxn modelId="{0779971D-68D8-47DF-8820-FA843A69F001}" type="presParOf" srcId="{AE610503-E11A-49DB-8E83-FF4445C07B94}" destId="{2E64EFBA-CFC2-4D05-AE50-885636D16449}" srcOrd="2" destOrd="0" presId="urn:microsoft.com/office/officeart/2018/2/layout/IconVerticalSolidList"/>
    <dgm:cxn modelId="{ABFF0CE6-F309-4949-9385-8BCD20786A6E}" type="presParOf" srcId="{AE610503-E11A-49DB-8E83-FF4445C07B94}" destId="{D817B351-ADBC-49A1-8082-5A8086AD62AC}" srcOrd="3" destOrd="0" presId="urn:microsoft.com/office/officeart/2018/2/layout/IconVerticalSolidList"/>
    <dgm:cxn modelId="{3144906C-3038-4580-8255-F3487208C579}" type="presParOf" srcId="{3AD36641-F9CD-4941-816A-BA0BD6DEC4BD}" destId="{1C847CC4-3251-4137-9EFF-14D210F2EED4}" srcOrd="3" destOrd="0" presId="urn:microsoft.com/office/officeart/2018/2/layout/IconVerticalSolidList"/>
    <dgm:cxn modelId="{7C771926-401C-4E3F-A578-BFDF4034F44C}" type="presParOf" srcId="{3AD36641-F9CD-4941-816A-BA0BD6DEC4BD}" destId="{14AF6C08-7AB9-45D2-AE70-1765EBF7A034}" srcOrd="4" destOrd="0" presId="urn:microsoft.com/office/officeart/2018/2/layout/IconVerticalSolidList"/>
    <dgm:cxn modelId="{178092B2-A8D0-403B-8201-7FB4AA7B990F}" type="presParOf" srcId="{14AF6C08-7AB9-45D2-AE70-1765EBF7A034}" destId="{60236436-47BC-4EFB-81CB-02AAC79D884F}" srcOrd="0" destOrd="0" presId="urn:microsoft.com/office/officeart/2018/2/layout/IconVerticalSolidList"/>
    <dgm:cxn modelId="{853EB4CF-50FD-4B2A-A15F-A6D7C80D9A72}" type="presParOf" srcId="{14AF6C08-7AB9-45D2-AE70-1765EBF7A034}" destId="{B9F6EA24-460C-4D16-9D31-672E9679AB9D}" srcOrd="1" destOrd="0" presId="urn:microsoft.com/office/officeart/2018/2/layout/IconVerticalSolidList"/>
    <dgm:cxn modelId="{18A1EF9A-AA64-4A2C-AFE4-6D6B6D8BA165}" type="presParOf" srcId="{14AF6C08-7AB9-45D2-AE70-1765EBF7A034}" destId="{1C0D9CA8-0024-447F-B140-F0A5009A9728}" srcOrd="2" destOrd="0" presId="urn:microsoft.com/office/officeart/2018/2/layout/IconVerticalSolidList"/>
    <dgm:cxn modelId="{2D3DFF8F-C381-4551-9EB2-B55FE0B4EB53}" type="presParOf" srcId="{14AF6C08-7AB9-45D2-AE70-1765EBF7A034}" destId="{41B724DD-6F4B-48D6-A377-4C3C6921DEB3}" srcOrd="3" destOrd="0" presId="urn:microsoft.com/office/officeart/2018/2/layout/IconVerticalSolidList"/>
    <dgm:cxn modelId="{B280B4C3-8078-40DB-A804-9865E3D3F269}" type="presParOf" srcId="{3AD36641-F9CD-4941-816A-BA0BD6DEC4BD}" destId="{B3273B72-A6CB-49AB-AB6A-F276CFF43073}" srcOrd="5" destOrd="0" presId="urn:microsoft.com/office/officeart/2018/2/layout/IconVerticalSolidList"/>
    <dgm:cxn modelId="{991685FB-04CF-42CA-9702-22CDC421D5EC}" type="presParOf" srcId="{3AD36641-F9CD-4941-816A-BA0BD6DEC4BD}" destId="{54C81E3B-7EF7-4DA2-A146-41DECDEDB14B}" srcOrd="6" destOrd="0" presId="urn:microsoft.com/office/officeart/2018/2/layout/IconVerticalSolidList"/>
    <dgm:cxn modelId="{57B2D016-96C5-42FE-8BDD-C4E30B62C9D0}" type="presParOf" srcId="{54C81E3B-7EF7-4DA2-A146-41DECDEDB14B}" destId="{1A61A6E4-3795-43CE-BFD3-3F9DE81113D1}" srcOrd="0" destOrd="0" presId="urn:microsoft.com/office/officeart/2018/2/layout/IconVerticalSolidList"/>
    <dgm:cxn modelId="{E0E4AC84-30C4-4C91-B7A9-A52F492C887A}" type="presParOf" srcId="{54C81E3B-7EF7-4DA2-A146-41DECDEDB14B}" destId="{3B022165-DF3D-475D-8164-5ADD8F6E5A98}" srcOrd="1" destOrd="0" presId="urn:microsoft.com/office/officeart/2018/2/layout/IconVerticalSolidList"/>
    <dgm:cxn modelId="{7230E45A-5482-41F8-840A-97701A7C0B29}" type="presParOf" srcId="{54C81E3B-7EF7-4DA2-A146-41DECDEDB14B}" destId="{97E06BED-500F-4829-8B49-28D1D189952A}" srcOrd="2" destOrd="0" presId="urn:microsoft.com/office/officeart/2018/2/layout/IconVerticalSolidList"/>
    <dgm:cxn modelId="{5919E9F7-D18B-42B4-8B3D-1EA2C17F2C3A}" type="presParOf" srcId="{54C81E3B-7EF7-4DA2-A146-41DECDEDB14B}" destId="{C5BD5A76-F6A1-4FD8-AFC7-FA42844E11E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760B2CF-B757-4649-97E9-EB07B1781566}"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A906AC9C-F90C-4334-A661-B031BA1B04DC}">
      <dgm:prSet/>
      <dgm:spPr/>
      <dgm:t>
        <a:bodyPr/>
        <a:lstStyle/>
        <a:p>
          <a:r>
            <a:rPr lang="en-GB" dirty="0"/>
            <a:t>The research identified YOLOv8 as the best-performing model for Sri Lankan traffic sign detection.</a:t>
          </a:r>
          <a:endParaRPr lang="en-US" dirty="0"/>
        </a:p>
      </dgm:t>
    </dgm:pt>
    <dgm:pt modelId="{AF9D2AD5-756C-40D6-8C1F-FB1FC942E995}" type="parTrans" cxnId="{CE327442-B884-4C51-8B8F-AFCFB77AA25F}">
      <dgm:prSet/>
      <dgm:spPr/>
      <dgm:t>
        <a:bodyPr/>
        <a:lstStyle/>
        <a:p>
          <a:endParaRPr lang="en-US"/>
        </a:p>
      </dgm:t>
    </dgm:pt>
    <dgm:pt modelId="{F2726C1C-51FE-4FB3-ACA0-6DAF37D61D7B}" type="sibTrans" cxnId="{CE327442-B884-4C51-8B8F-AFCFB77AA25F}">
      <dgm:prSet/>
      <dgm:spPr/>
      <dgm:t>
        <a:bodyPr/>
        <a:lstStyle/>
        <a:p>
          <a:endParaRPr lang="en-US"/>
        </a:p>
      </dgm:t>
    </dgm:pt>
    <dgm:pt modelId="{BE56D030-86FF-47EE-BD81-983E8F33E87D}">
      <dgm:prSet/>
      <dgm:spPr/>
      <dgm:t>
        <a:bodyPr/>
        <a:lstStyle/>
        <a:p>
          <a:r>
            <a:rPr lang="en-GB" dirty="0"/>
            <a:t>Hypothesis testing confirmed YOLOv8’s superior performance over the other models.</a:t>
          </a:r>
          <a:endParaRPr lang="en-US" dirty="0"/>
        </a:p>
      </dgm:t>
    </dgm:pt>
    <dgm:pt modelId="{54FD393C-9232-498B-A515-C587BF34CD07}" type="parTrans" cxnId="{C8A302BA-5E97-4594-98FA-1455CF856BFB}">
      <dgm:prSet/>
      <dgm:spPr/>
      <dgm:t>
        <a:bodyPr/>
        <a:lstStyle/>
        <a:p>
          <a:endParaRPr lang="en-US"/>
        </a:p>
      </dgm:t>
    </dgm:pt>
    <dgm:pt modelId="{A412AB38-748E-46DE-BA14-29E19BD70F78}" type="sibTrans" cxnId="{C8A302BA-5E97-4594-98FA-1455CF856BFB}">
      <dgm:prSet/>
      <dgm:spPr/>
      <dgm:t>
        <a:bodyPr/>
        <a:lstStyle/>
        <a:p>
          <a:endParaRPr lang="en-US"/>
        </a:p>
      </dgm:t>
    </dgm:pt>
    <dgm:pt modelId="{FC058D24-50B4-4A3C-9E68-DF7531DD30EA}">
      <dgm:prSet/>
      <dgm:spPr/>
      <dgm:t>
        <a:bodyPr/>
        <a:lstStyle/>
        <a:p>
          <a:r>
            <a:rPr lang="en-GB" dirty="0"/>
            <a:t>A real-time detection system using YOLOv8 and Streamlit was successfully developed.</a:t>
          </a:r>
          <a:endParaRPr lang="en-US" dirty="0"/>
        </a:p>
      </dgm:t>
    </dgm:pt>
    <dgm:pt modelId="{21FE2753-F6FE-4249-9702-830393D4C062}" type="parTrans" cxnId="{F6847FC4-3581-45D5-BEB2-D4A2ADE97FC1}">
      <dgm:prSet/>
      <dgm:spPr/>
      <dgm:t>
        <a:bodyPr/>
        <a:lstStyle/>
        <a:p>
          <a:endParaRPr lang="en-US"/>
        </a:p>
      </dgm:t>
    </dgm:pt>
    <dgm:pt modelId="{B18E8863-B2BC-4F08-AF44-34AC5E41772E}" type="sibTrans" cxnId="{F6847FC4-3581-45D5-BEB2-D4A2ADE97FC1}">
      <dgm:prSet/>
      <dgm:spPr/>
      <dgm:t>
        <a:bodyPr/>
        <a:lstStyle/>
        <a:p>
          <a:endParaRPr lang="en-US"/>
        </a:p>
      </dgm:t>
    </dgm:pt>
    <dgm:pt modelId="{81488644-2706-4D30-A3AE-0A195FD1CBCF}">
      <dgm:prSet/>
      <dgm:spPr/>
      <dgm:t>
        <a:bodyPr/>
        <a:lstStyle/>
        <a:p>
          <a:r>
            <a:rPr lang="en-GB" dirty="0"/>
            <a:t>The study supports the application of AI in road safety and intelligent transportation systems in Sri Lanka.</a:t>
          </a:r>
          <a:endParaRPr lang="en-US" dirty="0"/>
        </a:p>
      </dgm:t>
    </dgm:pt>
    <dgm:pt modelId="{E93BA9B0-9A33-456D-8222-E00B9FE2BB89}" type="parTrans" cxnId="{4D94AB11-9B13-40CC-8D4E-9F8BE12DBDC9}">
      <dgm:prSet/>
      <dgm:spPr/>
      <dgm:t>
        <a:bodyPr/>
        <a:lstStyle/>
        <a:p>
          <a:endParaRPr lang="en-US"/>
        </a:p>
      </dgm:t>
    </dgm:pt>
    <dgm:pt modelId="{8BBCC910-BDBC-46C6-812A-A6802DDC4E46}" type="sibTrans" cxnId="{4D94AB11-9B13-40CC-8D4E-9F8BE12DBDC9}">
      <dgm:prSet/>
      <dgm:spPr/>
      <dgm:t>
        <a:bodyPr/>
        <a:lstStyle/>
        <a:p>
          <a:endParaRPr lang="en-US"/>
        </a:p>
      </dgm:t>
    </dgm:pt>
    <dgm:pt modelId="{D8F71888-73AE-4543-905E-11C27764473D}">
      <dgm:prSet/>
      <dgm:spPr/>
      <dgm:t>
        <a:bodyPr/>
        <a:lstStyle/>
        <a:p>
          <a:endParaRPr lang="en-US" dirty="0"/>
        </a:p>
      </dgm:t>
    </dgm:pt>
    <dgm:pt modelId="{94E07474-5DD9-477A-8063-617443499198}" type="parTrans" cxnId="{A50B356D-A8D3-4FF6-9DAD-31A68DAAA915}">
      <dgm:prSet/>
      <dgm:spPr/>
      <dgm:t>
        <a:bodyPr/>
        <a:lstStyle/>
        <a:p>
          <a:endParaRPr lang="en-US"/>
        </a:p>
      </dgm:t>
    </dgm:pt>
    <dgm:pt modelId="{1C6953A9-7402-403A-892E-3D35EC678671}" type="sibTrans" cxnId="{A50B356D-A8D3-4FF6-9DAD-31A68DAAA915}">
      <dgm:prSet/>
      <dgm:spPr/>
      <dgm:t>
        <a:bodyPr/>
        <a:lstStyle/>
        <a:p>
          <a:endParaRPr lang="en-US"/>
        </a:p>
      </dgm:t>
    </dgm:pt>
    <dgm:pt modelId="{F376CEE7-BC73-4922-B046-40A2E87BD784}" type="pres">
      <dgm:prSet presAssocID="{F760B2CF-B757-4649-97E9-EB07B1781566}" presName="vert0" presStyleCnt="0">
        <dgm:presLayoutVars>
          <dgm:dir/>
          <dgm:animOne val="branch"/>
          <dgm:animLvl val="lvl"/>
        </dgm:presLayoutVars>
      </dgm:prSet>
      <dgm:spPr/>
    </dgm:pt>
    <dgm:pt modelId="{DCA86824-DCB8-4562-B316-342E56660219}" type="pres">
      <dgm:prSet presAssocID="{A906AC9C-F90C-4334-A661-B031BA1B04DC}" presName="thickLine" presStyleLbl="alignNode1" presStyleIdx="0" presStyleCnt="5"/>
      <dgm:spPr/>
    </dgm:pt>
    <dgm:pt modelId="{BC819710-C2F6-44E8-AD67-AEA07DFEF50F}" type="pres">
      <dgm:prSet presAssocID="{A906AC9C-F90C-4334-A661-B031BA1B04DC}" presName="horz1" presStyleCnt="0"/>
      <dgm:spPr/>
    </dgm:pt>
    <dgm:pt modelId="{D3117951-3D33-4AA8-AED5-A9F36E2EDD30}" type="pres">
      <dgm:prSet presAssocID="{A906AC9C-F90C-4334-A661-B031BA1B04DC}" presName="tx1" presStyleLbl="revTx" presStyleIdx="0" presStyleCnt="5"/>
      <dgm:spPr/>
    </dgm:pt>
    <dgm:pt modelId="{59B82FCA-3849-4D76-A775-CE92B4F222CE}" type="pres">
      <dgm:prSet presAssocID="{A906AC9C-F90C-4334-A661-B031BA1B04DC}" presName="vert1" presStyleCnt="0"/>
      <dgm:spPr/>
    </dgm:pt>
    <dgm:pt modelId="{772CE250-6686-49D9-8B3E-D2A836DAC8BB}" type="pres">
      <dgm:prSet presAssocID="{BE56D030-86FF-47EE-BD81-983E8F33E87D}" presName="thickLine" presStyleLbl="alignNode1" presStyleIdx="1" presStyleCnt="5"/>
      <dgm:spPr/>
    </dgm:pt>
    <dgm:pt modelId="{81104E27-E7B1-4B03-97FB-F36CA2ADA7F0}" type="pres">
      <dgm:prSet presAssocID="{BE56D030-86FF-47EE-BD81-983E8F33E87D}" presName="horz1" presStyleCnt="0"/>
      <dgm:spPr/>
    </dgm:pt>
    <dgm:pt modelId="{4A853CF9-4C2E-4496-8595-747BAD300C73}" type="pres">
      <dgm:prSet presAssocID="{BE56D030-86FF-47EE-BD81-983E8F33E87D}" presName="tx1" presStyleLbl="revTx" presStyleIdx="1" presStyleCnt="5"/>
      <dgm:spPr/>
    </dgm:pt>
    <dgm:pt modelId="{420BE805-25F3-4581-B6BD-46A5ECE3233C}" type="pres">
      <dgm:prSet presAssocID="{BE56D030-86FF-47EE-BD81-983E8F33E87D}" presName="vert1" presStyleCnt="0"/>
      <dgm:spPr/>
    </dgm:pt>
    <dgm:pt modelId="{16A6389D-2DAF-46C4-856D-95D2192E86A5}" type="pres">
      <dgm:prSet presAssocID="{FC058D24-50B4-4A3C-9E68-DF7531DD30EA}" presName="thickLine" presStyleLbl="alignNode1" presStyleIdx="2" presStyleCnt="5"/>
      <dgm:spPr/>
    </dgm:pt>
    <dgm:pt modelId="{2FFAAE03-06B0-4DF3-A852-8CA2B7FC1A4B}" type="pres">
      <dgm:prSet presAssocID="{FC058D24-50B4-4A3C-9E68-DF7531DD30EA}" presName="horz1" presStyleCnt="0"/>
      <dgm:spPr/>
    </dgm:pt>
    <dgm:pt modelId="{782E9D2C-39C7-4BE1-AD40-CBDB09531F49}" type="pres">
      <dgm:prSet presAssocID="{FC058D24-50B4-4A3C-9E68-DF7531DD30EA}" presName="tx1" presStyleLbl="revTx" presStyleIdx="2" presStyleCnt="5"/>
      <dgm:spPr/>
    </dgm:pt>
    <dgm:pt modelId="{E04BC9D0-36C1-4D51-927F-C8B6CFC30D3F}" type="pres">
      <dgm:prSet presAssocID="{FC058D24-50B4-4A3C-9E68-DF7531DD30EA}" presName="vert1" presStyleCnt="0"/>
      <dgm:spPr/>
    </dgm:pt>
    <dgm:pt modelId="{340624C4-6E89-465B-BFEC-74E50720F53B}" type="pres">
      <dgm:prSet presAssocID="{81488644-2706-4D30-A3AE-0A195FD1CBCF}" presName="thickLine" presStyleLbl="alignNode1" presStyleIdx="3" presStyleCnt="5"/>
      <dgm:spPr/>
    </dgm:pt>
    <dgm:pt modelId="{8BAE24E4-4F1A-42CA-8836-73BB7EB0D8C7}" type="pres">
      <dgm:prSet presAssocID="{81488644-2706-4D30-A3AE-0A195FD1CBCF}" presName="horz1" presStyleCnt="0"/>
      <dgm:spPr/>
    </dgm:pt>
    <dgm:pt modelId="{3E28A433-4147-4902-96C0-F8F61F157ABD}" type="pres">
      <dgm:prSet presAssocID="{81488644-2706-4D30-A3AE-0A195FD1CBCF}" presName="tx1" presStyleLbl="revTx" presStyleIdx="3" presStyleCnt="5"/>
      <dgm:spPr/>
    </dgm:pt>
    <dgm:pt modelId="{E1274881-7E37-47FB-9646-0211EA6B5BFA}" type="pres">
      <dgm:prSet presAssocID="{81488644-2706-4D30-A3AE-0A195FD1CBCF}" presName="vert1" presStyleCnt="0"/>
      <dgm:spPr/>
    </dgm:pt>
    <dgm:pt modelId="{61E48288-8FF4-4515-B9A9-7A1B8035474A}" type="pres">
      <dgm:prSet presAssocID="{D8F71888-73AE-4543-905E-11C27764473D}" presName="thickLine" presStyleLbl="alignNode1" presStyleIdx="4" presStyleCnt="5"/>
      <dgm:spPr/>
    </dgm:pt>
    <dgm:pt modelId="{BDE76F46-4436-4539-998A-8312911F16AF}" type="pres">
      <dgm:prSet presAssocID="{D8F71888-73AE-4543-905E-11C27764473D}" presName="horz1" presStyleCnt="0"/>
      <dgm:spPr/>
    </dgm:pt>
    <dgm:pt modelId="{FC78279C-00BE-4364-B8B2-68739C4CE061}" type="pres">
      <dgm:prSet presAssocID="{D8F71888-73AE-4543-905E-11C27764473D}" presName="tx1" presStyleLbl="revTx" presStyleIdx="4" presStyleCnt="5"/>
      <dgm:spPr/>
    </dgm:pt>
    <dgm:pt modelId="{1FCECC99-7A64-4116-8615-8E77A043FB11}" type="pres">
      <dgm:prSet presAssocID="{D8F71888-73AE-4543-905E-11C27764473D}" presName="vert1" presStyleCnt="0"/>
      <dgm:spPr/>
    </dgm:pt>
  </dgm:ptLst>
  <dgm:cxnLst>
    <dgm:cxn modelId="{4D94AB11-9B13-40CC-8D4E-9F8BE12DBDC9}" srcId="{F760B2CF-B757-4649-97E9-EB07B1781566}" destId="{81488644-2706-4D30-A3AE-0A195FD1CBCF}" srcOrd="3" destOrd="0" parTransId="{E93BA9B0-9A33-456D-8222-E00B9FE2BB89}" sibTransId="{8BBCC910-BDBC-46C6-812A-A6802DDC4E46}"/>
    <dgm:cxn modelId="{86FDE635-3A75-4406-A755-A4C419F1D90D}" type="presOf" srcId="{A906AC9C-F90C-4334-A661-B031BA1B04DC}" destId="{D3117951-3D33-4AA8-AED5-A9F36E2EDD30}" srcOrd="0" destOrd="0" presId="urn:microsoft.com/office/officeart/2008/layout/LinedList"/>
    <dgm:cxn modelId="{CE327442-B884-4C51-8B8F-AFCFB77AA25F}" srcId="{F760B2CF-B757-4649-97E9-EB07B1781566}" destId="{A906AC9C-F90C-4334-A661-B031BA1B04DC}" srcOrd="0" destOrd="0" parTransId="{AF9D2AD5-756C-40D6-8C1F-FB1FC942E995}" sibTransId="{F2726C1C-51FE-4FB3-ACA0-6DAF37D61D7B}"/>
    <dgm:cxn modelId="{454B5B6B-D05A-46B2-812F-4C6B64686019}" type="presOf" srcId="{FC058D24-50B4-4A3C-9E68-DF7531DD30EA}" destId="{782E9D2C-39C7-4BE1-AD40-CBDB09531F49}" srcOrd="0" destOrd="0" presId="urn:microsoft.com/office/officeart/2008/layout/LinedList"/>
    <dgm:cxn modelId="{A50B356D-A8D3-4FF6-9DAD-31A68DAAA915}" srcId="{F760B2CF-B757-4649-97E9-EB07B1781566}" destId="{D8F71888-73AE-4543-905E-11C27764473D}" srcOrd="4" destOrd="0" parTransId="{94E07474-5DD9-477A-8063-617443499198}" sibTransId="{1C6953A9-7402-403A-892E-3D35EC678671}"/>
    <dgm:cxn modelId="{F60F2388-CB9A-4C5F-99C3-54EE58C7D701}" type="presOf" srcId="{F760B2CF-B757-4649-97E9-EB07B1781566}" destId="{F376CEE7-BC73-4922-B046-40A2E87BD784}" srcOrd="0" destOrd="0" presId="urn:microsoft.com/office/officeart/2008/layout/LinedList"/>
    <dgm:cxn modelId="{C8A302BA-5E97-4594-98FA-1455CF856BFB}" srcId="{F760B2CF-B757-4649-97E9-EB07B1781566}" destId="{BE56D030-86FF-47EE-BD81-983E8F33E87D}" srcOrd="1" destOrd="0" parTransId="{54FD393C-9232-498B-A515-C587BF34CD07}" sibTransId="{A412AB38-748E-46DE-BA14-29E19BD70F78}"/>
    <dgm:cxn modelId="{F6847FC4-3581-45D5-BEB2-D4A2ADE97FC1}" srcId="{F760B2CF-B757-4649-97E9-EB07B1781566}" destId="{FC058D24-50B4-4A3C-9E68-DF7531DD30EA}" srcOrd="2" destOrd="0" parTransId="{21FE2753-F6FE-4249-9702-830393D4C062}" sibTransId="{B18E8863-B2BC-4F08-AF44-34AC5E41772E}"/>
    <dgm:cxn modelId="{8FDB1DDC-B229-495E-BF31-978F4AEDBDDF}" type="presOf" srcId="{81488644-2706-4D30-A3AE-0A195FD1CBCF}" destId="{3E28A433-4147-4902-96C0-F8F61F157ABD}" srcOrd="0" destOrd="0" presId="urn:microsoft.com/office/officeart/2008/layout/LinedList"/>
    <dgm:cxn modelId="{103C37DC-C01C-4076-9C9D-F3A16DD7DA01}" type="presOf" srcId="{D8F71888-73AE-4543-905E-11C27764473D}" destId="{FC78279C-00BE-4364-B8B2-68739C4CE061}" srcOrd="0" destOrd="0" presId="urn:microsoft.com/office/officeart/2008/layout/LinedList"/>
    <dgm:cxn modelId="{6F9530F9-6D20-48CD-8824-4574BD03D7BE}" type="presOf" srcId="{BE56D030-86FF-47EE-BD81-983E8F33E87D}" destId="{4A853CF9-4C2E-4496-8595-747BAD300C73}" srcOrd="0" destOrd="0" presId="urn:microsoft.com/office/officeart/2008/layout/LinedList"/>
    <dgm:cxn modelId="{FB364936-EFE5-449D-85FA-6B5A6C0862C8}" type="presParOf" srcId="{F376CEE7-BC73-4922-B046-40A2E87BD784}" destId="{DCA86824-DCB8-4562-B316-342E56660219}" srcOrd="0" destOrd="0" presId="urn:microsoft.com/office/officeart/2008/layout/LinedList"/>
    <dgm:cxn modelId="{8F4525A9-431D-4D42-817A-81707181EC10}" type="presParOf" srcId="{F376CEE7-BC73-4922-B046-40A2E87BD784}" destId="{BC819710-C2F6-44E8-AD67-AEA07DFEF50F}" srcOrd="1" destOrd="0" presId="urn:microsoft.com/office/officeart/2008/layout/LinedList"/>
    <dgm:cxn modelId="{1B014877-36DE-465D-B580-C42037E197C6}" type="presParOf" srcId="{BC819710-C2F6-44E8-AD67-AEA07DFEF50F}" destId="{D3117951-3D33-4AA8-AED5-A9F36E2EDD30}" srcOrd="0" destOrd="0" presId="urn:microsoft.com/office/officeart/2008/layout/LinedList"/>
    <dgm:cxn modelId="{28B22FDB-CF72-46A3-8102-113AD4B0D8CA}" type="presParOf" srcId="{BC819710-C2F6-44E8-AD67-AEA07DFEF50F}" destId="{59B82FCA-3849-4D76-A775-CE92B4F222CE}" srcOrd="1" destOrd="0" presId="urn:microsoft.com/office/officeart/2008/layout/LinedList"/>
    <dgm:cxn modelId="{D8B5C570-91A4-4615-8F2E-78258D7C7849}" type="presParOf" srcId="{F376CEE7-BC73-4922-B046-40A2E87BD784}" destId="{772CE250-6686-49D9-8B3E-D2A836DAC8BB}" srcOrd="2" destOrd="0" presId="urn:microsoft.com/office/officeart/2008/layout/LinedList"/>
    <dgm:cxn modelId="{928B7A10-9930-4141-BEAF-1F771A166F74}" type="presParOf" srcId="{F376CEE7-BC73-4922-B046-40A2E87BD784}" destId="{81104E27-E7B1-4B03-97FB-F36CA2ADA7F0}" srcOrd="3" destOrd="0" presId="urn:microsoft.com/office/officeart/2008/layout/LinedList"/>
    <dgm:cxn modelId="{140A57A4-900D-44D4-8B7D-9168858F9FCD}" type="presParOf" srcId="{81104E27-E7B1-4B03-97FB-F36CA2ADA7F0}" destId="{4A853CF9-4C2E-4496-8595-747BAD300C73}" srcOrd="0" destOrd="0" presId="urn:microsoft.com/office/officeart/2008/layout/LinedList"/>
    <dgm:cxn modelId="{92C1AF19-306C-4BE8-9A12-DCE9EAB4EB98}" type="presParOf" srcId="{81104E27-E7B1-4B03-97FB-F36CA2ADA7F0}" destId="{420BE805-25F3-4581-B6BD-46A5ECE3233C}" srcOrd="1" destOrd="0" presId="urn:microsoft.com/office/officeart/2008/layout/LinedList"/>
    <dgm:cxn modelId="{9075288E-5D65-46D4-9F03-52A7A557C851}" type="presParOf" srcId="{F376CEE7-BC73-4922-B046-40A2E87BD784}" destId="{16A6389D-2DAF-46C4-856D-95D2192E86A5}" srcOrd="4" destOrd="0" presId="urn:microsoft.com/office/officeart/2008/layout/LinedList"/>
    <dgm:cxn modelId="{B7CDD8A6-4960-4D36-B034-FC79DC7A019D}" type="presParOf" srcId="{F376CEE7-BC73-4922-B046-40A2E87BD784}" destId="{2FFAAE03-06B0-4DF3-A852-8CA2B7FC1A4B}" srcOrd="5" destOrd="0" presId="urn:microsoft.com/office/officeart/2008/layout/LinedList"/>
    <dgm:cxn modelId="{233247BC-654B-4602-B9BD-9702A0A9A8B1}" type="presParOf" srcId="{2FFAAE03-06B0-4DF3-A852-8CA2B7FC1A4B}" destId="{782E9D2C-39C7-4BE1-AD40-CBDB09531F49}" srcOrd="0" destOrd="0" presId="urn:microsoft.com/office/officeart/2008/layout/LinedList"/>
    <dgm:cxn modelId="{460A8246-4D55-4C8F-99AA-EDD8BA1B85EF}" type="presParOf" srcId="{2FFAAE03-06B0-4DF3-A852-8CA2B7FC1A4B}" destId="{E04BC9D0-36C1-4D51-927F-C8B6CFC30D3F}" srcOrd="1" destOrd="0" presId="urn:microsoft.com/office/officeart/2008/layout/LinedList"/>
    <dgm:cxn modelId="{BA44FCB3-AD59-4588-B1F0-79E03AFA5DA1}" type="presParOf" srcId="{F376CEE7-BC73-4922-B046-40A2E87BD784}" destId="{340624C4-6E89-465B-BFEC-74E50720F53B}" srcOrd="6" destOrd="0" presId="urn:microsoft.com/office/officeart/2008/layout/LinedList"/>
    <dgm:cxn modelId="{FC063EF2-B2B4-466B-92E7-3ED4D81314D9}" type="presParOf" srcId="{F376CEE7-BC73-4922-B046-40A2E87BD784}" destId="{8BAE24E4-4F1A-42CA-8836-73BB7EB0D8C7}" srcOrd="7" destOrd="0" presId="urn:microsoft.com/office/officeart/2008/layout/LinedList"/>
    <dgm:cxn modelId="{BD148120-72DE-4201-862D-770634C5951E}" type="presParOf" srcId="{8BAE24E4-4F1A-42CA-8836-73BB7EB0D8C7}" destId="{3E28A433-4147-4902-96C0-F8F61F157ABD}" srcOrd="0" destOrd="0" presId="urn:microsoft.com/office/officeart/2008/layout/LinedList"/>
    <dgm:cxn modelId="{C61B7602-1742-46B8-9C54-62B51B3D015C}" type="presParOf" srcId="{8BAE24E4-4F1A-42CA-8836-73BB7EB0D8C7}" destId="{E1274881-7E37-47FB-9646-0211EA6B5BFA}" srcOrd="1" destOrd="0" presId="urn:microsoft.com/office/officeart/2008/layout/LinedList"/>
    <dgm:cxn modelId="{08984F2F-0BCF-4A28-A943-4B62E2C1B6C4}" type="presParOf" srcId="{F376CEE7-BC73-4922-B046-40A2E87BD784}" destId="{61E48288-8FF4-4515-B9A9-7A1B8035474A}" srcOrd="8" destOrd="0" presId="urn:microsoft.com/office/officeart/2008/layout/LinedList"/>
    <dgm:cxn modelId="{C5A74D06-EA86-4A00-9B74-8689EF33755B}" type="presParOf" srcId="{F376CEE7-BC73-4922-B046-40A2E87BD784}" destId="{BDE76F46-4436-4539-998A-8312911F16AF}" srcOrd="9" destOrd="0" presId="urn:microsoft.com/office/officeart/2008/layout/LinedList"/>
    <dgm:cxn modelId="{1A5E5FB7-7266-4226-BD9F-5566438AFD5E}" type="presParOf" srcId="{BDE76F46-4436-4539-998A-8312911F16AF}" destId="{FC78279C-00BE-4364-B8B2-68739C4CE061}" srcOrd="0" destOrd="0" presId="urn:microsoft.com/office/officeart/2008/layout/LinedList"/>
    <dgm:cxn modelId="{06968110-ABF1-46B4-8ED7-E41038C44A7A}" type="presParOf" srcId="{BDE76F46-4436-4539-998A-8312911F16AF}" destId="{1FCECC99-7A64-4116-8615-8E77A043FB1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143002-AE67-4D31-8271-CC9AF313025F}">
      <dsp:nvSpPr>
        <dsp:cNvPr id="0" name=""/>
        <dsp:cNvSpPr/>
      </dsp:nvSpPr>
      <dsp:spPr>
        <a:xfrm>
          <a:off x="0" y="4478"/>
          <a:ext cx="8208777" cy="90157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8E8762-9763-4D8E-95DB-754DF54BB1D6}">
      <dsp:nvSpPr>
        <dsp:cNvPr id="0" name=""/>
        <dsp:cNvSpPr/>
      </dsp:nvSpPr>
      <dsp:spPr>
        <a:xfrm>
          <a:off x="272727" y="207333"/>
          <a:ext cx="496352" cy="4958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786B62-97AA-4682-91AB-0F00F407708F}">
      <dsp:nvSpPr>
        <dsp:cNvPr id="0" name=""/>
        <dsp:cNvSpPr/>
      </dsp:nvSpPr>
      <dsp:spPr>
        <a:xfrm>
          <a:off x="1041806" y="4478"/>
          <a:ext cx="7088881" cy="1042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26" tIns="110326" rIns="110326" bIns="110326" numCol="1" spcCol="1270" anchor="ctr" anchorCtr="0">
          <a:noAutofit/>
        </a:bodyPr>
        <a:lstStyle/>
        <a:p>
          <a:pPr marL="0" lvl="0" indent="0" algn="l" defTabSz="800100">
            <a:lnSpc>
              <a:spcPct val="90000"/>
            </a:lnSpc>
            <a:spcBef>
              <a:spcPct val="0"/>
            </a:spcBef>
            <a:spcAft>
              <a:spcPct val="35000"/>
            </a:spcAft>
            <a:buNone/>
          </a:pPr>
          <a:r>
            <a:rPr lang="en-GB" sz="1800" b="1" kern="1200" dirty="0"/>
            <a:t>Research Question: </a:t>
          </a:r>
          <a:r>
            <a:rPr lang="en-GB" sz="1800" kern="1200" dirty="0"/>
            <a:t>Which object detection model (YOLOv8, Faster R-CNN, or SSD) achieves the highest accuracy in detecting Sri Lankan traffic signs, as measured by mean Average Precision (mAP) and F1-Score?</a:t>
          </a:r>
          <a:endParaRPr lang="en-US" sz="1800" kern="1200" dirty="0"/>
        </a:p>
      </dsp:txBody>
      <dsp:txXfrm>
        <a:off x="1041806" y="4478"/>
        <a:ext cx="7088881" cy="1042449"/>
      </dsp:txXfrm>
    </dsp:sp>
    <dsp:sp modelId="{BF3DE9F4-9788-4009-BFAB-32247239BDDF}">
      <dsp:nvSpPr>
        <dsp:cNvPr id="0" name=""/>
        <dsp:cNvSpPr/>
      </dsp:nvSpPr>
      <dsp:spPr>
        <a:xfrm>
          <a:off x="0" y="1307540"/>
          <a:ext cx="8208777" cy="90157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8495E3-C973-4ABA-8739-81AA58D8FE00}">
      <dsp:nvSpPr>
        <dsp:cNvPr id="0" name=""/>
        <dsp:cNvSpPr/>
      </dsp:nvSpPr>
      <dsp:spPr>
        <a:xfrm>
          <a:off x="272727" y="1510395"/>
          <a:ext cx="496352" cy="4958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9A3EC0-60AC-4DB7-96F1-9C37F4C370BB}">
      <dsp:nvSpPr>
        <dsp:cNvPr id="0" name=""/>
        <dsp:cNvSpPr/>
      </dsp:nvSpPr>
      <dsp:spPr>
        <a:xfrm>
          <a:off x="1041806" y="1307540"/>
          <a:ext cx="7088881" cy="1042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26" tIns="110326" rIns="110326" bIns="110326" numCol="1" spcCol="1270" anchor="ctr" anchorCtr="0">
          <a:noAutofit/>
        </a:bodyPr>
        <a:lstStyle/>
        <a:p>
          <a:pPr marL="0" lvl="0" indent="0" algn="l" defTabSz="800100">
            <a:lnSpc>
              <a:spcPct val="90000"/>
            </a:lnSpc>
            <a:spcBef>
              <a:spcPct val="0"/>
            </a:spcBef>
            <a:spcAft>
              <a:spcPct val="35000"/>
            </a:spcAft>
            <a:buNone/>
          </a:pPr>
          <a:r>
            <a:rPr lang="en-GB" sz="1800" b="1" kern="1200" dirty="0"/>
            <a:t>Alternative Hypothesis: </a:t>
          </a:r>
          <a:r>
            <a:rPr lang="en-GB" sz="1800" b="0" kern="1200" dirty="0"/>
            <a:t>Among the three models YOLOv8 would achieve the highest combined performance based on mAP and F1-Score</a:t>
          </a:r>
          <a:r>
            <a:rPr lang="en-GB" sz="1800" kern="1200" dirty="0"/>
            <a:t>.</a:t>
          </a:r>
          <a:endParaRPr lang="en-US" sz="1800" kern="1200" dirty="0"/>
        </a:p>
      </dsp:txBody>
      <dsp:txXfrm>
        <a:off x="1041806" y="1307540"/>
        <a:ext cx="7088881" cy="1042449"/>
      </dsp:txXfrm>
    </dsp:sp>
    <dsp:sp modelId="{366699F3-B855-4D7C-944C-5597F9CD2120}">
      <dsp:nvSpPr>
        <dsp:cNvPr id="0" name=""/>
        <dsp:cNvSpPr/>
      </dsp:nvSpPr>
      <dsp:spPr>
        <a:xfrm>
          <a:off x="0" y="2610601"/>
          <a:ext cx="8208777" cy="90157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847271-7996-4E42-9DF1-72C0959F5222}">
      <dsp:nvSpPr>
        <dsp:cNvPr id="0" name=""/>
        <dsp:cNvSpPr/>
      </dsp:nvSpPr>
      <dsp:spPr>
        <a:xfrm>
          <a:off x="272727" y="2813456"/>
          <a:ext cx="496352" cy="4958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1954BE-5253-4AE9-8851-AAB8AA470CC6}">
      <dsp:nvSpPr>
        <dsp:cNvPr id="0" name=""/>
        <dsp:cNvSpPr/>
      </dsp:nvSpPr>
      <dsp:spPr>
        <a:xfrm>
          <a:off x="1041806" y="2610601"/>
          <a:ext cx="7088881" cy="1042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26" tIns="110326" rIns="110326" bIns="110326" numCol="1" spcCol="1270" anchor="ctr" anchorCtr="0">
          <a:noAutofit/>
        </a:bodyPr>
        <a:lstStyle/>
        <a:p>
          <a:pPr marL="0" lvl="0" indent="0" algn="l" defTabSz="800100">
            <a:lnSpc>
              <a:spcPct val="90000"/>
            </a:lnSpc>
            <a:spcBef>
              <a:spcPct val="0"/>
            </a:spcBef>
            <a:spcAft>
              <a:spcPct val="35000"/>
            </a:spcAft>
            <a:buNone/>
          </a:pPr>
          <a:r>
            <a:rPr lang="en-GB" sz="1800" b="1" kern="1200" dirty="0"/>
            <a:t>Dependent Variables: </a:t>
          </a:r>
          <a:r>
            <a:rPr lang="en-GB" sz="1800" kern="1200" dirty="0"/>
            <a:t>Mean Average Precision (mAP) (the accuracy of the models), F1-Score.</a:t>
          </a:r>
          <a:endParaRPr lang="en-US" sz="1800" kern="1200" dirty="0"/>
        </a:p>
      </dsp:txBody>
      <dsp:txXfrm>
        <a:off x="1041806" y="2610601"/>
        <a:ext cx="7088881" cy="1042449"/>
      </dsp:txXfrm>
    </dsp:sp>
    <dsp:sp modelId="{B3F8C14D-B2C8-4923-9C41-6CAE57B9724B}">
      <dsp:nvSpPr>
        <dsp:cNvPr id="0" name=""/>
        <dsp:cNvSpPr/>
      </dsp:nvSpPr>
      <dsp:spPr>
        <a:xfrm>
          <a:off x="0" y="3913662"/>
          <a:ext cx="8208777" cy="90157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3D3D7B-865F-4133-85E2-A84D203B9F66}">
      <dsp:nvSpPr>
        <dsp:cNvPr id="0" name=""/>
        <dsp:cNvSpPr/>
      </dsp:nvSpPr>
      <dsp:spPr>
        <a:xfrm>
          <a:off x="272727" y="4116517"/>
          <a:ext cx="496352" cy="49586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9B0A1D-49CC-4ECD-BB51-6F3F57987BA8}">
      <dsp:nvSpPr>
        <dsp:cNvPr id="0" name=""/>
        <dsp:cNvSpPr/>
      </dsp:nvSpPr>
      <dsp:spPr>
        <a:xfrm>
          <a:off x="1041806" y="3913662"/>
          <a:ext cx="7088881" cy="1042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26" tIns="110326" rIns="110326" bIns="110326" numCol="1" spcCol="1270" anchor="ctr" anchorCtr="0">
          <a:noAutofit/>
        </a:bodyPr>
        <a:lstStyle/>
        <a:p>
          <a:pPr marL="0" lvl="0" indent="0" algn="l" defTabSz="800100">
            <a:lnSpc>
              <a:spcPct val="90000"/>
            </a:lnSpc>
            <a:spcBef>
              <a:spcPct val="0"/>
            </a:spcBef>
            <a:spcAft>
              <a:spcPct val="35000"/>
            </a:spcAft>
            <a:buNone/>
          </a:pPr>
          <a:r>
            <a:rPr lang="en-GB" sz="1800" b="1" kern="1200" dirty="0"/>
            <a:t>Independent Variable: </a:t>
          </a:r>
          <a:r>
            <a:rPr lang="en-GB" sz="1800" kern="1200" dirty="0"/>
            <a:t>The object detection model used (YOLOv8, Faster R-CNN, SSD).</a:t>
          </a:r>
          <a:endParaRPr lang="en-US" sz="1800" kern="1200" dirty="0"/>
        </a:p>
      </dsp:txBody>
      <dsp:txXfrm>
        <a:off x="1041806" y="3913662"/>
        <a:ext cx="7088881" cy="10424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AEC651-D450-49B6-9809-E09B52EA1620}">
      <dsp:nvSpPr>
        <dsp:cNvPr id="0" name=""/>
        <dsp:cNvSpPr/>
      </dsp:nvSpPr>
      <dsp:spPr>
        <a:xfrm>
          <a:off x="0" y="2401"/>
          <a:ext cx="7882491"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AA4F4D-6CC7-468F-9A29-6EA41BD275A6}">
      <dsp:nvSpPr>
        <dsp:cNvPr id="0" name=""/>
        <dsp:cNvSpPr/>
      </dsp:nvSpPr>
      <dsp:spPr>
        <a:xfrm>
          <a:off x="368211" y="276278"/>
          <a:ext cx="669475" cy="6694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0D763D-A7AD-4779-8B1E-858A25BFC4CC}">
      <dsp:nvSpPr>
        <dsp:cNvPr id="0" name=""/>
        <dsp:cNvSpPr/>
      </dsp:nvSpPr>
      <dsp:spPr>
        <a:xfrm>
          <a:off x="1405898" y="2401"/>
          <a:ext cx="6476592"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800100">
            <a:lnSpc>
              <a:spcPct val="90000"/>
            </a:lnSpc>
            <a:spcBef>
              <a:spcPct val="0"/>
            </a:spcBef>
            <a:spcAft>
              <a:spcPct val="35000"/>
            </a:spcAft>
            <a:buNone/>
          </a:pPr>
          <a:r>
            <a:rPr lang="en-US" sz="1800" b="1" kern="1200"/>
            <a:t>Research Design: </a:t>
          </a:r>
          <a:r>
            <a:rPr lang="en-US" sz="1800" kern="1200"/>
            <a:t>Quantitative research.</a:t>
          </a:r>
        </a:p>
      </dsp:txBody>
      <dsp:txXfrm>
        <a:off x="1405898" y="2401"/>
        <a:ext cx="6476592" cy="1217228"/>
      </dsp:txXfrm>
    </dsp:sp>
    <dsp:sp modelId="{627259BC-CA22-4EFF-9A09-7B0D613EDA0A}">
      <dsp:nvSpPr>
        <dsp:cNvPr id="0" name=""/>
        <dsp:cNvSpPr/>
      </dsp:nvSpPr>
      <dsp:spPr>
        <a:xfrm>
          <a:off x="0" y="1523936"/>
          <a:ext cx="7882491"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D9CA4B-7987-4C6C-A1E2-C159B69F6B35}">
      <dsp:nvSpPr>
        <dsp:cNvPr id="0" name=""/>
        <dsp:cNvSpPr/>
      </dsp:nvSpPr>
      <dsp:spPr>
        <a:xfrm>
          <a:off x="368211" y="1797813"/>
          <a:ext cx="669475" cy="6694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8CF555-BDDC-4CCF-BD5A-71A302AC6372}">
      <dsp:nvSpPr>
        <dsp:cNvPr id="0" name=""/>
        <dsp:cNvSpPr/>
      </dsp:nvSpPr>
      <dsp:spPr>
        <a:xfrm>
          <a:off x="1405898" y="1523936"/>
          <a:ext cx="6476592"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800100">
            <a:lnSpc>
              <a:spcPct val="100000"/>
            </a:lnSpc>
            <a:spcBef>
              <a:spcPct val="0"/>
            </a:spcBef>
            <a:spcAft>
              <a:spcPct val="35000"/>
            </a:spcAft>
            <a:buNone/>
          </a:pPr>
          <a:r>
            <a:rPr lang="en-US" sz="1800" b="1" kern="1200" dirty="0"/>
            <a:t>Data Collection Method:</a:t>
          </a:r>
          <a:r>
            <a:rPr lang="en-US" sz="1800" kern="1200" dirty="0"/>
            <a:t> Secondary dataset (Sri Lankan traffic sign dataset).</a:t>
          </a:r>
        </a:p>
      </dsp:txBody>
      <dsp:txXfrm>
        <a:off x="1405898" y="1523936"/>
        <a:ext cx="6476592" cy="1217228"/>
      </dsp:txXfrm>
    </dsp:sp>
    <dsp:sp modelId="{56268ABF-CE4E-4911-BC82-C509A0611E70}">
      <dsp:nvSpPr>
        <dsp:cNvPr id="0" name=""/>
        <dsp:cNvSpPr/>
      </dsp:nvSpPr>
      <dsp:spPr>
        <a:xfrm>
          <a:off x="0" y="3045472"/>
          <a:ext cx="7882491"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54DFCD-4528-4D7F-B0DF-3C3585FF7AA7}">
      <dsp:nvSpPr>
        <dsp:cNvPr id="0" name=""/>
        <dsp:cNvSpPr/>
      </dsp:nvSpPr>
      <dsp:spPr>
        <a:xfrm>
          <a:off x="368211" y="3319348"/>
          <a:ext cx="669475" cy="6694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6B784E-87E6-4CAD-8D5D-DE95427679BE}">
      <dsp:nvSpPr>
        <dsp:cNvPr id="0" name=""/>
        <dsp:cNvSpPr/>
      </dsp:nvSpPr>
      <dsp:spPr>
        <a:xfrm>
          <a:off x="1405898" y="3045472"/>
          <a:ext cx="6476592"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800100">
            <a:lnSpc>
              <a:spcPct val="100000"/>
            </a:lnSpc>
            <a:spcBef>
              <a:spcPct val="0"/>
            </a:spcBef>
            <a:spcAft>
              <a:spcPct val="35000"/>
            </a:spcAft>
            <a:buNone/>
          </a:pPr>
          <a:r>
            <a:rPr lang="en-GB" sz="1800" b="1" kern="1200" dirty="0"/>
            <a:t>Evaluation Approach:</a:t>
          </a:r>
          <a:r>
            <a:rPr lang="en-GB" sz="1800" kern="1200" dirty="0"/>
            <a:t> Analyze the performance of YOLOv8, Faster R-CNN, and SSD. Use mean Average Precision (mAP) and F1-Score as the key evaluation metric.</a:t>
          </a:r>
          <a:endParaRPr lang="en-US" sz="1800" kern="1200" dirty="0"/>
        </a:p>
      </dsp:txBody>
      <dsp:txXfrm>
        <a:off x="1405898" y="3045472"/>
        <a:ext cx="6476592" cy="1217228"/>
      </dsp:txXfrm>
    </dsp:sp>
    <dsp:sp modelId="{E664B690-CF98-4CEE-9214-672747311F80}">
      <dsp:nvSpPr>
        <dsp:cNvPr id="0" name=""/>
        <dsp:cNvSpPr/>
      </dsp:nvSpPr>
      <dsp:spPr>
        <a:xfrm>
          <a:off x="0" y="4567007"/>
          <a:ext cx="7882491" cy="121722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875940-962F-48EA-A520-AFC7B7473B5B}">
      <dsp:nvSpPr>
        <dsp:cNvPr id="0" name=""/>
        <dsp:cNvSpPr/>
      </dsp:nvSpPr>
      <dsp:spPr>
        <a:xfrm>
          <a:off x="368211" y="4840883"/>
          <a:ext cx="669475" cy="66947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5D2C3F-462C-4EB9-B1F8-C3BBE5B1D8FA}">
      <dsp:nvSpPr>
        <dsp:cNvPr id="0" name=""/>
        <dsp:cNvSpPr/>
      </dsp:nvSpPr>
      <dsp:spPr>
        <a:xfrm>
          <a:off x="1405898" y="4567007"/>
          <a:ext cx="6476592" cy="1217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823" tIns="128823" rIns="128823" bIns="128823" numCol="1" spcCol="1270" anchor="ctr" anchorCtr="0">
          <a:noAutofit/>
        </a:bodyPr>
        <a:lstStyle/>
        <a:p>
          <a:pPr marL="0" lvl="0" indent="0" algn="l" defTabSz="800100">
            <a:lnSpc>
              <a:spcPct val="100000"/>
            </a:lnSpc>
            <a:spcBef>
              <a:spcPct val="0"/>
            </a:spcBef>
            <a:spcAft>
              <a:spcPct val="35000"/>
            </a:spcAft>
            <a:buNone/>
          </a:pPr>
          <a:r>
            <a:rPr lang="en-GB" sz="1800" b="1" kern="1200" dirty="0"/>
            <a:t>Comparison &amp; Analysis: </a:t>
          </a:r>
          <a:r>
            <a:rPr lang="en-GB" sz="1800" kern="1200" dirty="0"/>
            <a:t>Compare the models based on mAP and F1 scores. Identify the most effective model for Sri Lankan traffic sign detection.</a:t>
          </a:r>
          <a:endParaRPr lang="en-US" sz="1800" kern="1200" dirty="0"/>
        </a:p>
      </dsp:txBody>
      <dsp:txXfrm>
        <a:off x="1405898" y="4567007"/>
        <a:ext cx="6476592" cy="12172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ED120E-891F-429B-94D3-1B41795B456F}">
      <dsp:nvSpPr>
        <dsp:cNvPr id="0" name=""/>
        <dsp:cNvSpPr/>
      </dsp:nvSpPr>
      <dsp:spPr>
        <a:xfrm>
          <a:off x="0" y="38088"/>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Paper:</a:t>
          </a:r>
          <a:r>
            <a:rPr lang="en-US" sz="1800" kern="1200" dirty="0"/>
            <a:t> </a:t>
          </a:r>
          <a:r>
            <a:rPr lang="en-US" sz="1800" i="1" kern="1200" dirty="0"/>
            <a:t>Performance Comparison of Object Detection Models for Road Sign Detection Under Different Conditions</a:t>
          </a:r>
          <a:r>
            <a:rPr lang="en-US" sz="1800" kern="1200" dirty="0"/>
            <a:t> (Fatima et al., 2024)</a:t>
          </a:r>
        </a:p>
      </dsp:txBody>
      <dsp:txXfrm>
        <a:off x="33926" y="72014"/>
        <a:ext cx="7818848" cy="627128"/>
      </dsp:txXfrm>
    </dsp:sp>
    <dsp:sp modelId="{66E1E0C5-34F3-49DE-913E-5FA3EF075E33}">
      <dsp:nvSpPr>
        <dsp:cNvPr id="0" name=""/>
        <dsp:cNvSpPr/>
      </dsp:nvSpPr>
      <dsp:spPr>
        <a:xfrm>
          <a:off x="0" y="784908"/>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Context &amp; Aim</a:t>
          </a:r>
          <a:endParaRPr lang="en-US" sz="1800" kern="1200"/>
        </a:p>
      </dsp:txBody>
      <dsp:txXfrm>
        <a:off x="33926" y="818834"/>
        <a:ext cx="7818848" cy="627128"/>
      </dsp:txXfrm>
    </dsp:sp>
    <dsp:sp modelId="{2C30292F-49F1-4E36-A8C0-2214AA90BCEE}">
      <dsp:nvSpPr>
        <dsp:cNvPr id="0" name=""/>
        <dsp:cNvSpPr/>
      </dsp:nvSpPr>
      <dsp:spPr>
        <a:xfrm>
          <a:off x="0" y="1479888"/>
          <a:ext cx="7886700" cy="419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Compare state-of-the-art detectors (YOLOv8, YOLOv9, RTMDet, Faster R‑CNN, RetinaNet) under varied environmental and operational conditions in road sign detection.</a:t>
          </a:r>
        </a:p>
      </dsp:txBody>
      <dsp:txXfrm>
        <a:off x="0" y="1479888"/>
        <a:ext cx="7886700" cy="419175"/>
      </dsp:txXfrm>
    </dsp:sp>
    <dsp:sp modelId="{EC247F00-68F3-4DD9-9ECF-97D6180F419B}">
      <dsp:nvSpPr>
        <dsp:cNvPr id="0" name=""/>
        <dsp:cNvSpPr/>
      </dsp:nvSpPr>
      <dsp:spPr>
        <a:xfrm>
          <a:off x="0" y="1899063"/>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Methodology</a:t>
          </a:r>
          <a:endParaRPr lang="en-US" sz="1800" kern="1200"/>
        </a:p>
      </dsp:txBody>
      <dsp:txXfrm>
        <a:off x="33926" y="1932989"/>
        <a:ext cx="7818848" cy="627128"/>
      </dsp:txXfrm>
    </dsp:sp>
    <dsp:sp modelId="{45E9B2F5-D7C2-4010-8DE6-9A31FBEFC0D6}">
      <dsp:nvSpPr>
        <dsp:cNvPr id="0" name=""/>
        <dsp:cNvSpPr/>
      </dsp:nvSpPr>
      <dsp:spPr>
        <a:xfrm>
          <a:off x="0" y="2594043"/>
          <a:ext cx="7886700" cy="875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Fine-tuned models on large-scale datasets.</a:t>
          </a:r>
        </a:p>
        <a:p>
          <a:pPr marL="114300" lvl="1" indent="-114300" algn="l" defTabSz="622300">
            <a:lnSpc>
              <a:spcPct val="90000"/>
            </a:lnSpc>
            <a:spcBef>
              <a:spcPct val="0"/>
            </a:spcBef>
            <a:spcAft>
              <a:spcPct val="20000"/>
            </a:spcAft>
            <a:buChar char="•"/>
          </a:pPr>
          <a:r>
            <a:rPr lang="en-US" sz="1400" kern="1200"/>
            <a:t>Evaluated using metrics: mean Average Precision (mAP), frames-per-second (FPS), and model loss.</a:t>
          </a:r>
        </a:p>
        <a:p>
          <a:pPr marL="114300" lvl="1" indent="-114300" algn="l" defTabSz="622300">
            <a:lnSpc>
              <a:spcPct val="90000"/>
            </a:lnSpc>
            <a:spcBef>
              <a:spcPct val="0"/>
            </a:spcBef>
            <a:spcAft>
              <a:spcPct val="20000"/>
            </a:spcAft>
            <a:buChar char="•"/>
          </a:pPr>
          <a:r>
            <a:rPr lang="en-US" sz="1400" kern="1200"/>
            <a:t>Included additional training enhancements: data augmentation and hyperparameter tuning.</a:t>
          </a:r>
        </a:p>
      </dsp:txBody>
      <dsp:txXfrm>
        <a:off x="0" y="2594043"/>
        <a:ext cx="7886700" cy="875610"/>
      </dsp:txXfrm>
    </dsp:sp>
    <dsp:sp modelId="{987BC859-AA64-4EFC-BD51-A63B31842C67}">
      <dsp:nvSpPr>
        <dsp:cNvPr id="0" name=""/>
        <dsp:cNvSpPr/>
      </dsp:nvSpPr>
      <dsp:spPr>
        <a:xfrm>
          <a:off x="0" y="3469654"/>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Results</a:t>
          </a:r>
          <a:endParaRPr lang="en-US" sz="1800" kern="1200"/>
        </a:p>
      </dsp:txBody>
      <dsp:txXfrm>
        <a:off x="33926" y="3503580"/>
        <a:ext cx="7818848" cy="627128"/>
      </dsp:txXfrm>
    </dsp:sp>
    <dsp:sp modelId="{D0BD2B91-E6F5-4561-B1F1-7CAA7E8C27C4}">
      <dsp:nvSpPr>
        <dsp:cNvPr id="0" name=""/>
        <dsp:cNvSpPr/>
      </dsp:nvSpPr>
      <dsp:spPr>
        <a:xfrm>
          <a:off x="0" y="4164633"/>
          <a:ext cx="7886700" cy="689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YOLOv8 and YOLOv9 achieved highest real-time detection rates.</a:t>
          </a:r>
        </a:p>
        <a:p>
          <a:pPr marL="114300" lvl="1" indent="-114300" algn="l" defTabSz="622300">
            <a:lnSpc>
              <a:spcPct val="90000"/>
            </a:lnSpc>
            <a:spcBef>
              <a:spcPct val="0"/>
            </a:spcBef>
            <a:spcAft>
              <a:spcPct val="20000"/>
            </a:spcAft>
            <a:buChar char="•"/>
          </a:pPr>
          <a:r>
            <a:rPr lang="en-US" sz="1400" kern="1200"/>
            <a:t>RTMDet offered the best trade-off between speed and accuracy.</a:t>
          </a:r>
        </a:p>
        <a:p>
          <a:pPr marL="114300" lvl="1" indent="-114300" algn="l" defTabSz="622300">
            <a:lnSpc>
              <a:spcPct val="90000"/>
            </a:lnSpc>
            <a:spcBef>
              <a:spcPct val="0"/>
            </a:spcBef>
            <a:spcAft>
              <a:spcPct val="20000"/>
            </a:spcAft>
            <a:buChar char="•"/>
          </a:pPr>
          <a:r>
            <a:rPr lang="en-US" sz="1400" kern="1200"/>
            <a:t>Faster R‑CNN and RetinaNet delivered higher precision but were slower.</a:t>
          </a:r>
        </a:p>
      </dsp:txBody>
      <dsp:txXfrm>
        <a:off x="0" y="4164633"/>
        <a:ext cx="7886700" cy="689310"/>
      </dsp:txXfrm>
    </dsp:sp>
    <dsp:sp modelId="{AF84C5BE-637F-4B55-B12B-CDCF255E1390}">
      <dsp:nvSpPr>
        <dsp:cNvPr id="0" name=""/>
        <dsp:cNvSpPr/>
      </dsp:nvSpPr>
      <dsp:spPr>
        <a:xfrm>
          <a:off x="0" y="4853944"/>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Research Gap</a:t>
          </a:r>
          <a:endParaRPr lang="en-US" sz="1800" kern="1200"/>
        </a:p>
      </dsp:txBody>
      <dsp:txXfrm>
        <a:off x="33926" y="4887870"/>
        <a:ext cx="7818848" cy="627128"/>
      </dsp:txXfrm>
    </dsp:sp>
    <dsp:sp modelId="{8419B2A6-C56F-4674-AB73-49C5666AC067}">
      <dsp:nvSpPr>
        <dsp:cNvPr id="0" name=""/>
        <dsp:cNvSpPr/>
      </dsp:nvSpPr>
      <dsp:spPr>
        <a:xfrm>
          <a:off x="0" y="5548924"/>
          <a:ext cx="7886700" cy="456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Analysis conducted on general (non-region-specific) datasets.</a:t>
          </a:r>
        </a:p>
        <a:p>
          <a:pPr marL="114300" lvl="1" indent="-114300" algn="l" defTabSz="622300">
            <a:lnSpc>
              <a:spcPct val="90000"/>
            </a:lnSpc>
            <a:spcBef>
              <a:spcPct val="0"/>
            </a:spcBef>
            <a:spcAft>
              <a:spcPct val="20000"/>
            </a:spcAft>
            <a:buChar char="•"/>
          </a:pPr>
          <a:r>
            <a:rPr lang="en-US" sz="1400" kern="1200"/>
            <a:t>Lacks focused evaluation on the unique characteristics of Sri Lankan traffic signs.</a:t>
          </a:r>
        </a:p>
      </dsp:txBody>
      <dsp:txXfrm>
        <a:off x="0" y="5548924"/>
        <a:ext cx="7886700" cy="4564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25DDA5-DB62-4996-B3D1-48A7BE01BCD0}">
      <dsp:nvSpPr>
        <dsp:cNvPr id="0" name=""/>
        <dsp:cNvSpPr/>
      </dsp:nvSpPr>
      <dsp:spPr>
        <a:xfrm>
          <a:off x="0" y="159643"/>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t>Paper:</a:t>
          </a:r>
          <a:r>
            <a:rPr lang="en-US" sz="1800" kern="1200" dirty="0"/>
            <a:t> </a:t>
          </a:r>
          <a:r>
            <a:rPr lang="en-US" sz="1800" i="1" kern="1200" dirty="0"/>
            <a:t>A Traffic‑Sign Detection Algorithm Based on Improved Sparse R‑CNN</a:t>
          </a:r>
          <a:r>
            <a:rPr lang="en-US" sz="1800" kern="1200" dirty="0"/>
            <a:t> (Cao et al., 2021)</a:t>
          </a:r>
        </a:p>
      </dsp:txBody>
      <dsp:txXfrm>
        <a:off x="33926" y="193569"/>
        <a:ext cx="7818848" cy="627128"/>
      </dsp:txXfrm>
    </dsp:sp>
    <dsp:sp modelId="{DF1D855F-433F-49EE-9235-4E255A749656}">
      <dsp:nvSpPr>
        <dsp:cNvPr id="0" name=""/>
        <dsp:cNvSpPr/>
      </dsp:nvSpPr>
      <dsp:spPr>
        <a:xfrm>
          <a:off x="0" y="906463"/>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Context &amp; Aim</a:t>
          </a:r>
          <a:endParaRPr lang="en-US" sz="1800" kern="1200"/>
        </a:p>
      </dsp:txBody>
      <dsp:txXfrm>
        <a:off x="33926" y="940389"/>
        <a:ext cx="7818848" cy="627128"/>
      </dsp:txXfrm>
    </dsp:sp>
    <dsp:sp modelId="{6B5767D3-E418-475A-BED1-ADFFF0E23148}">
      <dsp:nvSpPr>
        <dsp:cNvPr id="0" name=""/>
        <dsp:cNvSpPr/>
      </dsp:nvSpPr>
      <dsp:spPr>
        <a:xfrm>
          <a:off x="0" y="1601443"/>
          <a:ext cx="7886700" cy="419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Enhance Sparse R‑CNN for improved detection of traffic signs by optimizing the backbone and attention mechanisms.</a:t>
          </a:r>
        </a:p>
      </dsp:txBody>
      <dsp:txXfrm>
        <a:off x="0" y="1601443"/>
        <a:ext cx="7886700" cy="419175"/>
      </dsp:txXfrm>
    </dsp:sp>
    <dsp:sp modelId="{944CE11E-A0DB-4CF1-B8FB-DC7FFF79C0AB}">
      <dsp:nvSpPr>
        <dsp:cNvPr id="0" name=""/>
        <dsp:cNvSpPr/>
      </dsp:nvSpPr>
      <dsp:spPr>
        <a:xfrm>
          <a:off x="0" y="2020618"/>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Methodology</a:t>
          </a:r>
          <a:endParaRPr lang="en-US" sz="1800" kern="1200"/>
        </a:p>
      </dsp:txBody>
      <dsp:txXfrm>
        <a:off x="33926" y="2054544"/>
        <a:ext cx="7818848" cy="627128"/>
      </dsp:txXfrm>
    </dsp:sp>
    <dsp:sp modelId="{4D3CB02F-790A-4E2F-B33E-CE8C4CA33C05}">
      <dsp:nvSpPr>
        <dsp:cNvPr id="0" name=""/>
        <dsp:cNvSpPr/>
      </dsp:nvSpPr>
      <dsp:spPr>
        <a:xfrm>
          <a:off x="0" y="2715598"/>
          <a:ext cx="7886700" cy="652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Added Res2Nest backbone and Dynamic Instance Interactive Head (DIIH) for richer multi-scale feature representation.</a:t>
          </a:r>
        </a:p>
        <a:p>
          <a:pPr marL="114300" lvl="1" indent="-114300" algn="l" defTabSz="622300">
            <a:lnSpc>
              <a:spcPct val="90000"/>
            </a:lnSpc>
            <a:spcBef>
              <a:spcPct val="0"/>
            </a:spcBef>
            <a:spcAft>
              <a:spcPct val="20000"/>
            </a:spcAft>
            <a:buChar char="•"/>
          </a:pPr>
          <a:r>
            <a:rPr lang="en-US" sz="1400" kern="1200"/>
            <a:t>Evaluated on standard TT100K traffic sign dataset.</a:t>
          </a:r>
        </a:p>
      </dsp:txBody>
      <dsp:txXfrm>
        <a:off x="0" y="2715598"/>
        <a:ext cx="7886700" cy="652050"/>
      </dsp:txXfrm>
    </dsp:sp>
    <dsp:sp modelId="{60721A1B-D950-4DB7-B15F-8211FC312261}">
      <dsp:nvSpPr>
        <dsp:cNvPr id="0" name=""/>
        <dsp:cNvSpPr/>
      </dsp:nvSpPr>
      <dsp:spPr>
        <a:xfrm>
          <a:off x="0" y="3367648"/>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Results</a:t>
          </a:r>
          <a:endParaRPr lang="en-US" sz="1800" kern="1200"/>
        </a:p>
      </dsp:txBody>
      <dsp:txXfrm>
        <a:off x="33926" y="3401574"/>
        <a:ext cx="7818848" cy="627128"/>
      </dsp:txXfrm>
    </dsp:sp>
    <dsp:sp modelId="{AF977502-D10B-4F4D-8946-F3347BCEA431}">
      <dsp:nvSpPr>
        <dsp:cNvPr id="0" name=""/>
        <dsp:cNvSpPr/>
      </dsp:nvSpPr>
      <dsp:spPr>
        <a:xfrm>
          <a:off x="0" y="4062628"/>
          <a:ext cx="7886700" cy="456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Improved mAP and robustness for small sign detection.</a:t>
          </a:r>
        </a:p>
        <a:p>
          <a:pPr marL="114300" lvl="1" indent="-114300" algn="l" defTabSz="622300">
            <a:lnSpc>
              <a:spcPct val="90000"/>
            </a:lnSpc>
            <a:spcBef>
              <a:spcPct val="0"/>
            </a:spcBef>
            <a:spcAft>
              <a:spcPct val="20000"/>
            </a:spcAft>
            <a:buChar char="•"/>
          </a:pPr>
          <a:r>
            <a:rPr lang="en-US" sz="1400" kern="1200"/>
            <a:t>Backbone enhancements and attention modules enabled more accurate region proposals.</a:t>
          </a:r>
        </a:p>
      </dsp:txBody>
      <dsp:txXfrm>
        <a:off x="0" y="4062628"/>
        <a:ext cx="7886700" cy="456435"/>
      </dsp:txXfrm>
    </dsp:sp>
    <dsp:sp modelId="{98298AEA-65FE-487E-9887-76EDFBB9ED2D}">
      <dsp:nvSpPr>
        <dsp:cNvPr id="0" name=""/>
        <dsp:cNvSpPr/>
      </dsp:nvSpPr>
      <dsp:spPr>
        <a:xfrm>
          <a:off x="0" y="4519063"/>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Research Gap</a:t>
          </a:r>
          <a:endParaRPr lang="en-US" sz="1800" kern="1200"/>
        </a:p>
      </dsp:txBody>
      <dsp:txXfrm>
        <a:off x="33926" y="4552989"/>
        <a:ext cx="7818848" cy="627128"/>
      </dsp:txXfrm>
    </dsp:sp>
    <dsp:sp modelId="{C8A0E62D-0611-4313-8F66-795167D25CCD}">
      <dsp:nvSpPr>
        <dsp:cNvPr id="0" name=""/>
        <dsp:cNvSpPr/>
      </dsp:nvSpPr>
      <dsp:spPr>
        <a:xfrm>
          <a:off x="0" y="5214043"/>
          <a:ext cx="7886700" cy="456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Higher computational cost may limit real-time applicability.</a:t>
          </a:r>
        </a:p>
        <a:p>
          <a:pPr marL="114300" lvl="1" indent="-114300" algn="l" defTabSz="622300">
            <a:lnSpc>
              <a:spcPct val="90000"/>
            </a:lnSpc>
            <a:spcBef>
              <a:spcPct val="0"/>
            </a:spcBef>
            <a:spcAft>
              <a:spcPct val="20000"/>
            </a:spcAft>
            <a:buChar char="•"/>
          </a:pPr>
          <a:r>
            <a:rPr lang="en-US" sz="1400" kern="1200"/>
            <a:t>Evaluations not performed on datasets representative of Sri Lankan road signs.</a:t>
          </a:r>
        </a:p>
      </dsp:txBody>
      <dsp:txXfrm>
        <a:off x="0" y="5214043"/>
        <a:ext cx="7886700" cy="45643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E4221D-887B-4947-8B54-5E44F9F22E1C}">
      <dsp:nvSpPr>
        <dsp:cNvPr id="0" name=""/>
        <dsp:cNvSpPr/>
      </dsp:nvSpPr>
      <dsp:spPr>
        <a:xfrm>
          <a:off x="0" y="61835"/>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Paper:</a:t>
          </a:r>
          <a:r>
            <a:rPr lang="en-US" sz="1800" kern="1200"/>
            <a:t> </a:t>
          </a:r>
          <a:r>
            <a:rPr lang="en-US" sz="1800" i="1" kern="1200"/>
            <a:t>Evaluating and Benchmarking Object Detection Models for Traffic Sign Detection</a:t>
          </a:r>
          <a:r>
            <a:rPr lang="en-US" sz="1800" kern="1200"/>
            <a:t> (Mishra et al., 2022)</a:t>
          </a:r>
        </a:p>
      </dsp:txBody>
      <dsp:txXfrm>
        <a:off x="33926" y="95761"/>
        <a:ext cx="7818848" cy="627128"/>
      </dsp:txXfrm>
    </dsp:sp>
    <dsp:sp modelId="{57A8528D-2FDC-4F74-A01A-9314DBA43722}">
      <dsp:nvSpPr>
        <dsp:cNvPr id="0" name=""/>
        <dsp:cNvSpPr/>
      </dsp:nvSpPr>
      <dsp:spPr>
        <a:xfrm>
          <a:off x="0" y="808655"/>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Context &amp; Aim</a:t>
          </a:r>
          <a:endParaRPr lang="en-US" sz="1800" kern="1200"/>
        </a:p>
      </dsp:txBody>
      <dsp:txXfrm>
        <a:off x="33926" y="842581"/>
        <a:ext cx="7818848" cy="627128"/>
      </dsp:txXfrm>
    </dsp:sp>
    <dsp:sp modelId="{85A56467-414A-4A45-B46E-4C51CE2A95EB}">
      <dsp:nvSpPr>
        <dsp:cNvPr id="0" name=""/>
        <dsp:cNvSpPr/>
      </dsp:nvSpPr>
      <dsp:spPr>
        <a:xfrm>
          <a:off x="0" y="1503635"/>
          <a:ext cx="7886700" cy="419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Benchmark a variety of object detection models (Faster R‑CNN, YOLOv3, SSD, RetinaNet, CenterNet, Cascade R‑CNN) using multiple traffic sign datasets.</a:t>
          </a:r>
        </a:p>
      </dsp:txBody>
      <dsp:txXfrm>
        <a:off x="0" y="1503635"/>
        <a:ext cx="7886700" cy="419175"/>
      </dsp:txXfrm>
    </dsp:sp>
    <dsp:sp modelId="{8B89386A-1CE1-463F-9202-C5DD420E14CA}">
      <dsp:nvSpPr>
        <dsp:cNvPr id="0" name=""/>
        <dsp:cNvSpPr/>
      </dsp:nvSpPr>
      <dsp:spPr>
        <a:xfrm>
          <a:off x="0" y="1922810"/>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Methodology</a:t>
          </a:r>
          <a:endParaRPr lang="en-US" sz="1800" kern="1200"/>
        </a:p>
      </dsp:txBody>
      <dsp:txXfrm>
        <a:off x="33926" y="1956736"/>
        <a:ext cx="7818848" cy="627128"/>
      </dsp:txXfrm>
    </dsp:sp>
    <dsp:sp modelId="{B08B6152-0DEA-4FF0-8669-6346D36810E7}">
      <dsp:nvSpPr>
        <dsp:cNvPr id="0" name=""/>
        <dsp:cNvSpPr/>
      </dsp:nvSpPr>
      <dsp:spPr>
        <a:xfrm>
          <a:off x="0" y="2617790"/>
          <a:ext cx="7886700" cy="652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Employed precision, recall, and mAP across TT100K and GTSD datasets.</a:t>
          </a:r>
        </a:p>
        <a:p>
          <a:pPr marL="114300" lvl="1" indent="-114300" algn="l" defTabSz="622300">
            <a:lnSpc>
              <a:spcPct val="90000"/>
            </a:lnSpc>
            <a:spcBef>
              <a:spcPct val="0"/>
            </a:spcBef>
            <a:spcAft>
              <a:spcPct val="20000"/>
            </a:spcAft>
            <a:buChar char="•"/>
          </a:pPr>
          <a:r>
            <a:rPr lang="en-US" sz="1400" kern="1200"/>
            <a:t>Comparative analysis under diverse real-world conditions including occlusion and small object detection challenges.</a:t>
          </a:r>
        </a:p>
      </dsp:txBody>
      <dsp:txXfrm>
        <a:off x="0" y="2617790"/>
        <a:ext cx="7886700" cy="652050"/>
      </dsp:txXfrm>
    </dsp:sp>
    <dsp:sp modelId="{D58E4271-0FD6-4A35-A32F-4C16778DF7CF}">
      <dsp:nvSpPr>
        <dsp:cNvPr id="0" name=""/>
        <dsp:cNvSpPr/>
      </dsp:nvSpPr>
      <dsp:spPr>
        <a:xfrm>
          <a:off x="0" y="3269840"/>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Results</a:t>
          </a:r>
          <a:endParaRPr lang="en-US" sz="1800" kern="1200"/>
        </a:p>
      </dsp:txBody>
      <dsp:txXfrm>
        <a:off x="33926" y="3303766"/>
        <a:ext cx="7818848" cy="627128"/>
      </dsp:txXfrm>
    </dsp:sp>
    <dsp:sp modelId="{6B2CDFC7-5846-4EF5-925A-DFD41E0FD3DE}">
      <dsp:nvSpPr>
        <dsp:cNvPr id="0" name=""/>
        <dsp:cNvSpPr/>
      </dsp:nvSpPr>
      <dsp:spPr>
        <a:xfrm>
          <a:off x="0" y="3964821"/>
          <a:ext cx="7886700" cy="652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CenterNet and Cascade R‑CNN achieved highest overall accuracy, especially for small signs.</a:t>
          </a:r>
        </a:p>
        <a:p>
          <a:pPr marL="114300" lvl="1" indent="-114300" algn="l" defTabSz="622300">
            <a:lnSpc>
              <a:spcPct val="90000"/>
            </a:lnSpc>
            <a:spcBef>
              <a:spcPct val="0"/>
            </a:spcBef>
            <a:spcAft>
              <a:spcPct val="20000"/>
            </a:spcAft>
            <a:buChar char="•"/>
          </a:pPr>
          <a:r>
            <a:rPr lang="en-US" sz="1400" kern="1200"/>
            <a:t>Faster R‑CNN and YOLOv3 showed strong baseline performance but were slightly behind top performers.</a:t>
          </a:r>
        </a:p>
      </dsp:txBody>
      <dsp:txXfrm>
        <a:off x="0" y="3964821"/>
        <a:ext cx="7886700" cy="652050"/>
      </dsp:txXfrm>
    </dsp:sp>
    <dsp:sp modelId="{E486CE34-57FA-4F43-8350-9B097829528C}">
      <dsp:nvSpPr>
        <dsp:cNvPr id="0" name=""/>
        <dsp:cNvSpPr/>
      </dsp:nvSpPr>
      <dsp:spPr>
        <a:xfrm>
          <a:off x="0" y="4616871"/>
          <a:ext cx="7886700" cy="6949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a:t>Research Gap</a:t>
          </a:r>
          <a:endParaRPr lang="en-US" sz="1800" kern="1200"/>
        </a:p>
      </dsp:txBody>
      <dsp:txXfrm>
        <a:off x="33926" y="4650797"/>
        <a:ext cx="7818848" cy="627128"/>
      </dsp:txXfrm>
    </dsp:sp>
    <dsp:sp modelId="{51EB52A6-7C0D-46F6-BAC5-CCF4860684B3}">
      <dsp:nvSpPr>
        <dsp:cNvPr id="0" name=""/>
        <dsp:cNvSpPr/>
      </dsp:nvSpPr>
      <dsp:spPr>
        <a:xfrm>
          <a:off x="0" y="5311851"/>
          <a:ext cx="7886700" cy="456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Performance degrades in adverse weather and occlusion scenarios.</a:t>
          </a:r>
        </a:p>
        <a:p>
          <a:pPr marL="114300" lvl="1" indent="-114300" algn="l" defTabSz="622300">
            <a:lnSpc>
              <a:spcPct val="90000"/>
            </a:lnSpc>
            <a:spcBef>
              <a:spcPct val="0"/>
            </a:spcBef>
            <a:spcAft>
              <a:spcPct val="20000"/>
            </a:spcAft>
            <a:buChar char="•"/>
          </a:pPr>
          <a:r>
            <a:rPr lang="en-US" sz="1400" kern="1200"/>
            <a:t>No testing on Sri Lankan traffic sign dataset; regional generalization remains untested.</a:t>
          </a:r>
        </a:p>
      </dsp:txBody>
      <dsp:txXfrm>
        <a:off x="0" y="5311851"/>
        <a:ext cx="7886700" cy="4564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AEC651-D450-49B6-9809-E09B52EA1620}">
      <dsp:nvSpPr>
        <dsp:cNvPr id="0" name=""/>
        <dsp:cNvSpPr/>
      </dsp:nvSpPr>
      <dsp:spPr>
        <a:xfrm>
          <a:off x="0" y="2373"/>
          <a:ext cx="7886700" cy="12027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AA4F4D-6CC7-468F-9A29-6EA41BD275A6}">
      <dsp:nvSpPr>
        <dsp:cNvPr id="0" name=""/>
        <dsp:cNvSpPr/>
      </dsp:nvSpPr>
      <dsp:spPr>
        <a:xfrm>
          <a:off x="363829" y="272989"/>
          <a:ext cx="661507" cy="6615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0D763D-A7AD-4779-8B1E-858A25BFC4CC}">
      <dsp:nvSpPr>
        <dsp:cNvPr id="0" name=""/>
        <dsp:cNvSpPr/>
      </dsp:nvSpPr>
      <dsp:spPr>
        <a:xfrm>
          <a:off x="1389165" y="2373"/>
          <a:ext cx="6497534" cy="1202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90" tIns="127290" rIns="127290" bIns="127290" numCol="1" spcCol="1270" anchor="ctr" anchorCtr="0">
          <a:noAutofit/>
        </a:bodyPr>
        <a:lstStyle/>
        <a:p>
          <a:pPr marL="0" lvl="0" indent="0" algn="l" defTabSz="844550">
            <a:lnSpc>
              <a:spcPct val="100000"/>
            </a:lnSpc>
            <a:spcBef>
              <a:spcPct val="0"/>
            </a:spcBef>
            <a:spcAft>
              <a:spcPct val="35000"/>
            </a:spcAft>
            <a:buNone/>
          </a:pPr>
          <a:r>
            <a:rPr lang="en-GB" sz="1900" b="0" kern="1200" dirty="0"/>
            <a:t>The dataset used in this study was sourced from </a:t>
          </a:r>
          <a:r>
            <a:rPr lang="en-GB" sz="1900" b="1" kern="1200" dirty="0"/>
            <a:t>Roboflow</a:t>
          </a:r>
          <a:r>
            <a:rPr lang="en-GB" sz="1900" b="0" kern="1200" dirty="0"/>
            <a:t>, a publicly available repository of labelled image datasets for object detection.</a:t>
          </a:r>
          <a:endParaRPr lang="en-US" sz="1900" b="0" kern="1200" dirty="0"/>
        </a:p>
      </dsp:txBody>
      <dsp:txXfrm>
        <a:off x="1389165" y="2373"/>
        <a:ext cx="6497534" cy="1202741"/>
      </dsp:txXfrm>
    </dsp:sp>
    <dsp:sp modelId="{627259BC-CA22-4EFF-9A09-7B0D613EDA0A}">
      <dsp:nvSpPr>
        <dsp:cNvPr id="0" name=""/>
        <dsp:cNvSpPr/>
      </dsp:nvSpPr>
      <dsp:spPr>
        <a:xfrm>
          <a:off x="0" y="1505799"/>
          <a:ext cx="7886700" cy="12027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D9CA4B-7987-4C6C-A1E2-C159B69F6B35}">
      <dsp:nvSpPr>
        <dsp:cNvPr id="0" name=""/>
        <dsp:cNvSpPr/>
      </dsp:nvSpPr>
      <dsp:spPr>
        <a:xfrm>
          <a:off x="363829" y="1776416"/>
          <a:ext cx="661507" cy="6615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8CF555-BDDC-4CCF-BD5A-71A302AC6372}">
      <dsp:nvSpPr>
        <dsp:cNvPr id="0" name=""/>
        <dsp:cNvSpPr/>
      </dsp:nvSpPr>
      <dsp:spPr>
        <a:xfrm>
          <a:off x="1389165" y="1505799"/>
          <a:ext cx="6497534" cy="1202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90" tIns="127290" rIns="127290" bIns="127290" numCol="1" spcCol="1270" anchor="ctr" anchorCtr="0">
          <a:noAutofit/>
        </a:bodyPr>
        <a:lstStyle/>
        <a:p>
          <a:pPr marL="0" lvl="0" indent="0" algn="l" defTabSz="844550">
            <a:lnSpc>
              <a:spcPct val="90000"/>
            </a:lnSpc>
            <a:spcBef>
              <a:spcPct val="0"/>
            </a:spcBef>
            <a:spcAft>
              <a:spcPct val="35000"/>
            </a:spcAft>
            <a:buNone/>
          </a:pPr>
          <a:r>
            <a:rPr lang="en-GB" sz="1900" b="0" kern="1200"/>
            <a:t>It comprises </a:t>
          </a:r>
          <a:r>
            <a:rPr lang="en-GB" sz="1900" b="1" kern="1200"/>
            <a:t>5,404</a:t>
          </a:r>
          <a:r>
            <a:rPr lang="en-GB" sz="1900" b="0" kern="1200"/>
            <a:t> images in total, divided into training, validation, and testing sets.</a:t>
          </a:r>
          <a:endParaRPr lang="en-US" sz="1900" b="0" kern="1200"/>
        </a:p>
      </dsp:txBody>
      <dsp:txXfrm>
        <a:off x="1389165" y="1505799"/>
        <a:ext cx="6497534" cy="1202741"/>
      </dsp:txXfrm>
    </dsp:sp>
    <dsp:sp modelId="{56268ABF-CE4E-4911-BC82-C509A0611E70}">
      <dsp:nvSpPr>
        <dsp:cNvPr id="0" name=""/>
        <dsp:cNvSpPr/>
      </dsp:nvSpPr>
      <dsp:spPr>
        <a:xfrm>
          <a:off x="0" y="3009225"/>
          <a:ext cx="7886700" cy="12027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54DFCD-4528-4D7F-B0DF-3C3585FF7AA7}">
      <dsp:nvSpPr>
        <dsp:cNvPr id="0" name=""/>
        <dsp:cNvSpPr/>
      </dsp:nvSpPr>
      <dsp:spPr>
        <a:xfrm>
          <a:off x="363829" y="3279842"/>
          <a:ext cx="661507" cy="6615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6B784E-87E6-4CAD-8D5D-DE95427679BE}">
      <dsp:nvSpPr>
        <dsp:cNvPr id="0" name=""/>
        <dsp:cNvSpPr/>
      </dsp:nvSpPr>
      <dsp:spPr>
        <a:xfrm>
          <a:off x="1389165" y="3009225"/>
          <a:ext cx="6497534" cy="1202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90" tIns="127290" rIns="127290" bIns="127290" numCol="1" spcCol="1270" anchor="ctr" anchorCtr="0">
          <a:noAutofit/>
        </a:bodyPr>
        <a:lstStyle/>
        <a:p>
          <a:pPr marL="0" lvl="0" indent="0" algn="l" defTabSz="844550">
            <a:lnSpc>
              <a:spcPct val="90000"/>
            </a:lnSpc>
            <a:spcBef>
              <a:spcPct val="0"/>
            </a:spcBef>
            <a:spcAft>
              <a:spcPct val="35000"/>
            </a:spcAft>
            <a:buNone/>
          </a:pPr>
          <a:r>
            <a:rPr lang="en-GB" sz="1900" b="0" kern="1200" dirty="0"/>
            <a:t>The dataset includes </a:t>
          </a:r>
          <a:r>
            <a:rPr lang="en-GB" sz="1900" b="1" kern="1200" dirty="0"/>
            <a:t>36</a:t>
          </a:r>
          <a:r>
            <a:rPr lang="en-GB" sz="1900" b="0" kern="1200" dirty="0"/>
            <a:t> classes of Sri Lankan road signs, encompassing a range of regulatory, warning, and informational signals frequently encountered by drivers.</a:t>
          </a:r>
          <a:endParaRPr lang="en-US" sz="1900" b="0" kern="1200" dirty="0"/>
        </a:p>
      </dsp:txBody>
      <dsp:txXfrm>
        <a:off x="1389165" y="3009225"/>
        <a:ext cx="6497534" cy="1202741"/>
      </dsp:txXfrm>
    </dsp:sp>
    <dsp:sp modelId="{E664B690-CF98-4CEE-9214-672747311F80}">
      <dsp:nvSpPr>
        <dsp:cNvPr id="0" name=""/>
        <dsp:cNvSpPr/>
      </dsp:nvSpPr>
      <dsp:spPr>
        <a:xfrm>
          <a:off x="0" y="4512651"/>
          <a:ext cx="7886700" cy="12027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875940-962F-48EA-A520-AFC7B7473B5B}">
      <dsp:nvSpPr>
        <dsp:cNvPr id="0" name=""/>
        <dsp:cNvSpPr/>
      </dsp:nvSpPr>
      <dsp:spPr>
        <a:xfrm>
          <a:off x="363829" y="4783268"/>
          <a:ext cx="661507" cy="66150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5D2C3F-462C-4EB9-B1F8-C3BBE5B1D8FA}">
      <dsp:nvSpPr>
        <dsp:cNvPr id="0" name=""/>
        <dsp:cNvSpPr/>
      </dsp:nvSpPr>
      <dsp:spPr>
        <a:xfrm>
          <a:off x="1389165" y="4512651"/>
          <a:ext cx="6497534" cy="1202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290" tIns="127290" rIns="127290" bIns="127290" numCol="1" spcCol="1270" anchor="ctr" anchorCtr="0">
          <a:noAutofit/>
        </a:bodyPr>
        <a:lstStyle/>
        <a:p>
          <a:pPr marL="0" lvl="0" indent="0" algn="l" defTabSz="844550">
            <a:lnSpc>
              <a:spcPct val="90000"/>
            </a:lnSpc>
            <a:spcBef>
              <a:spcPct val="0"/>
            </a:spcBef>
            <a:spcAft>
              <a:spcPct val="35000"/>
            </a:spcAft>
            <a:buNone/>
          </a:pPr>
          <a:r>
            <a:rPr lang="en-GB" sz="1900" b="0" kern="1200"/>
            <a:t>Annotations for each image are provided in </a:t>
          </a:r>
          <a:r>
            <a:rPr lang="en-GB" sz="1900" b="1" kern="1200"/>
            <a:t>VOC</a:t>
          </a:r>
          <a:r>
            <a:rPr lang="en-GB" sz="1900" b="0" kern="1200"/>
            <a:t> and </a:t>
          </a:r>
          <a:r>
            <a:rPr lang="en-GB" sz="1900" b="1" kern="1200"/>
            <a:t>TXT</a:t>
          </a:r>
          <a:r>
            <a:rPr lang="en-GB" sz="1900" b="0" kern="1200"/>
            <a:t> formats, following standard object detection practices with bounding boxes to aid algorithm training and evaluation.</a:t>
          </a:r>
          <a:endParaRPr lang="en-US" sz="1900" b="0" kern="1200"/>
        </a:p>
      </dsp:txBody>
      <dsp:txXfrm>
        <a:off x="1389165" y="4512651"/>
        <a:ext cx="6497534" cy="120274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FB0065-F4D2-4646-B273-8C13D2FC510C}">
      <dsp:nvSpPr>
        <dsp:cNvPr id="0" name=""/>
        <dsp:cNvSpPr/>
      </dsp:nvSpPr>
      <dsp:spPr>
        <a:xfrm>
          <a:off x="0" y="1893"/>
          <a:ext cx="78867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BED33A-8B44-4B02-B227-1899EB5234A1}">
      <dsp:nvSpPr>
        <dsp:cNvPr id="0" name=""/>
        <dsp:cNvSpPr/>
      </dsp:nvSpPr>
      <dsp:spPr>
        <a:xfrm>
          <a:off x="0" y="1893"/>
          <a:ext cx="7886700" cy="13891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Dataset imbalance across 36 classes</a:t>
          </a:r>
        </a:p>
      </dsp:txBody>
      <dsp:txXfrm>
        <a:off x="0" y="1893"/>
        <a:ext cx="7886700" cy="1389196"/>
      </dsp:txXfrm>
    </dsp:sp>
    <dsp:sp modelId="{F9B5FEA7-2D85-46AB-8376-E3B1FD7FD70F}">
      <dsp:nvSpPr>
        <dsp:cNvPr id="0" name=""/>
        <dsp:cNvSpPr/>
      </dsp:nvSpPr>
      <dsp:spPr>
        <a:xfrm>
          <a:off x="0" y="1391089"/>
          <a:ext cx="78867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99A789-B3D6-4341-AAA9-1F98C5F2A15A}">
      <dsp:nvSpPr>
        <dsp:cNvPr id="0" name=""/>
        <dsp:cNvSpPr/>
      </dsp:nvSpPr>
      <dsp:spPr>
        <a:xfrm>
          <a:off x="0" y="1391089"/>
          <a:ext cx="7886700" cy="13891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GB" sz="4000" kern="1200"/>
            <a:t>No fine-tuning of pre-trained models</a:t>
          </a:r>
          <a:endParaRPr lang="en-US" sz="4000" kern="1200"/>
        </a:p>
      </dsp:txBody>
      <dsp:txXfrm>
        <a:off x="0" y="1391089"/>
        <a:ext cx="7886700" cy="1389196"/>
      </dsp:txXfrm>
    </dsp:sp>
    <dsp:sp modelId="{EA42808E-1F2C-4BA6-90DF-7E21B30ED1C9}">
      <dsp:nvSpPr>
        <dsp:cNvPr id="0" name=""/>
        <dsp:cNvSpPr/>
      </dsp:nvSpPr>
      <dsp:spPr>
        <a:xfrm>
          <a:off x="0" y="2780285"/>
          <a:ext cx="78867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758AFB-C11C-4880-BBC0-128FBEB707BC}">
      <dsp:nvSpPr>
        <dsp:cNvPr id="0" name=""/>
        <dsp:cNvSpPr/>
      </dsp:nvSpPr>
      <dsp:spPr>
        <a:xfrm>
          <a:off x="0" y="2780285"/>
          <a:ext cx="7886700" cy="13891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GB" sz="4000" kern="1200"/>
            <a:t>Limited testing under varied environmental conditions</a:t>
          </a:r>
          <a:endParaRPr lang="en-US" sz="4000" kern="1200"/>
        </a:p>
      </dsp:txBody>
      <dsp:txXfrm>
        <a:off x="0" y="2780285"/>
        <a:ext cx="7886700" cy="1389196"/>
      </dsp:txXfrm>
    </dsp:sp>
    <dsp:sp modelId="{18570E4E-1AF1-46F3-AFA0-296184CCD247}">
      <dsp:nvSpPr>
        <dsp:cNvPr id="0" name=""/>
        <dsp:cNvSpPr/>
      </dsp:nvSpPr>
      <dsp:spPr>
        <a:xfrm>
          <a:off x="0" y="4232980"/>
          <a:ext cx="78867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65C201-1F42-4C6C-BECE-201FA532AC60}">
      <dsp:nvSpPr>
        <dsp:cNvPr id="0" name=""/>
        <dsp:cNvSpPr/>
      </dsp:nvSpPr>
      <dsp:spPr>
        <a:xfrm>
          <a:off x="0" y="4169482"/>
          <a:ext cx="7886700" cy="56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en-US" sz="500" kern="1200" dirty="0"/>
        </a:p>
      </dsp:txBody>
      <dsp:txXfrm>
        <a:off x="0" y="4169482"/>
        <a:ext cx="7886700" cy="56554"/>
      </dsp:txXfrm>
    </dsp:sp>
    <dsp:sp modelId="{231ED4B8-55F7-4B41-B363-E4440CB1F629}">
      <dsp:nvSpPr>
        <dsp:cNvPr id="0" name=""/>
        <dsp:cNvSpPr/>
      </dsp:nvSpPr>
      <dsp:spPr>
        <a:xfrm>
          <a:off x="0" y="4226036"/>
          <a:ext cx="78867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E72F5D-F8FD-48D3-A550-F209809886F3}">
      <dsp:nvSpPr>
        <dsp:cNvPr id="0" name=""/>
        <dsp:cNvSpPr/>
      </dsp:nvSpPr>
      <dsp:spPr>
        <a:xfrm>
          <a:off x="0" y="4226036"/>
          <a:ext cx="7886700" cy="13891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kern="1200"/>
            <a:t>Dataset not covering all the signs across the country</a:t>
          </a:r>
        </a:p>
      </dsp:txBody>
      <dsp:txXfrm>
        <a:off x="0" y="4226036"/>
        <a:ext cx="7886700" cy="13891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D62A5-58EE-48C8-8028-EA312F569D15}">
      <dsp:nvSpPr>
        <dsp:cNvPr id="0" name=""/>
        <dsp:cNvSpPr/>
      </dsp:nvSpPr>
      <dsp:spPr>
        <a:xfrm>
          <a:off x="0" y="2296"/>
          <a:ext cx="7886700" cy="11639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5910F8-672D-414E-BA6C-5409766B6828}">
      <dsp:nvSpPr>
        <dsp:cNvPr id="0" name=""/>
        <dsp:cNvSpPr/>
      </dsp:nvSpPr>
      <dsp:spPr>
        <a:xfrm>
          <a:off x="352081" y="264175"/>
          <a:ext cx="640148" cy="6401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67401B-DCFB-444D-8C57-0ACD27FE3C39}">
      <dsp:nvSpPr>
        <dsp:cNvPr id="0" name=""/>
        <dsp:cNvSpPr/>
      </dsp:nvSpPr>
      <dsp:spPr>
        <a:xfrm>
          <a:off x="1344312" y="2296"/>
          <a:ext cx="6542387" cy="1163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180" tIns="123180" rIns="123180" bIns="123180" numCol="1" spcCol="1270" anchor="ctr" anchorCtr="0">
          <a:noAutofit/>
        </a:bodyPr>
        <a:lstStyle/>
        <a:p>
          <a:pPr marL="0" lvl="0" indent="0" algn="l" defTabSz="977900">
            <a:lnSpc>
              <a:spcPct val="100000"/>
            </a:lnSpc>
            <a:spcBef>
              <a:spcPct val="0"/>
            </a:spcBef>
            <a:spcAft>
              <a:spcPct val="35000"/>
            </a:spcAft>
            <a:buNone/>
          </a:pPr>
          <a:r>
            <a:rPr lang="en-GB" sz="2200" kern="1200"/>
            <a:t>Develop balanced and larger dataset</a:t>
          </a:r>
          <a:endParaRPr lang="en-US" sz="2200" kern="1200"/>
        </a:p>
      </dsp:txBody>
      <dsp:txXfrm>
        <a:off x="1344312" y="2296"/>
        <a:ext cx="6542387" cy="1163906"/>
      </dsp:txXfrm>
    </dsp:sp>
    <dsp:sp modelId="{1B285918-BC55-4720-8789-F894FF885916}">
      <dsp:nvSpPr>
        <dsp:cNvPr id="0" name=""/>
        <dsp:cNvSpPr/>
      </dsp:nvSpPr>
      <dsp:spPr>
        <a:xfrm>
          <a:off x="0" y="1457180"/>
          <a:ext cx="7886700" cy="11639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8FA276-0F36-4732-86E1-7AAF22181DE0}">
      <dsp:nvSpPr>
        <dsp:cNvPr id="0" name=""/>
        <dsp:cNvSpPr/>
      </dsp:nvSpPr>
      <dsp:spPr>
        <a:xfrm>
          <a:off x="352081" y="1719059"/>
          <a:ext cx="640148" cy="6401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17B351-ADBC-49A1-8082-5A8086AD62AC}">
      <dsp:nvSpPr>
        <dsp:cNvPr id="0" name=""/>
        <dsp:cNvSpPr/>
      </dsp:nvSpPr>
      <dsp:spPr>
        <a:xfrm>
          <a:off x="1344312" y="1457180"/>
          <a:ext cx="6542387" cy="1163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180" tIns="123180" rIns="123180" bIns="123180" numCol="1" spcCol="1270" anchor="ctr" anchorCtr="0">
          <a:noAutofit/>
        </a:bodyPr>
        <a:lstStyle/>
        <a:p>
          <a:pPr marL="0" lvl="0" indent="0" algn="l" defTabSz="977900">
            <a:lnSpc>
              <a:spcPct val="100000"/>
            </a:lnSpc>
            <a:spcBef>
              <a:spcPct val="0"/>
            </a:spcBef>
            <a:spcAft>
              <a:spcPct val="35000"/>
            </a:spcAft>
            <a:buNone/>
          </a:pPr>
          <a:r>
            <a:rPr lang="en-GB" sz="2200" kern="1200"/>
            <a:t>Evaluate performance under varied weather &amp; lighting conditions</a:t>
          </a:r>
          <a:endParaRPr lang="en-US" sz="2200" kern="1200"/>
        </a:p>
      </dsp:txBody>
      <dsp:txXfrm>
        <a:off x="1344312" y="1457180"/>
        <a:ext cx="6542387" cy="1163906"/>
      </dsp:txXfrm>
    </dsp:sp>
    <dsp:sp modelId="{60236436-47BC-4EFB-81CB-02AAC79D884F}">
      <dsp:nvSpPr>
        <dsp:cNvPr id="0" name=""/>
        <dsp:cNvSpPr/>
      </dsp:nvSpPr>
      <dsp:spPr>
        <a:xfrm>
          <a:off x="0" y="2912063"/>
          <a:ext cx="7886700" cy="11639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F6EA24-460C-4D16-9D31-672E9679AB9D}">
      <dsp:nvSpPr>
        <dsp:cNvPr id="0" name=""/>
        <dsp:cNvSpPr/>
      </dsp:nvSpPr>
      <dsp:spPr>
        <a:xfrm>
          <a:off x="352081" y="3173942"/>
          <a:ext cx="640148" cy="6401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B724DD-6F4B-48D6-A377-4C3C6921DEB3}">
      <dsp:nvSpPr>
        <dsp:cNvPr id="0" name=""/>
        <dsp:cNvSpPr/>
      </dsp:nvSpPr>
      <dsp:spPr>
        <a:xfrm>
          <a:off x="1344312" y="2912063"/>
          <a:ext cx="6542387" cy="1163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180" tIns="123180" rIns="123180" bIns="123180" numCol="1" spcCol="1270" anchor="ctr" anchorCtr="0">
          <a:noAutofit/>
        </a:bodyPr>
        <a:lstStyle/>
        <a:p>
          <a:pPr marL="0" lvl="0" indent="0" algn="l" defTabSz="977900">
            <a:lnSpc>
              <a:spcPct val="100000"/>
            </a:lnSpc>
            <a:spcBef>
              <a:spcPct val="0"/>
            </a:spcBef>
            <a:spcAft>
              <a:spcPct val="35000"/>
            </a:spcAft>
            <a:buNone/>
          </a:pPr>
          <a:r>
            <a:rPr lang="en-GB" sz="2200" kern="1200"/>
            <a:t>Optimize for deployment on edge devices (Jetson, Raspberry Pi)</a:t>
          </a:r>
          <a:endParaRPr lang="en-US" sz="2200" kern="1200"/>
        </a:p>
      </dsp:txBody>
      <dsp:txXfrm>
        <a:off x="1344312" y="2912063"/>
        <a:ext cx="6542387" cy="1163906"/>
      </dsp:txXfrm>
    </dsp:sp>
    <dsp:sp modelId="{1A61A6E4-3795-43CE-BFD3-3F9DE81113D1}">
      <dsp:nvSpPr>
        <dsp:cNvPr id="0" name=""/>
        <dsp:cNvSpPr/>
      </dsp:nvSpPr>
      <dsp:spPr>
        <a:xfrm>
          <a:off x="0" y="4366947"/>
          <a:ext cx="7886700" cy="116390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022165-DF3D-475D-8164-5ADD8F6E5A98}">
      <dsp:nvSpPr>
        <dsp:cNvPr id="0" name=""/>
        <dsp:cNvSpPr/>
      </dsp:nvSpPr>
      <dsp:spPr>
        <a:xfrm>
          <a:off x="352081" y="4628826"/>
          <a:ext cx="640148" cy="64014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BD5A76-F6A1-4FD8-AFC7-FA42844E11E0}">
      <dsp:nvSpPr>
        <dsp:cNvPr id="0" name=""/>
        <dsp:cNvSpPr/>
      </dsp:nvSpPr>
      <dsp:spPr>
        <a:xfrm>
          <a:off x="1344312" y="4366947"/>
          <a:ext cx="6542387" cy="11639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180" tIns="123180" rIns="123180" bIns="123180" numCol="1" spcCol="1270" anchor="ctr" anchorCtr="0">
          <a:noAutofit/>
        </a:bodyPr>
        <a:lstStyle/>
        <a:p>
          <a:pPr marL="0" lvl="0" indent="0" algn="l" defTabSz="977900">
            <a:lnSpc>
              <a:spcPct val="100000"/>
            </a:lnSpc>
            <a:spcBef>
              <a:spcPct val="0"/>
            </a:spcBef>
            <a:spcAft>
              <a:spcPct val="35000"/>
            </a:spcAft>
            <a:buNone/>
          </a:pPr>
          <a:r>
            <a:rPr lang="en-US" sz="2200" kern="1200"/>
            <a:t>Fine-tune models for local dataset</a:t>
          </a:r>
        </a:p>
      </dsp:txBody>
      <dsp:txXfrm>
        <a:off x="1344312" y="4366947"/>
        <a:ext cx="6542387" cy="116390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A86824-DCB8-4562-B316-342E56660219}">
      <dsp:nvSpPr>
        <dsp:cNvPr id="0" name=""/>
        <dsp:cNvSpPr/>
      </dsp:nvSpPr>
      <dsp:spPr>
        <a:xfrm>
          <a:off x="0" y="531"/>
          <a:ext cx="7886700"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117951-3D33-4AA8-AED5-A9F36E2EDD30}">
      <dsp:nvSpPr>
        <dsp:cNvPr id="0" name=""/>
        <dsp:cNvSpPr/>
      </dsp:nvSpPr>
      <dsp:spPr>
        <a:xfrm>
          <a:off x="0" y="531"/>
          <a:ext cx="7886700" cy="87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kern="1200" dirty="0"/>
            <a:t>The research identified YOLOv8 as the best-performing model for Sri Lankan traffic sign detection.</a:t>
          </a:r>
          <a:endParaRPr lang="en-US" sz="2500" kern="1200" dirty="0"/>
        </a:p>
      </dsp:txBody>
      <dsp:txXfrm>
        <a:off x="0" y="531"/>
        <a:ext cx="7886700" cy="870296"/>
      </dsp:txXfrm>
    </dsp:sp>
    <dsp:sp modelId="{772CE250-6686-49D9-8B3E-D2A836DAC8BB}">
      <dsp:nvSpPr>
        <dsp:cNvPr id="0" name=""/>
        <dsp:cNvSpPr/>
      </dsp:nvSpPr>
      <dsp:spPr>
        <a:xfrm>
          <a:off x="0" y="870827"/>
          <a:ext cx="7886700"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853CF9-4C2E-4496-8595-747BAD300C73}">
      <dsp:nvSpPr>
        <dsp:cNvPr id="0" name=""/>
        <dsp:cNvSpPr/>
      </dsp:nvSpPr>
      <dsp:spPr>
        <a:xfrm>
          <a:off x="0" y="870827"/>
          <a:ext cx="7886700" cy="87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kern="1200" dirty="0"/>
            <a:t>Hypothesis testing confirmed YOLOv8’s superior performance over the other models.</a:t>
          </a:r>
          <a:endParaRPr lang="en-US" sz="2500" kern="1200" dirty="0"/>
        </a:p>
      </dsp:txBody>
      <dsp:txXfrm>
        <a:off x="0" y="870827"/>
        <a:ext cx="7886700" cy="870296"/>
      </dsp:txXfrm>
    </dsp:sp>
    <dsp:sp modelId="{16A6389D-2DAF-46C4-856D-95D2192E86A5}">
      <dsp:nvSpPr>
        <dsp:cNvPr id="0" name=""/>
        <dsp:cNvSpPr/>
      </dsp:nvSpPr>
      <dsp:spPr>
        <a:xfrm>
          <a:off x="0" y="1741123"/>
          <a:ext cx="7886700"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2E9D2C-39C7-4BE1-AD40-CBDB09531F49}">
      <dsp:nvSpPr>
        <dsp:cNvPr id="0" name=""/>
        <dsp:cNvSpPr/>
      </dsp:nvSpPr>
      <dsp:spPr>
        <a:xfrm>
          <a:off x="0" y="1741123"/>
          <a:ext cx="7886700" cy="87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kern="1200" dirty="0"/>
            <a:t>A real-time detection system using YOLOv8 and Streamlit was successfully developed.</a:t>
          </a:r>
          <a:endParaRPr lang="en-US" sz="2500" kern="1200" dirty="0"/>
        </a:p>
      </dsp:txBody>
      <dsp:txXfrm>
        <a:off x="0" y="1741123"/>
        <a:ext cx="7886700" cy="870296"/>
      </dsp:txXfrm>
    </dsp:sp>
    <dsp:sp modelId="{340624C4-6E89-465B-BFEC-74E50720F53B}">
      <dsp:nvSpPr>
        <dsp:cNvPr id="0" name=""/>
        <dsp:cNvSpPr/>
      </dsp:nvSpPr>
      <dsp:spPr>
        <a:xfrm>
          <a:off x="0" y="2611420"/>
          <a:ext cx="7886700"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28A433-4147-4902-96C0-F8F61F157ABD}">
      <dsp:nvSpPr>
        <dsp:cNvPr id="0" name=""/>
        <dsp:cNvSpPr/>
      </dsp:nvSpPr>
      <dsp:spPr>
        <a:xfrm>
          <a:off x="0" y="2611420"/>
          <a:ext cx="7886700" cy="87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GB" sz="2500" kern="1200" dirty="0"/>
            <a:t>The study supports the application of AI in road safety and intelligent transportation systems in Sri Lanka.</a:t>
          </a:r>
          <a:endParaRPr lang="en-US" sz="2500" kern="1200" dirty="0"/>
        </a:p>
      </dsp:txBody>
      <dsp:txXfrm>
        <a:off x="0" y="2611420"/>
        <a:ext cx="7886700" cy="870296"/>
      </dsp:txXfrm>
    </dsp:sp>
    <dsp:sp modelId="{61E48288-8FF4-4515-B9A9-7A1B8035474A}">
      <dsp:nvSpPr>
        <dsp:cNvPr id="0" name=""/>
        <dsp:cNvSpPr/>
      </dsp:nvSpPr>
      <dsp:spPr>
        <a:xfrm>
          <a:off x="0" y="3481716"/>
          <a:ext cx="7886700"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78279C-00BE-4364-B8B2-68739C4CE061}">
      <dsp:nvSpPr>
        <dsp:cNvPr id="0" name=""/>
        <dsp:cNvSpPr/>
      </dsp:nvSpPr>
      <dsp:spPr>
        <a:xfrm>
          <a:off x="0" y="3481716"/>
          <a:ext cx="7886700" cy="87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endParaRPr lang="en-US" sz="2500" kern="1200" dirty="0"/>
        </a:p>
      </dsp:txBody>
      <dsp:txXfrm>
        <a:off x="0" y="3481716"/>
        <a:ext cx="7886700" cy="87029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5AEE48-3EEF-4DA2-BEBE-93CA9C2F3890}" type="datetimeFigureOut">
              <a:rPr lang="en-US" smtClean="0"/>
              <a:t>8/13/2025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A6C2AB-DC89-436C-A83C-5E1EE7329A7C}" type="slidenum">
              <a:rPr lang="en-US" smtClean="0"/>
              <a:t>‹#›</a:t>
            </a:fld>
            <a:endParaRPr lang="en-US"/>
          </a:p>
        </p:txBody>
      </p:sp>
    </p:spTree>
    <p:extLst>
      <p:ext uri="{BB962C8B-B14F-4D97-AF65-F5344CB8AC3E}">
        <p14:creationId xmlns:p14="http://schemas.microsoft.com/office/powerpoint/2010/main" val="386046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am MN. Sihanas, and today I will be presenting my completed research project titled </a:t>
            </a:r>
            <a:r>
              <a:rPr lang="en-GB" i="1" dirty="0"/>
              <a:t>‘Evaluating the Performance of Object Detection Models for Accurate Sri Lankan Traffic Sign Detection’</a:t>
            </a:r>
            <a:r>
              <a:rPr lang="en-GB" dirty="0"/>
              <a:t>.</a:t>
            </a:r>
          </a:p>
          <a:p>
            <a:endParaRPr lang="en-GB" dirty="0"/>
          </a:p>
          <a:p>
            <a:r>
              <a:rPr lang="en-GB" dirty="0"/>
              <a:t> This research was conducted as part of my Higher National Diploma in Computing, under the guidance of my supervisor, Mrs. NF. Mafaza. And Mrs. ALF. Sajeetha.”</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a:t>
            </a:fld>
            <a:endParaRPr lang="en-US"/>
          </a:p>
        </p:txBody>
      </p:sp>
    </p:spTree>
    <p:extLst>
      <p:ext uri="{BB962C8B-B14F-4D97-AF65-F5344CB8AC3E}">
        <p14:creationId xmlns:p14="http://schemas.microsoft.com/office/powerpoint/2010/main" val="2243945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are the main topics that I will cover in this presentation</a:t>
            </a:r>
          </a:p>
        </p:txBody>
      </p:sp>
      <p:sp>
        <p:nvSpPr>
          <p:cNvPr id="4" name="Slide Number Placeholder 3"/>
          <p:cNvSpPr>
            <a:spLocks noGrp="1"/>
          </p:cNvSpPr>
          <p:nvPr>
            <p:ph type="sldNum" sz="quarter" idx="10"/>
          </p:nvPr>
        </p:nvSpPr>
        <p:spPr/>
        <p:txBody>
          <a:bodyPr/>
          <a:lstStyle/>
          <a:p>
            <a:fld id="{B0A6C2AB-DC89-436C-A83C-5E1EE7329A7C}" type="slidenum">
              <a:rPr lang="en-US" smtClean="0"/>
              <a:t>2</a:t>
            </a:fld>
            <a:endParaRPr lang="en-US"/>
          </a:p>
        </p:txBody>
      </p:sp>
    </p:spTree>
    <p:extLst>
      <p:ext uri="{BB962C8B-B14F-4D97-AF65-F5344CB8AC3E}">
        <p14:creationId xmlns:p14="http://schemas.microsoft.com/office/powerpoint/2010/main" val="2854307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give you a small introduction about this study.</a:t>
            </a:r>
          </a:p>
        </p:txBody>
      </p:sp>
      <p:sp>
        <p:nvSpPr>
          <p:cNvPr id="4" name="Slide Number Placeholder 3"/>
          <p:cNvSpPr>
            <a:spLocks noGrp="1"/>
          </p:cNvSpPr>
          <p:nvPr>
            <p:ph type="sldNum" sz="quarter" idx="5"/>
          </p:nvPr>
        </p:nvSpPr>
        <p:spPr/>
        <p:txBody>
          <a:bodyPr/>
          <a:lstStyle/>
          <a:p>
            <a:fld id="{B0A6C2AB-DC89-436C-A83C-5E1EE7329A7C}" type="slidenum">
              <a:rPr lang="en-US" smtClean="0"/>
              <a:t>3</a:t>
            </a:fld>
            <a:endParaRPr lang="en-US"/>
          </a:p>
        </p:txBody>
      </p:sp>
    </p:spTree>
    <p:extLst>
      <p:ext uri="{BB962C8B-B14F-4D97-AF65-F5344CB8AC3E}">
        <p14:creationId xmlns:p14="http://schemas.microsoft.com/office/powerpoint/2010/main" val="2512973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study focuses on the importance of traffic sign detection in AI and computer vision applications, particularly for Sri Lanka’s road systems.</a:t>
            </a:r>
          </a:p>
          <a:p>
            <a:endParaRPr lang="en-GB" dirty="0"/>
          </a:p>
          <a:p>
            <a:r>
              <a:rPr lang="en-GB" dirty="0"/>
              <a:t> I compared three well-known object detection models — YOLOv8, Faster R-CNN, and SSD — using mAP and F1-score metrics, with the aim of identifying the best performer for Sri Lankan traffic sign detection.”</a:t>
            </a:r>
          </a:p>
        </p:txBody>
      </p:sp>
      <p:sp>
        <p:nvSpPr>
          <p:cNvPr id="4" name="Slide Number Placeholder 3"/>
          <p:cNvSpPr>
            <a:spLocks noGrp="1"/>
          </p:cNvSpPr>
          <p:nvPr>
            <p:ph type="sldNum" sz="quarter" idx="10"/>
          </p:nvPr>
        </p:nvSpPr>
        <p:spPr/>
        <p:txBody>
          <a:bodyPr/>
          <a:lstStyle/>
          <a:p>
            <a:fld id="{B0A6C2AB-DC89-436C-A83C-5E1EE7329A7C}" type="slidenum">
              <a:rPr lang="en-US" smtClean="0"/>
              <a:t>4</a:t>
            </a:fld>
            <a:endParaRPr lang="en-US"/>
          </a:p>
        </p:txBody>
      </p:sp>
    </p:spTree>
    <p:extLst>
      <p:ext uri="{BB962C8B-B14F-4D97-AF65-F5344CB8AC3E}">
        <p14:creationId xmlns:p14="http://schemas.microsoft.com/office/powerpoint/2010/main" val="972309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see the background of this research.</a:t>
            </a:r>
          </a:p>
        </p:txBody>
      </p:sp>
      <p:sp>
        <p:nvSpPr>
          <p:cNvPr id="4" name="Slide Number Placeholder 3"/>
          <p:cNvSpPr>
            <a:spLocks noGrp="1"/>
          </p:cNvSpPr>
          <p:nvPr>
            <p:ph type="sldNum" sz="quarter" idx="5"/>
          </p:nvPr>
        </p:nvSpPr>
        <p:spPr/>
        <p:txBody>
          <a:bodyPr/>
          <a:lstStyle/>
          <a:p>
            <a:fld id="{B0A6C2AB-DC89-436C-A83C-5E1EE7329A7C}" type="slidenum">
              <a:rPr lang="en-US" smtClean="0"/>
              <a:t>5</a:t>
            </a:fld>
            <a:endParaRPr lang="en-US"/>
          </a:p>
        </p:txBody>
      </p:sp>
    </p:spTree>
    <p:extLst>
      <p:ext uri="{BB962C8B-B14F-4D97-AF65-F5344CB8AC3E}">
        <p14:creationId xmlns:p14="http://schemas.microsoft.com/office/powerpoint/2010/main" val="3164357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61119-D9DE-9B20-E7F7-1FAE85693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84B0BF-B3A9-531C-FD03-1D226EAD39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FB169-DB4A-F908-EA99-0DA9323582B5}"/>
              </a:ext>
            </a:extLst>
          </p:cNvPr>
          <p:cNvSpPr>
            <a:spLocks noGrp="1"/>
          </p:cNvSpPr>
          <p:nvPr>
            <p:ph type="body" idx="1"/>
          </p:nvPr>
        </p:nvSpPr>
        <p:spPr/>
        <p:txBody>
          <a:bodyPr/>
          <a:lstStyle/>
          <a:p>
            <a:r>
              <a:rPr lang="en-GB" dirty="0"/>
              <a:t>“Globally, autonomous vehicles and driver assistance systems are gaining importance, and reliable traffic sign detection is a key requirement for both road safety and autonomy. </a:t>
            </a:r>
          </a:p>
          <a:p>
            <a:endParaRPr lang="en-GB" dirty="0"/>
          </a:p>
          <a:p>
            <a:r>
              <a:rPr lang="en-GB" dirty="0"/>
              <a:t>However, the performance of object detection models can vary under different conditions, especially in real-world scenarios. </a:t>
            </a:r>
          </a:p>
          <a:p>
            <a:endParaRPr lang="en-GB" dirty="0"/>
          </a:p>
          <a:p>
            <a:r>
              <a:rPr lang="en-GB" dirty="0"/>
              <a:t>Very few comparative studies have evaluated these models specifically on Sri Lankan traffic signs. </a:t>
            </a:r>
          </a:p>
          <a:p>
            <a:endParaRPr lang="en-GB" dirty="0"/>
          </a:p>
          <a:p>
            <a:r>
              <a:rPr lang="en-GB" dirty="0"/>
              <a:t>This study addresses that gap by evaluating selected model in our local context.”</a:t>
            </a:r>
          </a:p>
        </p:txBody>
      </p:sp>
      <p:sp>
        <p:nvSpPr>
          <p:cNvPr id="4" name="Slide Number Placeholder 3">
            <a:extLst>
              <a:ext uri="{FF2B5EF4-FFF2-40B4-BE49-F238E27FC236}">
                <a16:creationId xmlns:a16="http://schemas.microsoft.com/office/drawing/2014/main" id="{25533496-F0D1-E40C-4B7B-1EDE761AFF3B}"/>
              </a:ext>
            </a:extLst>
          </p:cNvPr>
          <p:cNvSpPr>
            <a:spLocks noGrp="1"/>
          </p:cNvSpPr>
          <p:nvPr>
            <p:ph type="sldNum" sz="quarter" idx="10"/>
          </p:nvPr>
        </p:nvSpPr>
        <p:spPr/>
        <p:txBody>
          <a:bodyPr/>
          <a:lstStyle/>
          <a:p>
            <a:fld id="{B0A6C2AB-DC89-436C-A83C-5E1EE7329A7C}" type="slidenum">
              <a:rPr lang="en-US" smtClean="0"/>
              <a:t>6</a:t>
            </a:fld>
            <a:endParaRPr lang="en-US"/>
          </a:p>
        </p:txBody>
      </p:sp>
    </p:spTree>
    <p:extLst>
      <p:ext uri="{BB962C8B-B14F-4D97-AF65-F5344CB8AC3E}">
        <p14:creationId xmlns:p14="http://schemas.microsoft.com/office/powerpoint/2010/main" val="2637761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focus on the problem statement.</a:t>
            </a:r>
          </a:p>
        </p:txBody>
      </p:sp>
      <p:sp>
        <p:nvSpPr>
          <p:cNvPr id="4" name="Slide Number Placeholder 3"/>
          <p:cNvSpPr>
            <a:spLocks noGrp="1"/>
          </p:cNvSpPr>
          <p:nvPr>
            <p:ph type="sldNum" sz="quarter" idx="5"/>
          </p:nvPr>
        </p:nvSpPr>
        <p:spPr/>
        <p:txBody>
          <a:bodyPr/>
          <a:lstStyle/>
          <a:p>
            <a:fld id="{B0A6C2AB-DC89-436C-A83C-5E1EE7329A7C}" type="slidenum">
              <a:rPr lang="en-US" smtClean="0"/>
              <a:t>7</a:t>
            </a:fld>
            <a:endParaRPr lang="en-US"/>
          </a:p>
        </p:txBody>
      </p:sp>
    </p:spTree>
    <p:extLst>
      <p:ext uri="{BB962C8B-B14F-4D97-AF65-F5344CB8AC3E}">
        <p14:creationId xmlns:p14="http://schemas.microsoft.com/office/powerpoint/2010/main" val="3835205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“There’s a lack of comparative studies evaluating the accuracy of object detection models on Sri Lankan road signs. This inconsistency makes it hard to choose a reliable algorithm for autonomous vehicles. So, this study directly compares the models to identify which performs most accurately in our context.”</a:t>
            </a:r>
          </a:p>
        </p:txBody>
      </p:sp>
      <p:sp>
        <p:nvSpPr>
          <p:cNvPr id="4" name="Slide Number Placeholder 3"/>
          <p:cNvSpPr>
            <a:spLocks noGrp="1"/>
          </p:cNvSpPr>
          <p:nvPr>
            <p:ph type="sldNum" sz="quarter" idx="10"/>
          </p:nvPr>
        </p:nvSpPr>
        <p:spPr/>
        <p:txBody>
          <a:bodyPr/>
          <a:lstStyle/>
          <a:p>
            <a:fld id="{B0A6C2AB-DC89-436C-A83C-5E1EE7329A7C}" type="slidenum">
              <a:rPr lang="en-US" smtClean="0"/>
              <a:t>8</a:t>
            </a:fld>
            <a:endParaRPr lang="en-US"/>
          </a:p>
        </p:txBody>
      </p:sp>
    </p:spTree>
    <p:extLst>
      <p:ext uri="{BB962C8B-B14F-4D97-AF65-F5344CB8AC3E}">
        <p14:creationId xmlns:p14="http://schemas.microsoft.com/office/powerpoint/2010/main" val="1956644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9</a:t>
            </a:fld>
            <a:endParaRPr lang="en-US"/>
          </a:p>
        </p:txBody>
      </p:sp>
    </p:spTree>
    <p:extLst>
      <p:ext uri="{BB962C8B-B14F-4D97-AF65-F5344CB8AC3E}">
        <p14:creationId xmlns:p14="http://schemas.microsoft.com/office/powerpoint/2010/main" val="27212731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key research question driving this study is: Which object detection model among the three, achieves the highest accuracy in detecting Sri Lankan traffic signs, as measured by mean Average Precision, and f1 score?</a:t>
            </a:r>
          </a:p>
          <a:p>
            <a:br>
              <a:rPr lang="en-GB" dirty="0"/>
            </a:br>
            <a:r>
              <a:rPr lang="en-GB" dirty="0"/>
              <a:t> the alternative hypothesis stated that YOLOv8 would achieve the highest combined performance based on mAP and F1-score. My results, which I will present shortly, confirmed the alternative hypothesis.”</a:t>
            </a:r>
            <a:br>
              <a:rPr lang="en-GB" dirty="0"/>
            </a:br>
            <a:endParaRPr lang="en-GB" dirty="0"/>
          </a:p>
          <a:p>
            <a:r>
              <a:rPr lang="en-GB" dirty="0"/>
              <a:t>In this study </a:t>
            </a:r>
            <a:r>
              <a:rPr lang="en-GB" dirty="0" err="1"/>
              <a:t>meanAveragePrecision</a:t>
            </a:r>
            <a:r>
              <a:rPr lang="en-GB" dirty="0"/>
              <a:t>  and F1-Score will be the dependant variables and independent variable are going to be the selected models.</a:t>
            </a:r>
          </a:p>
        </p:txBody>
      </p:sp>
      <p:sp>
        <p:nvSpPr>
          <p:cNvPr id="4" name="Slide Number Placeholder 3"/>
          <p:cNvSpPr>
            <a:spLocks noGrp="1"/>
          </p:cNvSpPr>
          <p:nvPr>
            <p:ph type="sldNum" sz="quarter" idx="10"/>
          </p:nvPr>
        </p:nvSpPr>
        <p:spPr/>
        <p:txBody>
          <a:bodyPr/>
          <a:lstStyle/>
          <a:p>
            <a:fld id="{B0A6C2AB-DC89-436C-A83C-5E1EE7329A7C}" type="slidenum">
              <a:rPr lang="en-US" smtClean="0"/>
              <a:t>10</a:t>
            </a:fld>
            <a:endParaRPr lang="en-US"/>
          </a:p>
        </p:txBody>
      </p:sp>
    </p:spTree>
    <p:extLst>
      <p:ext uri="{BB962C8B-B14F-4D97-AF65-F5344CB8AC3E}">
        <p14:creationId xmlns:p14="http://schemas.microsoft.com/office/powerpoint/2010/main" val="3922665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study I used the </a:t>
            </a:r>
            <a:r>
              <a:rPr lang="en-US" dirty="0" err="1"/>
              <a:t>the</a:t>
            </a:r>
            <a:r>
              <a:rPr lang="en-US" dirty="0"/>
              <a:t> quantitative research design, as our focus is on measuring numerical performance values.</a:t>
            </a:r>
          </a:p>
          <a:p>
            <a:endParaRPr lang="en-US" dirty="0"/>
          </a:p>
          <a:p>
            <a:r>
              <a:rPr lang="en-US" dirty="0"/>
              <a:t>The data collection method involves using a secondary dataset. Which was collected from Roboflow which was properly labeled and pre-processed.</a:t>
            </a:r>
          </a:p>
          <a:p>
            <a:endParaRPr lang="en-US" dirty="0"/>
          </a:p>
          <a:p>
            <a:r>
              <a:rPr lang="en-US" dirty="0"/>
              <a:t>To assess these models, I analyzed the performance using mean Average Precision and f1 score, which is a widely used metrics for these kind of task.</a:t>
            </a:r>
          </a:p>
          <a:p>
            <a:endParaRPr lang="en-US" dirty="0"/>
          </a:p>
          <a:p>
            <a:r>
              <a:rPr lang="en-GB" dirty="0"/>
              <a:t>Finally, I compared the models based on their mAP scores and analyze the results to identify the most effective model. And developed a system to show the usability.</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12</a:t>
            </a:fld>
            <a:endParaRPr lang="en-US"/>
          </a:p>
        </p:txBody>
      </p:sp>
    </p:spTree>
    <p:extLst>
      <p:ext uri="{BB962C8B-B14F-4D97-AF65-F5344CB8AC3E}">
        <p14:creationId xmlns:p14="http://schemas.microsoft.com/office/powerpoint/2010/main" val="3728361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diagram summarizes my research workflow. </a:t>
            </a:r>
          </a:p>
          <a:p>
            <a:endParaRPr lang="en-GB" dirty="0"/>
          </a:p>
          <a:p>
            <a:r>
              <a:rPr lang="en-GB" dirty="0"/>
              <a:t>I began with research planning, preliminary studies, and literature review.</a:t>
            </a:r>
          </a:p>
          <a:p>
            <a:endParaRPr lang="en-GB" dirty="0"/>
          </a:p>
          <a:p>
            <a:r>
              <a:rPr lang="en-GB"/>
              <a:t>then I </a:t>
            </a:r>
            <a:r>
              <a:rPr lang="en-GB" dirty="0"/>
              <a:t>gathered the Sri Lankan traffic sign dataset, arranging annotation formats suitable for all three models, followed by training and testing each model.</a:t>
            </a:r>
          </a:p>
          <a:p>
            <a:endParaRPr lang="en-GB" dirty="0"/>
          </a:p>
          <a:p>
            <a:r>
              <a:rPr lang="en-GB" dirty="0"/>
              <a:t>After evaluation and comparison, I selected the best performer and developed a real-time detection application to demonstrate its practical usability, finally the documentation.”</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14</a:t>
            </a:fld>
            <a:endParaRPr lang="en-US"/>
          </a:p>
        </p:txBody>
      </p:sp>
    </p:spTree>
    <p:extLst>
      <p:ext uri="{BB962C8B-B14F-4D97-AF65-F5344CB8AC3E}">
        <p14:creationId xmlns:p14="http://schemas.microsoft.com/office/powerpoint/2010/main" val="1790231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reviewed related studies to understand their methods and results. This helps us identify gaps and guides our own approach. I'll briefly go over the main points from these papers.”</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15</a:t>
            </a:fld>
            <a:endParaRPr lang="en-US"/>
          </a:p>
        </p:txBody>
      </p:sp>
    </p:spTree>
    <p:extLst>
      <p:ext uri="{BB962C8B-B14F-4D97-AF65-F5344CB8AC3E}">
        <p14:creationId xmlns:p14="http://schemas.microsoft.com/office/powerpoint/2010/main" val="24248158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study compared state-of-the-art detectors under different conditions. It found that YOLOv8 and YOLOv9 performed the best in real time, while RTMDet was a balance of speed and accuracy. However, their evaluation was not done with a region-specific dataset, which is a gap we aim to fill.”</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16</a:t>
            </a:fld>
            <a:endParaRPr lang="en-US"/>
          </a:p>
        </p:txBody>
      </p:sp>
    </p:spTree>
    <p:extLst>
      <p:ext uri="{BB962C8B-B14F-4D97-AF65-F5344CB8AC3E}">
        <p14:creationId xmlns:p14="http://schemas.microsoft.com/office/powerpoint/2010/main" val="589827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paper improved Sparse R-CNN by adding Res2Nest and DIIH modules. This resulted in higher mAP and robustness — especially for small signs. However, their method comes with higher computational cost and it was not evaluated with a Sri Lankan dataset.”</a:t>
            </a:r>
          </a:p>
          <a:p>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17</a:t>
            </a:fld>
            <a:endParaRPr lang="en-US"/>
          </a:p>
        </p:txBody>
      </p:sp>
    </p:spTree>
    <p:extLst>
      <p:ext uri="{BB962C8B-B14F-4D97-AF65-F5344CB8AC3E}">
        <p14:creationId xmlns:p14="http://schemas.microsoft.com/office/powerpoint/2010/main" val="33317554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study evaluated a range of detectors. CenterNet and Cascade R-CNN performed well, especially with small signals, while Faster R-CNN and YOLOv3 fell slightly behind. However, their evaluation was not performed under adverse conditions or with a country-specific dataset.”</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18</a:t>
            </a:fld>
            <a:endParaRPr lang="en-US"/>
          </a:p>
        </p:txBody>
      </p:sp>
    </p:spTree>
    <p:extLst>
      <p:ext uri="{BB962C8B-B14F-4D97-AF65-F5344CB8AC3E}">
        <p14:creationId xmlns:p14="http://schemas.microsoft.com/office/powerpoint/2010/main" val="3420693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8F11A-B322-BEE1-5E0B-F18FEB139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311EE5-B02C-2E07-0BC5-B8EFEFFF30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80483-D3EC-AB8B-5D73-7D36E6FC7200}"/>
              </a:ext>
            </a:extLst>
          </p:cNvPr>
          <p:cNvSpPr>
            <a:spLocks noGrp="1"/>
          </p:cNvSpPr>
          <p:nvPr>
            <p:ph type="body" idx="1"/>
          </p:nvPr>
        </p:nvSpPr>
        <p:spPr/>
        <p:txBody>
          <a:bodyPr/>
          <a:lstStyle/>
          <a:p>
            <a:r>
              <a:rPr lang="en-GB" dirty="0"/>
              <a:t>“The selected dataset comes from Roboflow. It includes 5,404 images divided into training, validation, and testing sets. We have 36 classes of road signs in total. Annotations are provided in VOC and TXT format, following standard practices. The images show different lighting conditions and perspectives.”</a:t>
            </a:r>
          </a:p>
          <a:p>
            <a:endParaRPr lang="en-GB" dirty="0"/>
          </a:p>
          <a:p>
            <a:r>
              <a:rPr lang="en-GB" dirty="0"/>
              <a:t>Since It was sourced from a secondary dataset, it had notable class imbalance, meaning some traffic signs had more samples than others. All models were trained and tested on the same subset to ensure fairness.”</a:t>
            </a:r>
            <a:endParaRPr lang="en-US" dirty="0"/>
          </a:p>
        </p:txBody>
      </p:sp>
      <p:sp>
        <p:nvSpPr>
          <p:cNvPr id="4" name="Slide Number Placeholder 3">
            <a:extLst>
              <a:ext uri="{FF2B5EF4-FFF2-40B4-BE49-F238E27FC236}">
                <a16:creationId xmlns:a16="http://schemas.microsoft.com/office/drawing/2014/main" id="{4C7DD50D-BA16-3347-4BF4-ECF63CAE2E68}"/>
              </a:ext>
            </a:extLst>
          </p:cNvPr>
          <p:cNvSpPr>
            <a:spLocks noGrp="1"/>
          </p:cNvSpPr>
          <p:nvPr>
            <p:ph type="sldNum" sz="quarter" idx="5"/>
          </p:nvPr>
        </p:nvSpPr>
        <p:spPr/>
        <p:txBody>
          <a:bodyPr/>
          <a:lstStyle/>
          <a:p>
            <a:fld id="{B0A6C2AB-DC89-436C-A83C-5E1EE7329A7C}" type="slidenum">
              <a:rPr lang="en-US" smtClean="0"/>
              <a:t>20</a:t>
            </a:fld>
            <a:endParaRPr lang="en-US"/>
          </a:p>
        </p:txBody>
      </p:sp>
    </p:spTree>
    <p:extLst>
      <p:ext uri="{BB962C8B-B14F-4D97-AF65-F5344CB8AC3E}">
        <p14:creationId xmlns:p14="http://schemas.microsoft.com/office/powerpoint/2010/main" val="17549439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some training phase evaluations of each models,</a:t>
            </a:r>
          </a:p>
        </p:txBody>
      </p:sp>
      <p:sp>
        <p:nvSpPr>
          <p:cNvPr id="4" name="Slide Number Placeholder 3"/>
          <p:cNvSpPr>
            <a:spLocks noGrp="1"/>
          </p:cNvSpPr>
          <p:nvPr>
            <p:ph type="sldNum" sz="quarter" idx="5"/>
          </p:nvPr>
        </p:nvSpPr>
        <p:spPr/>
        <p:txBody>
          <a:bodyPr/>
          <a:lstStyle/>
          <a:p>
            <a:fld id="{B0A6C2AB-DC89-436C-A83C-5E1EE7329A7C}" type="slidenum">
              <a:rPr lang="en-US" smtClean="0"/>
              <a:t>21</a:t>
            </a:fld>
            <a:endParaRPr lang="en-US"/>
          </a:p>
        </p:txBody>
      </p:sp>
    </p:spTree>
    <p:extLst>
      <p:ext uri="{BB962C8B-B14F-4D97-AF65-F5344CB8AC3E}">
        <p14:creationId xmlns:p14="http://schemas.microsoft.com/office/powerpoint/2010/main" val="23023241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1D488-A045-63EF-820A-7BF875CDE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0FC07-B09B-2CB5-D880-7BBD372D9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244BAF-C79F-4E3F-3E62-0B4AC76875C2}"/>
              </a:ext>
            </a:extLst>
          </p:cNvPr>
          <p:cNvSpPr>
            <a:spLocks noGrp="1"/>
          </p:cNvSpPr>
          <p:nvPr>
            <p:ph type="body" idx="1"/>
          </p:nvPr>
        </p:nvSpPr>
        <p:spPr/>
        <p:txBody>
          <a:bodyPr/>
          <a:lstStyle/>
          <a:p>
            <a:r>
              <a:rPr lang="en-US" dirty="0"/>
              <a:t>yolov8</a:t>
            </a:r>
          </a:p>
        </p:txBody>
      </p:sp>
      <p:sp>
        <p:nvSpPr>
          <p:cNvPr id="4" name="Slide Number Placeholder 3">
            <a:extLst>
              <a:ext uri="{FF2B5EF4-FFF2-40B4-BE49-F238E27FC236}">
                <a16:creationId xmlns:a16="http://schemas.microsoft.com/office/drawing/2014/main" id="{34354297-51C5-81A8-2239-8E45CA306A65}"/>
              </a:ext>
            </a:extLst>
          </p:cNvPr>
          <p:cNvSpPr>
            <a:spLocks noGrp="1"/>
          </p:cNvSpPr>
          <p:nvPr>
            <p:ph type="sldNum" sz="quarter" idx="5"/>
          </p:nvPr>
        </p:nvSpPr>
        <p:spPr/>
        <p:txBody>
          <a:bodyPr/>
          <a:lstStyle/>
          <a:p>
            <a:fld id="{B0A6C2AB-DC89-436C-A83C-5E1EE7329A7C}" type="slidenum">
              <a:rPr lang="en-US" smtClean="0"/>
              <a:t>22</a:t>
            </a:fld>
            <a:endParaRPr lang="en-US"/>
          </a:p>
        </p:txBody>
      </p:sp>
    </p:spTree>
    <p:extLst>
      <p:ext uri="{BB962C8B-B14F-4D97-AF65-F5344CB8AC3E}">
        <p14:creationId xmlns:p14="http://schemas.microsoft.com/office/powerpoint/2010/main" val="22394936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0A16A-71D5-555D-8DEB-9C6BF0B08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69409-4DCB-B102-E34C-F9892AA3A5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F4750-11F1-D036-E08F-F3A2832426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E1F52D-E53B-837A-48B7-1C672FA1D826}"/>
              </a:ext>
            </a:extLst>
          </p:cNvPr>
          <p:cNvSpPr>
            <a:spLocks noGrp="1"/>
          </p:cNvSpPr>
          <p:nvPr>
            <p:ph type="sldNum" sz="quarter" idx="5"/>
          </p:nvPr>
        </p:nvSpPr>
        <p:spPr/>
        <p:txBody>
          <a:bodyPr/>
          <a:lstStyle/>
          <a:p>
            <a:fld id="{B0A6C2AB-DC89-436C-A83C-5E1EE7329A7C}" type="slidenum">
              <a:rPr lang="en-US" smtClean="0"/>
              <a:t>23</a:t>
            </a:fld>
            <a:endParaRPr lang="en-US"/>
          </a:p>
        </p:txBody>
      </p:sp>
    </p:spTree>
    <p:extLst>
      <p:ext uri="{BB962C8B-B14F-4D97-AF65-F5344CB8AC3E}">
        <p14:creationId xmlns:p14="http://schemas.microsoft.com/office/powerpoint/2010/main" val="20610443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3F673-9F29-6E33-0172-7F1EFC525F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86D84D-241C-6691-8A80-EEE4AED20D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FFB287-47BF-CC71-AD95-38074DB6D81C}"/>
              </a:ext>
            </a:extLst>
          </p:cNvPr>
          <p:cNvSpPr>
            <a:spLocks noGrp="1"/>
          </p:cNvSpPr>
          <p:nvPr>
            <p:ph type="body" idx="1"/>
          </p:nvPr>
        </p:nvSpPr>
        <p:spPr/>
        <p:txBody>
          <a:bodyPr/>
          <a:lstStyle/>
          <a:p>
            <a:r>
              <a:rPr lang="en-US" dirty="0"/>
              <a:t>These validation results are added as an evidence of training. These models are trained and tested fairly and no biases. After the training, the model from the best performed epochs from each model training are selected and then tested.</a:t>
            </a:r>
          </a:p>
        </p:txBody>
      </p:sp>
      <p:sp>
        <p:nvSpPr>
          <p:cNvPr id="4" name="Slide Number Placeholder 3">
            <a:extLst>
              <a:ext uri="{FF2B5EF4-FFF2-40B4-BE49-F238E27FC236}">
                <a16:creationId xmlns:a16="http://schemas.microsoft.com/office/drawing/2014/main" id="{A086F655-1696-3142-076C-4236C5250AC3}"/>
              </a:ext>
            </a:extLst>
          </p:cNvPr>
          <p:cNvSpPr>
            <a:spLocks noGrp="1"/>
          </p:cNvSpPr>
          <p:nvPr>
            <p:ph type="sldNum" sz="quarter" idx="5"/>
          </p:nvPr>
        </p:nvSpPr>
        <p:spPr/>
        <p:txBody>
          <a:bodyPr/>
          <a:lstStyle/>
          <a:p>
            <a:fld id="{B0A6C2AB-DC89-436C-A83C-5E1EE7329A7C}" type="slidenum">
              <a:rPr lang="en-US" smtClean="0"/>
              <a:t>24</a:t>
            </a:fld>
            <a:endParaRPr lang="en-US"/>
          </a:p>
        </p:txBody>
      </p:sp>
    </p:spTree>
    <p:extLst>
      <p:ext uri="{BB962C8B-B14F-4D97-AF65-F5344CB8AC3E}">
        <p14:creationId xmlns:p14="http://schemas.microsoft.com/office/powerpoint/2010/main" val="742047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16F78-B451-E206-FB1B-10E8DE234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DC8DAE-8C68-83C0-2754-6E1A4E8BBD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49BD7E-1F98-F640-C62C-FE78C383F102}"/>
              </a:ext>
            </a:extLst>
          </p:cNvPr>
          <p:cNvSpPr>
            <a:spLocks noGrp="1"/>
          </p:cNvSpPr>
          <p:nvPr>
            <p:ph type="body" idx="1"/>
          </p:nvPr>
        </p:nvSpPr>
        <p:spPr/>
        <p:txBody>
          <a:bodyPr/>
          <a:lstStyle/>
          <a:p>
            <a:r>
              <a:rPr lang="en-GB" dirty="0"/>
              <a:t>Here is the final model comparison results.</a:t>
            </a:r>
          </a:p>
          <a:p>
            <a:endParaRPr lang="en-GB" dirty="0"/>
          </a:p>
          <a:p>
            <a:r>
              <a:rPr lang="en-GB" dirty="0"/>
              <a:t>The results showed that YOLOv8 achieved the best overall balance between accuracy and reliability, with a mAP of 98.89% and the highest F1-score of 85.74%.</a:t>
            </a:r>
          </a:p>
          <a:p>
            <a:endParaRPr lang="en-GB" dirty="0"/>
          </a:p>
          <a:p>
            <a:r>
              <a:rPr lang="en-GB" dirty="0"/>
              <a:t>SSD300 slightly outperformed in mAP at 98.92%, but its F1-score was lower, indicating weaker balance between precision and recall. </a:t>
            </a:r>
          </a:p>
          <a:p>
            <a:endParaRPr lang="en-GB" dirty="0"/>
          </a:p>
          <a:p>
            <a:r>
              <a:rPr lang="en-GB" dirty="0"/>
              <a:t>Faster R-CNN recorded the lowest metrics in both measures. </a:t>
            </a:r>
          </a:p>
          <a:p>
            <a:endParaRPr lang="en-GB" dirty="0"/>
          </a:p>
        </p:txBody>
      </p:sp>
      <p:sp>
        <p:nvSpPr>
          <p:cNvPr id="4" name="Slide Number Placeholder 3">
            <a:extLst>
              <a:ext uri="{FF2B5EF4-FFF2-40B4-BE49-F238E27FC236}">
                <a16:creationId xmlns:a16="http://schemas.microsoft.com/office/drawing/2014/main" id="{2C5DFEA5-3663-B861-694F-2FF2B74C6E97}"/>
              </a:ext>
            </a:extLst>
          </p:cNvPr>
          <p:cNvSpPr>
            <a:spLocks noGrp="1"/>
          </p:cNvSpPr>
          <p:nvPr>
            <p:ph type="sldNum" sz="quarter" idx="5"/>
          </p:nvPr>
        </p:nvSpPr>
        <p:spPr/>
        <p:txBody>
          <a:bodyPr/>
          <a:lstStyle/>
          <a:p>
            <a:fld id="{B0A6C2AB-DC89-436C-A83C-5E1EE7329A7C}" type="slidenum">
              <a:rPr lang="en-US" smtClean="0"/>
              <a:t>25</a:t>
            </a:fld>
            <a:endParaRPr lang="en-US"/>
          </a:p>
        </p:txBody>
      </p:sp>
    </p:spTree>
    <p:extLst>
      <p:ext uri="{BB962C8B-B14F-4D97-AF65-F5344CB8AC3E}">
        <p14:creationId xmlns:p14="http://schemas.microsoft.com/office/powerpoint/2010/main" val="7882816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2DEC5-DAE7-9E71-BAC3-9483E2D141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76A464-DA7B-0DDD-9D90-4ABA36F2C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909F7-9194-1BBC-D4FA-CE936CB3AD1D}"/>
              </a:ext>
            </a:extLst>
          </p:cNvPr>
          <p:cNvSpPr>
            <a:spLocks noGrp="1"/>
          </p:cNvSpPr>
          <p:nvPr>
            <p:ph type="body" idx="1"/>
          </p:nvPr>
        </p:nvSpPr>
        <p:spPr/>
        <p:txBody>
          <a:bodyPr/>
          <a:lstStyle/>
          <a:p>
            <a:r>
              <a:rPr lang="en-US" dirty="0"/>
              <a:t>Now move on to the main finding of the study</a:t>
            </a:r>
          </a:p>
        </p:txBody>
      </p:sp>
      <p:sp>
        <p:nvSpPr>
          <p:cNvPr id="4" name="Slide Number Placeholder 3">
            <a:extLst>
              <a:ext uri="{FF2B5EF4-FFF2-40B4-BE49-F238E27FC236}">
                <a16:creationId xmlns:a16="http://schemas.microsoft.com/office/drawing/2014/main" id="{CC429C4F-13A8-DCBE-8DAF-B0BDC727C216}"/>
              </a:ext>
            </a:extLst>
          </p:cNvPr>
          <p:cNvSpPr>
            <a:spLocks noGrp="1"/>
          </p:cNvSpPr>
          <p:nvPr>
            <p:ph type="sldNum" sz="quarter" idx="5"/>
          </p:nvPr>
        </p:nvSpPr>
        <p:spPr/>
        <p:txBody>
          <a:bodyPr/>
          <a:lstStyle/>
          <a:p>
            <a:fld id="{B0A6C2AB-DC89-436C-A83C-5E1EE7329A7C}" type="slidenum">
              <a:rPr lang="en-US" smtClean="0"/>
              <a:t>26</a:t>
            </a:fld>
            <a:endParaRPr lang="en-US"/>
          </a:p>
        </p:txBody>
      </p:sp>
    </p:spTree>
    <p:extLst>
      <p:ext uri="{BB962C8B-B14F-4D97-AF65-F5344CB8AC3E}">
        <p14:creationId xmlns:p14="http://schemas.microsoft.com/office/powerpoint/2010/main" val="27390232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8B9A8-CEEE-296C-91DB-7F74EC62E0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C8B46-8E4B-0C60-1F1F-8526D247A5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19E27-C24E-5190-F70A-0734042FB84C}"/>
              </a:ext>
            </a:extLst>
          </p:cNvPr>
          <p:cNvSpPr>
            <a:spLocks noGrp="1"/>
          </p:cNvSpPr>
          <p:nvPr>
            <p:ph type="body" idx="1"/>
          </p:nvPr>
        </p:nvSpPr>
        <p:spPr/>
        <p:txBody>
          <a:bodyPr/>
          <a:lstStyle/>
          <a:p>
            <a:r>
              <a:rPr lang="en-GB" dirty="0"/>
              <a:t>This is a summarized performance metrics table to understand the results from the plot. Here we can see that the Yolov8 model achieved the highest f1 score, The SSD model achieved a </a:t>
            </a:r>
            <a:r>
              <a:rPr lang="en-GB" dirty="0" err="1"/>
              <a:t>slighly</a:t>
            </a:r>
            <a:r>
              <a:rPr lang="en-GB" dirty="0"/>
              <a:t> higher mAP score than the yolov8 model, and the Faster R-CNN model achieved lowest performance.</a:t>
            </a:r>
          </a:p>
        </p:txBody>
      </p:sp>
      <p:sp>
        <p:nvSpPr>
          <p:cNvPr id="4" name="Slide Number Placeholder 3">
            <a:extLst>
              <a:ext uri="{FF2B5EF4-FFF2-40B4-BE49-F238E27FC236}">
                <a16:creationId xmlns:a16="http://schemas.microsoft.com/office/drawing/2014/main" id="{BDE73E44-9D66-DD74-D1A6-6B14FF6BD34A}"/>
              </a:ext>
            </a:extLst>
          </p:cNvPr>
          <p:cNvSpPr>
            <a:spLocks noGrp="1"/>
          </p:cNvSpPr>
          <p:nvPr>
            <p:ph type="sldNum" sz="quarter" idx="5"/>
          </p:nvPr>
        </p:nvSpPr>
        <p:spPr/>
        <p:txBody>
          <a:bodyPr/>
          <a:lstStyle/>
          <a:p>
            <a:fld id="{B0A6C2AB-DC89-436C-A83C-5E1EE7329A7C}" type="slidenum">
              <a:rPr lang="en-US" smtClean="0"/>
              <a:t>27</a:t>
            </a:fld>
            <a:endParaRPr lang="en-US"/>
          </a:p>
        </p:txBody>
      </p:sp>
    </p:spTree>
    <p:extLst>
      <p:ext uri="{BB962C8B-B14F-4D97-AF65-F5344CB8AC3E}">
        <p14:creationId xmlns:p14="http://schemas.microsoft.com/office/powerpoint/2010/main" val="29343672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BBEE4-A2CF-3F01-31BB-32E8359E1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33F45-CC36-502F-85D5-9BDBC70E74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960D76-B7F7-DCE0-C07D-C053794CBC5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Here I made a performance distribution analysis with statistical testing, since the yolov8 and SSD models having some, similarities and up and downs in the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Statistical testing confirmed that the performance difference was significant, supporting the alternative hypothesis which is YOLOv8 will achieve the overall highest performance than the other models.</a:t>
            </a:r>
            <a:endParaRPr lang="en-US" dirty="0"/>
          </a:p>
          <a:p>
            <a:endParaRPr lang="en-GB" dirty="0"/>
          </a:p>
        </p:txBody>
      </p:sp>
      <p:sp>
        <p:nvSpPr>
          <p:cNvPr id="4" name="Slide Number Placeholder 3">
            <a:extLst>
              <a:ext uri="{FF2B5EF4-FFF2-40B4-BE49-F238E27FC236}">
                <a16:creationId xmlns:a16="http://schemas.microsoft.com/office/drawing/2014/main" id="{6212AF9B-C9AC-747F-06CE-614E0F235CC4}"/>
              </a:ext>
            </a:extLst>
          </p:cNvPr>
          <p:cNvSpPr>
            <a:spLocks noGrp="1"/>
          </p:cNvSpPr>
          <p:nvPr>
            <p:ph type="sldNum" sz="quarter" idx="5"/>
          </p:nvPr>
        </p:nvSpPr>
        <p:spPr/>
        <p:txBody>
          <a:bodyPr/>
          <a:lstStyle/>
          <a:p>
            <a:fld id="{B0A6C2AB-DC89-436C-A83C-5E1EE7329A7C}" type="slidenum">
              <a:rPr lang="en-US" smtClean="0"/>
              <a:t>28</a:t>
            </a:fld>
            <a:endParaRPr lang="en-US"/>
          </a:p>
        </p:txBody>
      </p:sp>
    </p:spTree>
    <p:extLst>
      <p:ext uri="{BB962C8B-B14F-4D97-AF65-F5344CB8AC3E}">
        <p14:creationId xmlns:p14="http://schemas.microsoft.com/office/powerpoint/2010/main" val="12547557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382E6-2276-D798-F0D2-C4D0C51DE8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C54F17-32AB-31DE-35E0-77F2CA176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A3342-5DF9-852C-BD2A-2B50835423EC}"/>
              </a:ext>
            </a:extLst>
          </p:cNvPr>
          <p:cNvSpPr>
            <a:spLocks noGrp="1"/>
          </p:cNvSpPr>
          <p:nvPr>
            <p:ph type="body" idx="1"/>
          </p:nvPr>
        </p:nvSpPr>
        <p:spPr/>
        <p:txBody>
          <a:bodyPr/>
          <a:lstStyle/>
          <a:p>
            <a:r>
              <a:rPr lang="en-US" dirty="0"/>
              <a:t>Let me show you a quick demo of the implemented system. This system is built with YOLOv8 which is the best performer of the study.</a:t>
            </a:r>
          </a:p>
        </p:txBody>
      </p:sp>
      <p:sp>
        <p:nvSpPr>
          <p:cNvPr id="4" name="Slide Number Placeholder 3">
            <a:extLst>
              <a:ext uri="{FF2B5EF4-FFF2-40B4-BE49-F238E27FC236}">
                <a16:creationId xmlns:a16="http://schemas.microsoft.com/office/drawing/2014/main" id="{938EF21E-4996-3D62-DF20-D5DBDAFAEC72}"/>
              </a:ext>
            </a:extLst>
          </p:cNvPr>
          <p:cNvSpPr>
            <a:spLocks noGrp="1"/>
          </p:cNvSpPr>
          <p:nvPr>
            <p:ph type="sldNum" sz="quarter" idx="5"/>
          </p:nvPr>
        </p:nvSpPr>
        <p:spPr/>
        <p:txBody>
          <a:bodyPr/>
          <a:lstStyle/>
          <a:p>
            <a:fld id="{B0A6C2AB-DC89-436C-A83C-5E1EE7329A7C}" type="slidenum">
              <a:rPr lang="en-US" smtClean="0"/>
              <a:t>29</a:t>
            </a:fld>
            <a:endParaRPr lang="en-US"/>
          </a:p>
        </p:txBody>
      </p:sp>
    </p:spTree>
    <p:extLst>
      <p:ext uri="{BB962C8B-B14F-4D97-AF65-F5344CB8AC3E}">
        <p14:creationId xmlns:p14="http://schemas.microsoft.com/office/powerpoint/2010/main" val="6573904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F56B8-0753-B3FA-360E-96FE56ED8B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CEA10-17E0-83AD-5E23-8E7C992A8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CB766-0C74-6E11-3BC6-D8E98FCA29A4}"/>
              </a:ext>
            </a:extLst>
          </p:cNvPr>
          <p:cNvSpPr>
            <a:spLocks noGrp="1"/>
          </p:cNvSpPr>
          <p:nvPr>
            <p:ph type="body" idx="1"/>
          </p:nvPr>
        </p:nvSpPr>
        <p:spPr/>
        <p:txBody>
          <a:bodyPr/>
          <a:lstStyle/>
          <a:p>
            <a:r>
              <a:rPr lang="en-US" dirty="0"/>
              <a:t>As we saw some impressive outcomes, I also would like to address some limitation I had in this research,</a:t>
            </a:r>
          </a:p>
        </p:txBody>
      </p:sp>
      <p:sp>
        <p:nvSpPr>
          <p:cNvPr id="4" name="Slide Number Placeholder 3">
            <a:extLst>
              <a:ext uri="{FF2B5EF4-FFF2-40B4-BE49-F238E27FC236}">
                <a16:creationId xmlns:a16="http://schemas.microsoft.com/office/drawing/2014/main" id="{3741A2E6-DD30-E79C-D65C-EAC9F22E9E68}"/>
              </a:ext>
            </a:extLst>
          </p:cNvPr>
          <p:cNvSpPr>
            <a:spLocks noGrp="1"/>
          </p:cNvSpPr>
          <p:nvPr>
            <p:ph type="sldNum" sz="quarter" idx="5"/>
          </p:nvPr>
        </p:nvSpPr>
        <p:spPr/>
        <p:txBody>
          <a:bodyPr/>
          <a:lstStyle/>
          <a:p>
            <a:fld id="{B0A6C2AB-DC89-436C-A83C-5E1EE7329A7C}" type="slidenum">
              <a:rPr lang="en-US" smtClean="0"/>
              <a:t>30</a:t>
            </a:fld>
            <a:endParaRPr lang="en-US"/>
          </a:p>
        </p:txBody>
      </p:sp>
    </p:spTree>
    <p:extLst>
      <p:ext uri="{BB962C8B-B14F-4D97-AF65-F5344CB8AC3E}">
        <p14:creationId xmlns:p14="http://schemas.microsoft.com/office/powerpoint/2010/main" val="5587182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70DDA-1146-2A1F-1068-58D934306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82F80-77C6-C0EC-EC8A-7490E5199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1C3561-5924-E5BB-B089-CF00F78379CC}"/>
              </a:ext>
            </a:extLst>
          </p:cNvPr>
          <p:cNvSpPr>
            <a:spLocks noGrp="1"/>
          </p:cNvSpPr>
          <p:nvPr>
            <p:ph type="body" idx="1"/>
          </p:nvPr>
        </p:nvSpPr>
        <p:spPr/>
        <p:txBody>
          <a:bodyPr/>
          <a:lstStyle/>
          <a:p>
            <a:r>
              <a:rPr lang="en-US" dirty="0"/>
              <a:t>This study face some key limitations,</a:t>
            </a:r>
            <a:br>
              <a:rPr lang="en-US" dirty="0"/>
            </a:br>
            <a:br>
              <a:rPr lang="en-US" dirty="0"/>
            </a:br>
            <a:r>
              <a:rPr lang="en-US" dirty="0"/>
              <a:t>first one is, the dataset was imbalanced across classes, and the selected models are not fine tuned, specifically for the dataset.</a:t>
            </a:r>
          </a:p>
          <a:p>
            <a:endParaRPr lang="en-US" dirty="0"/>
          </a:p>
          <a:p>
            <a:r>
              <a:rPr lang="en-US" dirty="0"/>
              <a:t>And the testing was limited to a narrow range of environmental conditions.</a:t>
            </a:r>
            <a:br>
              <a:rPr lang="en-US" dirty="0"/>
            </a:br>
            <a:br>
              <a:rPr lang="en-US" dirty="0"/>
            </a:br>
            <a:r>
              <a:rPr lang="en-US" dirty="0"/>
              <a:t>And this study only focuses on specific set of traffic signs, and its not covering all the signs available in </a:t>
            </a:r>
            <a:r>
              <a:rPr lang="en-US" dirty="0" err="1"/>
              <a:t>sri</a:t>
            </a:r>
            <a:r>
              <a:rPr lang="en-US" dirty="0"/>
              <a:t> </a:t>
            </a:r>
            <a:r>
              <a:rPr lang="en-US" dirty="0" err="1"/>
              <a:t>lanka</a:t>
            </a:r>
            <a:r>
              <a:rPr lang="en-US" dirty="0"/>
              <a:t>, which is a concern while implementing a system.</a:t>
            </a:r>
          </a:p>
        </p:txBody>
      </p:sp>
      <p:sp>
        <p:nvSpPr>
          <p:cNvPr id="4" name="Slide Number Placeholder 3">
            <a:extLst>
              <a:ext uri="{FF2B5EF4-FFF2-40B4-BE49-F238E27FC236}">
                <a16:creationId xmlns:a16="http://schemas.microsoft.com/office/drawing/2014/main" id="{FAA8F1A0-FBD0-A330-B715-570E929A4D80}"/>
              </a:ext>
            </a:extLst>
          </p:cNvPr>
          <p:cNvSpPr>
            <a:spLocks noGrp="1"/>
          </p:cNvSpPr>
          <p:nvPr>
            <p:ph type="sldNum" sz="quarter" idx="5"/>
          </p:nvPr>
        </p:nvSpPr>
        <p:spPr/>
        <p:txBody>
          <a:bodyPr/>
          <a:lstStyle/>
          <a:p>
            <a:fld id="{B0A6C2AB-DC89-436C-A83C-5E1EE7329A7C}" type="slidenum">
              <a:rPr lang="en-US" smtClean="0"/>
              <a:t>31</a:t>
            </a:fld>
            <a:endParaRPr lang="en-US"/>
          </a:p>
        </p:txBody>
      </p:sp>
    </p:spTree>
    <p:extLst>
      <p:ext uri="{BB962C8B-B14F-4D97-AF65-F5344CB8AC3E}">
        <p14:creationId xmlns:p14="http://schemas.microsoft.com/office/powerpoint/2010/main" val="23737164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D86B1-AA40-C7C4-A343-DAB9A934B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1479F-56EC-00B8-BEF7-8F73FF7E4F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476093-6DB8-3420-2963-1366CD9D6C48}"/>
              </a:ext>
            </a:extLst>
          </p:cNvPr>
          <p:cNvSpPr>
            <a:spLocks noGrp="1"/>
          </p:cNvSpPr>
          <p:nvPr>
            <p:ph type="body" idx="1"/>
          </p:nvPr>
        </p:nvSpPr>
        <p:spPr/>
        <p:txBody>
          <a:bodyPr/>
          <a:lstStyle/>
          <a:p>
            <a:r>
              <a:rPr lang="en-US" dirty="0"/>
              <a:t>The Future Work</a:t>
            </a:r>
          </a:p>
        </p:txBody>
      </p:sp>
      <p:sp>
        <p:nvSpPr>
          <p:cNvPr id="4" name="Slide Number Placeholder 3">
            <a:extLst>
              <a:ext uri="{FF2B5EF4-FFF2-40B4-BE49-F238E27FC236}">
                <a16:creationId xmlns:a16="http://schemas.microsoft.com/office/drawing/2014/main" id="{AC94846B-4B94-ABAE-FD01-890BBB6E9A5E}"/>
              </a:ext>
            </a:extLst>
          </p:cNvPr>
          <p:cNvSpPr>
            <a:spLocks noGrp="1"/>
          </p:cNvSpPr>
          <p:nvPr>
            <p:ph type="sldNum" sz="quarter" idx="5"/>
          </p:nvPr>
        </p:nvSpPr>
        <p:spPr/>
        <p:txBody>
          <a:bodyPr/>
          <a:lstStyle/>
          <a:p>
            <a:fld id="{B0A6C2AB-DC89-436C-A83C-5E1EE7329A7C}" type="slidenum">
              <a:rPr lang="en-US" smtClean="0"/>
              <a:t>32</a:t>
            </a:fld>
            <a:endParaRPr lang="en-US"/>
          </a:p>
        </p:txBody>
      </p:sp>
    </p:spTree>
    <p:extLst>
      <p:ext uri="{BB962C8B-B14F-4D97-AF65-F5344CB8AC3E}">
        <p14:creationId xmlns:p14="http://schemas.microsoft.com/office/powerpoint/2010/main" val="19164202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B0611-E137-7155-C206-20F4FBD2F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5AA644-62E1-73B1-ED7B-122000B6F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1A9DF-89D7-02A6-6AC3-0F7EBE4AA9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“For future work, I recommend creating a balanced, larger dataset, covering different signs as much possible.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 testing models under varied weather and lighting conditions, would improve the reliability of the study and system development.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Another important work would be,  optimizing the best-performing model for deployment on low-power edge devices such as Raspberry Pi or Jetson, and fine-tuning the models on the local dataset for further performance gains.”</a:t>
            </a:r>
            <a:endParaRPr lang="en-US" dirty="0"/>
          </a:p>
        </p:txBody>
      </p:sp>
      <p:sp>
        <p:nvSpPr>
          <p:cNvPr id="4" name="Slide Number Placeholder 3">
            <a:extLst>
              <a:ext uri="{FF2B5EF4-FFF2-40B4-BE49-F238E27FC236}">
                <a16:creationId xmlns:a16="http://schemas.microsoft.com/office/drawing/2014/main" id="{8674C969-3DC7-4309-CED3-5175E0F882AC}"/>
              </a:ext>
            </a:extLst>
          </p:cNvPr>
          <p:cNvSpPr>
            <a:spLocks noGrp="1"/>
          </p:cNvSpPr>
          <p:nvPr>
            <p:ph type="sldNum" sz="quarter" idx="5"/>
          </p:nvPr>
        </p:nvSpPr>
        <p:spPr/>
        <p:txBody>
          <a:bodyPr/>
          <a:lstStyle/>
          <a:p>
            <a:fld id="{B0A6C2AB-DC89-436C-A83C-5E1EE7329A7C}" type="slidenum">
              <a:rPr lang="en-US" smtClean="0"/>
              <a:t>33</a:t>
            </a:fld>
            <a:endParaRPr lang="en-US"/>
          </a:p>
        </p:txBody>
      </p:sp>
    </p:spTree>
    <p:extLst>
      <p:ext uri="{BB962C8B-B14F-4D97-AF65-F5344CB8AC3E}">
        <p14:creationId xmlns:p14="http://schemas.microsoft.com/office/powerpoint/2010/main" val="23806582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34</a:t>
            </a:fld>
            <a:endParaRPr lang="en-US"/>
          </a:p>
        </p:txBody>
      </p:sp>
    </p:spTree>
    <p:extLst>
      <p:ext uri="{BB962C8B-B14F-4D97-AF65-F5344CB8AC3E}">
        <p14:creationId xmlns:p14="http://schemas.microsoft.com/office/powerpoint/2010/main" val="826856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conclusion, YOLOv8 was identified as the best-performing model for Sri Lankan traffic sign detection.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Hypothesis testing confirmed YOLOv8’s superiority.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The study contributes a region-specific evaluation and a working real-time detection system.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These results support the development of intelligent transport systems and AI-driven road safety solutions in Sri Lanka.”</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35</a:t>
            </a:fld>
            <a:endParaRPr lang="en-US"/>
          </a:p>
        </p:txBody>
      </p:sp>
    </p:spTree>
    <p:extLst>
      <p:ext uri="{BB962C8B-B14F-4D97-AF65-F5344CB8AC3E}">
        <p14:creationId xmlns:p14="http://schemas.microsoft.com/office/powerpoint/2010/main" val="27138154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32E41-9B0B-FDF8-E0EC-14BCC8A79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6BB12-99D0-1AEB-46B4-7525239E9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B87DF7-815E-CD99-E5F3-6AA826112C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D8B7B4-F220-81CD-62A7-1AC5058CEB91}"/>
              </a:ext>
            </a:extLst>
          </p:cNvPr>
          <p:cNvSpPr>
            <a:spLocks noGrp="1"/>
          </p:cNvSpPr>
          <p:nvPr>
            <p:ph type="sldNum" sz="quarter" idx="5"/>
          </p:nvPr>
        </p:nvSpPr>
        <p:spPr/>
        <p:txBody>
          <a:bodyPr/>
          <a:lstStyle/>
          <a:p>
            <a:fld id="{B0A6C2AB-DC89-436C-A83C-5E1EE7329A7C}" type="slidenum">
              <a:rPr lang="en-US" smtClean="0"/>
              <a:t>36</a:t>
            </a:fld>
            <a:endParaRPr lang="en-US"/>
          </a:p>
        </p:txBody>
      </p:sp>
    </p:spTree>
    <p:extLst>
      <p:ext uri="{BB962C8B-B14F-4D97-AF65-F5344CB8AC3E}">
        <p14:creationId xmlns:p14="http://schemas.microsoft.com/office/powerpoint/2010/main" val="39000744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1D2EF-4A04-4875-5133-3248AA513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7C143-09F9-CF8B-AAA3-55D1F8379B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7B95F4-5F8C-3205-290C-6FEA6744BF3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“Here are the main references I used in this study.”</a:t>
            </a:r>
            <a:endParaRPr lang="en-US" dirty="0"/>
          </a:p>
        </p:txBody>
      </p:sp>
      <p:sp>
        <p:nvSpPr>
          <p:cNvPr id="4" name="Slide Number Placeholder 3">
            <a:extLst>
              <a:ext uri="{FF2B5EF4-FFF2-40B4-BE49-F238E27FC236}">
                <a16:creationId xmlns:a16="http://schemas.microsoft.com/office/drawing/2014/main" id="{51386F73-4D8D-F9B2-5DF3-C33B07A07F0F}"/>
              </a:ext>
            </a:extLst>
          </p:cNvPr>
          <p:cNvSpPr>
            <a:spLocks noGrp="1"/>
          </p:cNvSpPr>
          <p:nvPr>
            <p:ph type="sldNum" sz="quarter" idx="5"/>
          </p:nvPr>
        </p:nvSpPr>
        <p:spPr/>
        <p:txBody>
          <a:bodyPr/>
          <a:lstStyle/>
          <a:p>
            <a:fld id="{B0A6C2AB-DC89-436C-A83C-5E1EE7329A7C}" type="slidenum">
              <a:rPr lang="en-US" smtClean="0"/>
              <a:t>37</a:t>
            </a:fld>
            <a:endParaRPr lang="en-US"/>
          </a:p>
        </p:txBody>
      </p:sp>
    </p:spTree>
    <p:extLst>
      <p:ext uri="{BB962C8B-B14F-4D97-AF65-F5344CB8AC3E}">
        <p14:creationId xmlns:p14="http://schemas.microsoft.com/office/powerpoint/2010/main" val="25106635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concluding, I would like to express my sincere gratitude to Mrs. NF. Mafaza, my supervisor for their valuable guidance. And the assessor Mrs. ALF. Sajeetha and the coordinator MR. MIM. Nismy, and Engineer Jubailah miss for being here. And the BCAS Campus.</a:t>
            </a:r>
            <a:br>
              <a:rPr lang="en-US" dirty="0"/>
            </a:br>
            <a:br>
              <a:rPr lang="en-US" dirty="0"/>
            </a:br>
            <a:r>
              <a:rPr lang="en-US" dirty="0"/>
              <a:t>Additionally, I acknowledge the work of previous researchers as well.</a:t>
            </a:r>
          </a:p>
        </p:txBody>
      </p:sp>
      <p:sp>
        <p:nvSpPr>
          <p:cNvPr id="4" name="Slide Number Placeholder 3"/>
          <p:cNvSpPr>
            <a:spLocks noGrp="1"/>
          </p:cNvSpPr>
          <p:nvPr>
            <p:ph type="sldNum" sz="quarter" idx="5"/>
          </p:nvPr>
        </p:nvSpPr>
        <p:spPr/>
        <p:txBody>
          <a:bodyPr/>
          <a:lstStyle/>
          <a:p>
            <a:fld id="{B0A6C2AB-DC89-436C-A83C-5E1EE7329A7C}" type="slidenum">
              <a:rPr lang="en-US" smtClean="0"/>
              <a:t>38</a:t>
            </a:fld>
            <a:endParaRPr lang="en-US"/>
          </a:p>
        </p:txBody>
      </p:sp>
    </p:spTree>
    <p:extLst>
      <p:ext uri="{BB962C8B-B14F-4D97-AF65-F5344CB8AC3E}">
        <p14:creationId xmlns:p14="http://schemas.microsoft.com/office/powerpoint/2010/main" val="32591955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 you all for your time and attention!</a:t>
            </a:r>
          </a:p>
        </p:txBody>
      </p:sp>
      <p:sp>
        <p:nvSpPr>
          <p:cNvPr id="4" name="Slide Number Placeholder 3"/>
          <p:cNvSpPr>
            <a:spLocks noGrp="1"/>
          </p:cNvSpPr>
          <p:nvPr>
            <p:ph type="sldNum" sz="quarter" idx="10"/>
          </p:nvPr>
        </p:nvSpPr>
        <p:spPr/>
        <p:txBody>
          <a:bodyPr/>
          <a:lstStyle/>
          <a:p>
            <a:fld id="{B0A6C2AB-DC89-436C-A83C-5E1EE7329A7C}" type="slidenum">
              <a:rPr lang="en-US" smtClean="0"/>
              <a:t>39</a:t>
            </a:fld>
            <a:endParaRPr lang="en-US"/>
          </a:p>
        </p:txBody>
      </p:sp>
    </p:spTree>
    <p:extLst>
      <p:ext uri="{BB962C8B-B14F-4D97-AF65-F5344CB8AC3E}">
        <p14:creationId xmlns:p14="http://schemas.microsoft.com/office/powerpoint/2010/main" val="1136107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any questions, I would be happy to answer. </a:t>
            </a:r>
            <a:r>
              <a:rPr lang="en-US"/>
              <a:t>Thankyou.</a:t>
            </a:r>
            <a:endParaRPr lang="en-US" dirty="0"/>
          </a:p>
        </p:txBody>
      </p:sp>
      <p:sp>
        <p:nvSpPr>
          <p:cNvPr id="4" name="Slide Number Placeholder 3"/>
          <p:cNvSpPr>
            <a:spLocks noGrp="1"/>
          </p:cNvSpPr>
          <p:nvPr>
            <p:ph type="sldNum" sz="quarter" idx="5"/>
          </p:nvPr>
        </p:nvSpPr>
        <p:spPr/>
        <p:txBody>
          <a:bodyPr/>
          <a:lstStyle/>
          <a:p>
            <a:fld id="{B0A6C2AB-DC89-436C-A83C-5E1EE7329A7C}" type="slidenum">
              <a:rPr lang="en-US" smtClean="0"/>
              <a:t>40</a:t>
            </a:fld>
            <a:endParaRPr lang="en-US"/>
          </a:p>
        </p:txBody>
      </p:sp>
    </p:spTree>
    <p:extLst>
      <p:ext uri="{BB962C8B-B14F-4D97-AF65-F5344CB8AC3E}">
        <p14:creationId xmlns:p14="http://schemas.microsoft.com/office/powerpoint/2010/main" val="1750549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19B8730-14A0-465E-8FFD-5882E05B5AB5}" type="datetime1">
              <a:rPr lang="en-US" smtClean="0"/>
              <a:t>8/13/2025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494970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B83CE1-CFD0-4252-B676-229062FE8D1B}" type="datetime1">
              <a:rPr lang="en-US" smtClean="0"/>
              <a:t>8/13/2025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215007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6D753D-38C6-4D94-9497-89143DFFFEC0}" type="datetime1">
              <a:rPr lang="en-US" smtClean="0"/>
              <a:t>8/13/2025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18369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A42DFC-ECBF-4EF6-8F83-45966AE3486E}" type="datetime1">
              <a:rPr lang="en-US" smtClean="0"/>
              <a:t>8/13/2025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937998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0E1EBC-9302-43EF-9D14-A534D4126133}" type="datetime1">
              <a:rPr lang="en-US" smtClean="0"/>
              <a:t>8/13/2025</a:t>
            </a:fld>
            <a:endParaRPr lang="en-US"/>
          </a:p>
        </p:txBody>
      </p:sp>
      <p:sp>
        <p:nvSpPr>
          <p:cNvPr id="8" name="Footer Placeholder 7"/>
          <p:cNvSpPr>
            <a:spLocks noGrp="1"/>
          </p:cNvSpPr>
          <p:nvPr>
            <p:ph type="ftr" sz="quarter" idx="11"/>
          </p:nvPr>
        </p:nvSpPr>
        <p:spPr/>
        <p:txBody>
          <a:bodyPr/>
          <a:lstStyle/>
          <a:p>
            <a:r>
              <a:rPr lang="en-US"/>
              <a:t>CRP</a:t>
            </a:r>
          </a:p>
        </p:txBody>
      </p:sp>
      <p:sp>
        <p:nvSpPr>
          <p:cNvPr id="9" name="Slide Number Placeholder 8"/>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222471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202BF1-F25A-4744-9086-A785090A3FB1}" type="datetime1">
              <a:rPr lang="en-US" smtClean="0"/>
              <a:t>8/13/2025</a:t>
            </a:fld>
            <a:endParaRPr lang="en-US"/>
          </a:p>
        </p:txBody>
      </p:sp>
      <p:sp>
        <p:nvSpPr>
          <p:cNvPr id="4" name="Footer Placeholder 3"/>
          <p:cNvSpPr>
            <a:spLocks noGrp="1"/>
          </p:cNvSpPr>
          <p:nvPr>
            <p:ph type="ftr" sz="quarter" idx="11"/>
          </p:nvPr>
        </p:nvSpPr>
        <p:spPr/>
        <p:txBody>
          <a:bodyPr/>
          <a:lstStyle/>
          <a:p>
            <a:r>
              <a:rPr lang="en-US"/>
              <a:t>CRP</a:t>
            </a:r>
          </a:p>
        </p:txBody>
      </p:sp>
      <p:sp>
        <p:nvSpPr>
          <p:cNvPr id="5" name="Slide Number Placeholder 4"/>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508792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6BCD37-525F-4600-96CE-5DC139B9ED91}" type="datetime1">
              <a:rPr lang="en-US" smtClean="0"/>
              <a:t>8/13/2025</a:t>
            </a:fld>
            <a:endParaRPr lang="en-US"/>
          </a:p>
        </p:txBody>
      </p:sp>
      <p:sp>
        <p:nvSpPr>
          <p:cNvPr id="3" name="Footer Placeholder 2"/>
          <p:cNvSpPr>
            <a:spLocks noGrp="1"/>
          </p:cNvSpPr>
          <p:nvPr>
            <p:ph type="ftr" sz="quarter" idx="11"/>
          </p:nvPr>
        </p:nvSpPr>
        <p:spPr/>
        <p:txBody>
          <a:bodyPr/>
          <a:lstStyle/>
          <a:p>
            <a:r>
              <a:rPr lang="en-US"/>
              <a:t>CRP</a:t>
            </a:r>
          </a:p>
        </p:txBody>
      </p:sp>
      <p:sp>
        <p:nvSpPr>
          <p:cNvPr id="4" name="Slide Number Placeholder 3"/>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354730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FE66A5-FCD1-433D-B28A-BD40D972C5F4}" type="datetime1">
              <a:rPr lang="en-US" smtClean="0"/>
              <a:t>8/13/2025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436192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179505-56FA-4462-9016-365C57F775C8}" type="datetime1">
              <a:rPr lang="en-US" smtClean="0"/>
              <a:t>8/13/2025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454665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2566CF-AD5A-464A-9A68-9B5077EEF0F2}" type="datetime1">
              <a:rPr lang="en-US" smtClean="0"/>
              <a:t>8/13/2025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45432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7E81-6994-47D6-B547-9DCB41450D0C}" type="datetime1">
              <a:rPr lang="en-US" smtClean="0"/>
              <a:t>8/13/2025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631722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D7713E-5BC1-4140-B1D8-8B57A9984E9D}" type="datetime1">
              <a:rPr lang="en-US" smtClean="0"/>
              <a:t>8/13/2025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CRP</a:t>
            </a:r>
          </a:p>
        </p:txBody>
      </p:sp>
      <p:sp>
        <p:nvSpPr>
          <p:cNvPr id="6" name="Slide Number Placeholder 5"/>
          <p:cNvSpPr>
            <a:spLocks noGrp="1"/>
          </p:cNvSpPr>
          <p:nvPr>
            <p:ph type="sldNum" sz="quarter" idx="4"/>
          </p:nvPr>
        </p:nvSpPr>
        <p:spPr>
          <a:xfrm>
            <a:off x="6457950" y="6176963"/>
            <a:ext cx="2057400" cy="544513"/>
          </a:xfrm>
          <a:prstGeom prst="rect">
            <a:avLst/>
          </a:prstGeom>
        </p:spPr>
        <p:txBody>
          <a:bodyPr vert="horz" lIns="91440" tIns="45720" rIns="91440" bIns="45720" rtlCol="0" anchor="ctr"/>
          <a:lstStyle>
            <a:lvl1pPr algn="r">
              <a:defRPr sz="3600" b="1">
                <a:solidFill>
                  <a:srgbClr val="002060"/>
                </a:solidFill>
              </a:defRPr>
            </a:lvl1pPr>
          </a:lstStyle>
          <a:p>
            <a:fld id="{849F1A12-756A-4552-B54B-B66CFF5610E9}" type="slidenum">
              <a:rPr lang="en-US" smtClean="0"/>
              <a:pPr/>
              <a:t>‹#›</a:t>
            </a:fld>
            <a:endParaRPr lang="en-US"/>
          </a:p>
        </p:txBody>
      </p:sp>
    </p:spTree>
    <p:extLst>
      <p:ext uri="{BB962C8B-B14F-4D97-AF65-F5344CB8AC3E}">
        <p14:creationId xmlns:p14="http://schemas.microsoft.com/office/powerpoint/2010/main" val="1880927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DA4B-B8D0-411B-9352-91737DF3F812}"/>
              </a:ext>
            </a:extLst>
          </p:cNvPr>
          <p:cNvSpPr>
            <a:spLocks noGrp="1"/>
          </p:cNvSpPr>
          <p:nvPr>
            <p:ph type="ctrTitle"/>
          </p:nvPr>
        </p:nvSpPr>
        <p:spPr>
          <a:xfrm>
            <a:off x="768925" y="420411"/>
            <a:ext cx="7772400" cy="1504106"/>
          </a:xfrm>
        </p:spPr>
        <p:txBody>
          <a:bodyPr>
            <a:noAutofit/>
          </a:bodyPr>
          <a:lstStyle/>
          <a:p>
            <a:r>
              <a:rPr lang="en-GB" sz="3200" dirty="0">
                <a:solidFill>
                  <a:schemeClr val="tx1">
                    <a:lumMod val="95000"/>
                    <a:lumOff val="5000"/>
                  </a:schemeClr>
                </a:solidFill>
              </a:rPr>
              <a:t>Evaluating the Performance of Object Detection Models for Accurate Sri Lankan Traffic Sign Detection</a:t>
            </a:r>
            <a:endParaRPr lang="en-US" sz="3200" dirty="0">
              <a:solidFill>
                <a:schemeClr val="tx1">
                  <a:lumMod val="95000"/>
                  <a:lumOff val="5000"/>
                </a:schemeClr>
              </a:solidFill>
            </a:endParaRPr>
          </a:p>
        </p:txBody>
      </p:sp>
      <p:sp>
        <p:nvSpPr>
          <p:cNvPr id="3" name="Subtitle 2">
            <a:extLst>
              <a:ext uri="{FF2B5EF4-FFF2-40B4-BE49-F238E27FC236}">
                <a16:creationId xmlns:a16="http://schemas.microsoft.com/office/drawing/2014/main" id="{06594787-82F1-457D-A305-66ECDCF187DC}"/>
              </a:ext>
            </a:extLst>
          </p:cNvPr>
          <p:cNvSpPr>
            <a:spLocks noGrp="1"/>
          </p:cNvSpPr>
          <p:nvPr>
            <p:ph type="subTitle" idx="1"/>
          </p:nvPr>
        </p:nvSpPr>
        <p:spPr>
          <a:xfrm>
            <a:off x="1226126" y="4387338"/>
            <a:ext cx="6858000" cy="2088944"/>
          </a:xfrm>
          <a:noFill/>
        </p:spPr>
        <p:txBody>
          <a:bodyPr>
            <a:normAutofit lnSpcReduction="10000"/>
          </a:bodyPr>
          <a:lstStyle/>
          <a:p>
            <a:r>
              <a:rPr lang="en-GB" sz="1800" dirty="0">
                <a:latin typeface="Times New Roman" panose="02020603050405020304" pitchFamily="18" charset="0"/>
                <a:cs typeface="Times New Roman" panose="02020603050405020304" pitchFamily="18" charset="0"/>
              </a:rPr>
              <a:t>Learner Name: MN. Sihanas</a:t>
            </a:r>
          </a:p>
          <a:p>
            <a:r>
              <a:rPr lang="en-GB" sz="1800" dirty="0">
                <a:latin typeface="Times New Roman" panose="02020603050405020304" pitchFamily="18" charset="0"/>
                <a:cs typeface="Times New Roman" panose="02020603050405020304" pitchFamily="18" charset="0"/>
              </a:rPr>
              <a:t>Student Id: 1030371</a:t>
            </a:r>
            <a:endParaRPr lang="en-US" sz="1800" dirty="0">
              <a:latin typeface="Times New Roman" panose="02020603050405020304" pitchFamily="18" charset="0"/>
              <a:cs typeface="Times New Roman" panose="02020603050405020304" pitchFamily="18" charset="0"/>
            </a:endParaRPr>
          </a:p>
          <a:p>
            <a:r>
              <a:rPr lang="en-GB"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Course &amp; Batch: HND in Computing - 22</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r>
              <a:rPr lang="en-US" sz="19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Assessor</a:t>
            </a:r>
            <a:r>
              <a:rPr lang="en-US"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Mrs. ALF. Sajeetha</a:t>
            </a:r>
            <a:endParaRPr lang="en-GB" sz="1800" b="1" dirty="0">
              <a:solidFill>
                <a:srgbClr val="000000"/>
              </a:solidFill>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endParaRPr>
          </a:p>
          <a:p>
            <a:r>
              <a:rPr lang="en-GB"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Supervisor: Mrs. NF. Mafaza</a:t>
            </a:r>
            <a:endParaRPr lang="en-US"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026" name="Picture 2" descr="British College of Applied Studies – Building Careers Transforming Live">
            <a:extLst>
              <a:ext uri="{FF2B5EF4-FFF2-40B4-BE49-F238E27FC236}">
                <a16:creationId xmlns:a16="http://schemas.microsoft.com/office/drawing/2014/main" id="{3AAAFF53-3A69-97C0-6C4E-BE0B837172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7838" y="2547773"/>
            <a:ext cx="2314575" cy="1266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279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598840" y="278094"/>
            <a:ext cx="4916510" cy="6281531"/>
          </a:xfrm>
        </p:spPr>
        <p:txBody>
          <a:bodyPr anchor="ctr">
            <a:normAutofit/>
          </a:bodyPr>
          <a:lstStyle/>
          <a:p>
            <a:pPr marL="342900" marR="0" indent="-342900" algn="just">
              <a:spcBef>
                <a:spcPts val="0"/>
              </a:spcBef>
              <a:spcAft>
                <a:spcPts val="1000"/>
              </a:spcAft>
              <a:buAutoNum type="arabicPeriod"/>
            </a:pPr>
            <a:endParaRPr lang="en-US" sz="1800" dirty="0">
              <a:effectLst/>
              <a:ea typeface="SimSun" panose="02010600030101010101" pitchFamily="2" charset="-122"/>
              <a:cs typeface="Arial" panose="020B0604020202020204"/>
            </a:endParaRPr>
          </a:p>
          <a:p>
            <a:pPr marL="342900" marR="0" indent="-342900" algn="just">
              <a:spcBef>
                <a:spcPts val="0"/>
              </a:spcBef>
              <a:spcAft>
                <a:spcPts val="1000"/>
              </a:spcAft>
              <a:buAutoNum type="arabicPeriod"/>
            </a:pPr>
            <a:r>
              <a:rPr lang="en-US" sz="1800" dirty="0">
                <a:ea typeface="SimSun" panose="02010600030101010101" pitchFamily="2" charset="-122"/>
              </a:rPr>
              <a:t>Introduction</a:t>
            </a:r>
            <a:r>
              <a:rPr lang="en-US" sz="1800" dirty="0">
                <a:effectLst/>
                <a:ea typeface="SimSun" panose="02010600030101010101" pitchFamily="2" charset="-122"/>
              </a:rPr>
              <a:t>.</a:t>
            </a:r>
          </a:p>
          <a:p>
            <a:pPr marL="342900" marR="0" indent="-342900" algn="just">
              <a:spcBef>
                <a:spcPts val="0"/>
              </a:spcBef>
              <a:spcAft>
                <a:spcPts val="1000"/>
              </a:spcAft>
              <a:buAutoNum type="arabicPeriod"/>
            </a:pPr>
            <a:r>
              <a:rPr lang="en-US" sz="1800" dirty="0">
                <a:ea typeface="SimSun" panose="02010600030101010101" pitchFamily="2" charset="-122"/>
              </a:rPr>
              <a:t>Research background.</a:t>
            </a:r>
            <a:endParaRPr lang="en-US" sz="1800" dirty="0">
              <a:effectLst/>
              <a:ea typeface="SimSun"/>
            </a:endParaRPr>
          </a:p>
          <a:p>
            <a:pPr marL="342900" indent="-342900" algn="just">
              <a:spcBef>
                <a:spcPts val="0"/>
              </a:spcBef>
              <a:spcAft>
                <a:spcPts val="1000"/>
              </a:spcAft>
              <a:buAutoNum type="arabicPeriod"/>
            </a:pPr>
            <a:r>
              <a:rPr lang="en-US" sz="1800" dirty="0">
                <a:ea typeface="SimSun"/>
                <a:cs typeface="Arial"/>
              </a:rPr>
              <a:t>Problem statement.</a:t>
            </a:r>
          </a:p>
          <a:p>
            <a:pPr marL="342900" indent="-342900" algn="just">
              <a:spcBef>
                <a:spcPts val="0"/>
              </a:spcBef>
              <a:spcAft>
                <a:spcPts val="1000"/>
              </a:spcAft>
              <a:buAutoNum type="arabicPeriod"/>
            </a:pPr>
            <a:r>
              <a:rPr lang="en-US" sz="1800" dirty="0">
                <a:effectLst/>
                <a:ea typeface="SimSun"/>
              </a:rPr>
              <a:t>Research question &amp; Hypothesis.</a:t>
            </a:r>
          </a:p>
          <a:p>
            <a:pPr marL="342900" indent="-342900" algn="just">
              <a:spcBef>
                <a:spcPts val="0"/>
              </a:spcBef>
              <a:spcAft>
                <a:spcPts val="1000"/>
              </a:spcAft>
              <a:buAutoNum type="arabicPeriod"/>
            </a:pPr>
            <a:r>
              <a:rPr lang="en-US" sz="1800" dirty="0">
                <a:ea typeface="SimSun"/>
                <a:cs typeface="Arial"/>
              </a:rPr>
              <a:t>Methodology.</a:t>
            </a:r>
          </a:p>
          <a:p>
            <a:pPr marL="342900" indent="-342900" algn="just">
              <a:spcBef>
                <a:spcPts val="0"/>
              </a:spcBef>
              <a:spcAft>
                <a:spcPts val="1000"/>
              </a:spcAft>
              <a:buAutoNum type="arabicPeriod"/>
            </a:pPr>
            <a:r>
              <a:rPr lang="en-US" sz="1800" dirty="0">
                <a:ea typeface="SimSun"/>
                <a:cs typeface="Arial"/>
              </a:rPr>
              <a:t>Top level architecture.</a:t>
            </a:r>
          </a:p>
          <a:p>
            <a:pPr marL="342900" indent="-342900" algn="just">
              <a:spcBef>
                <a:spcPts val="0"/>
              </a:spcBef>
              <a:spcAft>
                <a:spcPts val="1000"/>
              </a:spcAft>
              <a:buAutoNum type="arabicPeriod"/>
            </a:pPr>
            <a:r>
              <a:rPr lang="en-US" sz="1800" dirty="0">
                <a:ea typeface="SimSun"/>
                <a:cs typeface="Arial"/>
              </a:rPr>
              <a:t>Literature Review.</a:t>
            </a:r>
          </a:p>
          <a:p>
            <a:pPr marL="342900" indent="-342900" algn="just">
              <a:spcBef>
                <a:spcPts val="0"/>
              </a:spcBef>
              <a:spcAft>
                <a:spcPts val="1000"/>
              </a:spcAft>
              <a:buFont typeface="Arial" panose="020B0604020202020204" pitchFamily="34" charset="0"/>
              <a:buAutoNum type="arabicPeriod"/>
            </a:pPr>
            <a:r>
              <a:rPr lang="en-US" sz="1800" dirty="0">
                <a:ea typeface="SimSun"/>
                <a:cs typeface="Arial"/>
              </a:rPr>
              <a:t>Dataset brief.</a:t>
            </a:r>
          </a:p>
          <a:p>
            <a:pPr marL="342900" indent="-342900" algn="just">
              <a:spcBef>
                <a:spcPts val="0"/>
              </a:spcBef>
              <a:spcAft>
                <a:spcPts val="1000"/>
              </a:spcAft>
              <a:buAutoNum type="arabicPeriod"/>
            </a:pPr>
            <a:r>
              <a:rPr lang="en-US" sz="1800" dirty="0">
                <a:ea typeface="SimSun"/>
                <a:cs typeface="Arial"/>
              </a:rPr>
              <a:t>Model Evaluation.</a:t>
            </a:r>
          </a:p>
          <a:p>
            <a:pPr marL="342900" marR="0" indent="-342900" algn="just">
              <a:spcBef>
                <a:spcPts val="0"/>
              </a:spcBef>
              <a:spcAft>
                <a:spcPts val="1000"/>
              </a:spcAft>
              <a:buAutoNum type="arabicPeriod"/>
            </a:pPr>
            <a:r>
              <a:rPr lang="en-US" sz="1800" dirty="0">
                <a:ea typeface="SimSun" panose="02010600030101010101" pitchFamily="2" charset="-122"/>
                <a:cs typeface="Arial"/>
              </a:rPr>
              <a:t>Main Findings</a:t>
            </a:r>
          </a:p>
          <a:p>
            <a:pPr marL="342900" marR="0" indent="-342900" algn="just">
              <a:spcBef>
                <a:spcPts val="0"/>
              </a:spcBef>
              <a:spcAft>
                <a:spcPts val="1000"/>
              </a:spcAft>
              <a:buAutoNum type="arabicPeriod"/>
            </a:pPr>
            <a:r>
              <a:rPr lang="en-US" sz="1800" dirty="0">
                <a:ea typeface="SimSun" panose="02010600030101010101" pitchFamily="2" charset="-122"/>
                <a:cs typeface="Arial"/>
              </a:rPr>
              <a:t>Limitations.</a:t>
            </a:r>
          </a:p>
          <a:p>
            <a:pPr marL="342900" marR="0" indent="-342900" algn="just">
              <a:spcBef>
                <a:spcPts val="0"/>
              </a:spcBef>
              <a:spcAft>
                <a:spcPts val="1000"/>
              </a:spcAft>
              <a:buAutoNum type="arabicPeriod"/>
            </a:pPr>
            <a:r>
              <a:rPr lang="en-US" sz="1800" dirty="0">
                <a:ea typeface="SimSun" panose="02010600030101010101" pitchFamily="2" charset="-122"/>
                <a:cs typeface="Arial"/>
              </a:rPr>
              <a:t>Future Work.</a:t>
            </a:r>
          </a:p>
          <a:p>
            <a:pPr marL="342900" marR="0" indent="-342900" algn="just">
              <a:spcBef>
                <a:spcPts val="0"/>
              </a:spcBef>
              <a:spcAft>
                <a:spcPts val="1000"/>
              </a:spcAft>
              <a:buAutoNum type="arabicPeriod"/>
            </a:pPr>
            <a:r>
              <a:rPr lang="en-US" sz="1800" dirty="0">
                <a:ea typeface="SimSun"/>
              </a:rPr>
              <a:t>Conclusion.</a:t>
            </a:r>
            <a:r>
              <a:rPr lang="en-US" sz="1800" dirty="0">
                <a:effectLst/>
                <a:ea typeface="SimSun"/>
              </a:rPr>
              <a:t> </a:t>
            </a:r>
            <a:endParaRPr lang="en-US" sz="1800" dirty="0">
              <a:effectLst/>
              <a:ea typeface="SimSun"/>
              <a:cs typeface="Arial"/>
            </a:endParaRPr>
          </a:p>
          <a:p>
            <a:pPr marL="342900" marR="0" indent="-342900" algn="just">
              <a:spcBef>
                <a:spcPts val="0"/>
              </a:spcBef>
              <a:spcAft>
                <a:spcPts val="1000"/>
              </a:spcAft>
              <a:buAutoNum type="arabicPeriod"/>
            </a:pPr>
            <a:r>
              <a:rPr lang="en-US" sz="1800" dirty="0">
                <a:ea typeface="SimSun" panose="02010600030101010101" pitchFamily="2" charset="-122"/>
              </a:rPr>
              <a:t>Acknowledgement.</a:t>
            </a:r>
            <a:endParaRPr lang="en-US" sz="1800" dirty="0">
              <a:effectLst/>
              <a:ea typeface="SimSun" panose="02010600030101010101" pitchFamily="2" charset="-122"/>
              <a:cs typeface="Arial" panose="020B0604020202020204"/>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DB46B643-623A-444A-AFDE-301468806DB0}" type="datetime1">
              <a:rPr lang="en-US" smtClean="0"/>
              <a:t>8/13/2025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000" b="0" dirty="0"/>
              <a:t>2</a:t>
            </a:r>
          </a:p>
        </p:txBody>
      </p:sp>
      <p:sp>
        <p:nvSpPr>
          <p:cNvPr id="6" name="Title 5"/>
          <p:cNvSpPr>
            <a:spLocks noGrp="1"/>
          </p:cNvSpPr>
          <p:nvPr>
            <p:ph type="title"/>
          </p:nvPr>
        </p:nvSpPr>
        <p:spPr>
          <a:xfrm>
            <a:off x="3301293" y="-16383"/>
            <a:ext cx="7886700" cy="1325563"/>
          </a:xfrm>
        </p:spPr>
        <p:txBody>
          <a:bodyPr>
            <a:normAutofit/>
          </a:bodyPr>
          <a:lstStyle/>
          <a:p>
            <a:r>
              <a:rPr lang="en-US" sz="2800" b="1" dirty="0"/>
              <a:t>Table of Contents</a:t>
            </a:r>
            <a:endParaRPr lang="en-GB" sz="2800" b="1" dirty="0"/>
          </a:p>
        </p:txBody>
      </p:sp>
      <p:sp>
        <p:nvSpPr>
          <p:cNvPr id="7" name="Footer Placeholder 6"/>
          <p:cNvSpPr>
            <a:spLocks noGrp="1"/>
          </p:cNvSpPr>
          <p:nvPr>
            <p:ph type="ftr" sz="quarter" idx="11"/>
          </p:nvPr>
        </p:nvSpPr>
        <p:spPr/>
        <p:txBody>
          <a:bodyPr/>
          <a:lstStyle/>
          <a:p>
            <a:r>
              <a:rPr lang="en-US"/>
              <a:t>CRP</a:t>
            </a:r>
          </a:p>
        </p:txBody>
      </p:sp>
      <p:sp>
        <p:nvSpPr>
          <p:cNvPr id="14" name="Title 1">
            <a:extLst>
              <a:ext uri="{FF2B5EF4-FFF2-40B4-BE49-F238E27FC236}">
                <a16:creationId xmlns:a16="http://schemas.microsoft.com/office/drawing/2014/main" id="{634380F5-514D-4989-966A-49BC47C96416}"/>
              </a:ext>
            </a:extLst>
          </p:cNvPr>
          <p:cNvSpPr txBox="1">
            <a:spLocks/>
          </p:cNvSpPr>
          <p:nvPr/>
        </p:nvSpPr>
        <p:spPr>
          <a:xfrm>
            <a:off x="350041" y="3325091"/>
            <a:ext cx="2401025" cy="64926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Table of Contents</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9341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marL="514350" indent="-514350" algn="ctr"/>
            <a:r>
              <a:rPr lang="en-US" sz="5700">
                <a:solidFill>
                  <a:schemeClr val="bg1"/>
                </a:solidFill>
              </a:rPr>
              <a:t>Introduction.</a:t>
            </a:r>
          </a:p>
        </p:txBody>
      </p:sp>
      <p:sp>
        <p:nvSpPr>
          <p:cNvPr id="42"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419423"/>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9CE768F5-6F8D-4DB0-80B3-47627E038267}"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3</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144678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401141" y="274096"/>
            <a:ext cx="3466164" cy="1360728"/>
          </a:xfrm>
        </p:spPr>
        <p:txBody>
          <a:bodyPr anchor="b">
            <a:normAutofit/>
          </a:bodyPr>
          <a:lstStyle/>
          <a:p>
            <a:r>
              <a:rPr lang="en-US" dirty="0">
                <a:latin typeface="Times New Roman" panose="02020603050405020304" pitchFamily="18" charset="0"/>
                <a:ea typeface="Arial Unicode MS" pitchFamily="34" charset="-128"/>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294289" y="1859749"/>
            <a:ext cx="5044966" cy="4378335"/>
          </a:xfrm>
        </p:spPr>
        <p:txBody>
          <a:bodyPr>
            <a:normAutofit/>
          </a:bodyPr>
          <a:lstStyle/>
          <a:p>
            <a:r>
              <a:rPr lang="en-GB" sz="2400" dirty="0">
                <a:cs typeface="Arial"/>
              </a:rPr>
              <a:t>Importance of traffic sign detection in AI and computer vision.</a:t>
            </a:r>
          </a:p>
          <a:p>
            <a:r>
              <a:rPr lang="en-GB" sz="2400" dirty="0">
                <a:cs typeface="Arial"/>
              </a:rPr>
              <a:t>Relevance to Sri Lankan road systems.</a:t>
            </a:r>
          </a:p>
          <a:p>
            <a:r>
              <a:rPr lang="en-GB" sz="2400" dirty="0">
                <a:cs typeface="Arial"/>
              </a:rPr>
              <a:t>Comparing YOLOv8, Faster R-CNN, and SSD using mAP and F1-Score.</a:t>
            </a:r>
          </a:p>
          <a:p>
            <a:pPr marL="0" indent="0">
              <a:buNone/>
            </a:pPr>
            <a:endParaRPr lang="en-US" sz="2400" dirty="0">
              <a:cs typeface="Arial"/>
            </a:endParaRPr>
          </a:p>
        </p:txBody>
      </p:sp>
      <p:pic>
        <p:nvPicPr>
          <p:cNvPr id="40" name="Graphic 39" descr="Traffic Light">
            <a:extLst>
              <a:ext uri="{FF2B5EF4-FFF2-40B4-BE49-F238E27FC236}">
                <a16:creationId xmlns:a16="http://schemas.microsoft.com/office/drawing/2014/main" id="{FC9AFCC4-1023-F718-EC62-F5B48567FCA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71246" y="1210735"/>
            <a:ext cx="4074780" cy="4074780"/>
          </a:xfrm>
          <a:prstGeom prst="rect">
            <a:avLst/>
          </a:prstGeom>
        </p:spPr>
      </p:pic>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a:xfrm>
            <a:off x="102870" y="6453002"/>
            <a:ext cx="2620735" cy="365125"/>
          </a:xfrm>
        </p:spPr>
        <p:txBody>
          <a:bodyPr>
            <a:normAutofit/>
          </a:bodyPr>
          <a:lstStyle/>
          <a:p>
            <a:pPr>
              <a:spcAft>
                <a:spcPts val="600"/>
              </a:spcAft>
            </a:pPr>
            <a:fld id="{C8C397A2-765E-4AE3-A9E7-46359EC11418}" type="datetime1">
              <a:rPr lang="en-US" smtClean="0"/>
              <a:pPr>
                <a:spcAft>
                  <a:spcPts val="600"/>
                </a:spcAft>
              </a:pPr>
              <a:t>8/13/2025</a:t>
            </a:fld>
            <a:endParaRPr lang="en-US"/>
          </a:p>
        </p:txBody>
      </p:sp>
      <p:sp>
        <p:nvSpPr>
          <p:cNvPr id="6" name="Footer Placeholder 5"/>
          <p:cNvSpPr>
            <a:spLocks noGrp="1"/>
          </p:cNvSpPr>
          <p:nvPr>
            <p:ph type="ftr" sz="quarter" idx="11"/>
          </p:nvPr>
        </p:nvSpPr>
        <p:spPr>
          <a:xfrm>
            <a:off x="6657390" y="6453002"/>
            <a:ext cx="2104054"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a:xfrm>
            <a:off x="8724121" y="6453002"/>
            <a:ext cx="321905" cy="365125"/>
          </a:xfrm>
        </p:spPr>
        <p:txBody>
          <a:bodyPr>
            <a:normAutofit/>
          </a:bodyPr>
          <a:lstStyle/>
          <a:p>
            <a:pPr>
              <a:lnSpc>
                <a:spcPct val="90000"/>
              </a:lnSpc>
              <a:spcAft>
                <a:spcPts val="600"/>
              </a:spcAft>
            </a:pPr>
            <a:fld id="{849F1A12-756A-4552-B54B-B66CFF5610E9}" type="slidenum">
              <a:rPr lang="en-US" sz="1700" b="0" smtClean="0"/>
              <a:pPr>
                <a:lnSpc>
                  <a:spcPct val="90000"/>
                </a:lnSpc>
                <a:spcAft>
                  <a:spcPts val="600"/>
                </a:spcAft>
              </a:pPr>
              <a:t>4</a:t>
            </a:fld>
            <a:endParaRPr lang="en-US" sz="1700" b="0"/>
          </a:p>
        </p:txBody>
      </p:sp>
    </p:spTree>
    <p:extLst>
      <p:ext uri="{BB962C8B-B14F-4D97-AF65-F5344CB8AC3E}">
        <p14:creationId xmlns:p14="http://schemas.microsoft.com/office/powerpoint/2010/main" val="210018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A254B9-31E5-9898-AB95-B8EE3ED7D930}"/>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60A8FC58-D3FD-8959-D334-D4F56097B395}"/>
              </a:ext>
            </a:extLst>
          </p:cNvPr>
          <p:cNvPicPr>
            <a:picLocks noChangeAspect="1"/>
          </p:cNvPicPr>
          <p:nvPr/>
        </p:nvPicPr>
        <p:blipFill rotWithShape="1">
          <a:blip r:embed="rId3">
            <a:alphaModFix amt="50000"/>
          </a:blip>
          <a:srcRect l="25"/>
          <a:stretch>
            <a:fillRect/>
          </a:stretch>
        </p:blipFill>
        <p:spPr>
          <a:xfrm>
            <a:off x="20" y="10"/>
            <a:ext cx="9141693" cy="6857990"/>
          </a:xfrm>
          <a:prstGeom prst="rect">
            <a:avLst/>
          </a:prstGeom>
        </p:spPr>
      </p:pic>
      <p:sp>
        <p:nvSpPr>
          <p:cNvPr id="2" name="Title 1">
            <a:extLst>
              <a:ext uri="{FF2B5EF4-FFF2-40B4-BE49-F238E27FC236}">
                <a16:creationId xmlns:a16="http://schemas.microsoft.com/office/drawing/2014/main" id="{CE6A6841-0871-4DCB-3513-803B3D74338F}"/>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a:solidFill>
                  <a:schemeClr val="bg1"/>
                </a:solidFill>
              </a:rPr>
              <a:t>Research Background.</a:t>
            </a:r>
          </a:p>
        </p:txBody>
      </p:sp>
      <p:sp>
        <p:nvSpPr>
          <p:cNvPr id="39" name="sketchy line">
            <a:extLst>
              <a:ext uri="{FF2B5EF4-FFF2-40B4-BE49-F238E27FC236}">
                <a16:creationId xmlns:a16="http://schemas.microsoft.com/office/drawing/2014/main" id="{DEF0EFD6-A3C2-4C94-A80A-BA9709D99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494A9229-5AE3-218E-9C15-E09ED6E93288}"/>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F1CAC4CA-D9ED-4B8F-978A-C04F520FE6BA}"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a:extLst>
              <a:ext uri="{FF2B5EF4-FFF2-40B4-BE49-F238E27FC236}">
                <a16:creationId xmlns:a16="http://schemas.microsoft.com/office/drawing/2014/main" id="{17998A45-88E3-3EF1-1F38-B0205CD028EF}"/>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311629E4-4DD9-6D28-9884-B84829E564E2}"/>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5</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379363648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7C50D3-2805-3EB6-B21F-DD81E1361339}"/>
            </a:ext>
          </a:extLst>
        </p:cNvPr>
        <p:cNvGrpSpPr/>
        <p:nvPr/>
      </p:nvGrpSpPr>
      <p:grpSpPr>
        <a:xfrm>
          <a:off x="0" y="0"/>
          <a:ext cx="0" cy="0"/>
          <a:chOff x="0" y="0"/>
          <a:chExt cx="0" cy="0"/>
        </a:xfrm>
      </p:grpSpPr>
      <p:sp useBgFill="1">
        <p:nvSpPr>
          <p:cNvPr id="66"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 name="Picture 66" descr="Black and white finish line">
            <a:extLst>
              <a:ext uri="{FF2B5EF4-FFF2-40B4-BE49-F238E27FC236}">
                <a16:creationId xmlns:a16="http://schemas.microsoft.com/office/drawing/2014/main" id="{4643B54F-343B-B31A-5B18-DD374D62A8E9}"/>
              </a:ext>
            </a:extLst>
          </p:cNvPr>
          <p:cNvPicPr>
            <a:picLocks noChangeAspect="1"/>
          </p:cNvPicPr>
          <p:nvPr/>
        </p:nvPicPr>
        <p:blipFill>
          <a:blip r:embed="rId3"/>
          <a:srcRect l="30894" r="29761"/>
          <a:stretch>
            <a:fillRect/>
          </a:stretch>
        </p:blipFill>
        <p:spPr>
          <a:xfrm>
            <a:off x="21" y="-2"/>
            <a:ext cx="3300700" cy="6858002"/>
          </a:xfrm>
          <a:prstGeom prst="rect">
            <a:avLst/>
          </a:prstGeom>
        </p:spPr>
      </p:pic>
      <p:sp useBgFill="1">
        <p:nvSpPr>
          <p:cNvPr id="68" name="Rectangle 67">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7647" y="-1"/>
            <a:ext cx="508635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28F6020-36AF-ACEA-B792-406674BF79C0}"/>
              </a:ext>
            </a:extLst>
          </p:cNvPr>
          <p:cNvSpPr>
            <a:spLocks noGrp="1"/>
          </p:cNvSpPr>
          <p:nvPr>
            <p:ph idx="1"/>
          </p:nvPr>
        </p:nvSpPr>
        <p:spPr>
          <a:xfrm>
            <a:off x="3505084" y="136525"/>
            <a:ext cx="5240241" cy="6083300"/>
          </a:xfrm>
        </p:spPr>
        <p:txBody>
          <a:bodyPr anchor="ctr">
            <a:normAutofit/>
          </a:bodyPr>
          <a:lstStyle/>
          <a:p>
            <a:r>
              <a:rPr lang="en-GB" sz="1800" dirty="0"/>
              <a:t>Rising significance of </a:t>
            </a:r>
            <a:r>
              <a:rPr lang="en-GB" sz="1800" b="1" dirty="0"/>
              <a:t>autonomous vehicles</a:t>
            </a:r>
            <a:r>
              <a:rPr lang="en-GB" sz="1800" dirty="0"/>
              <a:t> and </a:t>
            </a:r>
            <a:r>
              <a:rPr lang="en-GB" sz="1800" b="1" dirty="0"/>
              <a:t>driver assistance systems</a:t>
            </a:r>
          </a:p>
          <a:p>
            <a:pPr>
              <a:buFont typeface="Arial" panose="020B0604020202020204" pitchFamily="34" charset="0"/>
              <a:buChar char="•"/>
            </a:pPr>
            <a:r>
              <a:rPr lang="en-GB" sz="1800" dirty="0"/>
              <a:t>Reliable </a:t>
            </a:r>
            <a:r>
              <a:rPr lang="en-GB" sz="1800" b="1" dirty="0"/>
              <a:t>traffic sign detection</a:t>
            </a:r>
            <a:r>
              <a:rPr lang="en-GB" sz="1800" dirty="0"/>
              <a:t> is a key requirement for road safety and autonomous driving</a:t>
            </a:r>
          </a:p>
          <a:p>
            <a:pPr>
              <a:buFont typeface="Arial" panose="020B0604020202020204" pitchFamily="34" charset="0"/>
              <a:buChar char="•"/>
            </a:pPr>
            <a:r>
              <a:rPr lang="en-GB" sz="1800" dirty="0"/>
              <a:t>The performance of object detection models varies under different conditions, especially in </a:t>
            </a:r>
            <a:r>
              <a:rPr lang="en-GB" sz="1800" b="1" dirty="0"/>
              <a:t>real-world scenarios</a:t>
            </a:r>
            <a:endParaRPr lang="en-GB" sz="1800" dirty="0"/>
          </a:p>
          <a:p>
            <a:pPr>
              <a:buFont typeface="Arial" panose="020B0604020202020204" pitchFamily="34" charset="0"/>
              <a:buChar char="•"/>
            </a:pPr>
            <a:r>
              <a:rPr lang="en-GB" sz="1800" dirty="0"/>
              <a:t>Few comparative studies exist focusing on their performance with </a:t>
            </a:r>
            <a:r>
              <a:rPr lang="en-GB" sz="1800" b="1" dirty="0"/>
              <a:t>Sri Lankan road signs</a:t>
            </a:r>
            <a:endParaRPr lang="en-GB" sz="1800" dirty="0"/>
          </a:p>
          <a:p>
            <a:pPr>
              <a:buFont typeface="Arial" panose="020B0604020202020204" pitchFamily="34" charset="0"/>
              <a:buChar char="•"/>
            </a:pPr>
            <a:r>
              <a:rPr lang="en-GB" sz="1800" dirty="0"/>
              <a:t>This study aims to fill that gap by evaluating </a:t>
            </a:r>
            <a:r>
              <a:rPr lang="en-GB" sz="1800" b="1" dirty="0"/>
              <a:t>YOLOv8, Faster R-CNN, and SSD</a:t>
            </a:r>
            <a:r>
              <a:rPr lang="en-GB" sz="1800" dirty="0"/>
              <a:t> for their accuracy in detecting </a:t>
            </a:r>
            <a:r>
              <a:rPr lang="en-GB" sz="1800" b="1" dirty="0"/>
              <a:t>Sri Lankan traffic signs</a:t>
            </a:r>
            <a:endParaRPr lang="en-GB" sz="1800" dirty="0"/>
          </a:p>
          <a:p>
            <a:pPr marL="0" indent="0">
              <a:buNone/>
            </a:pPr>
            <a:endParaRPr lang="en-US" sz="1800" dirty="0">
              <a:cs typeface="Arial"/>
            </a:endParaRPr>
          </a:p>
        </p:txBody>
      </p:sp>
      <p:sp>
        <p:nvSpPr>
          <p:cNvPr id="4" name="Date Placeholder 3">
            <a:extLst>
              <a:ext uri="{FF2B5EF4-FFF2-40B4-BE49-F238E27FC236}">
                <a16:creationId xmlns:a16="http://schemas.microsoft.com/office/drawing/2014/main" id="{8E2E6171-104A-302D-2376-12AFD1D942D4}"/>
              </a:ext>
            </a:extLst>
          </p:cNvPr>
          <p:cNvSpPr>
            <a:spLocks noGrp="1"/>
          </p:cNvSpPr>
          <p:nvPr>
            <p:ph type="dt" sz="half" idx="10"/>
          </p:nvPr>
        </p:nvSpPr>
        <p:spPr>
          <a:xfrm>
            <a:off x="569214" y="6356350"/>
            <a:ext cx="2057400" cy="365125"/>
          </a:xfrm>
        </p:spPr>
        <p:txBody>
          <a:bodyPr>
            <a:normAutofit/>
          </a:bodyPr>
          <a:lstStyle/>
          <a:p>
            <a:pPr>
              <a:spcAft>
                <a:spcPts val="600"/>
              </a:spcAft>
            </a:pPr>
            <a:fld id="{C8C397A2-765E-4AE3-A9E7-46359EC11418}" type="datetime1">
              <a:rPr lang="en-US" smtClean="0">
                <a:solidFill>
                  <a:srgbClr val="FFFFFF"/>
                </a:solidFill>
              </a:rPr>
              <a:pPr>
                <a:spcAft>
                  <a:spcPts val="600"/>
                </a:spcAft>
              </a:pPr>
              <a:t>8/13/2025</a:t>
            </a:fld>
            <a:endParaRPr lang="en-US">
              <a:solidFill>
                <a:srgbClr val="FFFFFF"/>
              </a:solidFill>
            </a:endParaRPr>
          </a:p>
        </p:txBody>
      </p:sp>
      <p:sp>
        <p:nvSpPr>
          <p:cNvPr id="6" name="Footer Placeholder 5">
            <a:extLst>
              <a:ext uri="{FF2B5EF4-FFF2-40B4-BE49-F238E27FC236}">
                <a16:creationId xmlns:a16="http://schemas.microsoft.com/office/drawing/2014/main" id="{3A314142-261A-6A75-FFF1-382D457F4831}"/>
              </a:ext>
            </a:extLst>
          </p:cNvPr>
          <p:cNvSpPr>
            <a:spLocks noGrp="1"/>
          </p:cNvSpPr>
          <p:nvPr>
            <p:ph type="ftr" sz="quarter" idx="11"/>
          </p:nvPr>
        </p:nvSpPr>
        <p:spPr>
          <a:xfrm>
            <a:off x="4503768" y="6356350"/>
            <a:ext cx="3242874" cy="365125"/>
          </a:xfrm>
        </p:spPr>
        <p:txBody>
          <a:bodyPr>
            <a:normAutofit/>
          </a:bodyPr>
          <a:lstStyle/>
          <a:p>
            <a:pPr algn="l">
              <a:spcAft>
                <a:spcPts val="600"/>
              </a:spcAft>
            </a:pPr>
            <a:r>
              <a:rPr lang="en-US">
                <a:solidFill>
                  <a:schemeClr val="tx1"/>
                </a:solidFill>
              </a:rPr>
              <a:t>CRP</a:t>
            </a:r>
          </a:p>
        </p:txBody>
      </p:sp>
      <p:sp>
        <p:nvSpPr>
          <p:cNvPr id="5" name="Slide Number Placeholder 4">
            <a:extLst>
              <a:ext uri="{FF2B5EF4-FFF2-40B4-BE49-F238E27FC236}">
                <a16:creationId xmlns:a16="http://schemas.microsoft.com/office/drawing/2014/main" id="{3AF4B602-86AC-9F6F-9AB9-3D91D4156389}"/>
              </a:ext>
            </a:extLst>
          </p:cNvPr>
          <p:cNvSpPr>
            <a:spLocks noGrp="1"/>
          </p:cNvSpPr>
          <p:nvPr>
            <p:ph type="sldNum" sz="quarter" idx="12"/>
          </p:nvPr>
        </p:nvSpPr>
        <p:spPr>
          <a:xfrm>
            <a:off x="6549390" y="6356350"/>
            <a:ext cx="2400300" cy="365125"/>
          </a:xfrm>
        </p:spPr>
        <p:txBody>
          <a:bodyPr>
            <a:normAutofit/>
          </a:bodyPr>
          <a:lstStyle/>
          <a:p>
            <a:pPr>
              <a:lnSpc>
                <a:spcPct val="90000"/>
              </a:lnSpc>
              <a:spcAft>
                <a:spcPts val="600"/>
              </a:spcAft>
            </a:pPr>
            <a:fld id="{849F1A12-756A-4552-B54B-B66CFF5610E9}" type="slidenum">
              <a:rPr lang="en-US" sz="1700" b="0">
                <a:solidFill>
                  <a:schemeClr val="tx1"/>
                </a:solidFill>
              </a:rPr>
              <a:pPr>
                <a:lnSpc>
                  <a:spcPct val="90000"/>
                </a:lnSpc>
                <a:spcAft>
                  <a:spcPts val="600"/>
                </a:spcAft>
              </a:pPr>
              <a:t>6</a:t>
            </a:fld>
            <a:endParaRPr lang="en-US" sz="1700" b="0">
              <a:solidFill>
                <a:schemeClr val="tx1"/>
              </a:solidFill>
            </a:endParaRPr>
          </a:p>
        </p:txBody>
      </p:sp>
    </p:spTree>
    <p:extLst>
      <p:ext uri="{BB962C8B-B14F-4D97-AF65-F5344CB8AC3E}">
        <p14:creationId xmlns:p14="http://schemas.microsoft.com/office/powerpoint/2010/main" val="3828161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alphaModFix amt="50000"/>
          </a:blip>
          <a:srcRect l="25"/>
          <a:stretch>
            <a:fillRect/>
          </a:stretch>
        </p:blipFill>
        <p:spPr>
          <a:xfrm>
            <a:off x="20" y="10"/>
            <a:ext cx="9141693"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a:solidFill>
                  <a:schemeClr val="bg1"/>
                </a:solidFill>
              </a:rPr>
              <a:t>Problem Statement.</a:t>
            </a:r>
          </a:p>
        </p:txBody>
      </p:sp>
      <p:sp>
        <p:nvSpPr>
          <p:cNvPr id="39"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419423"/>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F1CAC4CA-D9ED-4B8F-978A-C04F520FE6BA}"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7</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69280545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3" name="Picture 42" descr="A car on the road&#10;&#10;Description automatically generated">
            <a:extLst>
              <a:ext uri="{FF2B5EF4-FFF2-40B4-BE49-F238E27FC236}">
                <a16:creationId xmlns:a16="http://schemas.microsoft.com/office/drawing/2014/main" id="{9CA6100E-EFE8-F1FD-09FC-3D3BA04F07A1}"/>
              </a:ext>
            </a:extLst>
          </p:cNvPr>
          <p:cNvPicPr>
            <a:picLocks noChangeAspect="1"/>
          </p:cNvPicPr>
          <p:nvPr/>
        </p:nvPicPr>
        <p:blipFill>
          <a:blip r:embed="rId3">
            <a:extLst>
              <a:ext uri="{28A0092B-C50C-407E-A947-70E740481C1C}">
                <a14:useLocalDpi xmlns:a14="http://schemas.microsoft.com/office/drawing/2010/main" val="0"/>
              </a:ext>
            </a:extLst>
          </a:blip>
          <a:srcRect t="15556" b="23651"/>
          <a:stretch>
            <a:fillRect/>
          </a:stretch>
        </p:blipFill>
        <p:spPr>
          <a:xfrm>
            <a:off x="20" y="10"/>
            <a:ext cx="9143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42"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39" y="3297292"/>
            <a:ext cx="8783241" cy="3241620"/>
          </a:xfrm>
        </p:spPr>
        <p:txBody>
          <a:bodyPr anchor="ctr">
            <a:normAutofit/>
          </a:bodyPr>
          <a:lstStyle/>
          <a:p>
            <a:pPr marR="0">
              <a:spcBef>
                <a:spcPts val="0"/>
              </a:spcBef>
              <a:spcAft>
                <a:spcPts val="1000"/>
              </a:spcAft>
            </a:pPr>
            <a:r>
              <a:rPr lang="en-GB" sz="1800">
                <a:effectLst/>
                <a:latin typeface="Times New Roman" panose="02020603050405020304" pitchFamily="18" charset="0"/>
                <a:ea typeface="SimSun" panose="02010600030101010101" pitchFamily="2" charset="-122"/>
              </a:rPr>
              <a:t>Traffic sign detection is crucial for autonomous vehicles and road safety.</a:t>
            </a:r>
          </a:p>
          <a:p>
            <a:pPr marR="0">
              <a:spcBef>
                <a:spcPts val="0"/>
              </a:spcBef>
              <a:spcAft>
                <a:spcPts val="1000"/>
              </a:spcAft>
            </a:pPr>
            <a:r>
              <a:rPr lang="en-GB" sz="1800">
                <a:effectLst/>
                <a:latin typeface="Times New Roman" panose="02020603050405020304" pitchFamily="18" charset="0"/>
                <a:ea typeface="SimSun" panose="02010600030101010101" pitchFamily="2" charset="-122"/>
              </a:rPr>
              <a:t>Currently, object detection models show varying performance under different conditions.</a:t>
            </a:r>
          </a:p>
          <a:p>
            <a:pPr marR="0">
              <a:spcBef>
                <a:spcPts val="0"/>
              </a:spcBef>
              <a:spcAft>
                <a:spcPts val="1000"/>
              </a:spcAft>
            </a:pPr>
            <a:r>
              <a:rPr lang="en-GB" sz="1800">
                <a:effectLst/>
                <a:latin typeface="Times New Roman" panose="02020603050405020304" pitchFamily="18" charset="0"/>
                <a:ea typeface="SimSun" panose="02010600030101010101" pitchFamily="2" charset="-122"/>
              </a:rPr>
              <a:t>There’s a lack of comparative studies evaluating their accuracy on Sri Lankan road signs.</a:t>
            </a:r>
          </a:p>
          <a:p>
            <a:pPr marR="0">
              <a:spcBef>
                <a:spcPts val="0"/>
              </a:spcBef>
              <a:spcAft>
                <a:spcPts val="1000"/>
              </a:spcAft>
            </a:pPr>
            <a:r>
              <a:rPr lang="en-US" sz="1800">
                <a:effectLst/>
                <a:latin typeface="Times New Roman" panose="02020603050405020304" pitchFamily="18" charset="0"/>
                <a:ea typeface="SimSun" panose="02010600030101010101" pitchFamily="2" charset="-122"/>
              </a:rPr>
              <a:t>This inconsistency poses a challenge for developing reliable autonomous vehicle technologies.</a:t>
            </a:r>
          </a:p>
          <a:p>
            <a:pPr marR="0">
              <a:spcBef>
                <a:spcPts val="0"/>
              </a:spcBef>
              <a:spcAft>
                <a:spcPts val="1000"/>
              </a:spcAft>
            </a:pPr>
            <a:r>
              <a:rPr lang="en-GB" sz="1800">
                <a:effectLst/>
                <a:latin typeface="Times New Roman" panose="02020603050405020304" pitchFamily="18" charset="0"/>
                <a:ea typeface="SimSun" panose="02010600030101010101" pitchFamily="2" charset="-122"/>
              </a:rPr>
              <a:t>This study aims to compare and identify the most accurate and efficient model for Sri Lankan conditions.</a:t>
            </a:r>
            <a:endParaRPr lang="en-US" sz="1800" dirty="0">
              <a:effectLst/>
              <a:latin typeface="Times New Roman" panose="02020603050405020304" pitchFamily="18" charset="0"/>
              <a:ea typeface="SimSun" panose="02010600030101010101" pitchFamily="2" charset="-122"/>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a:xfrm>
            <a:off x="360759" y="6356350"/>
            <a:ext cx="2057400" cy="365125"/>
          </a:xfrm>
        </p:spPr>
        <p:txBody>
          <a:bodyPr>
            <a:normAutofit/>
          </a:bodyPr>
          <a:lstStyle/>
          <a:p>
            <a:pPr>
              <a:spcAft>
                <a:spcPts val="600"/>
              </a:spcAft>
            </a:pPr>
            <a:fld id="{12F6DFE3-88EC-4E66-9523-87EA3C417268}" type="datetime1">
              <a:rPr lang="en-US" sz="1000" smtClean="0">
                <a:solidFill>
                  <a:schemeClr val="tx1">
                    <a:lumMod val="75000"/>
                    <a:lumOff val="25000"/>
                  </a:schemeClr>
                </a:solidFill>
              </a:rPr>
              <a:pPr>
                <a:spcAft>
                  <a:spcPts val="600"/>
                </a:spcAft>
              </a:pPr>
              <a:t>8/13/2025</a:t>
            </a:fld>
            <a:endParaRPr lang="en-US" sz="1000">
              <a:solidFill>
                <a:schemeClr val="tx1">
                  <a:lumMod val="75000"/>
                  <a:lumOff val="25000"/>
                </a:schemeClr>
              </a:solidFill>
            </a:endParaRPr>
          </a:p>
        </p:txBody>
      </p:sp>
      <p:sp>
        <p:nvSpPr>
          <p:cNvPr id="6" name="Footer Placeholder 5"/>
          <p:cNvSpPr>
            <a:spLocks noGrp="1"/>
          </p:cNvSpPr>
          <p:nvPr>
            <p:ph type="ftr" sz="quarter" idx="11"/>
          </p:nvPr>
        </p:nvSpPr>
        <p:spPr>
          <a:xfrm>
            <a:off x="3028950" y="6356350"/>
            <a:ext cx="3086100" cy="365125"/>
          </a:xfrm>
        </p:spPr>
        <p:txBody>
          <a:bodyPr>
            <a:normAutofit/>
          </a:bodyPr>
          <a:lstStyle/>
          <a:p>
            <a:pPr>
              <a:spcAft>
                <a:spcPts val="600"/>
              </a:spcAft>
            </a:pPr>
            <a:r>
              <a:rPr lang="en-US" sz="1000">
                <a:solidFill>
                  <a:schemeClr val="tx1">
                    <a:lumMod val="75000"/>
                    <a:lumOff val="25000"/>
                  </a:schemeClr>
                </a:solidFill>
              </a:rPr>
              <a:t>CRP</a:t>
            </a:r>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a:xfrm>
            <a:off x="6648450" y="6356350"/>
            <a:ext cx="2057400" cy="365125"/>
          </a:xfrm>
        </p:spPr>
        <p:txBody>
          <a:bodyPr>
            <a:normAutofit/>
          </a:bodyPr>
          <a:lstStyle/>
          <a:p>
            <a:pPr>
              <a:spcAft>
                <a:spcPts val="600"/>
              </a:spcAft>
            </a:pPr>
            <a:fld id="{849F1A12-756A-4552-B54B-B66CFF5610E9}" type="slidenum">
              <a:rPr lang="en-US" sz="1000" b="0" smtClean="0">
                <a:solidFill>
                  <a:schemeClr val="tx1">
                    <a:lumMod val="75000"/>
                    <a:lumOff val="25000"/>
                  </a:schemeClr>
                </a:solidFill>
              </a:rPr>
              <a:pPr>
                <a:spcAft>
                  <a:spcPts val="600"/>
                </a:spcAft>
              </a:pPr>
              <a:t>8</a:t>
            </a:fld>
            <a:endParaRPr lang="en-US" sz="1000" b="0">
              <a:solidFill>
                <a:schemeClr val="tx1">
                  <a:lumMod val="75000"/>
                  <a:lumOff val="25000"/>
                </a:schemeClr>
              </a:solidFill>
            </a:endParaRPr>
          </a:p>
        </p:txBody>
      </p:sp>
    </p:spTree>
    <p:extLst>
      <p:ext uri="{BB962C8B-B14F-4D97-AF65-F5344CB8AC3E}">
        <p14:creationId xmlns:p14="http://schemas.microsoft.com/office/powerpoint/2010/main" val="1120326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alphaModFix amt="50000"/>
          </a:blip>
          <a:srcRect l="25"/>
          <a:stretch>
            <a:fillRect/>
          </a:stretch>
        </p:blipFill>
        <p:spPr>
          <a:xfrm>
            <a:off x="20" y="10"/>
            <a:ext cx="9141693"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dirty="0">
                <a:solidFill>
                  <a:schemeClr val="bg1"/>
                </a:solidFill>
              </a:rPr>
              <a:t>Research</a:t>
            </a:r>
            <a:br>
              <a:rPr lang="en-US" sz="5700" dirty="0">
                <a:solidFill>
                  <a:schemeClr val="bg1"/>
                </a:solidFill>
              </a:rPr>
            </a:br>
            <a:r>
              <a:rPr lang="en-US" sz="5700" dirty="0">
                <a:solidFill>
                  <a:schemeClr val="bg1"/>
                </a:solidFill>
              </a:rPr>
              <a:t>Question &amp; Hypothesis</a:t>
            </a:r>
          </a:p>
        </p:txBody>
      </p:sp>
      <p:sp>
        <p:nvSpPr>
          <p:cNvPr id="39" name="sketchy line">
            <a:extLst>
              <a:ext uri="{FF2B5EF4-FFF2-40B4-BE49-F238E27FC236}">
                <a16:creationId xmlns:a16="http://schemas.microsoft.com/office/drawing/2014/main" id="{DEF0EFD6-A3C2-4C94-A80A-BA9709D99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D1C8D1F7-E20F-45CC-A011-50B610F72C5D}"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9</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3896243069"/>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459486" y="548640"/>
            <a:ext cx="8208777" cy="1133856"/>
          </a:xfrm>
        </p:spPr>
        <p:txBody>
          <a:bodyPr anchor="t">
            <a:normAutofit/>
          </a:bodyPr>
          <a:lstStyle/>
          <a:p>
            <a:r>
              <a:rPr lang="en-US" dirty="0">
                <a:latin typeface="Times New Roman" panose="02020603050405020304" pitchFamily="18" charset="0"/>
                <a:ea typeface="Arial Unicode MS" pitchFamily="34" charset="-128"/>
                <a:cs typeface="Times New Roman" panose="02020603050405020304" pitchFamily="18" charset="0"/>
              </a:rPr>
              <a:t>Research Question</a:t>
            </a: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a:xfrm>
            <a:off x="102870" y="6453002"/>
            <a:ext cx="2620735" cy="365125"/>
          </a:xfrm>
        </p:spPr>
        <p:txBody>
          <a:bodyPr>
            <a:normAutofit/>
          </a:bodyPr>
          <a:lstStyle/>
          <a:p>
            <a:pPr>
              <a:spcAft>
                <a:spcPts val="600"/>
              </a:spcAft>
            </a:pPr>
            <a:fld id="{77BE8CD8-B5C0-427D-BE8F-A30532367F74}" type="datetime1">
              <a:rPr lang="en-US" smtClean="0"/>
              <a:pPr>
                <a:spcAft>
                  <a:spcPts val="600"/>
                </a:spcAft>
              </a:pPr>
              <a:t>8/14/2025</a:t>
            </a:fld>
            <a:endParaRPr lang="en-US"/>
          </a:p>
        </p:txBody>
      </p:sp>
      <p:sp>
        <p:nvSpPr>
          <p:cNvPr id="6" name="Footer Placeholder 5"/>
          <p:cNvSpPr>
            <a:spLocks noGrp="1"/>
          </p:cNvSpPr>
          <p:nvPr>
            <p:ph type="ftr" sz="quarter" idx="11"/>
          </p:nvPr>
        </p:nvSpPr>
        <p:spPr>
          <a:xfrm>
            <a:off x="6657390" y="6453002"/>
            <a:ext cx="2104054"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a:xfrm>
            <a:off x="8724121" y="6453002"/>
            <a:ext cx="321905" cy="365125"/>
          </a:xfrm>
        </p:spPr>
        <p:txBody>
          <a:bodyPr>
            <a:normAutofit fontScale="70000" lnSpcReduction="20000"/>
          </a:bodyPr>
          <a:lstStyle/>
          <a:p>
            <a:pPr>
              <a:lnSpc>
                <a:spcPct val="90000"/>
              </a:lnSpc>
              <a:spcAft>
                <a:spcPts val="600"/>
              </a:spcAft>
            </a:pPr>
            <a:fld id="{849F1A12-756A-4552-B54B-B66CFF5610E9}" type="slidenum">
              <a:rPr lang="en-US" sz="1700" b="0" smtClean="0"/>
              <a:pPr>
                <a:lnSpc>
                  <a:spcPct val="90000"/>
                </a:lnSpc>
                <a:spcAft>
                  <a:spcPts val="600"/>
                </a:spcAft>
              </a:pPr>
              <a:t>10</a:t>
            </a:fld>
            <a:endParaRPr lang="en-US" sz="1700" b="0"/>
          </a:p>
        </p:txBody>
      </p:sp>
      <p:graphicFrame>
        <p:nvGraphicFramePr>
          <p:cNvPr id="38" name="Content Placeholder 2">
            <a:extLst>
              <a:ext uri="{FF2B5EF4-FFF2-40B4-BE49-F238E27FC236}">
                <a16:creationId xmlns:a16="http://schemas.microsoft.com/office/drawing/2014/main" id="{9EC604F3-4E54-6D39-24C3-29C5CFB095F7}"/>
              </a:ext>
            </a:extLst>
          </p:cNvPr>
          <p:cNvGraphicFramePr>
            <a:graphicFrameLocks noGrp="1"/>
          </p:cNvGraphicFramePr>
          <p:nvPr>
            <p:ph idx="1"/>
            <p:extLst>
              <p:ext uri="{D42A27DB-BD31-4B8C-83A1-F6EECF244321}">
                <p14:modId xmlns:p14="http://schemas.microsoft.com/office/powerpoint/2010/main" val="535181914"/>
              </p:ext>
            </p:extLst>
          </p:nvPr>
        </p:nvGraphicFramePr>
        <p:xfrm>
          <a:off x="459486" y="1334814"/>
          <a:ext cx="8208777" cy="49605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2408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AD35AE2F-5E3A-49D9-8DE1-8A333BA40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3000" y="1122363"/>
            <a:ext cx="6858000" cy="3063240"/>
          </a:xfrm>
        </p:spPr>
        <p:txBody>
          <a:bodyPr vert="horz" lIns="91440" tIns="45720" rIns="91440" bIns="45720" rtlCol="0" anchor="b">
            <a:normAutofit/>
          </a:bodyPr>
          <a:lstStyle/>
          <a:p>
            <a:pPr algn="ctr"/>
            <a:r>
              <a:rPr lang="en-US" sz="5700" dirty="0">
                <a:solidFill>
                  <a:schemeClr val="bg1"/>
                </a:solidFill>
              </a:rPr>
              <a:t>Methodology</a:t>
            </a:r>
          </a:p>
        </p:txBody>
      </p:sp>
      <p:sp>
        <p:nvSpPr>
          <p:cNvPr id="34" name="Rectangle 2">
            <a:extLst>
              <a:ext uri="{FF2B5EF4-FFF2-40B4-BE49-F238E27FC236}">
                <a16:creationId xmlns:a16="http://schemas.microsoft.com/office/drawing/2014/main" id="{98072727-1E1A-4B8C-8839-AAB69FA2E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6">
            <a:extLst>
              <a:ext uri="{FF2B5EF4-FFF2-40B4-BE49-F238E27FC236}">
                <a16:creationId xmlns:a16="http://schemas.microsoft.com/office/drawing/2014/main" id="{79EB4626-023C-436D-9F57-9EB460809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902700 h 5416094"/>
              <a:gd name="connsiteX1" fmla="*/ 902700 w 7886700"/>
              <a:gd name="connsiteY1" fmla="*/ 0 h 5416094"/>
              <a:gd name="connsiteX2" fmla="*/ 1700026 w 7886700"/>
              <a:gd name="connsiteY2" fmla="*/ 0 h 5416094"/>
              <a:gd name="connsiteX3" fmla="*/ 2314913 w 7886700"/>
              <a:gd name="connsiteY3" fmla="*/ 0 h 5416094"/>
              <a:gd name="connsiteX4" fmla="*/ 2868987 w 7886700"/>
              <a:gd name="connsiteY4" fmla="*/ 0 h 5416094"/>
              <a:gd name="connsiteX5" fmla="*/ 3605500 w 7886700"/>
              <a:gd name="connsiteY5" fmla="*/ 0 h 5416094"/>
              <a:gd name="connsiteX6" fmla="*/ 4220387 w 7886700"/>
              <a:gd name="connsiteY6" fmla="*/ 0 h 5416094"/>
              <a:gd name="connsiteX7" fmla="*/ 5017713 w 7886700"/>
              <a:gd name="connsiteY7" fmla="*/ 0 h 5416094"/>
              <a:gd name="connsiteX8" fmla="*/ 5571787 w 7886700"/>
              <a:gd name="connsiteY8" fmla="*/ 0 h 5416094"/>
              <a:gd name="connsiteX9" fmla="*/ 6369113 w 7886700"/>
              <a:gd name="connsiteY9" fmla="*/ 0 h 5416094"/>
              <a:gd name="connsiteX10" fmla="*/ 6984000 w 7886700"/>
              <a:gd name="connsiteY10" fmla="*/ 0 h 5416094"/>
              <a:gd name="connsiteX11" fmla="*/ 7886700 w 7886700"/>
              <a:gd name="connsiteY11" fmla="*/ 902700 h 5416094"/>
              <a:gd name="connsiteX12" fmla="*/ 7886700 w 7886700"/>
              <a:gd name="connsiteY12" fmla="*/ 1540589 h 5416094"/>
              <a:gd name="connsiteX13" fmla="*/ 7886700 w 7886700"/>
              <a:gd name="connsiteY13" fmla="*/ 2214585 h 5416094"/>
              <a:gd name="connsiteX14" fmla="*/ 7886700 w 7886700"/>
              <a:gd name="connsiteY14" fmla="*/ 2888582 h 5416094"/>
              <a:gd name="connsiteX15" fmla="*/ 7886700 w 7886700"/>
              <a:gd name="connsiteY15" fmla="*/ 3418150 h 5416094"/>
              <a:gd name="connsiteX16" fmla="*/ 7886700 w 7886700"/>
              <a:gd name="connsiteY16" fmla="*/ 4513394 h 5416094"/>
              <a:gd name="connsiteX17" fmla="*/ 6984000 w 7886700"/>
              <a:gd name="connsiteY17" fmla="*/ 5416094 h 5416094"/>
              <a:gd name="connsiteX18" fmla="*/ 6247487 w 7886700"/>
              <a:gd name="connsiteY18" fmla="*/ 5416094 h 5416094"/>
              <a:gd name="connsiteX19" fmla="*/ 5693413 w 7886700"/>
              <a:gd name="connsiteY19" fmla="*/ 5416094 h 5416094"/>
              <a:gd name="connsiteX20" fmla="*/ 4896087 w 7886700"/>
              <a:gd name="connsiteY20" fmla="*/ 5416094 h 5416094"/>
              <a:gd name="connsiteX21" fmla="*/ 4220387 w 7886700"/>
              <a:gd name="connsiteY21" fmla="*/ 5416094 h 5416094"/>
              <a:gd name="connsiteX22" fmla="*/ 3666313 w 7886700"/>
              <a:gd name="connsiteY22" fmla="*/ 5416094 h 5416094"/>
              <a:gd name="connsiteX23" fmla="*/ 2990613 w 7886700"/>
              <a:gd name="connsiteY23" fmla="*/ 5416094 h 5416094"/>
              <a:gd name="connsiteX24" fmla="*/ 2497352 w 7886700"/>
              <a:gd name="connsiteY24" fmla="*/ 5416094 h 5416094"/>
              <a:gd name="connsiteX25" fmla="*/ 2004091 w 7886700"/>
              <a:gd name="connsiteY25" fmla="*/ 5416094 h 5416094"/>
              <a:gd name="connsiteX26" fmla="*/ 902700 w 7886700"/>
              <a:gd name="connsiteY26" fmla="*/ 5416094 h 5416094"/>
              <a:gd name="connsiteX27" fmla="*/ 0 w 7886700"/>
              <a:gd name="connsiteY27" fmla="*/ 4513394 h 5416094"/>
              <a:gd name="connsiteX28" fmla="*/ 0 w 7886700"/>
              <a:gd name="connsiteY28" fmla="*/ 4019932 h 5416094"/>
              <a:gd name="connsiteX29" fmla="*/ 0 w 7886700"/>
              <a:gd name="connsiteY29" fmla="*/ 3382043 h 5416094"/>
              <a:gd name="connsiteX30" fmla="*/ 0 w 7886700"/>
              <a:gd name="connsiteY30" fmla="*/ 2888582 h 5416094"/>
              <a:gd name="connsiteX31" fmla="*/ 0 w 7886700"/>
              <a:gd name="connsiteY31" fmla="*/ 2250692 h 5416094"/>
              <a:gd name="connsiteX32" fmla="*/ 0 w 7886700"/>
              <a:gd name="connsiteY32" fmla="*/ 1721124 h 5416094"/>
              <a:gd name="connsiteX33" fmla="*/ 0 w 7886700"/>
              <a:gd name="connsiteY33" fmla="*/ 90270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7886700" h="5416094" extrusionOk="0">
                <a:moveTo>
                  <a:pt x="0" y="902700"/>
                </a:moveTo>
                <a:cubicBezTo>
                  <a:pt x="-57306" y="368805"/>
                  <a:pt x="305054" y="37193"/>
                  <a:pt x="902700" y="0"/>
                </a:cubicBezTo>
                <a:cubicBezTo>
                  <a:pt x="1174001" y="38182"/>
                  <a:pt x="1340191" y="11283"/>
                  <a:pt x="1700026" y="0"/>
                </a:cubicBezTo>
                <a:cubicBezTo>
                  <a:pt x="2059861" y="-11283"/>
                  <a:pt x="2035382" y="-18415"/>
                  <a:pt x="2314913" y="0"/>
                </a:cubicBezTo>
                <a:cubicBezTo>
                  <a:pt x="2594444" y="18415"/>
                  <a:pt x="2643478" y="-8944"/>
                  <a:pt x="2868987" y="0"/>
                </a:cubicBezTo>
                <a:cubicBezTo>
                  <a:pt x="3094496" y="8944"/>
                  <a:pt x="3321166" y="-10564"/>
                  <a:pt x="3605500" y="0"/>
                </a:cubicBezTo>
                <a:cubicBezTo>
                  <a:pt x="3889834" y="10564"/>
                  <a:pt x="3975258" y="-19806"/>
                  <a:pt x="4220387" y="0"/>
                </a:cubicBezTo>
                <a:cubicBezTo>
                  <a:pt x="4465516" y="19806"/>
                  <a:pt x="4845443" y="8913"/>
                  <a:pt x="5017713" y="0"/>
                </a:cubicBezTo>
                <a:cubicBezTo>
                  <a:pt x="5189983" y="-8913"/>
                  <a:pt x="5338984" y="-2888"/>
                  <a:pt x="5571787" y="0"/>
                </a:cubicBezTo>
                <a:cubicBezTo>
                  <a:pt x="5804590" y="2888"/>
                  <a:pt x="6205592" y="-15056"/>
                  <a:pt x="6369113" y="0"/>
                </a:cubicBezTo>
                <a:cubicBezTo>
                  <a:pt x="6532634" y="15056"/>
                  <a:pt x="6819521" y="6378"/>
                  <a:pt x="6984000" y="0"/>
                </a:cubicBezTo>
                <a:cubicBezTo>
                  <a:pt x="7394133" y="-5057"/>
                  <a:pt x="7922837" y="305057"/>
                  <a:pt x="7886700" y="902700"/>
                </a:cubicBezTo>
                <a:cubicBezTo>
                  <a:pt x="7859058" y="1090111"/>
                  <a:pt x="7856418" y="1366897"/>
                  <a:pt x="7886700" y="1540589"/>
                </a:cubicBezTo>
                <a:cubicBezTo>
                  <a:pt x="7916982" y="1714281"/>
                  <a:pt x="7855205" y="2076892"/>
                  <a:pt x="7886700" y="2214585"/>
                </a:cubicBezTo>
                <a:cubicBezTo>
                  <a:pt x="7918195" y="2352278"/>
                  <a:pt x="7908498" y="2567067"/>
                  <a:pt x="7886700" y="2888582"/>
                </a:cubicBezTo>
                <a:cubicBezTo>
                  <a:pt x="7864902" y="3210097"/>
                  <a:pt x="7860491" y="3207898"/>
                  <a:pt x="7886700" y="3418150"/>
                </a:cubicBezTo>
                <a:cubicBezTo>
                  <a:pt x="7912909" y="3628402"/>
                  <a:pt x="7902896" y="4291827"/>
                  <a:pt x="7886700" y="4513394"/>
                </a:cubicBezTo>
                <a:cubicBezTo>
                  <a:pt x="7856122" y="4949608"/>
                  <a:pt x="7483977" y="5396748"/>
                  <a:pt x="6984000" y="5416094"/>
                </a:cubicBezTo>
                <a:cubicBezTo>
                  <a:pt x="6638333" y="5420078"/>
                  <a:pt x="6419830" y="5434203"/>
                  <a:pt x="6247487" y="5416094"/>
                </a:cubicBezTo>
                <a:cubicBezTo>
                  <a:pt x="6075144" y="5397985"/>
                  <a:pt x="5840777" y="5429890"/>
                  <a:pt x="5693413" y="5416094"/>
                </a:cubicBezTo>
                <a:cubicBezTo>
                  <a:pt x="5546049" y="5402298"/>
                  <a:pt x="5202031" y="5407490"/>
                  <a:pt x="4896087" y="5416094"/>
                </a:cubicBezTo>
                <a:cubicBezTo>
                  <a:pt x="4590143" y="5424698"/>
                  <a:pt x="4529547" y="5413562"/>
                  <a:pt x="4220387" y="5416094"/>
                </a:cubicBezTo>
                <a:cubicBezTo>
                  <a:pt x="3911227" y="5418626"/>
                  <a:pt x="3831877" y="5389496"/>
                  <a:pt x="3666313" y="5416094"/>
                </a:cubicBezTo>
                <a:cubicBezTo>
                  <a:pt x="3500749" y="5442692"/>
                  <a:pt x="3295328" y="5409825"/>
                  <a:pt x="2990613" y="5416094"/>
                </a:cubicBezTo>
                <a:cubicBezTo>
                  <a:pt x="2685898" y="5422363"/>
                  <a:pt x="2597817" y="5432009"/>
                  <a:pt x="2497352" y="5416094"/>
                </a:cubicBezTo>
                <a:cubicBezTo>
                  <a:pt x="2396887" y="5400179"/>
                  <a:pt x="2189591" y="5398100"/>
                  <a:pt x="2004091" y="5416094"/>
                </a:cubicBezTo>
                <a:cubicBezTo>
                  <a:pt x="1818591" y="5434088"/>
                  <a:pt x="1237356" y="5404831"/>
                  <a:pt x="902700" y="5416094"/>
                </a:cubicBezTo>
                <a:cubicBezTo>
                  <a:pt x="518322" y="5456051"/>
                  <a:pt x="22025" y="5086131"/>
                  <a:pt x="0" y="4513394"/>
                </a:cubicBezTo>
                <a:cubicBezTo>
                  <a:pt x="-8706" y="4314777"/>
                  <a:pt x="12589" y="4194827"/>
                  <a:pt x="0" y="4019932"/>
                </a:cubicBezTo>
                <a:cubicBezTo>
                  <a:pt x="-12589" y="3845037"/>
                  <a:pt x="6812" y="3575273"/>
                  <a:pt x="0" y="3382043"/>
                </a:cubicBezTo>
                <a:cubicBezTo>
                  <a:pt x="-6812" y="3188813"/>
                  <a:pt x="-3485" y="3122981"/>
                  <a:pt x="0" y="2888582"/>
                </a:cubicBezTo>
                <a:cubicBezTo>
                  <a:pt x="3485" y="2654183"/>
                  <a:pt x="-28045" y="2549213"/>
                  <a:pt x="0" y="2250692"/>
                </a:cubicBezTo>
                <a:cubicBezTo>
                  <a:pt x="28045" y="1952171"/>
                  <a:pt x="24344" y="1936450"/>
                  <a:pt x="0" y="1721124"/>
                </a:cubicBezTo>
                <a:cubicBezTo>
                  <a:pt x="-24344" y="1505798"/>
                  <a:pt x="33537" y="1271686"/>
                  <a:pt x="0" y="90270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EFDF88E1-7F0A-4457-B096-CBADB9AF7900}"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11</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515819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 name="Rectangle 53">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a:xfrm>
            <a:off x="102870" y="6453002"/>
            <a:ext cx="2620735" cy="365125"/>
          </a:xfrm>
        </p:spPr>
        <p:txBody>
          <a:bodyPr>
            <a:normAutofit/>
          </a:bodyPr>
          <a:lstStyle/>
          <a:p>
            <a:pPr>
              <a:spcAft>
                <a:spcPts val="600"/>
              </a:spcAft>
            </a:pPr>
            <a:fld id="{83CF45C7-57A3-4163-A97E-CD11D5518937}" type="datetime1">
              <a:rPr lang="en-US" smtClean="0"/>
              <a:pPr>
                <a:spcAft>
                  <a:spcPts val="600"/>
                </a:spcAft>
              </a:pPr>
              <a:t>8/13/2025</a:t>
            </a:fld>
            <a:endParaRPr lang="en-US"/>
          </a:p>
        </p:txBody>
      </p:sp>
      <p:sp>
        <p:nvSpPr>
          <p:cNvPr id="6" name="Footer Placeholder 5"/>
          <p:cNvSpPr>
            <a:spLocks noGrp="1"/>
          </p:cNvSpPr>
          <p:nvPr>
            <p:ph type="ftr" sz="quarter" idx="11"/>
          </p:nvPr>
        </p:nvSpPr>
        <p:spPr>
          <a:xfrm>
            <a:off x="6657390" y="6453002"/>
            <a:ext cx="2104054"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a:xfrm>
            <a:off x="8724121" y="6453002"/>
            <a:ext cx="321905" cy="365125"/>
          </a:xfrm>
        </p:spPr>
        <p:txBody>
          <a:bodyPr>
            <a:normAutofit fontScale="70000" lnSpcReduction="20000"/>
          </a:bodyPr>
          <a:lstStyle/>
          <a:p>
            <a:pPr>
              <a:lnSpc>
                <a:spcPct val="90000"/>
              </a:lnSpc>
              <a:spcAft>
                <a:spcPts val="600"/>
              </a:spcAft>
            </a:pPr>
            <a:fld id="{849F1A12-756A-4552-B54B-B66CFF5610E9}" type="slidenum">
              <a:rPr lang="en-US" sz="1700" b="0" smtClean="0"/>
              <a:pPr>
                <a:lnSpc>
                  <a:spcPct val="90000"/>
                </a:lnSpc>
                <a:spcAft>
                  <a:spcPts val="600"/>
                </a:spcAft>
              </a:pPr>
              <a:t>12</a:t>
            </a:fld>
            <a:endParaRPr lang="en-US" sz="1700" b="0"/>
          </a:p>
        </p:txBody>
      </p:sp>
      <p:graphicFrame>
        <p:nvGraphicFramePr>
          <p:cNvPr id="55" name="Content Placeholder 2">
            <a:extLst>
              <a:ext uri="{FF2B5EF4-FFF2-40B4-BE49-F238E27FC236}">
                <a16:creationId xmlns:a16="http://schemas.microsoft.com/office/drawing/2014/main" id="{7DC4425E-3D93-2EC2-7A1E-EB6F1CCC347B}"/>
              </a:ext>
            </a:extLst>
          </p:cNvPr>
          <p:cNvGraphicFramePr>
            <a:graphicFrameLocks noGrp="1"/>
          </p:cNvGraphicFramePr>
          <p:nvPr>
            <p:ph idx="1"/>
            <p:extLst>
              <p:ext uri="{D42A27DB-BD31-4B8C-83A1-F6EECF244321}">
                <p14:modId xmlns:p14="http://schemas.microsoft.com/office/powerpoint/2010/main" val="3061831836"/>
              </p:ext>
            </p:extLst>
          </p:nvPr>
        </p:nvGraphicFramePr>
        <p:xfrm>
          <a:off x="630754" y="535681"/>
          <a:ext cx="7882491" cy="5786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29763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alphaModFix amt="50000"/>
          </a:blip>
          <a:srcRect l="25"/>
          <a:stretch>
            <a:fillRect/>
          </a:stretch>
        </p:blipFill>
        <p:spPr>
          <a:xfrm>
            <a:off x="20" y="10"/>
            <a:ext cx="9141693"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a:solidFill>
                  <a:schemeClr val="bg1"/>
                </a:solidFill>
              </a:rPr>
              <a:t>Top level architecture</a:t>
            </a:r>
          </a:p>
        </p:txBody>
      </p:sp>
      <p:sp>
        <p:nvSpPr>
          <p:cNvPr id="34"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419423"/>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A3D2B1E5-00D0-4962-8AE3-D4742B874BAB}"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13</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3963173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C999F29-DE97-4A51-84E4-33DD6462CD8B}" type="datetime1">
              <a:rPr lang="en-US" smtClean="0"/>
              <a:t>8/13/2025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b="0" smtClean="0"/>
              <a:t>14</a:t>
            </a:fld>
            <a:endParaRPr lang="en-US" sz="1200" b="0" dirty="0"/>
          </a:p>
        </p:txBody>
      </p:sp>
      <p:sp>
        <p:nvSpPr>
          <p:cNvPr id="10" name="Rectangle: Rounded Corners 9">
            <a:extLst>
              <a:ext uri="{FF2B5EF4-FFF2-40B4-BE49-F238E27FC236}">
                <a16:creationId xmlns:a16="http://schemas.microsoft.com/office/drawing/2014/main" id="{9B3D276C-B3D2-1BAE-D27D-BA467A1CDA6D}"/>
              </a:ext>
            </a:extLst>
          </p:cNvPr>
          <p:cNvSpPr/>
          <p:nvPr/>
        </p:nvSpPr>
        <p:spPr>
          <a:xfrm>
            <a:off x="433873" y="2460017"/>
            <a:ext cx="2057400" cy="979715"/>
          </a:xfrm>
          <a:prstGeom prst="roundRect">
            <a:avLst/>
          </a:prstGeom>
          <a:solidFill>
            <a:schemeClr val="accent4">
              <a:lumMod val="40000"/>
              <a:lumOff val="6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Dataset (Sri Lankan Traffic Sign)</a:t>
            </a:r>
          </a:p>
        </p:txBody>
      </p:sp>
      <p:sp>
        <p:nvSpPr>
          <p:cNvPr id="11" name="Rectangle: Rounded Corners 10">
            <a:extLst>
              <a:ext uri="{FF2B5EF4-FFF2-40B4-BE49-F238E27FC236}">
                <a16:creationId xmlns:a16="http://schemas.microsoft.com/office/drawing/2014/main" id="{CDE3479C-A65E-7880-3571-5A41817003E9}"/>
              </a:ext>
            </a:extLst>
          </p:cNvPr>
          <p:cNvSpPr/>
          <p:nvPr/>
        </p:nvSpPr>
        <p:spPr>
          <a:xfrm>
            <a:off x="3105929" y="2460017"/>
            <a:ext cx="2057399" cy="979715"/>
          </a:xfrm>
          <a:prstGeom prst="roundRect">
            <a:avLst/>
          </a:prstGeom>
          <a:solidFill>
            <a:schemeClr val="accent1">
              <a:lumMod val="40000"/>
              <a:lumOff val="6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dirty="0">
                <a:solidFill>
                  <a:schemeClr val="tx1"/>
                </a:solidFill>
              </a:rPr>
              <a:t>Preprocessing.</a:t>
            </a:r>
          </a:p>
          <a:p>
            <a:pPr algn="ctr"/>
            <a:r>
              <a:rPr lang="en-US" sz="2000" dirty="0">
                <a:solidFill>
                  <a:schemeClr val="tx1"/>
                </a:solidFill>
              </a:rPr>
              <a:t>(annotating (TXT, VOC))</a:t>
            </a:r>
          </a:p>
        </p:txBody>
      </p:sp>
      <p:sp>
        <p:nvSpPr>
          <p:cNvPr id="12" name="Rectangle: Rounded Corners 11">
            <a:extLst>
              <a:ext uri="{FF2B5EF4-FFF2-40B4-BE49-F238E27FC236}">
                <a16:creationId xmlns:a16="http://schemas.microsoft.com/office/drawing/2014/main" id="{602922B3-2B31-7CA8-6CF4-516CA1BDEF9B}"/>
              </a:ext>
            </a:extLst>
          </p:cNvPr>
          <p:cNvSpPr/>
          <p:nvPr/>
        </p:nvSpPr>
        <p:spPr>
          <a:xfrm>
            <a:off x="4331444" y="3921520"/>
            <a:ext cx="1759987" cy="979715"/>
          </a:xfrm>
          <a:prstGeom prst="roundRect">
            <a:avLst/>
          </a:prstGeom>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Comparison &amp; Analysis</a:t>
            </a:r>
          </a:p>
        </p:txBody>
      </p:sp>
      <p:sp>
        <p:nvSpPr>
          <p:cNvPr id="13" name="Rectangle: Rounded Corners 12">
            <a:extLst>
              <a:ext uri="{FF2B5EF4-FFF2-40B4-BE49-F238E27FC236}">
                <a16:creationId xmlns:a16="http://schemas.microsoft.com/office/drawing/2014/main" id="{E0FECF72-C647-963F-D925-D7DAF0A58C79}"/>
              </a:ext>
            </a:extLst>
          </p:cNvPr>
          <p:cNvSpPr/>
          <p:nvPr/>
        </p:nvSpPr>
        <p:spPr>
          <a:xfrm>
            <a:off x="2085686" y="3921845"/>
            <a:ext cx="1759987" cy="979715"/>
          </a:xfrm>
          <a:prstGeom prst="roundRect">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solidFill>
                  <a:schemeClr val="tx1"/>
                </a:solidFill>
              </a:rPr>
              <a:t>Best Model Selection</a:t>
            </a:r>
          </a:p>
        </p:txBody>
      </p:sp>
      <p:sp>
        <p:nvSpPr>
          <p:cNvPr id="14" name="Rectangle: Rounded Corners 13">
            <a:extLst>
              <a:ext uri="{FF2B5EF4-FFF2-40B4-BE49-F238E27FC236}">
                <a16:creationId xmlns:a16="http://schemas.microsoft.com/office/drawing/2014/main" id="{D3B95477-39CE-A2E6-4557-1CB100AE553F}"/>
              </a:ext>
            </a:extLst>
          </p:cNvPr>
          <p:cNvSpPr/>
          <p:nvPr/>
        </p:nvSpPr>
        <p:spPr>
          <a:xfrm>
            <a:off x="6196693" y="2374375"/>
            <a:ext cx="2263840" cy="1140149"/>
          </a:xfrm>
          <a:prstGeom prst="roundRect">
            <a:avLst/>
          </a:prstGeom>
          <a:solidFill>
            <a:schemeClr val="accent2">
              <a:lumMod val="40000"/>
              <a:lumOff val="6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2000" dirty="0">
                <a:solidFill>
                  <a:schemeClr val="tx1"/>
                </a:solidFill>
              </a:rPr>
              <a:t>Model Inference (YOLOv8, Faster R-CNN, SSD)</a:t>
            </a:r>
          </a:p>
        </p:txBody>
      </p:sp>
      <p:sp>
        <p:nvSpPr>
          <p:cNvPr id="15" name="Rectangle: Rounded Corners 14">
            <a:extLst>
              <a:ext uri="{FF2B5EF4-FFF2-40B4-BE49-F238E27FC236}">
                <a16:creationId xmlns:a16="http://schemas.microsoft.com/office/drawing/2014/main" id="{66AFB0A0-32EB-AE88-FE77-0FD0E0668DA1}"/>
              </a:ext>
            </a:extLst>
          </p:cNvPr>
          <p:cNvSpPr/>
          <p:nvPr/>
        </p:nvSpPr>
        <p:spPr>
          <a:xfrm>
            <a:off x="6457950" y="3916328"/>
            <a:ext cx="1759987" cy="979715"/>
          </a:xfrm>
          <a:prstGeom prst="roundRect">
            <a:avLst/>
          </a:prstGeom>
          <a:solidFill>
            <a:schemeClr val="accent6">
              <a:lumMod val="60000"/>
              <a:lumOff val="40000"/>
            </a:schemeClr>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Evaluation (mAP &amp; F1-Score)</a:t>
            </a:r>
          </a:p>
        </p:txBody>
      </p:sp>
      <p:cxnSp>
        <p:nvCxnSpPr>
          <p:cNvPr id="17" name="Straight Arrow Connector 16">
            <a:extLst>
              <a:ext uri="{FF2B5EF4-FFF2-40B4-BE49-F238E27FC236}">
                <a16:creationId xmlns:a16="http://schemas.microsoft.com/office/drawing/2014/main" id="{6B287175-6CE7-E51C-0B3C-741FA3A50478}"/>
              </a:ext>
            </a:extLst>
          </p:cNvPr>
          <p:cNvCxnSpPr>
            <a:cxnSpLocks/>
            <a:stCxn id="10" idx="3"/>
            <a:endCxn id="11" idx="1"/>
          </p:cNvCxnSpPr>
          <p:nvPr/>
        </p:nvCxnSpPr>
        <p:spPr>
          <a:xfrm>
            <a:off x="2491273" y="2949875"/>
            <a:ext cx="614656"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E0B4CDA-9CA5-C907-617C-273470C02317}"/>
              </a:ext>
            </a:extLst>
          </p:cNvPr>
          <p:cNvCxnSpPr>
            <a:cxnSpLocks/>
            <a:stCxn id="11" idx="3"/>
            <a:endCxn id="14" idx="1"/>
          </p:cNvCxnSpPr>
          <p:nvPr/>
        </p:nvCxnSpPr>
        <p:spPr>
          <a:xfrm flipV="1">
            <a:off x="5163328" y="2944450"/>
            <a:ext cx="1033365" cy="542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904009D-1B12-B504-0CE5-15E927BCA958}"/>
              </a:ext>
            </a:extLst>
          </p:cNvPr>
          <p:cNvCxnSpPr>
            <a:cxnSpLocks/>
            <a:stCxn id="14" idx="2"/>
            <a:endCxn id="15" idx="0"/>
          </p:cNvCxnSpPr>
          <p:nvPr/>
        </p:nvCxnSpPr>
        <p:spPr>
          <a:xfrm>
            <a:off x="7328613" y="3514524"/>
            <a:ext cx="9331" cy="401804"/>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398ED6C-DBC7-2C9D-0C09-2697F82B6EAB}"/>
              </a:ext>
            </a:extLst>
          </p:cNvPr>
          <p:cNvCxnSpPr>
            <a:cxnSpLocks/>
            <a:stCxn id="15" idx="1"/>
            <a:endCxn id="12" idx="3"/>
          </p:cNvCxnSpPr>
          <p:nvPr/>
        </p:nvCxnSpPr>
        <p:spPr>
          <a:xfrm flipH="1">
            <a:off x="6091431" y="4406186"/>
            <a:ext cx="366519" cy="519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5A2E673-E3EC-5446-7EF0-ED1E51CB126F}"/>
              </a:ext>
            </a:extLst>
          </p:cNvPr>
          <p:cNvCxnSpPr>
            <a:cxnSpLocks/>
            <a:stCxn id="12" idx="1"/>
            <a:endCxn id="13" idx="3"/>
          </p:cNvCxnSpPr>
          <p:nvPr/>
        </p:nvCxnSpPr>
        <p:spPr>
          <a:xfrm flipH="1">
            <a:off x="3845673" y="4411378"/>
            <a:ext cx="485771" cy="32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DE67A987-AE9F-50BC-3031-D5ED5EA7BA40}"/>
              </a:ext>
            </a:extLst>
          </p:cNvPr>
          <p:cNvSpPr/>
          <p:nvPr/>
        </p:nvSpPr>
        <p:spPr>
          <a:xfrm>
            <a:off x="3209563" y="907167"/>
            <a:ext cx="2057400" cy="1041126"/>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Research Planning &amp; Proposal</a:t>
            </a:r>
          </a:p>
        </p:txBody>
      </p:sp>
      <p:sp>
        <p:nvSpPr>
          <p:cNvPr id="45" name="Rectangle: Rounded Corners 44">
            <a:extLst>
              <a:ext uri="{FF2B5EF4-FFF2-40B4-BE49-F238E27FC236}">
                <a16:creationId xmlns:a16="http://schemas.microsoft.com/office/drawing/2014/main" id="{6E3467E9-B125-24F9-62E2-CE95DAE8F8F3}"/>
              </a:ext>
            </a:extLst>
          </p:cNvPr>
          <p:cNvSpPr/>
          <p:nvPr/>
        </p:nvSpPr>
        <p:spPr>
          <a:xfrm>
            <a:off x="433873" y="937872"/>
            <a:ext cx="2057400" cy="979715"/>
          </a:xfrm>
          <a:prstGeom prst="round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Literature Review</a:t>
            </a:r>
          </a:p>
        </p:txBody>
      </p:sp>
      <p:sp>
        <p:nvSpPr>
          <p:cNvPr id="46" name="Rectangle: Rounded Corners 45">
            <a:extLst>
              <a:ext uri="{FF2B5EF4-FFF2-40B4-BE49-F238E27FC236}">
                <a16:creationId xmlns:a16="http://schemas.microsoft.com/office/drawing/2014/main" id="{160CE1AA-5D46-D4DD-8B9B-F28EDF378C55}"/>
              </a:ext>
            </a:extLst>
          </p:cNvPr>
          <p:cNvSpPr/>
          <p:nvPr/>
        </p:nvSpPr>
        <p:spPr>
          <a:xfrm>
            <a:off x="6277001" y="937871"/>
            <a:ext cx="2057400" cy="979715"/>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Preliminary Study</a:t>
            </a:r>
          </a:p>
        </p:txBody>
      </p:sp>
      <p:cxnSp>
        <p:nvCxnSpPr>
          <p:cNvPr id="47" name="Straight Arrow Connector 46">
            <a:extLst>
              <a:ext uri="{FF2B5EF4-FFF2-40B4-BE49-F238E27FC236}">
                <a16:creationId xmlns:a16="http://schemas.microsoft.com/office/drawing/2014/main" id="{B830BB67-110E-75D7-C5EB-AF877A261BA0}"/>
              </a:ext>
            </a:extLst>
          </p:cNvPr>
          <p:cNvCxnSpPr>
            <a:cxnSpLocks/>
            <a:stCxn id="46" idx="1"/>
            <a:endCxn id="44" idx="3"/>
          </p:cNvCxnSpPr>
          <p:nvPr/>
        </p:nvCxnSpPr>
        <p:spPr>
          <a:xfrm flipH="1">
            <a:off x="5266963" y="1427729"/>
            <a:ext cx="1010038" cy="1"/>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09429CD-93C8-CE3C-723F-E8FE3D00CA5C}"/>
              </a:ext>
            </a:extLst>
          </p:cNvPr>
          <p:cNvCxnSpPr>
            <a:cxnSpLocks/>
            <a:stCxn id="44" idx="1"/>
            <a:endCxn id="45" idx="3"/>
          </p:cNvCxnSpPr>
          <p:nvPr/>
        </p:nvCxnSpPr>
        <p:spPr>
          <a:xfrm flipH="1">
            <a:off x="2491273" y="1427730"/>
            <a:ext cx="718290" cy="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8A28068-4CCA-FCCC-37A8-2EE179E1F039}"/>
              </a:ext>
            </a:extLst>
          </p:cNvPr>
          <p:cNvCxnSpPr>
            <a:cxnSpLocks/>
            <a:stCxn id="45" idx="2"/>
            <a:endCxn id="10" idx="0"/>
          </p:cNvCxnSpPr>
          <p:nvPr/>
        </p:nvCxnSpPr>
        <p:spPr>
          <a:xfrm>
            <a:off x="1462573" y="1917587"/>
            <a:ext cx="0" cy="54243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78" name="Rectangle: Rounded Corners 77">
            <a:extLst>
              <a:ext uri="{FF2B5EF4-FFF2-40B4-BE49-F238E27FC236}">
                <a16:creationId xmlns:a16="http://schemas.microsoft.com/office/drawing/2014/main" id="{CEB85383-93A2-A6CC-BDCF-7AB734A1D5FF}"/>
              </a:ext>
            </a:extLst>
          </p:cNvPr>
          <p:cNvSpPr/>
          <p:nvPr/>
        </p:nvSpPr>
        <p:spPr>
          <a:xfrm>
            <a:off x="3398043" y="5138773"/>
            <a:ext cx="2001322" cy="97971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path path="circle">
              <a:fillToRect l="50000" t="50000" r="50000" b="50000"/>
            </a:path>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dirty="0">
                <a:solidFill>
                  <a:schemeClr val="tx1"/>
                </a:solidFill>
              </a:rPr>
              <a:t>Report &amp; Documentation</a:t>
            </a:r>
          </a:p>
        </p:txBody>
      </p:sp>
      <p:cxnSp>
        <p:nvCxnSpPr>
          <p:cNvPr id="81" name="Straight Arrow Connector 80">
            <a:extLst>
              <a:ext uri="{FF2B5EF4-FFF2-40B4-BE49-F238E27FC236}">
                <a16:creationId xmlns:a16="http://schemas.microsoft.com/office/drawing/2014/main" id="{0E5BE24F-57F6-553F-58FF-A3BD0359D3C5}"/>
              </a:ext>
            </a:extLst>
          </p:cNvPr>
          <p:cNvCxnSpPr>
            <a:cxnSpLocks/>
            <a:stCxn id="13" idx="1"/>
            <a:endCxn id="2" idx="0"/>
          </p:cNvCxnSpPr>
          <p:nvPr/>
        </p:nvCxnSpPr>
        <p:spPr>
          <a:xfrm rot="10800000" flipV="1">
            <a:off x="1348906" y="4411702"/>
            <a:ext cx="736780" cy="731951"/>
          </a:xfrm>
          <a:prstGeom prst="bentConnector2">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1364B2A4-9FBF-C716-D77B-688209018348}"/>
              </a:ext>
            </a:extLst>
          </p:cNvPr>
          <p:cNvSpPr/>
          <p:nvPr/>
        </p:nvSpPr>
        <p:spPr>
          <a:xfrm>
            <a:off x="320206" y="5143654"/>
            <a:ext cx="2057400" cy="979715"/>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path path="circle">
              <a:fillToRect l="50000" t="50000" r="50000" b="50000"/>
            </a:path>
            <a:tileRect/>
          </a:gra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dirty="0">
                <a:solidFill>
                  <a:schemeClr val="tx1"/>
                </a:solidFill>
              </a:rPr>
              <a:t>System development</a:t>
            </a:r>
          </a:p>
        </p:txBody>
      </p:sp>
      <p:cxnSp>
        <p:nvCxnSpPr>
          <p:cNvPr id="8" name="Straight Arrow Connector 7">
            <a:extLst>
              <a:ext uri="{FF2B5EF4-FFF2-40B4-BE49-F238E27FC236}">
                <a16:creationId xmlns:a16="http://schemas.microsoft.com/office/drawing/2014/main" id="{06413AB9-ECBA-55C2-E6B8-117DF7CD8A9C}"/>
              </a:ext>
            </a:extLst>
          </p:cNvPr>
          <p:cNvCxnSpPr>
            <a:cxnSpLocks/>
            <a:stCxn id="2" idx="3"/>
            <a:endCxn id="78" idx="1"/>
          </p:cNvCxnSpPr>
          <p:nvPr/>
        </p:nvCxnSpPr>
        <p:spPr>
          <a:xfrm flipV="1">
            <a:off x="2377606" y="5628631"/>
            <a:ext cx="1020437" cy="4881"/>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469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a:solidFill>
                  <a:schemeClr val="bg1"/>
                </a:solidFill>
              </a:rPr>
              <a:t>Literature Review</a:t>
            </a:r>
          </a:p>
        </p:txBody>
      </p:sp>
      <p:sp>
        <p:nvSpPr>
          <p:cNvPr id="41" name="sketchy line">
            <a:extLst>
              <a:ext uri="{FF2B5EF4-FFF2-40B4-BE49-F238E27FC236}">
                <a16:creationId xmlns:a16="http://schemas.microsoft.com/office/drawing/2014/main" id="{DEF0EFD6-A3C2-4C94-A80A-BA9709D99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15B7BF59-8C22-426D-BAF7-27EF6CB21C63}"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15</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1236290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E6FB3-3F22-68B4-BEA2-112BC83917C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9EB73A5-B374-664C-105B-76FCA0CACA40}"/>
              </a:ext>
            </a:extLst>
          </p:cNvPr>
          <p:cNvSpPr>
            <a:spLocks noGrp="1"/>
          </p:cNvSpPr>
          <p:nvPr>
            <p:ph type="dt" sz="half" idx="10"/>
          </p:nvPr>
        </p:nvSpPr>
        <p:spPr/>
        <p:txBody>
          <a:bodyPr/>
          <a:lstStyle/>
          <a:p>
            <a:fld id="{80FED002-D9B8-4055-B180-137EC510B2E1}" type="datetime1">
              <a:rPr lang="en-US" smtClean="0"/>
              <a:t>8/13/2025</a:t>
            </a:fld>
            <a:endParaRPr lang="en-US"/>
          </a:p>
        </p:txBody>
      </p:sp>
      <p:sp>
        <p:nvSpPr>
          <p:cNvPr id="5" name="Footer Placeholder 4">
            <a:extLst>
              <a:ext uri="{FF2B5EF4-FFF2-40B4-BE49-F238E27FC236}">
                <a16:creationId xmlns:a16="http://schemas.microsoft.com/office/drawing/2014/main" id="{A92891C5-BB06-F30F-8F5F-B4FD7E1C599B}"/>
              </a:ext>
            </a:extLst>
          </p:cNvPr>
          <p:cNvSpPr>
            <a:spLocks noGrp="1"/>
          </p:cNvSpPr>
          <p:nvPr>
            <p:ph type="ftr" sz="quarter" idx="11"/>
          </p:nvPr>
        </p:nvSpPr>
        <p:spPr/>
        <p:txBody>
          <a:bodyPr/>
          <a:lstStyle/>
          <a:p>
            <a:r>
              <a:rPr lang="en-US"/>
              <a:t>CRP</a:t>
            </a:r>
          </a:p>
        </p:txBody>
      </p:sp>
      <p:sp>
        <p:nvSpPr>
          <p:cNvPr id="6" name="Slide Number Placeholder 5">
            <a:extLst>
              <a:ext uri="{FF2B5EF4-FFF2-40B4-BE49-F238E27FC236}">
                <a16:creationId xmlns:a16="http://schemas.microsoft.com/office/drawing/2014/main" id="{1F9986C2-205A-C67A-EC21-9FAA3666E8AC}"/>
              </a:ext>
            </a:extLst>
          </p:cNvPr>
          <p:cNvSpPr>
            <a:spLocks noGrp="1"/>
          </p:cNvSpPr>
          <p:nvPr>
            <p:ph type="sldNum" sz="quarter" idx="12"/>
          </p:nvPr>
        </p:nvSpPr>
        <p:spPr/>
        <p:txBody>
          <a:bodyPr/>
          <a:lstStyle/>
          <a:p>
            <a:fld id="{849F1A12-756A-4552-B54B-B66CFF5610E9}" type="slidenum">
              <a:rPr lang="en-US" sz="1200" smtClean="0"/>
              <a:t>16</a:t>
            </a:fld>
            <a:endParaRPr lang="en-US" sz="1200" dirty="0"/>
          </a:p>
        </p:txBody>
      </p:sp>
      <p:graphicFrame>
        <p:nvGraphicFramePr>
          <p:cNvPr id="24" name="Content Placeholder 2">
            <a:extLst>
              <a:ext uri="{FF2B5EF4-FFF2-40B4-BE49-F238E27FC236}">
                <a16:creationId xmlns:a16="http://schemas.microsoft.com/office/drawing/2014/main" id="{D024B729-172B-0D7A-E5CC-18BF58ECD672}"/>
              </a:ext>
            </a:extLst>
          </p:cNvPr>
          <p:cNvGraphicFramePr>
            <a:graphicFrameLocks noGrp="1"/>
          </p:cNvGraphicFramePr>
          <p:nvPr>
            <p:ph idx="1"/>
            <p:extLst>
              <p:ext uri="{D42A27DB-BD31-4B8C-83A1-F6EECF244321}">
                <p14:modId xmlns:p14="http://schemas.microsoft.com/office/powerpoint/2010/main" val="3794334202"/>
              </p:ext>
            </p:extLst>
          </p:nvPr>
        </p:nvGraphicFramePr>
        <p:xfrm>
          <a:off x="628650" y="210207"/>
          <a:ext cx="7886700" cy="6043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42505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82D51-F7E9-6D8B-E12E-0829EA1F22C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2FE09FB-666E-D3BE-463E-8FCDCE017653}"/>
              </a:ext>
            </a:extLst>
          </p:cNvPr>
          <p:cNvSpPr>
            <a:spLocks noGrp="1"/>
          </p:cNvSpPr>
          <p:nvPr>
            <p:ph type="dt" sz="half" idx="10"/>
          </p:nvPr>
        </p:nvSpPr>
        <p:spPr/>
        <p:txBody>
          <a:bodyPr/>
          <a:lstStyle/>
          <a:p>
            <a:fld id="{80FED002-D9B8-4055-B180-137EC510B2E1}" type="datetime1">
              <a:rPr lang="en-US" smtClean="0"/>
              <a:t>8/13/2025</a:t>
            </a:fld>
            <a:endParaRPr lang="en-US"/>
          </a:p>
        </p:txBody>
      </p:sp>
      <p:sp>
        <p:nvSpPr>
          <p:cNvPr id="5" name="Footer Placeholder 4">
            <a:extLst>
              <a:ext uri="{FF2B5EF4-FFF2-40B4-BE49-F238E27FC236}">
                <a16:creationId xmlns:a16="http://schemas.microsoft.com/office/drawing/2014/main" id="{95600C9A-BBB4-C99C-E3BF-1ACFCD3496EE}"/>
              </a:ext>
            </a:extLst>
          </p:cNvPr>
          <p:cNvSpPr>
            <a:spLocks noGrp="1"/>
          </p:cNvSpPr>
          <p:nvPr>
            <p:ph type="ftr" sz="quarter" idx="11"/>
          </p:nvPr>
        </p:nvSpPr>
        <p:spPr/>
        <p:txBody>
          <a:bodyPr/>
          <a:lstStyle/>
          <a:p>
            <a:r>
              <a:rPr lang="en-US"/>
              <a:t>CRP</a:t>
            </a:r>
          </a:p>
        </p:txBody>
      </p:sp>
      <p:sp>
        <p:nvSpPr>
          <p:cNvPr id="6" name="Slide Number Placeholder 5">
            <a:extLst>
              <a:ext uri="{FF2B5EF4-FFF2-40B4-BE49-F238E27FC236}">
                <a16:creationId xmlns:a16="http://schemas.microsoft.com/office/drawing/2014/main" id="{B5D41E55-489E-225C-8E4C-06A95633D5AD}"/>
              </a:ext>
            </a:extLst>
          </p:cNvPr>
          <p:cNvSpPr>
            <a:spLocks noGrp="1"/>
          </p:cNvSpPr>
          <p:nvPr>
            <p:ph type="sldNum" sz="quarter" idx="12"/>
          </p:nvPr>
        </p:nvSpPr>
        <p:spPr/>
        <p:txBody>
          <a:bodyPr/>
          <a:lstStyle/>
          <a:p>
            <a:fld id="{849F1A12-756A-4552-B54B-B66CFF5610E9}" type="slidenum">
              <a:rPr lang="en-US" sz="1200" smtClean="0"/>
              <a:t>17</a:t>
            </a:fld>
            <a:endParaRPr lang="en-US" sz="1200" dirty="0"/>
          </a:p>
        </p:txBody>
      </p:sp>
      <p:graphicFrame>
        <p:nvGraphicFramePr>
          <p:cNvPr id="8" name="Content Placeholder 2">
            <a:extLst>
              <a:ext uri="{FF2B5EF4-FFF2-40B4-BE49-F238E27FC236}">
                <a16:creationId xmlns:a16="http://schemas.microsoft.com/office/drawing/2014/main" id="{BA85DB7C-D2A4-C5AD-009B-727248895256}"/>
              </a:ext>
            </a:extLst>
          </p:cNvPr>
          <p:cNvGraphicFramePr>
            <a:graphicFrameLocks noGrp="1"/>
          </p:cNvGraphicFramePr>
          <p:nvPr>
            <p:ph idx="1"/>
            <p:extLst>
              <p:ext uri="{D42A27DB-BD31-4B8C-83A1-F6EECF244321}">
                <p14:modId xmlns:p14="http://schemas.microsoft.com/office/powerpoint/2010/main" val="1440177782"/>
              </p:ext>
            </p:extLst>
          </p:nvPr>
        </p:nvGraphicFramePr>
        <p:xfrm>
          <a:off x="628650" y="346841"/>
          <a:ext cx="7886700" cy="58301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79515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2B57D-F20B-349C-1860-DE07E61DEB3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A47A033-AEBF-1CD1-0D41-FF569B159B32}"/>
              </a:ext>
            </a:extLst>
          </p:cNvPr>
          <p:cNvSpPr>
            <a:spLocks noGrp="1"/>
          </p:cNvSpPr>
          <p:nvPr>
            <p:ph type="dt" sz="half" idx="10"/>
          </p:nvPr>
        </p:nvSpPr>
        <p:spPr/>
        <p:txBody>
          <a:bodyPr/>
          <a:lstStyle/>
          <a:p>
            <a:fld id="{80FED002-D9B8-4055-B180-137EC510B2E1}" type="datetime1">
              <a:rPr lang="en-US" smtClean="0"/>
              <a:t>8/13/2025</a:t>
            </a:fld>
            <a:endParaRPr lang="en-US"/>
          </a:p>
        </p:txBody>
      </p:sp>
      <p:sp>
        <p:nvSpPr>
          <p:cNvPr id="5" name="Footer Placeholder 4">
            <a:extLst>
              <a:ext uri="{FF2B5EF4-FFF2-40B4-BE49-F238E27FC236}">
                <a16:creationId xmlns:a16="http://schemas.microsoft.com/office/drawing/2014/main" id="{CA3217A9-90B6-4225-75AF-2F74724D0156}"/>
              </a:ext>
            </a:extLst>
          </p:cNvPr>
          <p:cNvSpPr>
            <a:spLocks noGrp="1"/>
          </p:cNvSpPr>
          <p:nvPr>
            <p:ph type="ftr" sz="quarter" idx="11"/>
          </p:nvPr>
        </p:nvSpPr>
        <p:spPr/>
        <p:txBody>
          <a:bodyPr/>
          <a:lstStyle/>
          <a:p>
            <a:r>
              <a:rPr lang="en-US"/>
              <a:t>CRP</a:t>
            </a:r>
          </a:p>
        </p:txBody>
      </p:sp>
      <p:sp>
        <p:nvSpPr>
          <p:cNvPr id="6" name="Slide Number Placeholder 5">
            <a:extLst>
              <a:ext uri="{FF2B5EF4-FFF2-40B4-BE49-F238E27FC236}">
                <a16:creationId xmlns:a16="http://schemas.microsoft.com/office/drawing/2014/main" id="{C1387EC9-81DF-01AA-BFAC-D67AF9075C00}"/>
              </a:ext>
            </a:extLst>
          </p:cNvPr>
          <p:cNvSpPr>
            <a:spLocks noGrp="1"/>
          </p:cNvSpPr>
          <p:nvPr>
            <p:ph type="sldNum" sz="quarter" idx="12"/>
          </p:nvPr>
        </p:nvSpPr>
        <p:spPr/>
        <p:txBody>
          <a:bodyPr/>
          <a:lstStyle/>
          <a:p>
            <a:fld id="{849F1A12-756A-4552-B54B-B66CFF5610E9}" type="slidenum">
              <a:rPr lang="en-US" sz="1200" smtClean="0"/>
              <a:t>18</a:t>
            </a:fld>
            <a:endParaRPr lang="en-US" sz="1200" dirty="0"/>
          </a:p>
        </p:txBody>
      </p:sp>
      <p:graphicFrame>
        <p:nvGraphicFramePr>
          <p:cNvPr id="8" name="Content Placeholder 2">
            <a:extLst>
              <a:ext uri="{FF2B5EF4-FFF2-40B4-BE49-F238E27FC236}">
                <a16:creationId xmlns:a16="http://schemas.microsoft.com/office/drawing/2014/main" id="{CD97C05C-3949-88A3-6517-8D580ECD47D1}"/>
              </a:ext>
            </a:extLst>
          </p:cNvPr>
          <p:cNvGraphicFramePr>
            <a:graphicFrameLocks noGrp="1"/>
          </p:cNvGraphicFramePr>
          <p:nvPr>
            <p:ph idx="1"/>
            <p:extLst>
              <p:ext uri="{D42A27DB-BD31-4B8C-83A1-F6EECF244321}">
                <p14:modId xmlns:p14="http://schemas.microsoft.com/office/powerpoint/2010/main" val="2270506096"/>
              </p:ext>
            </p:extLst>
          </p:nvPr>
        </p:nvGraphicFramePr>
        <p:xfrm>
          <a:off x="628650" y="346841"/>
          <a:ext cx="7886700" cy="58301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47505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6AA3BD-3A80-3514-8377-5D7A9AB0E520}"/>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4BEF7423-EBD7-D36E-BADF-5E78BECA98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4785902A-0679-8BC9-1057-C15131C4518C}"/>
              </a:ext>
            </a:extLst>
          </p:cNvPr>
          <p:cNvPicPr>
            <a:picLocks noChangeAspect="1"/>
          </p:cNvPicPr>
          <p:nvPr/>
        </p:nvPicPr>
        <p:blipFill rotWithShape="1">
          <a:blip r:embed="rId2">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AA21FBA5-AD8C-00AF-5F8B-28B17E4E6B92}"/>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dirty="0">
                <a:solidFill>
                  <a:schemeClr val="bg1"/>
                </a:solidFill>
              </a:rPr>
              <a:t>Dataset in brief</a:t>
            </a:r>
          </a:p>
        </p:txBody>
      </p:sp>
      <p:sp>
        <p:nvSpPr>
          <p:cNvPr id="41" name="sketchy line">
            <a:extLst>
              <a:ext uri="{FF2B5EF4-FFF2-40B4-BE49-F238E27FC236}">
                <a16:creationId xmlns:a16="http://schemas.microsoft.com/office/drawing/2014/main" id="{5374FBC2-C3B5-FB7F-A36C-F1DF8B1F3B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ketchy box">
            <a:extLst>
              <a:ext uri="{FF2B5EF4-FFF2-40B4-BE49-F238E27FC236}">
                <a16:creationId xmlns:a16="http://schemas.microsoft.com/office/drawing/2014/main" id="{A5E8EB16-CA16-3FD3-312B-1BF0AD04E6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478BF75C-BA82-7A45-3A9F-D199A006EBDA}"/>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15B7BF59-8C22-426D-BAF7-27EF6CB21C63}"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a:extLst>
              <a:ext uri="{FF2B5EF4-FFF2-40B4-BE49-F238E27FC236}">
                <a16:creationId xmlns:a16="http://schemas.microsoft.com/office/drawing/2014/main" id="{D61FA6C5-F283-68FD-1828-13BB38B18AD4}"/>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5BF49C66-260C-EBFF-9569-380AF5AEA5B4}"/>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19</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748987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4B3638-2B80-10F2-0C63-623FE6DBA3D2}"/>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DDFDED8A-5C71-5ABA-5889-E6E242F2C7AA}"/>
              </a:ext>
            </a:extLst>
          </p:cNvPr>
          <p:cNvSpPr>
            <a:spLocks noGrp="1"/>
          </p:cNvSpPr>
          <p:nvPr>
            <p:ph type="dt" sz="half" idx="10"/>
          </p:nvPr>
        </p:nvSpPr>
        <p:spPr>
          <a:xfrm>
            <a:off x="628650" y="6356350"/>
            <a:ext cx="2057400" cy="365125"/>
          </a:xfrm>
        </p:spPr>
        <p:txBody>
          <a:bodyPr>
            <a:normAutofit/>
          </a:bodyPr>
          <a:lstStyle/>
          <a:p>
            <a:pPr>
              <a:spcAft>
                <a:spcPts val="600"/>
              </a:spcAft>
            </a:pPr>
            <a:fld id="{83CF45C7-57A3-4163-A97E-CD11D5518937}" type="datetime1">
              <a:rPr lang="en-US" smtClean="0"/>
              <a:pPr>
                <a:spcAft>
                  <a:spcPts val="600"/>
                </a:spcAft>
              </a:pPr>
              <a:t>8/13/2025</a:t>
            </a:fld>
            <a:endParaRPr lang="en-US"/>
          </a:p>
        </p:txBody>
      </p:sp>
      <p:sp>
        <p:nvSpPr>
          <p:cNvPr id="6" name="Footer Placeholder 5">
            <a:extLst>
              <a:ext uri="{FF2B5EF4-FFF2-40B4-BE49-F238E27FC236}">
                <a16:creationId xmlns:a16="http://schemas.microsoft.com/office/drawing/2014/main" id="{BE6C3AAF-C53F-9B3E-1499-C0EFD87674A7}"/>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43E2EDB5-C3D3-961B-A76E-3ADE80600C1A}"/>
              </a:ext>
            </a:extLst>
          </p:cNvPr>
          <p:cNvSpPr>
            <a:spLocks noGrp="1"/>
          </p:cNvSpPr>
          <p:nvPr>
            <p:ph type="sldNum" sz="quarter" idx="12"/>
          </p:nvPr>
        </p:nvSpPr>
        <p:spPr>
          <a:xfrm>
            <a:off x="6457950" y="6356350"/>
            <a:ext cx="2057400" cy="365125"/>
          </a:xfrm>
        </p:spPr>
        <p:txBody>
          <a:bodyPr>
            <a:normAutofit/>
          </a:bodyPr>
          <a:lstStyle/>
          <a:p>
            <a:pPr>
              <a:lnSpc>
                <a:spcPct val="90000"/>
              </a:lnSpc>
              <a:spcAft>
                <a:spcPts val="600"/>
              </a:spcAft>
            </a:pPr>
            <a:fld id="{849F1A12-756A-4552-B54B-B66CFF5610E9}" type="slidenum">
              <a:rPr lang="en-US" sz="1700" b="0" smtClean="0"/>
              <a:pPr>
                <a:lnSpc>
                  <a:spcPct val="90000"/>
                </a:lnSpc>
                <a:spcAft>
                  <a:spcPts val="600"/>
                </a:spcAft>
              </a:pPr>
              <a:t>20</a:t>
            </a:fld>
            <a:endParaRPr lang="en-US" sz="1700" b="0"/>
          </a:p>
        </p:txBody>
      </p:sp>
      <p:graphicFrame>
        <p:nvGraphicFramePr>
          <p:cNvPr id="55" name="Content Placeholder 2">
            <a:extLst>
              <a:ext uri="{FF2B5EF4-FFF2-40B4-BE49-F238E27FC236}">
                <a16:creationId xmlns:a16="http://schemas.microsoft.com/office/drawing/2014/main" id="{ED797F38-7A08-F0D1-7C8B-70F392D856A9}"/>
              </a:ext>
            </a:extLst>
          </p:cNvPr>
          <p:cNvGraphicFramePr>
            <a:graphicFrameLocks noGrp="1"/>
          </p:cNvGraphicFramePr>
          <p:nvPr>
            <p:ph idx="1"/>
            <p:extLst>
              <p:ext uri="{D42A27DB-BD31-4B8C-83A1-F6EECF244321}">
                <p14:modId xmlns:p14="http://schemas.microsoft.com/office/powerpoint/2010/main" val="3636951580"/>
              </p:ext>
            </p:extLst>
          </p:nvPr>
        </p:nvGraphicFramePr>
        <p:xfrm>
          <a:off x="627506" y="399255"/>
          <a:ext cx="7886700" cy="57177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8884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8A95209C-5275-4E15-8EA7-7F42980AB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dirty="0">
                <a:solidFill>
                  <a:schemeClr val="bg1"/>
                </a:solidFill>
              </a:rPr>
              <a:t>Model Evaluation</a:t>
            </a:r>
          </a:p>
        </p:txBody>
      </p:sp>
      <p:sp>
        <p:nvSpPr>
          <p:cNvPr id="41" name="sketchy box">
            <a:extLst>
              <a:ext uri="{FF2B5EF4-FFF2-40B4-BE49-F238E27FC236}">
                <a16:creationId xmlns:a16="http://schemas.microsoft.com/office/drawing/2014/main" id="{4F2ED431-E304-4FF0-9F4E-032783C9D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ketchy line">
            <a:extLst>
              <a:ext uri="{FF2B5EF4-FFF2-40B4-BE49-F238E27FC236}">
                <a16:creationId xmlns:a16="http://schemas.microsoft.com/office/drawing/2014/main" id="{4E87FCFB-2CCE-460D-B3DD-557C8BD1B9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419423"/>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5B263E9C-6288-4DD3-8AED-7B391BB72E1E}"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21</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2810002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CF90D6-C8FB-598A-29EF-20D52A9F8B64}"/>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F7F77732-9770-5ABB-E3E4-91E285CFA9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729E9CFE-B566-CA97-1415-652FA54EE724}"/>
              </a:ext>
            </a:extLst>
          </p:cNvPr>
          <p:cNvSpPr>
            <a:spLocks noGrp="1"/>
          </p:cNvSpPr>
          <p:nvPr>
            <p:ph type="dt" sz="half" idx="10"/>
          </p:nvPr>
        </p:nvSpPr>
        <p:spPr>
          <a:xfrm>
            <a:off x="628650" y="6356350"/>
            <a:ext cx="2057400" cy="365125"/>
          </a:xfrm>
        </p:spPr>
        <p:txBody>
          <a:bodyPr>
            <a:normAutofit/>
          </a:bodyPr>
          <a:lstStyle/>
          <a:p>
            <a:pPr>
              <a:spcAft>
                <a:spcPts val="600"/>
              </a:spcAft>
            </a:pPr>
            <a:fld id="{83CF45C7-57A3-4163-A97E-CD11D5518937}" type="datetime1">
              <a:rPr lang="en-US" smtClean="0"/>
              <a:pPr>
                <a:spcAft>
                  <a:spcPts val="600"/>
                </a:spcAft>
              </a:pPr>
              <a:t>8/13/2025</a:t>
            </a:fld>
            <a:endParaRPr lang="en-US"/>
          </a:p>
        </p:txBody>
      </p:sp>
      <p:sp>
        <p:nvSpPr>
          <p:cNvPr id="6" name="Footer Placeholder 5">
            <a:extLst>
              <a:ext uri="{FF2B5EF4-FFF2-40B4-BE49-F238E27FC236}">
                <a16:creationId xmlns:a16="http://schemas.microsoft.com/office/drawing/2014/main" id="{AF267172-019F-9CA6-6BE3-DBF415D39384}"/>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17EBB049-F812-923E-657A-092DB3D0E6B2}"/>
              </a:ext>
            </a:extLst>
          </p:cNvPr>
          <p:cNvSpPr>
            <a:spLocks noGrp="1"/>
          </p:cNvSpPr>
          <p:nvPr>
            <p:ph type="sldNum" sz="quarter" idx="12"/>
          </p:nvPr>
        </p:nvSpPr>
        <p:spPr>
          <a:xfrm>
            <a:off x="6457950" y="6356350"/>
            <a:ext cx="2057400" cy="365125"/>
          </a:xfrm>
        </p:spPr>
        <p:txBody>
          <a:bodyPr>
            <a:normAutofit/>
          </a:bodyPr>
          <a:lstStyle/>
          <a:p>
            <a:pPr>
              <a:lnSpc>
                <a:spcPct val="90000"/>
              </a:lnSpc>
              <a:spcAft>
                <a:spcPts val="600"/>
              </a:spcAft>
            </a:pPr>
            <a:fld id="{849F1A12-756A-4552-B54B-B66CFF5610E9}" type="slidenum">
              <a:rPr lang="en-US" sz="1700" b="0" smtClean="0"/>
              <a:pPr>
                <a:lnSpc>
                  <a:spcPct val="90000"/>
                </a:lnSpc>
                <a:spcAft>
                  <a:spcPts val="600"/>
                </a:spcAft>
              </a:pPr>
              <a:t>22</a:t>
            </a:fld>
            <a:endParaRPr lang="en-US" sz="1700" b="0"/>
          </a:p>
        </p:txBody>
      </p:sp>
      <p:pic>
        <p:nvPicPr>
          <p:cNvPr id="8" name="Picture 7" descr="A graph with red and blue lines&#10;&#10;Description automatically generated">
            <a:extLst>
              <a:ext uri="{FF2B5EF4-FFF2-40B4-BE49-F238E27FC236}">
                <a16:creationId xmlns:a16="http://schemas.microsoft.com/office/drawing/2014/main" id="{DDD82A8D-EE33-6545-F678-244DD26079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93257"/>
            <a:ext cx="4572000" cy="2835744"/>
          </a:xfrm>
          <a:prstGeom prst="rect">
            <a:avLst/>
          </a:prstGeom>
        </p:spPr>
      </p:pic>
      <p:pic>
        <p:nvPicPr>
          <p:cNvPr id="10" name="Picture 9" descr="A graph with green and blue lines&#10;&#10;Description automatically generated">
            <a:extLst>
              <a:ext uri="{FF2B5EF4-FFF2-40B4-BE49-F238E27FC236}">
                <a16:creationId xmlns:a16="http://schemas.microsoft.com/office/drawing/2014/main" id="{00CF6444-1C06-4DE4-117C-85A76ACE11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363036"/>
            <a:ext cx="4571999" cy="2901707"/>
          </a:xfrm>
          <a:prstGeom prst="rect">
            <a:avLst/>
          </a:prstGeom>
        </p:spPr>
      </p:pic>
      <p:sp>
        <p:nvSpPr>
          <p:cNvPr id="11" name="TextBox 10">
            <a:extLst>
              <a:ext uri="{FF2B5EF4-FFF2-40B4-BE49-F238E27FC236}">
                <a16:creationId xmlns:a16="http://schemas.microsoft.com/office/drawing/2014/main" id="{41D6FE56-F801-2EEB-A19B-DBA7F5DCF025}"/>
              </a:ext>
            </a:extLst>
          </p:cNvPr>
          <p:cNvSpPr txBox="1"/>
          <p:nvPr/>
        </p:nvSpPr>
        <p:spPr>
          <a:xfrm>
            <a:off x="5948856" y="2716705"/>
            <a:ext cx="2057400" cy="646331"/>
          </a:xfrm>
          <a:prstGeom prst="rect">
            <a:avLst/>
          </a:prstGeom>
          <a:noFill/>
        </p:spPr>
        <p:txBody>
          <a:bodyPr wrap="square" rtlCol="0">
            <a:spAutoFit/>
          </a:bodyPr>
          <a:lstStyle/>
          <a:p>
            <a:r>
              <a:rPr lang="en-US" sz="3600" dirty="0"/>
              <a:t>YOLOv8</a:t>
            </a:r>
          </a:p>
        </p:txBody>
      </p:sp>
    </p:spTree>
    <p:extLst>
      <p:ext uri="{BB962C8B-B14F-4D97-AF65-F5344CB8AC3E}">
        <p14:creationId xmlns:p14="http://schemas.microsoft.com/office/powerpoint/2010/main" val="36526291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D6DDD8-E194-A5FF-95A7-8842DA55139F}"/>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E07CADC6-50B5-2EB5-09F3-F2BD255E15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EBE8A212-0BCF-B6C9-B2F6-59E16D8F9F2B}"/>
              </a:ext>
            </a:extLst>
          </p:cNvPr>
          <p:cNvSpPr>
            <a:spLocks noGrp="1"/>
          </p:cNvSpPr>
          <p:nvPr>
            <p:ph type="dt" sz="half" idx="10"/>
          </p:nvPr>
        </p:nvSpPr>
        <p:spPr>
          <a:xfrm>
            <a:off x="628650" y="6356350"/>
            <a:ext cx="2057400" cy="365125"/>
          </a:xfrm>
        </p:spPr>
        <p:txBody>
          <a:bodyPr>
            <a:normAutofit/>
          </a:bodyPr>
          <a:lstStyle/>
          <a:p>
            <a:pPr>
              <a:spcAft>
                <a:spcPts val="600"/>
              </a:spcAft>
            </a:pPr>
            <a:fld id="{83CF45C7-57A3-4163-A97E-CD11D5518937}" type="datetime1">
              <a:rPr lang="en-US" smtClean="0"/>
              <a:pPr>
                <a:spcAft>
                  <a:spcPts val="600"/>
                </a:spcAft>
              </a:pPr>
              <a:t>8/13/2025</a:t>
            </a:fld>
            <a:endParaRPr lang="en-US"/>
          </a:p>
        </p:txBody>
      </p:sp>
      <p:sp>
        <p:nvSpPr>
          <p:cNvPr id="6" name="Footer Placeholder 5">
            <a:extLst>
              <a:ext uri="{FF2B5EF4-FFF2-40B4-BE49-F238E27FC236}">
                <a16:creationId xmlns:a16="http://schemas.microsoft.com/office/drawing/2014/main" id="{24360466-7FEC-E2F7-693C-65E3F7D78DCA}"/>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9D2BE6CB-1026-A2D7-7232-0DC758C345BD}"/>
              </a:ext>
            </a:extLst>
          </p:cNvPr>
          <p:cNvSpPr>
            <a:spLocks noGrp="1"/>
          </p:cNvSpPr>
          <p:nvPr>
            <p:ph type="sldNum" sz="quarter" idx="12"/>
          </p:nvPr>
        </p:nvSpPr>
        <p:spPr>
          <a:xfrm>
            <a:off x="6457950" y="6356350"/>
            <a:ext cx="2057400" cy="365125"/>
          </a:xfrm>
        </p:spPr>
        <p:txBody>
          <a:bodyPr>
            <a:normAutofit/>
          </a:bodyPr>
          <a:lstStyle/>
          <a:p>
            <a:pPr>
              <a:lnSpc>
                <a:spcPct val="90000"/>
              </a:lnSpc>
              <a:spcAft>
                <a:spcPts val="600"/>
              </a:spcAft>
            </a:pPr>
            <a:fld id="{849F1A12-756A-4552-B54B-B66CFF5610E9}" type="slidenum">
              <a:rPr lang="en-US" sz="1700" b="0" smtClean="0"/>
              <a:pPr>
                <a:lnSpc>
                  <a:spcPct val="90000"/>
                </a:lnSpc>
                <a:spcAft>
                  <a:spcPts val="600"/>
                </a:spcAft>
              </a:pPr>
              <a:t>23</a:t>
            </a:fld>
            <a:endParaRPr lang="en-US" sz="1700" b="0"/>
          </a:p>
        </p:txBody>
      </p:sp>
      <p:pic>
        <p:nvPicPr>
          <p:cNvPr id="3" name="Picture 2" descr="A graph with green line&#10;&#10;Description automatically generated">
            <a:extLst>
              <a:ext uri="{FF2B5EF4-FFF2-40B4-BE49-F238E27FC236}">
                <a16:creationId xmlns:a16="http://schemas.microsoft.com/office/drawing/2014/main" id="{D69585DE-3115-A289-B2B5-BB16494605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87998"/>
            <a:ext cx="4572000" cy="2941002"/>
          </a:xfrm>
          <a:prstGeom prst="rect">
            <a:avLst/>
          </a:prstGeom>
        </p:spPr>
      </p:pic>
      <p:pic>
        <p:nvPicPr>
          <p:cNvPr id="8" name="Picture 7" descr="A graph with a red line&#10;&#10;Description automatically generated">
            <a:extLst>
              <a:ext uri="{FF2B5EF4-FFF2-40B4-BE49-F238E27FC236}">
                <a16:creationId xmlns:a16="http://schemas.microsoft.com/office/drawing/2014/main" id="{E6240B2D-40B7-9A52-BC3F-9F3D210098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10" y="3295802"/>
            <a:ext cx="4596910" cy="2946737"/>
          </a:xfrm>
          <a:prstGeom prst="rect">
            <a:avLst/>
          </a:prstGeom>
        </p:spPr>
      </p:pic>
      <p:sp>
        <p:nvSpPr>
          <p:cNvPr id="9" name="TextBox 8">
            <a:extLst>
              <a:ext uri="{FF2B5EF4-FFF2-40B4-BE49-F238E27FC236}">
                <a16:creationId xmlns:a16="http://schemas.microsoft.com/office/drawing/2014/main" id="{FE190B61-1BFF-35DF-033C-23ABCA00653E}"/>
              </a:ext>
            </a:extLst>
          </p:cNvPr>
          <p:cNvSpPr txBox="1"/>
          <p:nvPr/>
        </p:nvSpPr>
        <p:spPr>
          <a:xfrm>
            <a:off x="5948856" y="2716705"/>
            <a:ext cx="2057400" cy="646331"/>
          </a:xfrm>
          <a:prstGeom prst="rect">
            <a:avLst/>
          </a:prstGeom>
          <a:noFill/>
        </p:spPr>
        <p:txBody>
          <a:bodyPr wrap="square" rtlCol="0">
            <a:spAutoFit/>
          </a:bodyPr>
          <a:lstStyle/>
          <a:p>
            <a:r>
              <a:rPr lang="en-US" sz="3600" dirty="0"/>
              <a:t>SSD 300</a:t>
            </a:r>
          </a:p>
        </p:txBody>
      </p:sp>
    </p:spTree>
    <p:extLst>
      <p:ext uri="{BB962C8B-B14F-4D97-AF65-F5344CB8AC3E}">
        <p14:creationId xmlns:p14="http://schemas.microsoft.com/office/powerpoint/2010/main" val="3397344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D47D75-F057-23E6-B384-907ED32CB8DA}"/>
            </a:ext>
          </a:extLst>
        </p:cNvPr>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9C96C462-9B1C-3707-0E83-23B59348D8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E630C78A-6780-A2E5-FA0B-DE8A16A87447}"/>
              </a:ext>
            </a:extLst>
          </p:cNvPr>
          <p:cNvSpPr>
            <a:spLocks noGrp="1"/>
          </p:cNvSpPr>
          <p:nvPr>
            <p:ph type="dt" sz="half" idx="10"/>
          </p:nvPr>
        </p:nvSpPr>
        <p:spPr>
          <a:xfrm>
            <a:off x="628650" y="6356350"/>
            <a:ext cx="2057400" cy="365125"/>
          </a:xfrm>
        </p:spPr>
        <p:txBody>
          <a:bodyPr>
            <a:normAutofit/>
          </a:bodyPr>
          <a:lstStyle/>
          <a:p>
            <a:pPr>
              <a:spcAft>
                <a:spcPts val="600"/>
              </a:spcAft>
            </a:pPr>
            <a:fld id="{83CF45C7-57A3-4163-A97E-CD11D5518937}" type="datetime1">
              <a:rPr lang="en-US" smtClean="0"/>
              <a:pPr>
                <a:spcAft>
                  <a:spcPts val="600"/>
                </a:spcAft>
              </a:pPr>
              <a:t>8/13/2025</a:t>
            </a:fld>
            <a:endParaRPr lang="en-US"/>
          </a:p>
        </p:txBody>
      </p:sp>
      <p:sp>
        <p:nvSpPr>
          <p:cNvPr id="6" name="Footer Placeholder 5">
            <a:extLst>
              <a:ext uri="{FF2B5EF4-FFF2-40B4-BE49-F238E27FC236}">
                <a16:creationId xmlns:a16="http://schemas.microsoft.com/office/drawing/2014/main" id="{B05CDA6F-E5E0-E9F8-216A-6BB5FB231A42}"/>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A6A012E7-A63F-E218-05BD-2D773119BA9D}"/>
              </a:ext>
            </a:extLst>
          </p:cNvPr>
          <p:cNvSpPr>
            <a:spLocks noGrp="1"/>
          </p:cNvSpPr>
          <p:nvPr>
            <p:ph type="sldNum" sz="quarter" idx="12"/>
          </p:nvPr>
        </p:nvSpPr>
        <p:spPr>
          <a:xfrm>
            <a:off x="6457950" y="6356350"/>
            <a:ext cx="2057400" cy="365125"/>
          </a:xfrm>
        </p:spPr>
        <p:txBody>
          <a:bodyPr>
            <a:normAutofit/>
          </a:bodyPr>
          <a:lstStyle/>
          <a:p>
            <a:pPr>
              <a:lnSpc>
                <a:spcPct val="90000"/>
              </a:lnSpc>
              <a:spcAft>
                <a:spcPts val="600"/>
              </a:spcAft>
            </a:pPr>
            <a:fld id="{849F1A12-756A-4552-B54B-B66CFF5610E9}" type="slidenum">
              <a:rPr lang="en-US" sz="1700" b="0" smtClean="0"/>
              <a:pPr>
                <a:lnSpc>
                  <a:spcPct val="90000"/>
                </a:lnSpc>
                <a:spcAft>
                  <a:spcPts val="600"/>
                </a:spcAft>
              </a:pPr>
              <a:t>24</a:t>
            </a:fld>
            <a:endParaRPr lang="en-US" sz="1700" b="0"/>
          </a:p>
        </p:txBody>
      </p:sp>
      <p:pic>
        <p:nvPicPr>
          <p:cNvPr id="3" name="Picture 2" descr="A graph with a green line&#10;&#10;Description automatically generated">
            <a:extLst>
              <a:ext uri="{FF2B5EF4-FFF2-40B4-BE49-F238E27FC236}">
                <a16:creationId xmlns:a16="http://schemas.microsoft.com/office/drawing/2014/main" id="{1188AB78-CF18-3413-B19C-8005CADA10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44795"/>
            <a:ext cx="4572000" cy="2884206"/>
          </a:xfrm>
          <a:prstGeom prst="rect">
            <a:avLst/>
          </a:prstGeom>
        </p:spPr>
      </p:pic>
      <p:pic>
        <p:nvPicPr>
          <p:cNvPr id="8" name="Picture 7" descr="A graph with red lines&#10;&#10;Description automatically generated">
            <a:extLst>
              <a:ext uri="{FF2B5EF4-FFF2-40B4-BE49-F238E27FC236}">
                <a16:creationId xmlns:a16="http://schemas.microsoft.com/office/drawing/2014/main" id="{33350090-1B78-FCDE-7E23-37012264DB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587" y="3476890"/>
            <a:ext cx="4572000" cy="2879460"/>
          </a:xfrm>
          <a:prstGeom prst="rect">
            <a:avLst/>
          </a:prstGeom>
        </p:spPr>
      </p:pic>
      <p:sp>
        <p:nvSpPr>
          <p:cNvPr id="9" name="TextBox 8">
            <a:extLst>
              <a:ext uri="{FF2B5EF4-FFF2-40B4-BE49-F238E27FC236}">
                <a16:creationId xmlns:a16="http://schemas.microsoft.com/office/drawing/2014/main" id="{DAD05B5D-D819-4DF5-E091-44E838E1C58D}"/>
              </a:ext>
            </a:extLst>
          </p:cNvPr>
          <p:cNvSpPr txBox="1"/>
          <p:nvPr/>
        </p:nvSpPr>
        <p:spPr>
          <a:xfrm>
            <a:off x="5948856" y="2716705"/>
            <a:ext cx="2057400" cy="1754326"/>
          </a:xfrm>
          <a:prstGeom prst="rect">
            <a:avLst/>
          </a:prstGeom>
          <a:noFill/>
        </p:spPr>
        <p:txBody>
          <a:bodyPr wrap="square" rtlCol="0">
            <a:spAutoFit/>
          </a:bodyPr>
          <a:lstStyle/>
          <a:p>
            <a:r>
              <a:rPr lang="en-US" sz="3600" dirty="0"/>
              <a:t>Faster R-CNN VGG16</a:t>
            </a:r>
          </a:p>
        </p:txBody>
      </p:sp>
    </p:spTree>
    <p:extLst>
      <p:ext uri="{BB962C8B-B14F-4D97-AF65-F5344CB8AC3E}">
        <p14:creationId xmlns:p14="http://schemas.microsoft.com/office/powerpoint/2010/main" val="3447655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15D781-4D9E-E396-C411-970D392A7C9A}"/>
            </a:ext>
          </a:extLst>
        </p:cNvPr>
        <p:cNvGrpSpPr/>
        <p:nvPr/>
      </p:nvGrpSpPr>
      <p:grpSpPr>
        <a:xfrm>
          <a:off x="0" y="0"/>
          <a:ext cx="0" cy="0"/>
          <a:chOff x="0" y="0"/>
          <a:chExt cx="0" cy="0"/>
        </a:xfrm>
      </p:grpSpPr>
      <p:pic>
        <p:nvPicPr>
          <p:cNvPr id="2" name="Picture 1" descr="A green and red graph&#10;&#10;Description automatically generated">
            <a:extLst>
              <a:ext uri="{FF2B5EF4-FFF2-40B4-BE49-F238E27FC236}">
                <a16:creationId xmlns:a16="http://schemas.microsoft.com/office/drawing/2014/main" id="{18BDD336-E963-C724-92C7-9814E6EEC0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600" y="719773"/>
            <a:ext cx="8178799" cy="5418453"/>
          </a:xfrm>
          <a:prstGeom prst="rect">
            <a:avLst/>
          </a:prstGeom>
        </p:spPr>
      </p:pic>
      <p:sp>
        <p:nvSpPr>
          <p:cNvPr id="4" name="Date Placeholder 3">
            <a:extLst>
              <a:ext uri="{FF2B5EF4-FFF2-40B4-BE49-F238E27FC236}">
                <a16:creationId xmlns:a16="http://schemas.microsoft.com/office/drawing/2014/main" id="{9AF41DD4-9AFE-D8AA-FE18-463BB7010AF6}"/>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pPr>
            <a:fld id="{83CF45C7-57A3-4163-A97E-CD11D5518937}" type="datetime1">
              <a:rPr lang="en-US" smtClean="0"/>
              <a:pPr defTabSz="914400">
                <a:spcAft>
                  <a:spcPts val="600"/>
                </a:spcAft>
              </a:pPr>
              <a:t>8/13/2025</a:t>
            </a:fld>
            <a:endParaRPr lang="en-US"/>
          </a:p>
        </p:txBody>
      </p:sp>
      <p:sp>
        <p:nvSpPr>
          <p:cNvPr id="6" name="Footer Placeholder 5">
            <a:extLst>
              <a:ext uri="{FF2B5EF4-FFF2-40B4-BE49-F238E27FC236}">
                <a16:creationId xmlns:a16="http://schemas.microsoft.com/office/drawing/2014/main" id="{C0B91ADD-F8BE-6ED9-17C2-03CE75CFCE47}"/>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pPr>
            <a:r>
              <a:rPr lang="en-US" kern="1200">
                <a:solidFill>
                  <a:schemeClr val="tx1">
                    <a:tint val="75000"/>
                  </a:schemeClr>
                </a:solidFill>
                <a:latin typeface="+mn-lt"/>
                <a:ea typeface="+mn-ea"/>
                <a:cs typeface="+mn-cs"/>
              </a:rPr>
              <a:t>CRP</a:t>
            </a:r>
          </a:p>
        </p:txBody>
      </p:sp>
      <p:sp>
        <p:nvSpPr>
          <p:cNvPr id="5" name="Slide Number Placeholder 4">
            <a:extLst>
              <a:ext uri="{FF2B5EF4-FFF2-40B4-BE49-F238E27FC236}">
                <a16:creationId xmlns:a16="http://schemas.microsoft.com/office/drawing/2014/main" id="{19F17EAF-BD87-0C42-F942-68584C4320A2}"/>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49F1A12-756A-4552-B54B-B66CFF5610E9}" type="slidenum">
              <a:rPr lang="en-US" sz="1200" b="0" smtClean="0">
                <a:solidFill>
                  <a:schemeClr val="tx1">
                    <a:tint val="75000"/>
                  </a:schemeClr>
                </a:solidFill>
              </a:rPr>
              <a:pPr defTabSz="914400">
                <a:spcAft>
                  <a:spcPts val="600"/>
                </a:spcAft>
              </a:pPr>
              <a:t>25</a:t>
            </a:fld>
            <a:endParaRPr lang="en-US" sz="1200" b="0">
              <a:solidFill>
                <a:schemeClr val="tx1">
                  <a:tint val="75000"/>
                </a:schemeClr>
              </a:solidFill>
            </a:endParaRPr>
          </a:p>
        </p:txBody>
      </p:sp>
    </p:spTree>
    <p:extLst>
      <p:ext uri="{BB962C8B-B14F-4D97-AF65-F5344CB8AC3E}">
        <p14:creationId xmlns:p14="http://schemas.microsoft.com/office/powerpoint/2010/main" val="41294552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9F494C-FE0D-866F-36D0-ABEB414A4799}"/>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01F0CD48-71F3-035D-43B3-8931DD452F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6621CFE2-FBBD-FACF-D4BE-3D754A99D8FC}"/>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C474BBE8-B2D9-5226-7239-32597FC29EF8}"/>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dirty="0">
                <a:solidFill>
                  <a:schemeClr val="bg1"/>
                </a:solidFill>
              </a:rPr>
              <a:t>Main Findings</a:t>
            </a:r>
          </a:p>
        </p:txBody>
      </p:sp>
      <p:sp>
        <p:nvSpPr>
          <p:cNvPr id="41" name="sketchy box">
            <a:extLst>
              <a:ext uri="{FF2B5EF4-FFF2-40B4-BE49-F238E27FC236}">
                <a16:creationId xmlns:a16="http://schemas.microsoft.com/office/drawing/2014/main" id="{6E035C57-54BA-4452-592D-981165BBB2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ketchy line">
            <a:extLst>
              <a:ext uri="{FF2B5EF4-FFF2-40B4-BE49-F238E27FC236}">
                <a16:creationId xmlns:a16="http://schemas.microsoft.com/office/drawing/2014/main" id="{94A57D0E-8724-84A8-6272-6ED925AD9B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419423"/>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A93FDA79-2A24-420A-C367-5F4573F49CA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5B263E9C-6288-4DD3-8AED-7B391BB72E1E}"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a:extLst>
              <a:ext uri="{FF2B5EF4-FFF2-40B4-BE49-F238E27FC236}">
                <a16:creationId xmlns:a16="http://schemas.microsoft.com/office/drawing/2014/main" id="{5DD05004-681E-044A-0B70-311F44E73F27}"/>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CB5E2FFD-FD6C-0207-1D00-6995B8A8C080}"/>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26</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2337153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2870C4-7FFB-33A8-01C0-E0B50157C67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5CCE0CE-72DF-8291-DC54-A78FABB87B07}"/>
              </a:ext>
            </a:extLst>
          </p:cNvPr>
          <p:cNvPicPr>
            <a:picLocks noChangeAspect="1"/>
          </p:cNvPicPr>
          <p:nvPr/>
        </p:nvPicPr>
        <p:blipFill>
          <a:blip r:embed="rId3"/>
          <a:stretch>
            <a:fillRect/>
          </a:stretch>
        </p:blipFill>
        <p:spPr>
          <a:xfrm>
            <a:off x="394349" y="1799717"/>
            <a:ext cx="8355302" cy="3258566"/>
          </a:xfrm>
          <a:prstGeom prst="rect">
            <a:avLst/>
          </a:prstGeom>
        </p:spPr>
      </p:pic>
      <p:sp>
        <p:nvSpPr>
          <p:cNvPr id="4" name="Date Placeholder 3">
            <a:extLst>
              <a:ext uri="{FF2B5EF4-FFF2-40B4-BE49-F238E27FC236}">
                <a16:creationId xmlns:a16="http://schemas.microsoft.com/office/drawing/2014/main" id="{89809DA6-2A6F-D41F-65AB-53F3B40F276E}"/>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pPr>
            <a:fld id="{83CF45C7-57A3-4163-A97E-CD11D5518937}" type="datetime1">
              <a:rPr lang="en-US" smtClean="0"/>
              <a:pPr defTabSz="914400">
                <a:spcAft>
                  <a:spcPts val="600"/>
                </a:spcAft>
              </a:pPr>
              <a:t>8/13/2025</a:t>
            </a:fld>
            <a:endParaRPr lang="en-US"/>
          </a:p>
        </p:txBody>
      </p:sp>
      <p:sp>
        <p:nvSpPr>
          <p:cNvPr id="6" name="Footer Placeholder 5">
            <a:extLst>
              <a:ext uri="{FF2B5EF4-FFF2-40B4-BE49-F238E27FC236}">
                <a16:creationId xmlns:a16="http://schemas.microsoft.com/office/drawing/2014/main" id="{D450FF3F-DE6E-2A78-5EEF-DA248EB74F26}"/>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pPr>
            <a:r>
              <a:rPr lang="en-US" kern="1200">
                <a:solidFill>
                  <a:schemeClr val="tx1">
                    <a:tint val="75000"/>
                  </a:schemeClr>
                </a:solidFill>
                <a:latin typeface="+mn-lt"/>
                <a:ea typeface="+mn-ea"/>
                <a:cs typeface="+mn-cs"/>
              </a:rPr>
              <a:t>CRP</a:t>
            </a:r>
          </a:p>
        </p:txBody>
      </p:sp>
      <p:sp>
        <p:nvSpPr>
          <p:cNvPr id="5" name="Slide Number Placeholder 4">
            <a:extLst>
              <a:ext uri="{FF2B5EF4-FFF2-40B4-BE49-F238E27FC236}">
                <a16:creationId xmlns:a16="http://schemas.microsoft.com/office/drawing/2014/main" id="{42CE8FA3-555B-8353-542A-B2663B41173D}"/>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49F1A12-756A-4552-B54B-B66CFF5610E9}" type="slidenum">
              <a:rPr lang="en-US" sz="1200" b="0" smtClean="0">
                <a:solidFill>
                  <a:schemeClr val="tx1">
                    <a:tint val="75000"/>
                  </a:schemeClr>
                </a:solidFill>
              </a:rPr>
              <a:pPr defTabSz="914400">
                <a:spcAft>
                  <a:spcPts val="600"/>
                </a:spcAft>
              </a:pPr>
              <a:t>27</a:t>
            </a:fld>
            <a:endParaRPr lang="en-US" sz="1200" b="0">
              <a:solidFill>
                <a:schemeClr val="tx1">
                  <a:tint val="75000"/>
                </a:schemeClr>
              </a:solidFill>
            </a:endParaRPr>
          </a:p>
        </p:txBody>
      </p:sp>
    </p:spTree>
    <p:extLst>
      <p:ext uri="{BB962C8B-B14F-4D97-AF65-F5344CB8AC3E}">
        <p14:creationId xmlns:p14="http://schemas.microsoft.com/office/powerpoint/2010/main" val="2537279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5B7FBD-FE62-D650-31A6-5D98D8320A0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93EB65D-D07B-2D06-4A35-483750B760D6}"/>
              </a:ext>
            </a:extLst>
          </p:cNvPr>
          <p:cNvPicPr>
            <a:picLocks noChangeAspect="1"/>
          </p:cNvPicPr>
          <p:nvPr/>
        </p:nvPicPr>
        <p:blipFill>
          <a:blip r:embed="rId3"/>
          <a:stretch>
            <a:fillRect/>
          </a:stretch>
        </p:blipFill>
        <p:spPr>
          <a:xfrm>
            <a:off x="311854" y="1614170"/>
            <a:ext cx="8520292" cy="3834130"/>
          </a:xfrm>
          <a:prstGeom prst="rect">
            <a:avLst/>
          </a:prstGeom>
        </p:spPr>
      </p:pic>
      <p:sp>
        <p:nvSpPr>
          <p:cNvPr id="4" name="Date Placeholder 3">
            <a:extLst>
              <a:ext uri="{FF2B5EF4-FFF2-40B4-BE49-F238E27FC236}">
                <a16:creationId xmlns:a16="http://schemas.microsoft.com/office/drawing/2014/main" id="{2225DEE0-B1D4-2FFA-9B5C-36FF3B34B53F}"/>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pPr>
            <a:fld id="{83CF45C7-57A3-4163-A97E-CD11D5518937}" type="datetime1">
              <a:rPr lang="en-US" smtClean="0"/>
              <a:pPr defTabSz="914400">
                <a:spcAft>
                  <a:spcPts val="600"/>
                </a:spcAft>
              </a:pPr>
              <a:t>8/13/2025</a:t>
            </a:fld>
            <a:endParaRPr lang="en-US"/>
          </a:p>
        </p:txBody>
      </p:sp>
      <p:sp>
        <p:nvSpPr>
          <p:cNvPr id="6" name="Footer Placeholder 5">
            <a:extLst>
              <a:ext uri="{FF2B5EF4-FFF2-40B4-BE49-F238E27FC236}">
                <a16:creationId xmlns:a16="http://schemas.microsoft.com/office/drawing/2014/main" id="{ED2403E2-7F39-903B-8C11-FEDC30FB57EA}"/>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pPr>
            <a:r>
              <a:rPr lang="en-US" kern="1200">
                <a:solidFill>
                  <a:schemeClr val="tx1">
                    <a:tint val="75000"/>
                  </a:schemeClr>
                </a:solidFill>
                <a:latin typeface="+mn-lt"/>
                <a:ea typeface="+mn-ea"/>
                <a:cs typeface="+mn-cs"/>
              </a:rPr>
              <a:t>CRP</a:t>
            </a:r>
          </a:p>
        </p:txBody>
      </p:sp>
      <p:sp>
        <p:nvSpPr>
          <p:cNvPr id="5" name="Slide Number Placeholder 4">
            <a:extLst>
              <a:ext uri="{FF2B5EF4-FFF2-40B4-BE49-F238E27FC236}">
                <a16:creationId xmlns:a16="http://schemas.microsoft.com/office/drawing/2014/main" id="{92740E9D-99D3-6FF2-4449-355734850E9E}"/>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849F1A12-756A-4552-B54B-B66CFF5610E9}" type="slidenum">
              <a:rPr lang="en-US" sz="1200" b="0" smtClean="0">
                <a:solidFill>
                  <a:schemeClr val="tx1">
                    <a:tint val="75000"/>
                  </a:schemeClr>
                </a:solidFill>
              </a:rPr>
              <a:pPr defTabSz="914400">
                <a:spcAft>
                  <a:spcPts val="600"/>
                </a:spcAft>
              </a:pPr>
              <a:t>28</a:t>
            </a:fld>
            <a:endParaRPr lang="en-US" sz="1200" b="0">
              <a:solidFill>
                <a:schemeClr val="tx1">
                  <a:tint val="75000"/>
                </a:schemeClr>
              </a:solidFill>
            </a:endParaRPr>
          </a:p>
        </p:txBody>
      </p:sp>
    </p:spTree>
    <p:extLst>
      <p:ext uri="{BB962C8B-B14F-4D97-AF65-F5344CB8AC3E}">
        <p14:creationId xmlns:p14="http://schemas.microsoft.com/office/powerpoint/2010/main" val="18502847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6A760D-5A6F-6B9D-14DF-A76805F26A1C}"/>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9F37E208-D28F-5F2E-423F-909FB44456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570261D4-8D9F-9BE8-48F0-81BB37FF5623}"/>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DDC08D23-F85E-3200-C637-5BA0FA360D1F}"/>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dirty="0">
                <a:solidFill>
                  <a:schemeClr val="bg1"/>
                </a:solidFill>
              </a:rPr>
              <a:t>Demonstration</a:t>
            </a:r>
          </a:p>
        </p:txBody>
      </p:sp>
      <p:sp>
        <p:nvSpPr>
          <p:cNvPr id="41" name="sketchy box">
            <a:extLst>
              <a:ext uri="{FF2B5EF4-FFF2-40B4-BE49-F238E27FC236}">
                <a16:creationId xmlns:a16="http://schemas.microsoft.com/office/drawing/2014/main" id="{926FE8D3-27C6-DEA9-E481-DEFD0A58B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ketchy line">
            <a:extLst>
              <a:ext uri="{FF2B5EF4-FFF2-40B4-BE49-F238E27FC236}">
                <a16:creationId xmlns:a16="http://schemas.microsoft.com/office/drawing/2014/main" id="{D956B52F-E4C3-AF67-4369-CA1DBEB47E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419423"/>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17BD2D7D-6794-491A-CE52-6BE229E4E7B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5B263E9C-6288-4DD3-8AED-7B391BB72E1E}"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a:extLst>
              <a:ext uri="{FF2B5EF4-FFF2-40B4-BE49-F238E27FC236}">
                <a16:creationId xmlns:a16="http://schemas.microsoft.com/office/drawing/2014/main" id="{9C60B6F6-4943-3D4A-7DDE-9D179B931931}"/>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6F721238-5EE9-4240-C324-8AE4E4FFEE13}"/>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29</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4045656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7B138C-C0A1-9221-7609-8C771491A720}"/>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32FEE427-81E3-81D2-F6E1-8D5CCC77AE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945859C4-0190-2F0C-389B-C6CA154F4489}"/>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C4750743-93A0-5D6F-14E2-1E825608998D}"/>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dirty="0">
                <a:solidFill>
                  <a:schemeClr val="bg1"/>
                </a:solidFill>
              </a:rPr>
              <a:t>Limitations</a:t>
            </a:r>
          </a:p>
        </p:txBody>
      </p:sp>
      <p:sp>
        <p:nvSpPr>
          <p:cNvPr id="41" name="sketchy box">
            <a:extLst>
              <a:ext uri="{FF2B5EF4-FFF2-40B4-BE49-F238E27FC236}">
                <a16:creationId xmlns:a16="http://schemas.microsoft.com/office/drawing/2014/main" id="{F5E1B0AD-B87F-EFF4-07DF-2198256015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ketchy line">
            <a:extLst>
              <a:ext uri="{FF2B5EF4-FFF2-40B4-BE49-F238E27FC236}">
                <a16:creationId xmlns:a16="http://schemas.microsoft.com/office/drawing/2014/main" id="{98B30B9C-05F6-32B4-B07A-8859174BBA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419423"/>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03D75510-1324-E851-F111-46D73D59CA5C}"/>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5B263E9C-6288-4DD3-8AED-7B391BB72E1E}"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a:extLst>
              <a:ext uri="{FF2B5EF4-FFF2-40B4-BE49-F238E27FC236}">
                <a16:creationId xmlns:a16="http://schemas.microsoft.com/office/drawing/2014/main" id="{9C11D8B6-DCF5-9AA1-A156-CD687151AEB0}"/>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57EAD128-85D6-DE78-D89D-8DF08B0CF871}"/>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30</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15504053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5547CB-3660-6099-6ACF-93C3AB405B23}"/>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D2B7B5FA-EEB1-6580-5DF4-4BEF554C39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7B57A0F5-922D-0A8D-FBF6-2E9E2638D180}"/>
              </a:ext>
            </a:extLst>
          </p:cNvPr>
          <p:cNvSpPr>
            <a:spLocks noGrp="1"/>
          </p:cNvSpPr>
          <p:nvPr>
            <p:ph type="dt" sz="half" idx="10"/>
          </p:nvPr>
        </p:nvSpPr>
        <p:spPr>
          <a:xfrm>
            <a:off x="102870" y="6453002"/>
            <a:ext cx="2620735" cy="365125"/>
          </a:xfrm>
        </p:spPr>
        <p:txBody>
          <a:bodyPr>
            <a:normAutofit/>
          </a:bodyPr>
          <a:lstStyle/>
          <a:p>
            <a:pPr>
              <a:spcAft>
                <a:spcPts val="600"/>
              </a:spcAft>
            </a:pPr>
            <a:fld id="{97C76220-D33C-4A51-B4B0-B842E51B8747}" type="datetime1">
              <a:rPr lang="en-US" smtClean="0"/>
              <a:pPr>
                <a:spcAft>
                  <a:spcPts val="600"/>
                </a:spcAft>
              </a:pPr>
              <a:t>8/13/2025</a:t>
            </a:fld>
            <a:endParaRPr lang="en-US"/>
          </a:p>
        </p:txBody>
      </p:sp>
      <p:sp>
        <p:nvSpPr>
          <p:cNvPr id="6" name="Footer Placeholder 5">
            <a:extLst>
              <a:ext uri="{FF2B5EF4-FFF2-40B4-BE49-F238E27FC236}">
                <a16:creationId xmlns:a16="http://schemas.microsoft.com/office/drawing/2014/main" id="{78FA33CB-B90C-DE2F-2FE0-61456A6D7A8F}"/>
              </a:ext>
            </a:extLst>
          </p:cNvPr>
          <p:cNvSpPr>
            <a:spLocks noGrp="1"/>
          </p:cNvSpPr>
          <p:nvPr>
            <p:ph type="ftr" sz="quarter" idx="11"/>
          </p:nvPr>
        </p:nvSpPr>
        <p:spPr>
          <a:xfrm>
            <a:off x="6657390" y="6453002"/>
            <a:ext cx="2104054"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A140EF80-D205-E3F1-8264-6F023B352529}"/>
              </a:ext>
            </a:extLst>
          </p:cNvPr>
          <p:cNvSpPr>
            <a:spLocks noGrp="1"/>
          </p:cNvSpPr>
          <p:nvPr>
            <p:ph type="sldNum" sz="quarter" idx="12"/>
          </p:nvPr>
        </p:nvSpPr>
        <p:spPr>
          <a:xfrm>
            <a:off x="8724121" y="6453002"/>
            <a:ext cx="321905" cy="365125"/>
          </a:xfrm>
        </p:spPr>
        <p:txBody>
          <a:bodyPr>
            <a:normAutofit fontScale="70000" lnSpcReduction="20000"/>
          </a:bodyPr>
          <a:lstStyle/>
          <a:p>
            <a:pPr>
              <a:lnSpc>
                <a:spcPct val="90000"/>
              </a:lnSpc>
              <a:spcAft>
                <a:spcPts val="600"/>
              </a:spcAft>
            </a:pPr>
            <a:fld id="{849F1A12-756A-4552-B54B-B66CFF5610E9}" type="slidenum">
              <a:rPr lang="en-US" sz="1700" b="0" smtClean="0"/>
              <a:pPr>
                <a:lnSpc>
                  <a:spcPct val="90000"/>
                </a:lnSpc>
                <a:spcAft>
                  <a:spcPts val="600"/>
                </a:spcAft>
              </a:pPr>
              <a:t>31</a:t>
            </a:fld>
            <a:endParaRPr lang="en-US" sz="1700" b="0"/>
          </a:p>
        </p:txBody>
      </p:sp>
      <p:graphicFrame>
        <p:nvGraphicFramePr>
          <p:cNvPr id="49" name="Content Placeholder 6">
            <a:extLst>
              <a:ext uri="{FF2B5EF4-FFF2-40B4-BE49-F238E27FC236}">
                <a16:creationId xmlns:a16="http://schemas.microsoft.com/office/drawing/2014/main" id="{E7A13509-1A9A-CA32-CCFF-3920EFAD97DF}"/>
              </a:ext>
            </a:extLst>
          </p:cNvPr>
          <p:cNvGraphicFramePr>
            <a:graphicFrameLocks noGrp="1"/>
          </p:cNvGraphicFramePr>
          <p:nvPr>
            <p:ph idx="1"/>
            <p:extLst>
              <p:ext uri="{D42A27DB-BD31-4B8C-83A1-F6EECF244321}">
                <p14:modId xmlns:p14="http://schemas.microsoft.com/office/powerpoint/2010/main" val="633646976"/>
              </p:ext>
            </p:extLst>
          </p:nvPr>
        </p:nvGraphicFramePr>
        <p:xfrm>
          <a:off x="628650" y="559837"/>
          <a:ext cx="7886700" cy="56171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70605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03C13C-9472-9E49-353B-6318B22EF600}"/>
            </a:ext>
          </a:extLst>
        </p:cNvPr>
        <p:cNvGrpSpPr/>
        <p:nvPr/>
      </p:nvGrpSpPr>
      <p:grpSpPr>
        <a:xfrm>
          <a:off x="0" y="0"/>
          <a:ext cx="0" cy="0"/>
          <a:chOff x="0" y="0"/>
          <a:chExt cx="0" cy="0"/>
        </a:xfrm>
      </p:grpSpPr>
      <p:sp>
        <p:nvSpPr>
          <p:cNvPr id="39" name="Rectangle 38">
            <a:extLst>
              <a:ext uri="{FF2B5EF4-FFF2-40B4-BE49-F238E27FC236}">
                <a16:creationId xmlns:a16="http://schemas.microsoft.com/office/drawing/2014/main" id="{E2CA59B3-67B4-ADD6-8C70-7C80E5482F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EAEEC9DE-AC3B-21E3-73E6-4EA785EB7911}"/>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2E145A81-D83D-1B02-A576-1DCD6048804B}"/>
              </a:ext>
            </a:extLst>
          </p:cNvPr>
          <p:cNvSpPr>
            <a:spLocks noGrp="1"/>
          </p:cNvSpPr>
          <p:nvPr>
            <p:ph type="title"/>
          </p:nvPr>
        </p:nvSpPr>
        <p:spPr>
          <a:xfrm>
            <a:off x="1145286" y="1124712"/>
            <a:ext cx="6858000" cy="3063240"/>
          </a:xfrm>
        </p:spPr>
        <p:txBody>
          <a:bodyPr vert="horz" lIns="91440" tIns="45720" rIns="91440" bIns="45720" rtlCol="0" anchor="b">
            <a:normAutofit/>
          </a:bodyPr>
          <a:lstStyle/>
          <a:p>
            <a:pPr algn="ctr"/>
            <a:r>
              <a:rPr lang="en-US" sz="5700" dirty="0">
                <a:solidFill>
                  <a:schemeClr val="bg1"/>
                </a:solidFill>
              </a:rPr>
              <a:t>Future work</a:t>
            </a:r>
          </a:p>
        </p:txBody>
      </p:sp>
      <p:sp>
        <p:nvSpPr>
          <p:cNvPr id="41" name="sketchy box">
            <a:extLst>
              <a:ext uri="{FF2B5EF4-FFF2-40B4-BE49-F238E27FC236}">
                <a16:creationId xmlns:a16="http://schemas.microsoft.com/office/drawing/2014/main" id="{BD80E274-70AA-5119-F2BA-AB6121CB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28650" y="720953"/>
            <a:ext cx="7886700" cy="5416094"/>
          </a:xfrm>
          <a:custGeom>
            <a:avLst/>
            <a:gdLst>
              <a:gd name="connsiteX0" fmla="*/ 0 w 7886700"/>
              <a:gd name="connsiteY0" fmla="*/ 0 h 5416094"/>
              <a:gd name="connsiteX1" fmla="*/ 578358 w 7886700"/>
              <a:gd name="connsiteY1" fmla="*/ 0 h 5416094"/>
              <a:gd name="connsiteX2" fmla="*/ 998982 w 7886700"/>
              <a:gd name="connsiteY2" fmla="*/ 0 h 5416094"/>
              <a:gd name="connsiteX3" fmla="*/ 1813941 w 7886700"/>
              <a:gd name="connsiteY3" fmla="*/ 0 h 5416094"/>
              <a:gd name="connsiteX4" fmla="*/ 2392299 w 7886700"/>
              <a:gd name="connsiteY4" fmla="*/ 0 h 5416094"/>
              <a:gd name="connsiteX5" fmla="*/ 2970657 w 7886700"/>
              <a:gd name="connsiteY5" fmla="*/ 0 h 5416094"/>
              <a:gd name="connsiteX6" fmla="*/ 3785616 w 7886700"/>
              <a:gd name="connsiteY6" fmla="*/ 0 h 5416094"/>
              <a:gd name="connsiteX7" fmla="*/ 4285107 w 7886700"/>
              <a:gd name="connsiteY7" fmla="*/ 0 h 5416094"/>
              <a:gd name="connsiteX8" fmla="*/ 5100066 w 7886700"/>
              <a:gd name="connsiteY8" fmla="*/ 0 h 5416094"/>
              <a:gd name="connsiteX9" fmla="*/ 5915025 w 7886700"/>
              <a:gd name="connsiteY9" fmla="*/ 0 h 5416094"/>
              <a:gd name="connsiteX10" fmla="*/ 6572250 w 7886700"/>
              <a:gd name="connsiteY10" fmla="*/ 0 h 5416094"/>
              <a:gd name="connsiteX11" fmla="*/ 7886700 w 7886700"/>
              <a:gd name="connsiteY11" fmla="*/ 0 h 5416094"/>
              <a:gd name="connsiteX12" fmla="*/ 7886700 w 7886700"/>
              <a:gd name="connsiteY12" fmla="*/ 622851 h 5416094"/>
              <a:gd name="connsiteX13" fmla="*/ 7886700 w 7886700"/>
              <a:gd name="connsiteY13" fmla="*/ 1137380 h 5416094"/>
              <a:gd name="connsiteX14" fmla="*/ 7886700 w 7886700"/>
              <a:gd name="connsiteY14" fmla="*/ 1814391 h 5416094"/>
              <a:gd name="connsiteX15" fmla="*/ 7886700 w 7886700"/>
              <a:gd name="connsiteY15" fmla="*/ 2491403 h 5416094"/>
              <a:gd name="connsiteX16" fmla="*/ 7886700 w 7886700"/>
              <a:gd name="connsiteY16" fmla="*/ 3168415 h 5416094"/>
              <a:gd name="connsiteX17" fmla="*/ 7886700 w 7886700"/>
              <a:gd name="connsiteY17" fmla="*/ 3899588 h 5416094"/>
              <a:gd name="connsiteX18" fmla="*/ 7886700 w 7886700"/>
              <a:gd name="connsiteY18" fmla="*/ 4630760 h 5416094"/>
              <a:gd name="connsiteX19" fmla="*/ 7886700 w 7886700"/>
              <a:gd name="connsiteY19" fmla="*/ 5416094 h 5416094"/>
              <a:gd name="connsiteX20" fmla="*/ 7466076 w 7886700"/>
              <a:gd name="connsiteY20" fmla="*/ 5416094 h 5416094"/>
              <a:gd name="connsiteX21" fmla="*/ 6651117 w 7886700"/>
              <a:gd name="connsiteY21" fmla="*/ 5416094 h 5416094"/>
              <a:gd name="connsiteX22" fmla="*/ 5993892 w 7886700"/>
              <a:gd name="connsiteY22" fmla="*/ 5416094 h 5416094"/>
              <a:gd name="connsiteX23" fmla="*/ 5494401 w 7886700"/>
              <a:gd name="connsiteY23" fmla="*/ 5416094 h 5416094"/>
              <a:gd name="connsiteX24" fmla="*/ 4837176 w 7886700"/>
              <a:gd name="connsiteY24" fmla="*/ 5416094 h 5416094"/>
              <a:gd name="connsiteX25" fmla="*/ 4416552 w 7886700"/>
              <a:gd name="connsiteY25" fmla="*/ 5416094 h 5416094"/>
              <a:gd name="connsiteX26" fmla="*/ 3995928 w 7886700"/>
              <a:gd name="connsiteY26" fmla="*/ 5416094 h 5416094"/>
              <a:gd name="connsiteX27" fmla="*/ 3338703 w 7886700"/>
              <a:gd name="connsiteY27" fmla="*/ 5416094 h 5416094"/>
              <a:gd name="connsiteX28" fmla="*/ 2839212 w 7886700"/>
              <a:gd name="connsiteY28" fmla="*/ 5416094 h 5416094"/>
              <a:gd name="connsiteX29" fmla="*/ 2103120 w 7886700"/>
              <a:gd name="connsiteY29" fmla="*/ 5416094 h 5416094"/>
              <a:gd name="connsiteX30" fmla="*/ 1603629 w 7886700"/>
              <a:gd name="connsiteY30" fmla="*/ 5416094 h 5416094"/>
              <a:gd name="connsiteX31" fmla="*/ 867537 w 7886700"/>
              <a:gd name="connsiteY31" fmla="*/ 5416094 h 5416094"/>
              <a:gd name="connsiteX32" fmla="*/ 0 w 7886700"/>
              <a:gd name="connsiteY32" fmla="*/ 5416094 h 5416094"/>
              <a:gd name="connsiteX33" fmla="*/ 0 w 7886700"/>
              <a:gd name="connsiteY33" fmla="*/ 4684921 h 5416094"/>
              <a:gd name="connsiteX34" fmla="*/ 0 w 7886700"/>
              <a:gd name="connsiteY34" fmla="*/ 3953749 h 5416094"/>
              <a:gd name="connsiteX35" fmla="*/ 0 w 7886700"/>
              <a:gd name="connsiteY35" fmla="*/ 3168415 h 5416094"/>
              <a:gd name="connsiteX36" fmla="*/ 0 w 7886700"/>
              <a:gd name="connsiteY36" fmla="*/ 2545564 h 5416094"/>
              <a:gd name="connsiteX37" fmla="*/ 0 w 7886700"/>
              <a:gd name="connsiteY37" fmla="*/ 1760231 h 5416094"/>
              <a:gd name="connsiteX38" fmla="*/ 0 w 7886700"/>
              <a:gd name="connsiteY38" fmla="*/ 1191541 h 5416094"/>
              <a:gd name="connsiteX39" fmla="*/ 0 w 7886700"/>
              <a:gd name="connsiteY39" fmla="*/ 677012 h 5416094"/>
              <a:gd name="connsiteX40" fmla="*/ 0 w 7886700"/>
              <a:gd name="connsiteY40" fmla="*/ 0 h 541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886700" h="5416094" extrusionOk="0">
                <a:moveTo>
                  <a:pt x="0" y="0"/>
                </a:moveTo>
                <a:cubicBezTo>
                  <a:pt x="165412" y="-21137"/>
                  <a:pt x="322344" y="-21985"/>
                  <a:pt x="578358" y="0"/>
                </a:cubicBezTo>
                <a:cubicBezTo>
                  <a:pt x="834372" y="21985"/>
                  <a:pt x="888520" y="-5136"/>
                  <a:pt x="998982" y="0"/>
                </a:cubicBezTo>
                <a:cubicBezTo>
                  <a:pt x="1109444" y="5136"/>
                  <a:pt x="1622600" y="-36529"/>
                  <a:pt x="1813941" y="0"/>
                </a:cubicBezTo>
                <a:cubicBezTo>
                  <a:pt x="2005282" y="36529"/>
                  <a:pt x="2177619" y="19108"/>
                  <a:pt x="2392299" y="0"/>
                </a:cubicBezTo>
                <a:cubicBezTo>
                  <a:pt x="2606979" y="-19108"/>
                  <a:pt x="2788556" y="-21788"/>
                  <a:pt x="2970657" y="0"/>
                </a:cubicBezTo>
                <a:cubicBezTo>
                  <a:pt x="3152758" y="21788"/>
                  <a:pt x="3596738" y="18723"/>
                  <a:pt x="3785616" y="0"/>
                </a:cubicBezTo>
                <a:cubicBezTo>
                  <a:pt x="3974494" y="-18723"/>
                  <a:pt x="4136501" y="9985"/>
                  <a:pt x="4285107" y="0"/>
                </a:cubicBezTo>
                <a:cubicBezTo>
                  <a:pt x="4433713" y="-9985"/>
                  <a:pt x="4710656" y="-6143"/>
                  <a:pt x="5100066" y="0"/>
                </a:cubicBezTo>
                <a:cubicBezTo>
                  <a:pt x="5489476" y="6143"/>
                  <a:pt x="5703885" y="5883"/>
                  <a:pt x="5915025" y="0"/>
                </a:cubicBezTo>
                <a:cubicBezTo>
                  <a:pt x="6126165" y="-5883"/>
                  <a:pt x="6308797" y="30350"/>
                  <a:pt x="6572250" y="0"/>
                </a:cubicBezTo>
                <a:cubicBezTo>
                  <a:pt x="6835703" y="-30350"/>
                  <a:pt x="7286910" y="4832"/>
                  <a:pt x="7886700" y="0"/>
                </a:cubicBezTo>
                <a:cubicBezTo>
                  <a:pt x="7917044" y="253972"/>
                  <a:pt x="7878280" y="382927"/>
                  <a:pt x="7886700" y="622851"/>
                </a:cubicBezTo>
                <a:cubicBezTo>
                  <a:pt x="7895120" y="862775"/>
                  <a:pt x="7898095" y="881954"/>
                  <a:pt x="7886700" y="1137380"/>
                </a:cubicBezTo>
                <a:cubicBezTo>
                  <a:pt x="7875305" y="1392806"/>
                  <a:pt x="7859449" y="1500954"/>
                  <a:pt x="7886700" y="1814391"/>
                </a:cubicBezTo>
                <a:cubicBezTo>
                  <a:pt x="7913951" y="2127828"/>
                  <a:pt x="7899710" y="2276490"/>
                  <a:pt x="7886700" y="2491403"/>
                </a:cubicBezTo>
                <a:cubicBezTo>
                  <a:pt x="7873690" y="2706316"/>
                  <a:pt x="7899048" y="2943627"/>
                  <a:pt x="7886700" y="3168415"/>
                </a:cubicBezTo>
                <a:cubicBezTo>
                  <a:pt x="7874352" y="3393203"/>
                  <a:pt x="7895759" y="3539359"/>
                  <a:pt x="7886700" y="3899588"/>
                </a:cubicBezTo>
                <a:cubicBezTo>
                  <a:pt x="7877641" y="4259817"/>
                  <a:pt x="7907485" y="4437980"/>
                  <a:pt x="7886700" y="4630760"/>
                </a:cubicBezTo>
                <a:cubicBezTo>
                  <a:pt x="7865915" y="4823540"/>
                  <a:pt x="7871525" y="5198637"/>
                  <a:pt x="7886700" y="5416094"/>
                </a:cubicBezTo>
                <a:cubicBezTo>
                  <a:pt x="7691680" y="5431844"/>
                  <a:pt x="7601555" y="5415681"/>
                  <a:pt x="7466076" y="5416094"/>
                </a:cubicBezTo>
                <a:cubicBezTo>
                  <a:pt x="7330597" y="5416507"/>
                  <a:pt x="6831360" y="5424066"/>
                  <a:pt x="6651117" y="5416094"/>
                </a:cubicBezTo>
                <a:cubicBezTo>
                  <a:pt x="6470874" y="5408122"/>
                  <a:pt x="6162822" y="5448218"/>
                  <a:pt x="5993892" y="5416094"/>
                </a:cubicBezTo>
                <a:cubicBezTo>
                  <a:pt x="5824963" y="5383970"/>
                  <a:pt x="5688089" y="5423575"/>
                  <a:pt x="5494401" y="5416094"/>
                </a:cubicBezTo>
                <a:cubicBezTo>
                  <a:pt x="5300713" y="5408613"/>
                  <a:pt x="5038344" y="5439836"/>
                  <a:pt x="4837176" y="5416094"/>
                </a:cubicBezTo>
                <a:cubicBezTo>
                  <a:pt x="4636008" y="5392352"/>
                  <a:pt x="4547230" y="5414191"/>
                  <a:pt x="4416552" y="5416094"/>
                </a:cubicBezTo>
                <a:cubicBezTo>
                  <a:pt x="4285874" y="5417997"/>
                  <a:pt x="4197467" y="5397786"/>
                  <a:pt x="3995928" y="5416094"/>
                </a:cubicBezTo>
                <a:cubicBezTo>
                  <a:pt x="3794389" y="5434402"/>
                  <a:pt x="3512175" y="5385012"/>
                  <a:pt x="3338703" y="5416094"/>
                </a:cubicBezTo>
                <a:cubicBezTo>
                  <a:pt x="3165232" y="5447176"/>
                  <a:pt x="2961841" y="5402137"/>
                  <a:pt x="2839212" y="5416094"/>
                </a:cubicBezTo>
                <a:cubicBezTo>
                  <a:pt x="2716583" y="5430051"/>
                  <a:pt x="2260631" y="5391454"/>
                  <a:pt x="2103120" y="5416094"/>
                </a:cubicBezTo>
                <a:cubicBezTo>
                  <a:pt x="1945609" y="5440734"/>
                  <a:pt x="1802870" y="5413244"/>
                  <a:pt x="1603629" y="5416094"/>
                </a:cubicBezTo>
                <a:cubicBezTo>
                  <a:pt x="1404388" y="5418944"/>
                  <a:pt x="1036615" y="5428037"/>
                  <a:pt x="867537" y="5416094"/>
                </a:cubicBezTo>
                <a:cubicBezTo>
                  <a:pt x="698459" y="5404151"/>
                  <a:pt x="196765" y="5387017"/>
                  <a:pt x="0" y="5416094"/>
                </a:cubicBezTo>
                <a:cubicBezTo>
                  <a:pt x="-7913" y="5158982"/>
                  <a:pt x="-32352" y="4972281"/>
                  <a:pt x="0" y="4684921"/>
                </a:cubicBezTo>
                <a:cubicBezTo>
                  <a:pt x="32352" y="4397561"/>
                  <a:pt x="-36146" y="4109983"/>
                  <a:pt x="0" y="3953749"/>
                </a:cubicBezTo>
                <a:cubicBezTo>
                  <a:pt x="36146" y="3797515"/>
                  <a:pt x="38942" y="3433311"/>
                  <a:pt x="0" y="3168415"/>
                </a:cubicBezTo>
                <a:cubicBezTo>
                  <a:pt x="-38942" y="2903519"/>
                  <a:pt x="-264" y="2810505"/>
                  <a:pt x="0" y="2545564"/>
                </a:cubicBezTo>
                <a:cubicBezTo>
                  <a:pt x="264" y="2280623"/>
                  <a:pt x="20689" y="1994225"/>
                  <a:pt x="0" y="1760231"/>
                </a:cubicBezTo>
                <a:cubicBezTo>
                  <a:pt x="-20689" y="1526237"/>
                  <a:pt x="16073" y="1386976"/>
                  <a:pt x="0" y="1191541"/>
                </a:cubicBezTo>
                <a:cubicBezTo>
                  <a:pt x="-16073" y="996106"/>
                  <a:pt x="-16965" y="844858"/>
                  <a:pt x="0" y="677012"/>
                </a:cubicBezTo>
                <a:cubicBezTo>
                  <a:pt x="16965" y="509166"/>
                  <a:pt x="85" y="277162"/>
                  <a:pt x="0" y="0"/>
                </a:cubicBezTo>
                <a:close/>
              </a:path>
            </a:pathLst>
          </a:custGeom>
          <a:noFill/>
          <a:ln w="4762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sketchy line">
            <a:extLst>
              <a:ext uri="{FF2B5EF4-FFF2-40B4-BE49-F238E27FC236}">
                <a16:creationId xmlns:a16="http://schemas.microsoft.com/office/drawing/2014/main" id="{7E522179-5080-1E97-AC30-B8AB2CDCA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419423"/>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rgbClr val="FFFFFF">
              <a:alpha val="75000"/>
            </a:srgbClr>
          </a:solidFill>
          <a:ln w="41275" cap="rnd">
            <a:solidFill>
              <a:schemeClr val="bg1">
                <a:alpha val="75000"/>
              </a:schemeClr>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22881304-C971-3974-4C10-388638CECB1D}"/>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5B263E9C-6288-4DD3-8AED-7B391BB72E1E}"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a:extLst>
              <a:ext uri="{FF2B5EF4-FFF2-40B4-BE49-F238E27FC236}">
                <a16:creationId xmlns:a16="http://schemas.microsoft.com/office/drawing/2014/main" id="{65B39D50-B47A-0249-B2E1-56B153AAA2DE}"/>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BA0B10AC-D8AD-4274-970B-7A584F08C2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32</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7108725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5103DF-0ED1-BC01-F4DD-281861C1E762}"/>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6D789660-F57D-1BC0-8682-A22A29E98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87244A2E-C6F8-A9DC-3E59-DA4055CECEDC}"/>
              </a:ext>
            </a:extLst>
          </p:cNvPr>
          <p:cNvSpPr>
            <a:spLocks noGrp="1"/>
          </p:cNvSpPr>
          <p:nvPr>
            <p:ph type="dt" sz="half" idx="10"/>
          </p:nvPr>
        </p:nvSpPr>
        <p:spPr>
          <a:xfrm>
            <a:off x="102870" y="6453002"/>
            <a:ext cx="2620735" cy="365125"/>
          </a:xfrm>
        </p:spPr>
        <p:txBody>
          <a:bodyPr>
            <a:normAutofit/>
          </a:bodyPr>
          <a:lstStyle/>
          <a:p>
            <a:pPr>
              <a:spcAft>
                <a:spcPts val="600"/>
              </a:spcAft>
            </a:pPr>
            <a:fld id="{97C76220-D33C-4A51-B4B0-B842E51B8747}" type="datetime1">
              <a:rPr lang="en-US" smtClean="0"/>
              <a:pPr>
                <a:spcAft>
                  <a:spcPts val="600"/>
                </a:spcAft>
              </a:pPr>
              <a:t>8/13/2025</a:t>
            </a:fld>
            <a:endParaRPr lang="en-US"/>
          </a:p>
        </p:txBody>
      </p:sp>
      <p:sp>
        <p:nvSpPr>
          <p:cNvPr id="6" name="Footer Placeholder 5">
            <a:extLst>
              <a:ext uri="{FF2B5EF4-FFF2-40B4-BE49-F238E27FC236}">
                <a16:creationId xmlns:a16="http://schemas.microsoft.com/office/drawing/2014/main" id="{2FA53782-3BB6-5B3D-2BC9-8B063DE06A04}"/>
              </a:ext>
            </a:extLst>
          </p:cNvPr>
          <p:cNvSpPr>
            <a:spLocks noGrp="1"/>
          </p:cNvSpPr>
          <p:nvPr>
            <p:ph type="ftr" sz="quarter" idx="11"/>
          </p:nvPr>
        </p:nvSpPr>
        <p:spPr>
          <a:xfrm>
            <a:off x="6657390" y="6453002"/>
            <a:ext cx="2104054"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7E4376D0-240C-872B-9974-EB29A0F57654}"/>
              </a:ext>
            </a:extLst>
          </p:cNvPr>
          <p:cNvSpPr>
            <a:spLocks noGrp="1"/>
          </p:cNvSpPr>
          <p:nvPr>
            <p:ph type="sldNum" sz="quarter" idx="12"/>
          </p:nvPr>
        </p:nvSpPr>
        <p:spPr>
          <a:xfrm>
            <a:off x="8724121" y="6453002"/>
            <a:ext cx="321905" cy="365125"/>
          </a:xfrm>
        </p:spPr>
        <p:txBody>
          <a:bodyPr>
            <a:normAutofit fontScale="70000" lnSpcReduction="20000"/>
          </a:bodyPr>
          <a:lstStyle/>
          <a:p>
            <a:pPr>
              <a:lnSpc>
                <a:spcPct val="90000"/>
              </a:lnSpc>
              <a:spcAft>
                <a:spcPts val="600"/>
              </a:spcAft>
            </a:pPr>
            <a:fld id="{849F1A12-756A-4552-B54B-B66CFF5610E9}" type="slidenum">
              <a:rPr lang="en-US" sz="1700" b="0" smtClean="0"/>
              <a:pPr>
                <a:lnSpc>
                  <a:spcPct val="90000"/>
                </a:lnSpc>
                <a:spcAft>
                  <a:spcPts val="600"/>
                </a:spcAft>
              </a:pPr>
              <a:t>33</a:t>
            </a:fld>
            <a:endParaRPr lang="en-US" sz="1700" b="0"/>
          </a:p>
        </p:txBody>
      </p:sp>
      <p:graphicFrame>
        <p:nvGraphicFramePr>
          <p:cNvPr id="50" name="Content Placeholder 2">
            <a:extLst>
              <a:ext uri="{FF2B5EF4-FFF2-40B4-BE49-F238E27FC236}">
                <a16:creationId xmlns:a16="http://schemas.microsoft.com/office/drawing/2014/main" id="{32C88440-1C87-447F-7570-92B285DA127B}"/>
              </a:ext>
            </a:extLst>
          </p:cNvPr>
          <p:cNvGraphicFramePr>
            <a:graphicFrameLocks noGrp="1"/>
          </p:cNvGraphicFramePr>
          <p:nvPr>
            <p:ph idx="1"/>
            <p:extLst>
              <p:ext uri="{D42A27DB-BD31-4B8C-83A1-F6EECF244321}">
                <p14:modId xmlns:p14="http://schemas.microsoft.com/office/powerpoint/2010/main" val="2641767694"/>
              </p:ext>
            </p:extLst>
          </p:nvPr>
        </p:nvGraphicFramePr>
        <p:xfrm>
          <a:off x="628650" y="643812"/>
          <a:ext cx="7886700" cy="55331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4402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143000" y="1122363"/>
            <a:ext cx="6858000" cy="3063240"/>
          </a:xfrm>
        </p:spPr>
        <p:txBody>
          <a:bodyPr vert="horz" lIns="91440" tIns="45720" rIns="91440" bIns="45720" rtlCol="0" anchor="b">
            <a:normAutofit/>
          </a:bodyPr>
          <a:lstStyle/>
          <a:p>
            <a:pPr algn="ctr"/>
            <a:r>
              <a:rPr lang="en-US" sz="5700">
                <a:solidFill>
                  <a:schemeClr val="bg1"/>
                </a:solidFill>
              </a:rPr>
              <a:t>Conclusion</a:t>
            </a:r>
          </a:p>
        </p:txBody>
      </p:sp>
      <p:sp>
        <p:nvSpPr>
          <p:cNvPr id="34"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C2B9C45F-2833-45FC-B949-8AAADFC38083}"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34</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23140043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628650" y="557188"/>
            <a:ext cx="7886700" cy="1133499"/>
          </a:xfrm>
        </p:spPr>
        <p:txBody>
          <a:bodyPr>
            <a:normAutofit/>
          </a:bodyPr>
          <a:lstStyle/>
          <a:p>
            <a:pPr algn="ctr"/>
            <a:r>
              <a:rPr lang="en-US" sz="4500">
                <a:latin typeface="Times New Roman" panose="02020603050405020304" pitchFamily="18" charset="0"/>
                <a:ea typeface="Arial Unicode MS" pitchFamily="34" charset="-128"/>
                <a:cs typeface="Times New Roman" panose="02020603050405020304" pitchFamily="18" charset="0"/>
              </a:rPr>
              <a:t>Conclusion</a:t>
            </a:r>
            <a:endParaRPr lang="en-US" sz="450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a:xfrm>
            <a:off x="628650" y="6356350"/>
            <a:ext cx="2057400" cy="365125"/>
          </a:xfrm>
        </p:spPr>
        <p:txBody>
          <a:bodyPr>
            <a:normAutofit/>
          </a:bodyPr>
          <a:lstStyle/>
          <a:p>
            <a:pPr>
              <a:spcAft>
                <a:spcPts val="600"/>
              </a:spcAft>
            </a:pPr>
            <a:fld id="{97C76220-D33C-4A51-B4B0-B842E51B8747}" type="datetime1">
              <a:rPr lang="en-US" smtClean="0"/>
              <a:pPr>
                <a:spcAft>
                  <a:spcPts val="600"/>
                </a:spcAft>
              </a:pPr>
              <a:t>8/13/2025</a:t>
            </a:fld>
            <a:endParaRPr lang="en-US"/>
          </a:p>
        </p:txBody>
      </p:sp>
      <p:sp>
        <p:nvSpPr>
          <p:cNvPr id="6" name="Footer Placeholder 5"/>
          <p:cNvSpPr>
            <a:spLocks noGrp="1"/>
          </p:cNvSpPr>
          <p:nvPr>
            <p:ph type="ftr" sz="quarter" idx="11"/>
          </p:nvPr>
        </p:nvSpPr>
        <p:spPr>
          <a:xfrm>
            <a:off x="3028950" y="6356350"/>
            <a:ext cx="3086100"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a:xfrm>
            <a:off x="6457950" y="6356350"/>
            <a:ext cx="2057400" cy="365125"/>
          </a:xfrm>
        </p:spPr>
        <p:txBody>
          <a:bodyPr>
            <a:normAutofit/>
          </a:bodyPr>
          <a:lstStyle/>
          <a:p>
            <a:pPr>
              <a:lnSpc>
                <a:spcPct val="90000"/>
              </a:lnSpc>
              <a:spcAft>
                <a:spcPts val="600"/>
              </a:spcAft>
            </a:pPr>
            <a:fld id="{849F1A12-756A-4552-B54B-B66CFF5610E9}" type="slidenum">
              <a:rPr lang="en-US" sz="1700" b="0" smtClean="0"/>
              <a:pPr>
                <a:lnSpc>
                  <a:spcPct val="90000"/>
                </a:lnSpc>
                <a:spcAft>
                  <a:spcPts val="600"/>
                </a:spcAft>
              </a:pPr>
              <a:t>35</a:t>
            </a:fld>
            <a:endParaRPr lang="en-US" sz="1700" b="0"/>
          </a:p>
        </p:txBody>
      </p:sp>
      <p:graphicFrame>
        <p:nvGraphicFramePr>
          <p:cNvPr id="48" name="Content Placeholder 2">
            <a:extLst>
              <a:ext uri="{FF2B5EF4-FFF2-40B4-BE49-F238E27FC236}">
                <a16:creationId xmlns:a16="http://schemas.microsoft.com/office/drawing/2014/main" id="{C232035A-7EF2-A86C-E943-07E46690AB75}"/>
              </a:ext>
            </a:extLst>
          </p:cNvPr>
          <p:cNvGraphicFramePr>
            <a:graphicFrameLocks noGrp="1"/>
          </p:cNvGraphicFramePr>
          <p:nvPr>
            <p:ph idx="1"/>
            <p:extLst>
              <p:ext uri="{D42A27DB-BD31-4B8C-83A1-F6EECF244321}">
                <p14:modId xmlns:p14="http://schemas.microsoft.com/office/powerpoint/2010/main" val="1285098262"/>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1856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896400-E5E3-1841-C875-9F7B9BDC72E2}"/>
            </a:ext>
          </a:extLst>
        </p:cNvPr>
        <p:cNvGrpSpPr/>
        <p:nvPr/>
      </p:nvGrpSpPr>
      <p:grpSpPr>
        <a:xfrm>
          <a:off x="0" y="0"/>
          <a:ext cx="0" cy="0"/>
          <a:chOff x="0" y="0"/>
          <a:chExt cx="0" cy="0"/>
        </a:xfrm>
      </p:grpSpPr>
      <p:sp>
        <p:nvSpPr>
          <p:cNvPr id="32" name="Rectangle 31">
            <a:extLst>
              <a:ext uri="{FF2B5EF4-FFF2-40B4-BE49-F238E27FC236}">
                <a16:creationId xmlns:a16="http://schemas.microsoft.com/office/drawing/2014/main" id="{6D14264F-43C5-7414-8E06-F253EF336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ED9C899-D080-CA54-FC94-0A37BBA6FD41}"/>
              </a:ext>
            </a:extLst>
          </p:cNvPr>
          <p:cNvPicPr>
            <a:picLocks noChangeAspect="1"/>
          </p:cNvPicPr>
          <p:nvPr/>
        </p:nvPicPr>
        <p:blipFill rotWithShape="1">
          <a:blip r:embed="rId3">
            <a:alphaModFix amt="50000"/>
          </a:blip>
          <a:srcRect l="25"/>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4F996757-7C04-86F4-623C-AE55758A07D0}"/>
              </a:ext>
            </a:extLst>
          </p:cNvPr>
          <p:cNvSpPr>
            <a:spLocks noGrp="1"/>
          </p:cNvSpPr>
          <p:nvPr>
            <p:ph type="title"/>
          </p:nvPr>
        </p:nvSpPr>
        <p:spPr>
          <a:xfrm>
            <a:off x="1143000" y="1122363"/>
            <a:ext cx="6858000" cy="3063240"/>
          </a:xfrm>
        </p:spPr>
        <p:txBody>
          <a:bodyPr vert="horz" lIns="91440" tIns="45720" rIns="91440" bIns="45720" rtlCol="0" anchor="b">
            <a:normAutofit/>
          </a:bodyPr>
          <a:lstStyle/>
          <a:p>
            <a:pPr algn="ctr"/>
            <a:r>
              <a:rPr lang="en-US" sz="5700" dirty="0">
                <a:solidFill>
                  <a:schemeClr val="bg1"/>
                </a:solidFill>
              </a:rPr>
              <a:t>Reference</a:t>
            </a:r>
          </a:p>
        </p:txBody>
      </p:sp>
      <p:sp>
        <p:nvSpPr>
          <p:cNvPr id="34" name="sketchy line">
            <a:extLst>
              <a:ext uri="{FF2B5EF4-FFF2-40B4-BE49-F238E27FC236}">
                <a16:creationId xmlns:a16="http://schemas.microsoft.com/office/drawing/2014/main" id="{FEA01595-48EF-31FD-D96B-0085417ABD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789B6F2C-5B82-8CC5-4043-C0403B7C5EE4}"/>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C2B9C45F-2833-45FC-B949-8AAADFC38083}" type="datetime1">
              <a:rPr lang="en-US">
                <a:solidFill>
                  <a:srgbClr val="FFFFFF"/>
                </a:solidFill>
                <a:latin typeface="Calibri" panose="020F0502020204030204"/>
              </a:rPr>
              <a:pPr defTabSz="914400">
                <a:spcAft>
                  <a:spcPts val="600"/>
                </a:spcAft>
                <a:defRPr/>
              </a:pPr>
              <a:t>8/13/2025</a:t>
            </a:fld>
            <a:endParaRPr lang="en-US">
              <a:solidFill>
                <a:srgbClr val="FFFFFF"/>
              </a:solidFill>
              <a:latin typeface="Calibri" panose="020F0502020204030204"/>
            </a:endParaRPr>
          </a:p>
        </p:txBody>
      </p:sp>
      <p:sp>
        <p:nvSpPr>
          <p:cNvPr id="3" name="Footer Placeholder 2">
            <a:extLst>
              <a:ext uri="{FF2B5EF4-FFF2-40B4-BE49-F238E27FC236}">
                <a16:creationId xmlns:a16="http://schemas.microsoft.com/office/drawing/2014/main" id="{465EAE97-81DD-F6F1-A262-1D0D45BB19C0}"/>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spcAft>
                <a:spcPts val="600"/>
              </a:spcAft>
              <a:defRPr/>
            </a:pPr>
            <a:r>
              <a:rPr lang="en-US" kern="1200">
                <a:solidFill>
                  <a:srgbClr val="FFFFFF"/>
                </a:solidFill>
                <a:latin typeface="Calibri" panose="020F0502020204030204"/>
                <a:ea typeface="+mn-ea"/>
                <a:cs typeface="+mn-cs"/>
              </a:rPr>
              <a:t>CRP</a:t>
            </a:r>
          </a:p>
        </p:txBody>
      </p:sp>
      <p:sp>
        <p:nvSpPr>
          <p:cNvPr id="5" name="Slide Number Placeholder 4">
            <a:extLst>
              <a:ext uri="{FF2B5EF4-FFF2-40B4-BE49-F238E27FC236}">
                <a16:creationId xmlns:a16="http://schemas.microsoft.com/office/drawing/2014/main" id="{863B2B5B-A9CE-9492-CF18-69F49AF57437}"/>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rgbClr val="FFFFFF"/>
                </a:solidFill>
                <a:latin typeface="Calibri" panose="020F0502020204030204"/>
              </a:rPr>
              <a:pPr defTabSz="914400">
                <a:spcAft>
                  <a:spcPts val="600"/>
                </a:spcAft>
                <a:defRPr/>
              </a:pPr>
              <a:t>36</a:t>
            </a:fld>
            <a:endParaRPr lang="en-US" sz="1200" b="0">
              <a:solidFill>
                <a:srgbClr val="FFFFFF"/>
              </a:solidFill>
              <a:latin typeface="Calibri" panose="020F0502020204030204"/>
            </a:endParaRPr>
          </a:p>
        </p:txBody>
      </p:sp>
    </p:spTree>
    <p:extLst>
      <p:ext uri="{BB962C8B-B14F-4D97-AF65-F5344CB8AC3E}">
        <p14:creationId xmlns:p14="http://schemas.microsoft.com/office/powerpoint/2010/main" val="13952303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C309C6-CCB7-FEE5-2943-86FB489D8825}"/>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AB54CBA2-677B-BB24-8D8A-864DC54F4A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219EDE47-44C2-FCF8-A74E-08D68BD29A6A}"/>
              </a:ext>
            </a:extLst>
          </p:cNvPr>
          <p:cNvSpPr>
            <a:spLocks noGrp="1"/>
          </p:cNvSpPr>
          <p:nvPr>
            <p:ph type="dt" sz="half" idx="10"/>
          </p:nvPr>
        </p:nvSpPr>
        <p:spPr>
          <a:xfrm>
            <a:off x="102870" y="6453002"/>
            <a:ext cx="2620735" cy="365125"/>
          </a:xfrm>
        </p:spPr>
        <p:txBody>
          <a:bodyPr>
            <a:normAutofit/>
          </a:bodyPr>
          <a:lstStyle/>
          <a:p>
            <a:pPr>
              <a:spcAft>
                <a:spcPts val="600"/>
              </a:spcAft>
            </a:pPr>
            <a:fld id="{97C76220-D33C-4A51-B4B0-B842E51B8747}" type="datetime1">
              <a:rPr lang="en-US" smtClean="0"/>
              <a:pPr>
                <a:spcAft>
                  <a:spcPts val="600"/>
                </a:spcAft>
              </a:pPr>
              <a:t>8/13/2025</a:t>
            </a:fld>
            <a:endParaRPr lang="en-US"/>
          </a:p>
        </p:txBody>
      </p:sp>
      <p:sp>
        <p:nvSpPr>
          <p:cNvPr id="6" name="Footer Placeholder 5">
            <a:extLst>
              <a:ext uri="{FF2B5EF4-FFF2-40B4-BE49-F238E27FC236}">
                <a16:creationId xmlns:a16="http://schemas.microsoft.com/office/drawing/2014/main" id="{B8EB0EA9-9BCE-9361-9D93-F6B60A46BF89}"/>
              </a:ext>
            </a:extLst>
          </p:cNvPr>
          <p:cNvSpPr>
            <a:spLocks noGrp="1"/>
          </p:cNvSpPr>
          <p:nvPr>
            <p:ph type="ftr" sz="quarter" idx="11"/>
          </p:nvPr>
        </p:nvSpPr>
        <p:spPr>
          <a:xfrm>
            <a:off x="6657390" y="6453002"/>
            <a:ext cx="2104054" cy="365125"/>
          </a:xfrm>
        </p:spPr>
        <p:txBody>
          <a:bodyPr>
            <a:normAutofit/>
          </a:bodyPr>
          <a:lstStyle/>
          <a:p>
            <a:pPr>
              <a:spcAft>
                <a:spcPts val="600"/>
              </a:spcAft>
            </a:pPr>
            <a:r>
              <a:rPr lang="en-US"/>
              <a:t>CRP</a:t>
            </a:r>
          </a:p>
        </p:txBody>
      </p:sp>
      <p:sp>
        <p:nvSpPr>
          <p:cNvPr id="5" name="Slide Number Placeholder 4">
            <a:extLst>
              <a:ext uri="{FF2B5EF4-FFF2-40B4-BE49-F238E27FC236}">
                <a16:creationId xmlns:a16="http://schemas.microsoft.com/office/drawing/2014/main" id="{6694C646-8C8E-ABA9-10F5-0A5DB7F5D121}"/>
              </a:ext>
            </a:extLst>
          </p:cNvPr>
          <p:cNvSpPr>
            <a:spLocks noGrp="1"/>
          </p:cNvSpPr>
          <p:nvPr>
            <p:ph type="sldNum" sz="quarter" idx="12"/>
          </p:nvPr>
        </p:nvSpPr>
        <p:spPr>
          <a:xfrm>
            <a:off x="8724121" y="6453002"/>
            <a:ext cx="321905" cy="365125"/>
          </a:xfrm>
        </p:spPr>
        <p:txBody>
          <a:bodyPr>
            <a:normAutofit fontScale="70000" lnSpcReduction="20000"/>
          </a:bodyPr>
          <a:lstStyle/>
          <a:p>
            <a:pPr>
              <a:lnSpc>
                <a:spcPct val="90000"/>
              </a:lnSpc>
              <a:spcAft>
                <a:spcPts val="600"/>
              </a:spcAft>
            </a:pPr>
            <a:fld id="{849F1A12-756A-4552-B54B-B66CFF5610E9}" type="slidenum">
              <a:rPr lang="en-US" sz="1700" b="0" smtClean="0"/>
              <a:pPr>
                <a:lnSpc>
                  <a:spcPct val="90000"/>
                </a:lnSpc>
                <a:spcAft>
                  <a:spcPts val="600"/>
                </a:spcAft>
              </a:pPr>
              <a:t>37</a:t>
            </a:fld>
            <a:endParaRPr lang="en-US" sz="1700" b="0"/>
          </a:p>
        </p:txBody>
      </p:sp>
      <p:sp>
        <p:nvSpPr>
          <p:cNvPr id="7" name="Content Placeholder 6">
            <a:extLst>
              <a:ext uri="{FF2B5EF4-FFF2-40B4-BE49-F238E27FC236}">
                <a16:creationId xmlns:a16="http://schemas.microsoft.com/office/drawing/2014/main" id="{435CEF13-C8FD-EC9F-A01A-833F4F6C8675}"/>
              </a:ext>
            </a:extLst>
          </p:cNvPr>
          <p:cNvSpPr>
            <a:spLocks noGrp="1"/>
          </p:cNvSpPr>
          <p:nvPr>
            <p:ph idx="1"/>
          </p:nvPr>
        </p:nvSpPr>
        <p:spPr>
          <a:xfrm>
            <a:off x="628650" y="304800"/>
            <a:ext cx="7886700" cy="5872163"/>
          </a:xfrm>
        </p:spPr>
        <p:txBody>
          <a:bodyPr>
            <a:normAutofit lnSpcReduction="10000"/>
          </a:bodyPr>
          <a:lstStyle/>
          <a:p>
            <a:pPr>
              <a:lnSpc>
                <a:spcPct val="100000"/>
              </a:lnSpc>
            </a:pPr>
            <a:r>
              <a:rPr lang="en-GB" dirty="0"/>
              <a:t>Fatima, Z. T. M. M. H. V. R. R. T. a. R. R., 2024. Performance Comparison of Object Detection Models for Road Sign Detection Under Different Conditions. International Journal of Advanced Computer Science and Applications, 15(12).)</a:t>
            </a:r>
          </a:p>
          <a:p>
            <a:pPr>
              <a:lnSpc>
                <a:spcPct val="100000"/>
              </a:lnSpc>
            </a:pPr>
            <a:r>
              <a:rPr lang="en-US" dirty="0"/>
              <a:t>(Jinghao Cao, J. Z. X. J., 2021. A Traffic-Sign Detection Algorithm Based on Improved Sparse R-</a:t>
            </a:r>
            <a:r>
              <a:rPr lang="en-US" dirty="0" err="1"/>
              <a:t>cnn</a:t>
            </a:r>
            <a:r>
              <a:rPr lang="en-US" dirty="0"/>
              <a:t>. IEEE Access.)</a:t>
            </a:r>
            <a:endParaRPr lang="en-GB" dirty="0"/>
          </a:p>
          <a:p>
            <a:pPr>
              <a:lnSpc>
                <a:spcPct val="100000"/>
              </a:lnSpc>
            </a:pPr>
            <a:r>
              <a:rPr lang="en-GB" dirty="0"/>
              <a:t>(Mishra, A. K. A. M. S. A. K. Z. J. S. S. a. T. A., 2022. Evaluating and Bench-marking Object Detection Models for Traffic Sign and Traffic Light Datasets, </a:t>
            </a:r>
            <a:r>
              <a:rPr lang="en-GB" dirty="0" err="1"/>
              <a:t>s.l.</a:t>
            </a:r>
            <a:r>
              <a:rPr lang="en-GB" dirty="0"/>
              <a:t>: Computer Vision Foundation.)</a:t>
            </a:r>
            <a:endParaRPr lang="en-US" dirty="0"/>
          </a:p>
        </p:txBody>
      </p:sp>
    </p:spTree>
    <p:extLst>
      <p:ext uri="{BB962C8B-B14F-4D97-AF65-F5344CB8AC3E}">
        <p14:creationId xmlns:p14="http://schemas.microsoft.com/office/powerpoint/2010/main" val="28685690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clasping its hands">
            <a:extLst>
              <a:ext uri="{FF2B5EF4-FFF2-40B4-BE49-F238E27FC236}">
                <a16:creationId xmlns:a16="http://schemas.microsoft.com/office/drawing/2014/main" id="{861628E7-3B8C-3B01-F94F-68F30E80F399}"/>
              </a:ext>
            </a:extLst>
          </p:cNvPr>
          <p:cNvPicPr>
            <a:picLocks noChangeAspect="1"/>
          </p:cNvPicPr>
          <p:nvPr/>
        </p:nvPicPr>
        <p:blipFill rotWithShape="1">
          <a:blip r:embed="rId3"/>
          <a:srcRect l="11284" r="25674"/>
          <a:stretch/>
        </p:blipFill>
        <p:spPr>
          <a:xfrm>
            <a:off x="2642616" y="10"/>
            <a:ext cx="6501384" cy="6857990"/>
          </a:xfrm>
          <a:prstGeom prst="rect">
            <a:avLst/>
          </a:prstGeom>
        </p:spPr>
      </p:pic>
      <p:sp>
        <p:nvSpPr>
          <p:cNvPr id="13" name="Rectangle 1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2B08967-137E-4BDC-A653-45102AAC5097}"/>
              </a:ext>
            </a:extLst>
          </p:cNvPr>
          <p:cNvSpPr>
            <a:spLocks noGrp="1"/>
          </p:cNvSpPr>
          <p:nvPr>
            <p:ph type="title"/>
          </p:nvPr>
        </p:nvSpPr>
        <p:spPr>
          <a:xfrm>
            <a:off x="358485" y="1122363"/>
            <a:ext cx="3017520" cy="365125"/>
          </a:xfrm>
        </p:spPr>
        <p:txBody>
          <a:bodyPr vert="horz" lIns="91440" tIns="45720" rIns="91440" bIns="45720" rtlCol="0" anchor="b">
            <a:normAutofit fontScale="90000"/>
          </a:bodyPr>
          <a:lstStyle/>
          <a:p>
            <a:r>
              <a:rPr lang="en-US" sz="2600" dirty="0"/>
              <a:t>Acknowledgement</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3F585B6E-237C-472F-AEF2-3886503BBD71}"/>
              </a:ext>
            </a:extLst>
          </p:cNvPr>
          <p:cNvSpPr>
            <a:spLocks noGrp="1"/>
          </p:cNvSpPr>
          <p:nvPr>
            <p:ph type="dt" sz="half" idx="10"/>
          </p:nvPr>
        </p:nvSpPr>
        <p:spPr>
          <a:xfrm>
            <a:off x="358485" y="6356350"/>
            <a:ext cx="910755" cy="365125"/>
          </a:xfrm>
        </p:spPr>
        <p:txBody>
          <a:bodyPr vert="horz" lIns="91440" tIns="45720" rIns="91440" bIns="45720" rtlCol="0" anchor="ctr">
            <a:normAutofit/>
          </a:bodyPr>
          <a:lstStyle/>
          <a:p>
            <a:pPr defTabSz="914400">
              <a:spcAft>
                <a:spcPts val="600"/>
              </a:spcAft>
              <a:defRPr/>
            </a:pPr>
            <a:fld id="{45D2139B-174A-4466-B2C1-0B36F36C4A0E}" type="datetime1">
              <a:rPr lang="en-US" sz="1000" smtClean="0">
                <a:solidFill>
                  <a:schemeClr val="tx1"/>
                </a:solidFill>
                <a:latin typeface="Calibri" panose="020F0502020204030204"/>
              </a:rPr>
              <a:t>8/13/2025</a:t>
            </a:fld>
            <a:endParaRPr lang="en-US" sz="1000">
              <a:solidFill>
                <a:schemeClr val="tx1"/>
              </a:solidFill>
              <a:latin typeface="Calibri" panose="020F0502020204030204"/>
            </a:endParaRPr>
          </a:p>
        </p:txBody>
      </p:sp>
      <p:sp>
        <p:nvSpPr>
          <p:cNvPr id="5" name="Slide Number Placeholder 4">
            <a:extLst>
              <a:ext uri="{FF2B5EF4-FFF2-40B4-BE49-F238E27FC236}">
                <a16:creationId xmlns:a16="http://schemas.microsoft.com/office/drawing/2014/main" id="{A0A75DD1-A5D9-44D9-85F9-FE850FF98A6E}"/>
              </a:ext>
            </a:extLst>
          </p:cNvPr>
          <p:cNvSpPr>
            <a:spLocks noGrp="1"/>
          </p:cNvSpPr>
          <p:nvPr>
            <p:ph type="sldNum" sz="quarter" idx="12"/>
          </p:nvPr>
        </p:nvSpPr>
        <p:spPr>
          <a:xfrm>
            <a:off x="6728114"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000" b="0">
                <a:solidFill>
                  <a:schemeClr val="tx1"/>
                </a:solidFill>
                <a:latin typeface="Calibri" panose="020F0502020204030204"/>
              </a:rPr>
              <a:pPr defTabSz="914400">
                <a:spcAft>
                  <a:spcPts val="600"/>
                </a:spcAft>
                <a:defRPr/>
              </a:pPr>
              <a:t>38</a:t>
            </a:fld>
            <a:endParaRPr lang="en-US" sz="1000" b="0">
              <a:solidFill>
                <a:schemeClr val="tx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
        <p:nvSpPr>
          <p:cNvPr id="6" name="TextBox 5">
            <a:extLst>
              <a:ext uri="{FF2B5EF4-FFF2-40B4-BE49-F238E27FC236}">
                <a16:creationId xmlns:a16="http://schemas.microsoft.com/office/drawing/2014/main" id="{AB94CAC3-65A5-C6A2-0F13-38D702297182}"/>
              </a:ext>
            </a:extLst>
          </p:cNvPr>
          <p:cNvSpPr txBox="1"/>
          <p:nvPr/>
        </p:nvSpPr>
        <p:spPr>
          <a:xfrm>
            <a:off x="438540" y="1782148"/>
            <a:ext cx="3185616" cy="2400657"/>
          </a:xfrm>
          <a:prstGeom prst="rect">
            <a:avLst/>
          </a:prstGeom>
          <a:noFill/>
        </p:spPr>
        <p:txBody>
          <a:bodyPr wrap="none" rtlCol="0">
            <a:spAutoFit/>
          </a:bodyPr>
          <a:lstStyle/>
          <a:p>
            <a:r>
              <a:rPr lang="en-US" sz="2400" dirty="0"/>
              <a:t>Thanks To,</a:t>
            </a:r>
          </a:p>
          <a:p>
            <a:endParaRPr lang="en-US" dirty="0"/>
          </a:p>
          <a:p>
            <a:r>
              <a:rPr lang="en-US" dirty="0"/>
              <a:t>Supervisor: Ms. NF. Mafaza.</a:t>
            </a:r>
          </a:p>
          <a:p>
            <a:endParaRPr lang="en-US" dirty="0"/>
          </a:p>
          <a:p>
            <a:r>
              <a:rPr lang="en-US" dirty="0"/>
              <a:t>Assessor: Ms. ALF. </a:t>
            </a:r>
            <a:r>
              <a:rPr lang="en-US"/>
              <a:t>Sajeetha.</a:t>
            </a:r>
            <a:endParaRPr lang="en-US" dirty="0"/>
          </a:p>
          <a:p>
            <a:endParaRPr lang="en-US" dirty="0"/>
          </a:p>
          <a:p>
            <a:r>
              <a:rPr lang="en-US" dirty="0"/>
              <a:t>BCAS Campus Kalmunai.</a:t>
            </a:r>
          </a:p>
          <a:p>
            <a:endParaRPr lang="en-US" dirty="0"/>
          </a:p>
        </p:txBody>
      </p:sp>
      <p:pic>
        <p:nvPicPr>
          <p:cNvPr id="8" name="Picture 2" descr="British College of Applied Studies – Building Careers Transforming Live">
            <a:extLst>
              <a:ext uri="{FF2B5EF4-FFF2-40B4-BE49-F238E27FC236}">
                <a16:creationId xmlns:a16="http://schemas.microsoft.com/office/drawing/2014/main" id="{324AC82D-878E-EAEE-8EA8-BF810FC488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106" y="5102224"/>
            <a:ext cx="2314575" cy="126682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p:spPr>
      </p:pic>
    </p:spTree>
    <p:extLst>
      <p:ext uri="{BB962C8B-B14F-4D97-AF65-F5344CB8AC3E}">
        <p14:creationId xmlns:p14="http://schemas.microsoft.com/office/powerpoint/2010/main" val="741349727"/>
      </p:ext>
    </p:extLst>
  </p:cSld>
  <p:clrMapOvr>
    <a:overrideClrMapping bg1="dk1" tx1="lt1" bg2="dk2" tx2="lt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4" descr="Magnifying glass on clear background">
            <a:extLst>
              <a:ext uri="{FF2B5EF4-FFF2-40B4-BE49-F238E27FC236}">
                <a16:creationId xmlns:a16="http://schemas.microsoft.com/office/drawing/2014/main" id="{E071316C-B123-4A02-9282-E7FB9E2CA428}"/>
              </a:ext>
            </a:extLst>
          </p:cNvPr>
          <p:cNvPicPr>
            <a:picLocks noChangeAspect="1"/>
          </p:cNvPicPr>
          <p:nvPr/>
        </p:nvPicPr>
        <p:blipFill rotWithShape="1">
          <a:blip r:embed="rId3"/>
          <a:srcRect l="33141" r="7915" b="-1"/>
          <a:stretch/>
        </p:blipFill>
        <p:spPr>
          <a:xfrm>
            <a:off x="3088140" y="10"/>
            <a:ext cx="6055860" cy="6857990"/>
          </a:xfrm>
          <a:prstGeom prst="rect">
            <a:avLst/>
          </a:prstGeom>
        </p:spPr>
      </p:pic>
      <p:sp>
        <p:nvSpPr>
          <p:cNvPr id="16" name="Freeform: Shape 15">
            <a:extLst>
              <a:ext uri="{FF2B5EF4-FFF2-40B4-BE49-F238E27FC236}">
                <a16:creationId xmlns:a16="http://schemas.microsoft.com/office/drawing/2014/main" id="{8F23F8A3-8FD7-4779-8323-FDC26BE99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5894850" cy="6858478"/>
          </a:xfrm>
          <a:custGeom>
            <a:avLst/>
            <a:gdLst>
              <a:gd name="connsiteX0" fmla="*/ 7859800 w 7859800"/>
              <a:gd name="connsiteY0" fmla="*/ 6858478 h 6858478"/>
              <a:gd name="connsiteX1" fmla="*/ 435245 w 7859800"/>
              <a:gd name="connsiteY1" fmla="*/ 6858478 h 6858478"/>
              <a:gd name="connsiteX2" fmla="*/ 435505 w 7859800"/>
              <a:gd name="connsiteY2" fmla="*/ 6857916 h 6858478"/>
              <a:gd name="connsiteX3" fmla="*/ 0 w 7859800"/>
              <a:gd name="connsiteY3" fmla="*/ 6857916 h 6858478"/>
              <a:gd name="connsiteX4" fmla="*/ 0 w 7859800"/>
              <a:gd name="connsiteY4" fmla="*/ 0 h 6858478"/>
              <a:gd name="connsiteX5" fmla="*/ 3611620 w 7859800"/>
              <a:gd name="connsiteY5" fmla="*/ 0 h 6858478"/>
              <a:gd name="connsiteX6" fmla="*/ 4677848 w 7859800"/>
              <a:gd name="connsiteY6" fmla="*/ 0 h 6858478"/>
              <a:gd name="connsiteX7" fmla="*/ 4683425 w 7859800"/>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9800" h="6858478">
                <a:moveTo>
                  <a:pt x="7859800" y="6858478"/>
                </a:moveTo>
                <a:lnTo>
                  <a:pt x="435245" y="6858478"/>
                </a:lnTo>
                <a:lnTo>
                  <a:pt x="435505" y="6857916"/>
                </a:lnTo>
                <a:lnTo>
                  <a:pt x="0" y="6857916"/>
                </a:lnTo>
                <a:lnTo>
                  <a:pt x="0" y="0"/>
                </a:lnTo>
                <a:lnTo>
                  <a:pt x="3611620" y="0"/>
                </a:lnTo>
                <a:lnTo>
                  <a:pt x="4677848" y="0"/>
                </a:lnTo>
                <a:lnTo>
                  <a:pt x="4683425" y="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605C4CC-A25C-416F-8333-7CB7DC97D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5573380" cy="6858478"/>
          </a:xfrm>
          <a:custGeom>
            <a:avLst/>
            <a:gdLst>
              <a:gd name="connsiteX0" fmla="*/ 7431174 w 7431174"/>
              <a:gd name="connsiteY0" fmla="*/ 6858478 h 6858478"/>
              <a:gd name="connsiteX1" fmla="*/ 6619 w 7431174"/>
              <a:gd name="connsiteY1" fmla="*/ 6858478 h 6858478"/>
              <a:gd name="connsiteX2" fmla="*/ 6879 w 7431174"/>
              <a:gd name="connsiteY2" fmla="*/ 6857916 h 6858478"/>
              <a:gd name="connsiteX3" fmla="*/ 0 w 7431174"/>
              <a:gd name="connsiteY3" fmla="*/ 6857916 h 6858478"/>
              <a:gd name="connsiteX4" fmla="*/ 0 w 7431174"/>
              <a:gd name="connsiteY4" fmla="*/ 0 h 6858478"/>
              <a:gd name="connsiteX5" fmla="*/ 3182994 w 7431174"/>
              <a:gd name="connsiteY5" fmla="*/ 0 h 6858478"/>
              <a:gd name="connsiteX6" fmla="*/ 4249222 w 7431174"/>
              <a:gd name="connsiteY6" fmla="*/ 0 h 6858478"/>
              <a:gd name="connsiteX7" fmla="*/ 4254799 w 7431174"/>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31174" h="6858478">
                <a:moveTo>
                  <a:pt x="7431174" y="6858478"/>
                </a:moveTo>
                <a:lnTo>
                  <a:pt x="6619" y="6858478"/>
                </a:lnTo>
                <a:lnTo>
                  <a:pt x="6879" y="6857916"/>
                </a:lnTo>
                <a:lnTo>
                  <a:pt x="0" y="6857916"/>
                </a:lnTo>
                <a:lnTo>
                  <a:pt x="0" y="0"/>
                </a:lnTo>
                <a:lnTo>
                  <a:pt x="3182994" y="0"/>
                </a:lnTo>
                <a:lnTo>
                  <a:pt x="4249222" y="0"/>
                </a:lnTo>
                <a:lnTo>
                  <a:pt x="4254799" y="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9626D1-BFC5-4EA5-B70E-9C9E0C98EEDC}"/>
              </a:ext>
            </a:extLst>
          </p:cNvPr>
          <p:cNvSpPr>
            <a:spLocks noGrp="1"/>
          </p:cNvSpPr>
          <p:nvPr>
            <p:ph type="title"/>
          </p:nvPr>
        </p:nvSpPr>
        <p:spPr>
          <a:xfrm>
            <a:off x="5194384" y="5202168"/>
            <a:ext cx="3949616" cy="1325563"/>
          </a:xfrm>
        </p:spPr>
        <p:txBody>
          <a:bodyPr>
            <a:normAutofit/>
          </a:bodyPr>
          <a:lstStyle/>
          <a:p>
            <a:r>
              <a:rPr lang="en-US" b="1" dirty="0">
                <a:solidFill>
                  <a:srgbClr val="002060"/>
                </a:solidFill>
                <a:latin typeface="Times New Roman" panose="02020603050405020304" pitchFamily="18" charset="0"/>
                <a:cs typeface="Times New Roman" panose="02020603050405020304" pitchFamily="18" charset="0"/>
              </a:rPr>
              <a:t>Thank you</a:t>
            </a:r>
          </a:p>
        </p:txBody>
      </p:sp>
      <p:sp>
        <p:nvSpPr>
          <p:cNvPr id="4" name="Date Placeholder 3">
            <a:extLst>
              <a:ext uri="{FF2B5EF4-FFF2-40B4-BE49-F238E27FC236}">
                <a16:creationId xmlns:a16="http://schemas.microsoft.com/office/drawing/2014/main" id="{FFC13A2C-FE17-4642-BB3F-947CFA939596}"/>
              </a:ext>
            </a:extLst>
          </p:cNvPr>
          <p:cNvSpPr>
            <a:spLocks noGrp="1"/>
          </p:cNvSpPr>
          <p:nvPr>
            <p:ph type="dt" sz="half" idx="10"/>
          </p:nvPr>
        </p:nvSpPr>
        <p:spPr/>
        <p:txBody>
          <a:bodyPr/>
          <a:lstStyle/>
          <a:p>
            <a:fld id="{C18C2D31-4985-40DF-B82B-0311FCC2D062}" type="datetime1">
              <a:rPr lang="en-US" smtClean="0"/>
              <a:t>8/13/2025</a:t>
            </a:fld>
            <a:endParaRPr lang="en-US"/>
          </a:p>
        </p:txBody>
      </p:sp>
      <p:sp>
        <p:nvSpPr>
          <p:cNvPr id="5" name="Slide Number Placeholder 4">
            <a:extLst>
              <a:ext uri="{FF2B5EF4-FFF2-40B4-BE49-F238E27FC236}">
                <a16:creationId xmlns:a16="http://schemas.microsoft.com/office/drawing/2014/main" id="{E3768CAC-9BEA-471C-86F7-102292D727B5}"/>
              </a:ext>
            </a:extLst>
          </p:cNvPr>
          <p:cNvSpPr>
            <a:spLocks noGrp="1"/>
          </p:cNvSpPr>
          <p:nvPr>
            <p:ph type="sldNum" sz="quarter" idx="12"/>
          </p:nvPr>
        </p:nvSpPr>
        <p:spPr/>
        <p:txBody>
          <a:bodyPr/>
          <a:lstStyle/>
          <a:p>
            <a:fld id="{849F1A12-756A-4552-B54B-B66CFF5610E9}" type="slidenum">
              <a:rPr lang="en-US" sz="1200" b="0" smtClean="0"/>
              <a:t>39</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822589109"/>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ny question marks on black background">
            <a:extLst>
              <a:ext uri="{FF2B5EF4-FFF2-40B4-BE49-F238E27FC236}">
                <a16:creationId xmlns:a16="http://schemas.microsoft.com/office/drawing/2014/main" id="{2C9F8FC4-8CB2-4A41-B09F-A22ED23624FC}"/>
              </a:ext>
            </a:extLst>
          </p:cNvPr>
          <p:cNvPicPr>
            <a:picLocks noChangeAspect="1"/>
          </p:cNvPicPr>
          <p:nvPr/>
        </p:nvPicPr>
        <p:blipFill rotWithShape="1">
          <a:blip r:embed="rId3">
            <a:alphaModFix amt="35000"/>
          </a:blip>
          <a:srcRect l="18667" r="2" b="2"/>
          <a:stretch/>
        </p:blipFill>
        <p:spPr>
          <a:xfrm>
            <a:off x="20" y="1"/>
            <a:ext cx="9143980" cy="6857999"/>
          </a:xfrm>
          <a:prstGeom prst="rect">
            <a:avLst/>
          </a:prstGeom>
        </p:spPr>
      </p:pic>
      <p:sp>
        <p:nvSpPr>
          <p:cNvPr id="2" name="Title 1">
            <a:extLst>
              <a:ext uri="{FF2B5EF4-FFF2-40B4-BE49-F238E27FC236}">
                <a16:creationId xmlns:a16="http://schemas.microsoft.com/office/drawing/2014/main" id="{46B936FA-1517-4206-A0B0-EBAA469B5390}"/>
              </a:ext>
            </a:extLst>
          </p:cNvPr>
          <p:cNvSpPr>
            <a:spLocks noGrp="1"/>
          </p:cNvSpPr>
          <p:nvPr>
            <p:ph type="title"/>
          </p:nvPr>
        </p:nvSpPr>
        <p:spPr>
          <a:xfrm>
            <a:off x="628650" y="1065862"/>
            <a:ext cx="2484873" cy="4726276"/>
          </a:xfrm>
        </p:spPr>
        <p:txBody>
          <a:bodyPr>
            <a:normAutofit/>
          </a:bodyPr>
          <a:lstStyle/>
          <a:p>
            <a:pPr marL="0" indent="0" algn="r"/>
            <a:r>
              <a:rPr lang="en-US" sz="3500" dirty="0">
                <a:solidFill>
                  <a:srgbClr val="FFFFFF"/>
                </a:solidFill>
                <a:latin typeface="Times New Roman" panose="02020603050405020304" pitchFamily="18" charset="0"/>
                <a:cs typeface="Times New Roman" panose="02020603050405020304" pitchFamily="18" charset="0"/>
              </a:rPr>
              <a:t>Questions?</a:t>
            </a:r>
          </a:p>
        </p:txBody>
      </p:sp>
      <p:cxnSp>
        <p:nvCxnSpPr>
          <p:cNvPr id="18" name="Straight Connector 17">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02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DE59F10-0427-4537-8D1B-C89132D430B0}"/>
              </a:ext>
            </a:extLst>
          </p:cNvPr>
          <p:cNvSpPr>
            <a:spLocks noGrp="1"/>
          </p:cNvSpPr>
          <p:nvPr>
            <p:ph idx="1"/>
          </p:nvPr>
        </p:nvSpPr>
        <p:spPr>
          <a:xfrm>
            <a:off x="3866534" y="1065862"/>
            <a:ext cx="4308514" cy="4726276"/>
          </a:xfrm>
        </p:spPr>
        <p:txBody>
          <a:bodyPr anchor="ctr">
            <a:normAutofit/>
          </a:bodyPr>
          <a:lstStyle/>
          <a:p>
            <a:endParaRPr lang="en-US" sz="1700" dirty="0">
              <a:solidFill>
                <a:srgbClr val="FFFFFF"/>
              </a:solidFill>
            </a:endParaRPr>
          </a:p>
          <a:p>
            <a:endParaRPr lang="en-US" sz="1700" dirty="0">
              <a:solidFill>
                <a:srgbClr val="FFFFFF"/>
              </a:solidFill>
            </a:endParaRPr>
          </a:p>
        </p:txBody>
      </p:sp>
      <p:sp>
        <p:nvSpPr>
          <p:cNvPr id="4" name="Date Placeholder 3">
            <a:extLst>
              <a:ext uri="{FF2B5EF4-FFF2-40B4-BE49-F238E27FC236}">
                <a16:creationId xmlns:a16="http://schemas.microsoft.com/office/drawing/2014/main" id="{C7264A07-AA3B-4595-A6BD-F53DADC97DB4}"/>
              </a:ext>
            </a:extLst>
          </p:cNvPr>
          <p:cNvSpPr>
            <a:spLocks noGrp="1"/>
          </p:cNvSpPr>
          <p:nvPr>
            <p:ph type="dt" sz="half" idx="10"/>
          </p:nvPr>
        </p:nvSpPr>
        <p:spPr/>
        <p:txBody>
          <a:bodyPr/>
          <a:lstStyle/>
          <a:p>
            <a:fld id="{8EACAE47-FB93-4F33-8549-CD23BFEE2DE3}" type="datetime1">
              <a:rPr lang="en-US" smtClean="0"/>
              <a:t>8/13/2025</a:t>
            </a:fld>
            <a:endParaRPr lang="en-US"/>
          </a:p>
        </p:txBody>
      </p:sp>
      <p:sp>
        <p:nvSpPr>
          <p:cNvPr id="6" name="Slide Number Placeholder 5">
            <a:extLst>
              <a:ext uri="{FF2B5EF4-FFF2-40B4-BE49-F238E27FC236}">
                <a16:creationId xmlns:a16="http://schemas.microsoft.com/office/drawing/2014/main" id="{EA830C90-44F3-4F71-A20A-09B5E058D39C}"/>
              </a:ext>
            </a:extLst>
          </p:cNvPr>
          <p:cNvSpPr>
            <a:spLocks noGrp="1"/>
          </p:cNvSpPr>
          <p:nvPr>
            <p:ph type="sldNum" sz="quarter" idx="12"/>
          </p:nvPr>
        </p:nvSpPr>
        <p:spPr/>
        <p:txBody>
          <a:bodyPr/>
          <a:lstStyle/>
          <a:p>
            <a:fld id="{849F1A12-756A-4552-B54B-B66CFF5610E9}" type="slidenum">
              <a:rPr lang="en-US" sz="1200" b="0" smtClean="0">
                <a:solidFill>
                  <a:schemeClr val="tx1"/>
                </a:solidFill>
              </a:rPr>
              <a:t>40</a:t>
            </a:fld>
            <a:endParaRPr lang="en-US" sz="1200" b="0" dirty="0">
              <a:solidFill>
                <a:schemeClr val="tx1"/>
              </a:solidFill>
            </a:endParaRPr>
          </a:p>
        </p:txBody>
      </p:sp>
      <p:sp>
        <p:nvSpPr>
          <p:cNvPr id="7" name="Footer Placeholder 6"/>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151785945"/>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9737</TotalTime>
  <Words>2908</Words>
  <Application>Microsoft Office PowerPoint</Application>
  <PresentationFormat>On-screen Show (4:3)</PresentationFormat>
  <Paragraphs>378</Paragraphs>
  <Slides>40</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SimSun</vt:lpstr>
      <vt:lpstr>Arial</vt:lpstr>
      <vt:lpstr>Calibri</vt:lpstr>
      <vt:lpstr>Times New Roman</vt:lpstr>
      <vt:lpstr>Office Theme</vt:lpstr>
      <vt:lpstr>Evaluating the Performance of Object Detection Models for Accurate Sri Lankan Traffic Sign Detection</vt:lpstr>
      <vt:lpstr>Table of Contents</vt:lpstr>
      <vt:lpstr>Introduction.</vt:lpstr>
      <vt:lpstr>Introduction</vt:lpstr>
      <vt:lpstr>Research Background.</vt:lpstr>
      <vt:lpstr>PowerPoint Presentation</vt:lpstr>
      <vt:lpstr>Problem Statement.</vt:lpstr>
      <vt:lpstr>PowerPoint Presentation</vt:lpstr>
      <vt:lpstr>Research Question &amp; Hypothesis</vt:lpstr>
      <vt:lpstr>Research Question</vt:lpstr>
      <vt:lpstr>Methodology</vt:lpstr>
      <vt:lpstr>PowerPoint Presentation</vt:lpstr>
      <vt:lpstr>Top level architecture</vt:lpstr>
      <vt:lpstr>PowerPoint Presentation</vt:lpstr>
      <vt:lpstr>Literature Review</vt:lpstr>
      <vt:lpstr>PowerPoint Presentation</vt:lpstr>
      <vt:lpstr>PowerPoint Presentation</vt:lpstr>
      <vt:lpstr>PowerPoint Presentation</vt:lpstr>
      <vt:lpstr>Dataset in brief</vt:lpstr>
      <vt:lpstr>PowerPoint Presentation</vt:lpstr>
      <vt:lpstr>Model Evaluation</vt:lpstr>
      <vt:lpstr>PowerPoint Presentation</vt:lpstr>
      <vt:lpstr>PowerPoint Presentation</vt:lpstr>
      <vt:lpstr>PowerPoint Presentation</vt:lpstr>
      <vt:lpstr>PowerPoint Presentation</vt:lpstr>
      <vt:lpstr>Main Findings</vt:lpstr>
      <vt:lpstr>PowerPoint Presentation</vt:lpstr>
      <vt:lpstr>PowerPoint Presentation</vt:lpstr>
      <vt:lpstr>Demonstration</vt:lpstr>
      <vt:lpstr>Limitations</vt:lpstr>
      <vt:lpstr>PowerPoint Presentation</vt:lpstr>
      <vt:lpstr>Future work</vt:lpstr>
      <vt:lpstr>PowerPoint Presentation</vt:lpstr>
      <vt:lpstr>Conclusion</vt:lpstr>
      <vt:lpstr>Conclusion</vt:lpstr>
      <vt:lpstr>Reference</vt:lpstr>
      <vt:lpstr>PowerPoint Presentation</vt:lpstr>
      <vt:lpstr>Acknowledgement</vt:lpstr>
      <vt:lpstr>Thank you</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A.R.M.Nizzad</dc:creator>
  <cp:lastModifiedBy>Mohammed Naseer Sihanas</cp:lastModifiedBy>
  <cp:revision>269</cp:revision>
  <dcterms:created xsi:type="dcterms:W3CDTF">2021-04-20T06:12:09Z</dcterms:created>
  <dcterms:modified xsi:type="dcterms:W3CDTF">2025-08-14T03:07:55Z</dcterms:modified>
</cp:coreProperties>
</file>