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Naseer Sihanas" userId="baf10d46-ca0e-4f93-8b9a-bd1fa4bc7e8f" providerId="ADAL" clId="{744AB7D8-08C6-4E06-9F26-FF78F14CD25F}"/>
    <pc:docChg chg="custSel modSld sldOrd">
      <pc:chgData name="Mohammed Naseer Sihanas" userId="baf10d46-ca0e-4f93-8b9a-bd1fa4bc7e8f" providerId="ADAL" clId="{744AB7D8-08C6-4E06-9F26-FF78F14CD25F}" dt="2024-09-26T16:08:08.921" v="26" actId="20577"/>
      <pc:docMkLst>
        <pc:docMk/>
      </pc:docMkLst>
      <pc:sldChg chg="modSp mod">
        <pc:chgData name="Mohammed Naseer Sihanas" userId="baf10d46-ca0e-4f93-8b9a-bd1fa4bc7e8f" providerId="ADAL" clId="{744AB7D8-08C6-4E06-9F26-FF78F14CD25F}" dt="2024-09-26T15:56:25.042" v="24" actId="20577"/>
        <pc:sldMkLst>
          <pc:docMk/>
          <pc:sldMk cId="0" sldId="256"/>
        </pc:sldMkLst>
        <pc:spChg chg="mod">
          <ac:chgData name="Mohammed Naseer Sihanas" userId="baf10d46-ca0e-4f93-8b9a-bd1fa4bc7e8f" providerId="ADAL" clId="{744AB7D8-08C6-4E06-9F26-FF78F14CD25F}" dt="2024-09-26T15:56:25.042" v="24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ohammed Naseer Sihanas" userId="baf10d46-ca0e-4f93-8b9a-bd1fa4bc7e8f" providerId="ADAL" clId="{744AB7D8-08C6-4E06-9F26-FF78F14CD25F}" dt="2024-09-26T16:01:53.042" v="25" actId="20577"/>
        <pc:sldMkLst>
          <pc:docMk/>
          <pc:sldMk cId="0" sldId="257"/>
        </pc:sldMkLst>
        <pc:spChg chg="mod">
          <ac:chgData name="Mohammed Naseer Sihanas" userId="baf10d46-ca0e-4f93-8b9a-bd1fa4bc7e8f" providerId="ADAL" clId="{744AB7D8-08C6-4E06-9F26-FF78F14CD25F}" dt="2024-09-26T16:01:53.042" v="25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ohammed Naseer Sihanas" userId="baf10d46-ca0e-4f93-8b9a-bd1fa4bc7e8f" providerId="ADAL" clId="{744AB7D8-08C6-4E06-9F26-FF78F14CD25F}" dt="2024-09-26T15:56:03.435" v="12" actId="2710"/>
        <pc:sldMkLst>
          <pc:docMk/>
          <pc:sldMk cId="0" sldId="258"/>
        </pc:sldMkLst>
        <pc:spChg chg="mod">
          <ac:chgData name="Mohammed Naseer Sihanas" userId="baf10d46-ca0e-4f93-8b9a-bd1fa4bc7e8f" providerId="ADAL" clId="{744AB7D8-08C6-4E06-9F26-FF78F14CD25F}" dt="2024-09-26T15:56:03.435" v="12" actId="271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ohammed Naseer Sihanas" userId="baf10d46-ca0e-4f93-8b9a-bd1fa4bc7e8f" providerId="ADAL" clId="{744AB7D8-08C6-4E06-9F26-FF78F14CD25F}" dt="2024-09-26T15:55:58.817" v="11" actId="2710"/>
        <pc:sldMkLst>
          <pc:docMk/>
          <pc:sldMk cId="0" sldId="259"/>
        </pc:sldMkLst>
        <pc:spChg chg="mod">
          <ac:chgData name="Mohammed Naseer Sihanas" userId="baf10d46-ca0e-4f93-8b9a-bd1fa4bc7e8f" providerId="ADAL" clId="{744AB7D8-08C6-4E06-9F26-FF78F14CD25F}" dt="2024-09-26T15:55:58.817" v="11" actId="2710"/>
          <ac:spMkLst>
            <pc:docMk/>
            <pc:sldMk cId="0" sldId="259"/>
            <ac:spMk id="3" creationId="{00000000-0000-0000-0000-000000000000}"/>
          </ac:spMkLst>
        </pc:spChg>
      </pc:sldChg>
      <pc:sldChg chg="modSp mod ord">
        <pc:chgData name="Mohammed Naseer Sihanas" userId="baf10d46-ca0e-4f93-8b9a-bd1fa4bc7e8f" providerId="ADAL" clId="{744AB7D8-08C6-4E06-9F26-FF78F14CD25F}" dt="2024-09-26T15:55:50.954" v="10"/>
        <pc:sldMkLst>
          <pc:docMk/>
          <pc:sldMk cId="0" sldId="260"/>
        </pc:sldMkLst>
        <pc:spChg chg="mod">
          <ac:chgData name="Mohammed Naseer Sihanas" userId="baf10d46-ca0e-4f93-8b9a-bd1fa4bc7e8f" providerId="ADAL" clId="{744AB7D8-08C6-4E06-9F26-FF78F14CD25F}" dt="2024-09-26T15:55:48.959" v="8" actId="2710"/>
          <ac:spMkLst>
            <pc:docMk/>
            <pc:sldMk cId="0" sldId="260"/>
            <ac:spMk id="3" creationId="{00000000-0000-0000-0000-000000000000}"/>
          </ac:spMkLst>
        </pc:spChg>
      </pc:sldChg>
      <pc:sldChg chg="modSp mod ord">
        <pc:chgData name="Mohammed Naseer Sihanas" userId="baf10d46-ca0e-4f93-8b9a-bd1fa4bc7e8f" providerId="ADAL" clId="{744AB7D8-08C6-4E06-9F26-FF78F14CD25F}" dt="2024-09-26T15:55:43.556" v="7" actId="27636"/>
        <pc:sldMkLst>
          <pc:docMk/>
          <pc:sldMk cId="0" sldId="261"/>
        </pc:sldMkLst>
        <pc:spChg chg="mod">
          <ac:chgData name="Mohammed Naseer Sihanas" userId="baf10d46-ca0e-4f93-8b9a-bd1fa4bc7e8f" providerId="ADAL" clId="{744AB7D8-08C6-4E06-9F26-FF78F14CD25F}" dt="2024-09-26T15:55:43.556" v="7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ohammed Naseer Sihanas" userId="baf10d46-ca0e-4f93-8b9a-bd1fa4bc7e8f" providerId="ADAL" clId="{744AB7D8-08C6-4E06-9F26-FF78F14CD25F}" dt="2024-09-26T15:55:37.209" v="5" actId="2710"/>
        <pc:sldMkLst>
          <pc:docMk/>
          <pc:sldMk cId="0" sldId="262"/>
        </pc:sldMkLst>
        <pc:spChg chg="mod">
          <ac:chgData name="Mohammed Naseer Sihanas" userId="baf10d46-ca0e-4f93-8b9a-bd1fa4bc7e8f" providerId="ADAL" clId="{744AB7D8-08C6-4E06-9F26-FF78F14CD25F}" dt="2024-09-26T15:55:37.209" v="5" actId="271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ohammed Naseer Sihanas" userId="baf10d46-ca0e-4f93-8b9a-bd1fa4bc7e8f" providerId="ADAL" clId="{744AB7D8-08C6-4E06-9F26-FF78F14CD25F}" dt="2024-09-26T15:55:21.329" v="4" actId="2710"/>
        <pc:sldMkLst>
          <pc:docMk/>
          <pc:sldMk cId="0" sldId="263"/>
        </pc:sldMkLst>
        <pc:spChg chg="mod">
          <ac:chgData name="Mohammed Naseer Sihanas" userId="baf10d46-ca0e-4f93-8b9a-bd1fa4bc7e8f" providerId="ADAL" clId="{744AB7D8-08C6-4E06-9F26-FF78F14CD25F}" dt="2024-09-26T15:55:21.329" v="4" actId="2710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ohammed Naseer Sihanas" userId="baf10d46-ca0e-4f93-8b9a-bd1fa4bc7e8f" providerId="ADAL" clId="{744AB7D8-08C6-4E06-9F26-FF78F14CD25F}" dt="2024-09-26T16:08:08.921" v="26" actId="20577"/>
        <pc:sldMkLst>
          <pc:docMk/>
          <pc:sldMk cId="0" sldId="265"/>
        </pc:sldMkLst>
        <pc:spChg chg="mod">
          <ac:chgData name="Mohammed Naseer Sihanas" userId="baf10d46-ca0e-4f93-8b9a-bd1fa4bc7e8f" providerId="ADAL" clId="{744AB7D8-08C6-4E06-9F26-FF78F14CD25F}" dt="2024-09-26T16:08:08.921" v="26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Mohammed Naseer Sihanas" userId="baf10d46-ca0e-4f93-8b9a-bd1fa4bc7e8f" providerId="ADAL" clId="{E3771033-AE8A-472F-9FB0-006DC5758513}"/>
    <pc:docChg chg="undo custSel modSld">
      <pc:chgData name="Mohammed Naseer Sihanas" userId="baf10d46-ca0e-4f93-8b9a-bd1fa4bc7e8f" providerId="ADAL" clId="{E3771033-AE8A-472F-9FB0-006DC5758513}" dt="2024-11-21T16:58:36.022" v="29" actId="26606"/>
      <pc:docMkLst>
        <pc:docMk/>
      </pc:docMkLst>
      <pc:sldChg chg="addSp modSp mod setBg">
        <pc:chgData name="Mohammed Naseer Sihanas" userId="baf10d46-ca0e-4f93-8b9a-bd1fa4bc7e8f" providerId="ADAL" clId="{E3771033-AE8A-472F-9FB0-006DC5758513}" dt="2024-11-21T16:56:27.282" v="0" actId="26606"/>
        <pc:sldMkLst>
          <pc:docMk/>
          <pc:sldMk cId="0" sldId="256"/>
        </pc:sldMkLst>
        <pc:spChg chg="mod">
          <ac:chgData name="Mohammed Naseer Sihanas" userId="baf10d46-ca0e-4f93-8b9a-bd1fa4bc7e8f" providerId="ADAL" clId="{E3771033-AE8A-472F-9FB0-006DC5758513}" dt="2024-11-21T16:56:27.282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E3771033-AE8A-472F-9FB0-006DC5758513}" dt="2024-11-21T16:56:27.282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Mohammed Naseer Sihanas" userId="baf10d46-ca0e-4f93-8b9a-bd1fa4bc7e8f" providerId="ADAL" clId="{E3771033-AE8A-472F-9FB0-006DC5758513}" dt="2024-11-21T16:56:27.282" v="0" actId="26606"/>
          <ac:spMkLst>
            <pc:docMk/>
            <pc:sldMk cId="0" sldId="256"/>
            <ac:spMk id="9" creationId="{C8320351-9FA2-4A26-885B-BB8F3E4902D2}"/>
          </ac:spMkLst>
        </pc:spChg>
        <pc:spChg chg="add">
          <ac:chgData name="Mohammed Naseer Sihanas" userId="baf10d46-ca0e-4f93-8b9a-bd1fa4bc7e8f" providerId="ADAL" clId="{E3771033-AE8A-472F-9FB0-006DC5758513}" dt="2024-11-21T16:56:27.282" v="0" actId="26606"/>
          <ac:spMkLst>
            <pc:docMk/>
            <pc:sldMk cId="0" sldId="256"/>
            <ac:spMk id="11" creationId="{68CD2EFB-78C2-4C6E-A6B9-4ED12FAD5B99}"/>
          </ac:spMkLst>
        </pc:spChg>
        <pc:picChg chg="add">
          <ac:chgData name="Mohammed Naseer Sihanas" userId="baf10d46-ca0e-4f93-8b9a-bd1fa4bc7e8f" providerId="ADAL" clId="{E3771033-AE8A-472F-9FB0-006DC5758513}" dt="2024-11-21T16:56:27.282" v="0" actId="26606"/>
          <ac:picMkLst>
            <pc:docMk/>
            <pc:sldMk cId="0" sldId="256"/>
            <ac:picMk id="5" creationId="{AA948B6F-4070-7EAA-4ED4-F842428D7F9A}"/>
          </ac:picMkLst>
        </pc:picChg>
      </pc:sldChg>
      <pc:sldChg chg="addSp modSp mod setBg">
        <pc:chgData name="Mohammed Naseer Sihanas" userId="baf10d46-ca0e-4f93-8b9a-bd1fa4bc7e8f" providerId="ADAL" clId="{E3771033-AE8A-472F-9FB0-006DC5758513}" dt="2024-11-21T16:56:35.843" v="1" actId="26606"/>
        <pc:sldMkLst>
          <pc:docMk/>
          <pc:sldMk cId="0" sldId="257"/>
        </pc:sldMkLst>
        <pc:spChg chg="mod">
          <ac:chgData name="Mohammed Naseer Sihanas" userId="baf10d46-ca0e-4f93-8b9a-bd1fa4bc7e8f" providerId="ADAL" clId="{E3771033-AE8A-472F-9FB0-006DC5758513}" dt="2024-11-21T16:56:35.843" v="1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E3771033-AE8A-472F-9FB0-006DC5758513}" dt="2024-11-21T16:56:35.843" v="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Mohammed Naseer Sihanas" userId="baf10d46-ca0e-4f93-8b9a-bd1fa4bc7e8f" providerId="ADAL" clId="{E3771033-AE8A-472F-9FB0-006DC5758513}" dt="2024-11-21T16:56:35.843" v="1" actId="26606"/>
          <ac:spMkLst>
            <pc:docMk/>
            <pc:sldMk cId="0" sldId="257"/>
            <ac:spMk id="9" creationId="{C0763A76-9F1C-4FC5-82B7-DD475DA461B2}"/>
          </ac:spMkLst>
        </pc:spChg>
        <pc:spChg chg="add">
          <ac:chgData name="Mohammed Naseer Sihanas" userId="baf10d46-ca0e-4f93-8b9a-bd1fa4bc7e8f" providerId="ADAL" clId="{E3771033-AE8A-472F-9FB0-006DC5758513}" dt="2024-11-21T16:56:35.843" v="1" actId="26606"/>
          <ac:spMkLst>
            <pc:docMk/>
            <pc:sldMk cId="0" sldId="257"/>
            <ac:spMk id="11" creationId="{E81BF4F6-F2CF-4984-9D14-D6966D92F99F}"/>
          </ac:spMkLst>
        </pc:spChg>
        <pc:picChg chg="add">
          <ac:chgData name="Mohammed Naseer Sihanas" userId="baf10d46-ca0e-4f93-8b9a-bd1fa4bc7e8f" providerId="ADAL" clId="{E3771033-AE8A-472F-9FB0-006DC5758513}" dt="2024-11-21T16:56:35.843" v="1" actId="26606"/>
          <ac:picMkLst>
            <pc:docMk/>
            <pc:sldMk cId="0" sldId="257"/>
            <ac:picMk id="5" creationId="{10B5E96A-130D-8A11-7C95-055E7BC1C257}"/>
          </ac:picMkLst>
        </pc:picChg>
      </pc:sldChg>
      <pc:sldChg chg="addSp delSp modSp mod setBg">
        <pc:chgData name="Mohammed Naseer Sihanas" userId="baf10d46-ca0e-4f93-8b9a-bd1fa4bc7e8f" providerId="ADAL" clId="{E3771033-AE8A-472F-9FB0-006DC5758513}" dt="2024-11-21T16:57:07.291" v="4" actId="26606"/>
        <pc:sldMkLst>
          <pc:docMk/>
          <pc:sldMk cId="0" sldId="258"/>
        </pc:sldMkLst>
        <pc:spChg chg="mod">
          <ac:chgData name="Mohammed Naseer Sihanas" userId="baf10d46-ca0e-4f93-8b9a-bd1fa4bc7e8f" providerId="ADAL" clId="{E3771033-AE8A-472F-9FB0-006DC5758513}" dt="2024-11-21T16:57:07.291" v="4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E3771033-AE8A-472F-9FB0-006DC5758513}" dt="2024-11-21T16:57:07.291" v="4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Mohammed Naseer Sihanas" userId="baf10d46-ca0e-4f93-8b9a-bd1fa4bc7e8f" providerId="ADAL" clId="{E3771033-AE8A-472F-9FB0-006DC5758513}" dt="2024-11-21T16:57:07.276" v="3" actId="26606"/>
          <ac:spMkLst>
            <pc:docMk/>
            <pc:sldMk cId="0" sldId="258"/>
            <ac:spMk id="9" creationId="{AE3A741D-C19B-960A-5803-1C5887147820}"/>
          </ac:spMkLst>
        </pc:spChg>
        <pc:spChg chg="add del">
          <ac:chgData name="Mohammed Naseer Sihanas" userId="baf10d46-ca0e-4f93-8b9a-bd1fa4bc7e8f" providerId="ADAL" clId="{E3771033-AE8A-472F-9FB0-006DC5758513}" dt="2024-11-21T16:57:07.276" v="3" actId="26606"/>
          <ac:spMkLst>
            <pc:docMk/>
            <pc:sldMk cId="0" sldId="258"/>
            <ac:spMk id="11" creationId="{DC39DE25-0E4E-0AA7-0932-1D78C2372786}"/>
          </ac:spMkLst>
        </pc:spChg>
        <pc:spChg chg="add del">
          <ac:chgData name="Mohammed Naseer Sihanas" userId="baf10d46-ca0e-4f93-8b9a-bd1fa4bc7e8f" providerId="ADAL" clId="{E3771033-AE8A-472F-9FB0-006DC5758513}" dt="2024-11-21T16:57:07.276" v="3" actId="26606"/>
          <ac:spMkLst>
            <pc:docMk/>
            <pc:sldMk cId="0" sldId="258"/>
            <ac:spMk id="13" creationId="{8D6EA299-0840-6DEA-E670-C49AEBC87E89}"/>
          </ac:spMkLst>
        </pc:spChg>
        <pc:spChg chg="add">
          <ac:chgData name="Mohammed Naseer Sihanas" userId="baf10d46-ca0e-4f93-8b9a-bd1fa4bc7e8f" providerId="ADAL" clId="{E3771033-AE8A-472F-9FB0-006DC5758513}" dt="2024-11-21T16:57:07.291" v="4" actId="26606"/>
          <ac:spMkLst>
            <pc:docMk/>
            <pc:sldMk cId="0" sldId="258"/>
            <ac:spMk id="15" creationId="{3ECBE1F1-D69B-4AFA-ABD5-8E41720EF6DE}"/>
          </ac:spMkLst>
        </pc:spChg>
        <pc:spChg chg="add">
          <ac:chgData name="Mohammed Naseer Sihanas" userId="baf10d46-ca0e-4f93-8b9a-bd1fa4bc7e8f" providerId="ADAL" clId="{E3771033-AE8A-472F-9FB0-006DC5758513}" dt="2024-11-21T16:57:07.291" v="4" actId="26606"/>
          <ac:spMkLst>
            <pc:docMk/>
            <pc:sldMk cId="0" sldId="258"/>
            <ac:spMk id="17" creationId="{603A6265-E10C-4B85-9C20-E75FCAF9CC63}"/>
          </ac:spMkLst>
        </pc:spChg>
        <pc:picChg chg="add del">
          <ac:chgData name="Mohammed Naseer Sihanas" userId="baf10d46-ca0e-4f93-8b9a-bd1fa4bc7e8f" providerId="ADAL" clId="{E3771033-AE8A-472F-9FB0-006DC5758513}" dt="2024-11-21T16:57:07.276" v="3" actId="26606"/>
          <ac:picMkLst>
            <pc:docMk/>
            <pc:sldMk cId="0" sldId="258"/>
            <ac:picMk id="5" creationId="{50940E98-1505-CDE8-1479-A402F3954F4D}"/>
          </ac:picMkLst>
        </pc:picChg>
        <pc:picChg chg="add">
          <ac:chgData name="Mohammed Naseer Sihanas" userId="baf10d46-ca0e-4f93-8b9a-bd1fa4bc7e8f" providerId="ADAL" clId="{E3771033-AE8A-472F-9FB0-006DC5758513}" dt="2024-11-21T16:57:07.291" v="4" actId="26606"/>
          <ac:picMkLst>
            <pc:docMk/>
            <pc:sldMk cId="0" sldId="258"/>
            <ac:picMk id="16" creationId="{C27FFC22-C016-28D2-F62E-BC0628D81C15}"/>
          </ac:picMkLst>
        </pc:picChg>
      </pc:sldChg>
      <pc:sldChg chg="addSp delSp modSp mod setBg">
        <pc:chgData name="Mohammed Naseer Sihanas" userId="baf10d46-ca0e-4f93-8b9a-bd1fa4bc7e8f" providerId="ADAL" clId="{E3771033-AE8A-472F-9FB0-006DC5758513}" dt="2024-11-21T16:57:28.214" v="9" actId="26606"/>
        <pc:sldMkLst>
          <pc:docMk/>
          <pc:sldMk cId="0" sldId="259"/>
        </pc:sldMkLst>
        <pc:spChg chg="mod">
          <ac:chgData name="Mohammed Naseer Sihanas" userId="baf10d46-ca0e-4f93-8b9a-bd1fa4bc7e8f" providerId="ADAL" clId="{E3771033-AE8A-472F-9FB0-006DC5758513}" dt="2024-11-21T16:57:28.214" v="8" actId="26606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Mohammed Naseer Sihanas" userId="baf10d46-ca0e-4f93-8b9a-bd1fa4bc7e8f" providerId="ADAL" clId="{E3771033-AE8A-472F-9FB0-006DC5758513}" dt="2024-11-21T16:57:28.214" v="9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Mohammed Naseer Sihanas" userId="baf10d46-ca0e-4f93-8b9a-bd1fa4bc7e8f" providerId="ADAL" clId="{E3771033-AE8A-472F-9FB0-006DC5758513}" dt="2024-11-21T16:57:19.274" v="6" actId="26606"/>
          <ac:spMkLst>
            <pc:docMk/>
            <pc:sldMk cId="0" sldId="259"/>
            <ac:spMk id="9" creationId="{BACC6370-2D7E-4714-9D71-7542949D7D5D}"/>
          </ac:spMkLst>
        </pc:spChg>
        <pc:spChg chg="add del">
          <ac:chgData name="Mohammed Naseer Sihanas" userId="baf10d46-ca0e-4f93-8b9a-bd1fa4bc7e8f" providerId="ADAL" clId="{E3771033-AE8A-472F-9FB0-006DC5758513}" dt="2024-11-21T16:57:19.274" v="6" actId="26606"/>
          <ac:spMkLst>
            <pc:docMk/>
            <pc:sldMk cId="0" sldId="259"/>
            <ac:spMk id="11" creationId="{256B2C21-A230-48C0-8DF1-C46611373C44}"/>
          </ac:spMkLst>
        </pc:spChg>
        <pc:spChg chg="add del">
          <ac:chgData name="Mohammed Naseer Sihanas" userId="baf10d46-ca0e-4f93-8b9a-bd1fa4bc7e8f" providerId="ADAL" clId="{E3771033-AE8A-472F-9FB0-006DC5758513}" dt="2024-11-21T16:57:19.274" v="6" actId="26606"/>
          <ac:spMkLst>
            <pc:docMk/>
            <pc:sldMk cId="0" sldId="259"/>
            <ac:spMk id="13" creationId="{3847E18C-932D-4C95-AABA-FEC7C9499AD7}"/>
          </ac:spMkLst>
        </pc:spChg>
        <pc:spChg chg="add del">
          <ac:chgData name="Mohammed Naseer Sihanas" userId="baf10d46-ca0e-4f93-8b9a-bd1fa4bc7e8f" providerId="ADAL" clId="{E3771033-AE8A-472F-9FB0-006DC5758513}" dt="2024-11-21T16:57:19.274" v="6" actId="26606"/>
          <ac:spMkLst>
            <pc:docMk/>
            <pc:sldMk cId="0" sldId="259"/>
            <ac:spMk id="15" creationId="{3150CB11-0C61-439E-910F-5787759E72A0}"/>
          </ac:spMkLst>
        </pc:spChg>
        <pc:spChg chg="add del">
          <ac:chgData name="Mohammed Naseer Sihanas" userId="baf10d46-ca0e-4f93-8b9a-bd1fa4bc7e8f" providerId="ADAL" clId="{E3771033-AE8A-472F-9FB0-006DC5758513}" dt="2024-11-21T16:57:19.274" v="6" actId="26606"/>
          <ac:spMkLst>
            <pc:docMk/>
            <pc:sldMk cId="0" sldId="259"/>
            <ac:spMk id="17" creationId="{43F8A58B-5155-44CE-A5FF-7647B47D0A7A}"/>
          </ac:spMkLst>
        </pc:spChg>
        <pc:spChg chg="add del">
          <ac:chgData name="Mohammed Naseer Sihanas" userId="baf10d46-ca0e-4f93-8b9a-bd1fa4bc7e8f" providerId="ADAL" clId="{E3771033-AE8A-472F-9FB0-006DC5758513}" dt="2024-11-21T16:57:19.274" v="6" actId="26606"/>
          <ac:spMkLst>
            <pc:docMk/>
            <pc:sldMk cId="0" sldId="259"/>
            <ac:spMk id="19" creationId="{443F2ACA-E6D6-4028-82DD-F03C262D5DE6}"/>
          </ac:spMkLst>
        </pc:spChg>
        <pc:spChg chg="add del">
          <ac:chgData name="Mohammed Naseer Sihanas" userId="baf10d46-ca0e-4f93-8b9a-bd1fa4bc7e8f" providerId="ADAL" clId="{E3771033-AE8A-472F-9FB0-006DC5758513}" dt="2024-11-21T16:57:28.214" v="8" actId="26606"/>
          <ac:spMkLst>
            <pc:docMk/>
            <pc:sldMk cId="0" sldId="259"/>
            <ac:spMk id="21" creationId="{BACC6370-2D7E-4714-9D71-7542949D7D5D}"/>
          </ac:spMkLst>
        </pc:spChg>
        <pc:spChg chg="add del">
          <ac:chgData name="Mohammed Naseer Sihanas" userId="baf10d46-ca0e-4f93-8b9a-bd1fa4bc7e8f" providerId="ADAL" clId="{E3771033-AE8A-472F-9FB0-006DC5758513}" dt="2024-11-21T16:57:28.214" v="8" actId="26606"/>
          <ac:spMkLst>
            <pc:docMk/>
            <pc:sldMk cId="0" sldId="259"/>
            <ac:spMk id="22" creationId="{256B2C21-A230-48C0-8DF1-C46611373C44}"/>
          </ac:spMkLst>
        </pc:spChg>
        <pc:spChg chg="add del">
          <ac:chgData name="Mohammed Naseer Sihanas" userId="baf10d46-ca0e-4f93-8b9a-bd1fa4bc7e8f" providerId="ADAL" clId="{E3771033-AE8A-472F-9FB0-006DC5758513}" dt="2024-11-21T16:57:28.214" v="8" actId="26606"/>
          <ac:spMkLst>
            <pc:docMk/>
            <pc:sldMk cId="0" sldId="259"/>
            <ac:spMk id="23" creationId="{3847E18C-932D-4C95-AABA-FEC7C9499AD7}"/>
          </ac:spMkLst>
        </pc:spChg>
        <pc:spChg chg="add del">
          <ac:chgData name="Mohammed Naseer Sihanas" userId="baf10d46-ca0e-4f93-8b9a-bd1fa4bc7e8f" providerId="ADAL" clId="{E3771033-AE8A-472F-9FB0-006DC5758513}" dt="2024-11-21T16:57:28.214" v="8" actId="26606"/>
          <ac:spMkLst>
            <pc:docMk/>
            <pc:sldMk cId="0" sldId="259"/>
            <ac:spMk id="24" creationId="{3150CB11-0C61-439E-910F-5787759E72A0}"/>
          </ac:spMkLst>
        </pc:spChg>
        <pc:spChg chg="add del">
          <ac:chgData name="Mohammed Naseer Sihanas" userId="baf10d46-ca0e-4f93-8b9a-bd1fa4bc7e8f" providerId="ADAL" clId="{E3771033-AE8A-472F-9FB0-006DC5758513}" dt="2024-11-21T16:57:28.214" v="8" actId="26606"/>
          <ac:spMkLst>
            <pc:docMk/>
            <pc:sldMk cId="0" sldId="259"/>
            <ac:spMk id="25" creationId="{43F8A58B-5155-44CE-A5FF-7647B47D0A7A}"/>
          </ac:spMkLst>
        </pc:spChg>
        <pc:spChg chg="add del">
          <ac:chgData name="Mohammed Naseer Sihanas" userId="baf10d46-ca0e-4f93-8b9a-bd1fa4bc7e8f" providerId="ADAL" clId="{E3771033-AE8A-472F-9FB0-006DC5758513}" dt="2024-11-21T16:57:28.214" v="8" actId="26606"/>
          <ac:spMkLst>
            <pc:docMk/>
            <pc:sldMk cId="0" sldId="259"/>
            <ac:spMk id="26" creationId="{443F2ACA-E6D6-4028-82DD-F03C262D5DE6}"/>
          </ac:spMkLst>
        </pc:spChg>
        <pc:graphicFrameChg chg="add del">
          <ac:chgData name="Mohammed Naseer Sihanas" userId="baf10d46-ca0e-4f93-8b9a-bd1fa4bc7e8f" providerId="ADAL" clId="{E3771033-AE8A-472F-9FB0-006DC5758513}" dt="2024-11-21T16:57:19.274" v="6" actId="26606"/>
          <ac:graphicFrameMkLst>
            <pc:docMk/>
            <pc:sldMk cId="0" sldId="259"/>
            <ac:graphicFrameMk id="5" creationId="{6AB8C1CC-C1E1-FE7F-BC79-ABADFA3A38BD}"/>
          </ac:graphicFrameMkLst>
        </pc:graphicFrameChg>
        <pc:graphicFrameChg chg="add del">
          <ac:chgData name="Mohammed Naseer Sihanas" userId="baf10d46-ca0e-4f93-8b9a-bd1fa4bc7e8f" providerId="ADAL" clId="{E3771033-AE8A-472F-9FB0-006DC5758513}" dt="2024-11-21T16:57:28.214" v="8" actId="26606"/>
          <ac:graphicFrameMkLst>
            <pc:docMk/>
            <pc:sldMk cId="0" sldId="259"/>
            <ac:graphicFrameMk id="27" creationId="{95CBF530-D538-D299-C80A-2D81DB914CBF}"/>
          </ac:graphicFrameMkLst>
        </pc:graphicFrameChg>
        <pc:graphicFrameChg chg="add">
          <ac:chgData name="Mohammed Naseer Sihanas" userId="baf10d46-ca0e-4f93-8b9a-bd1fa4bc7e8f" providerId="ADAL" clId="{E3771033-AE8A-472F-9FB0-006DC5758513}" dt="2024-11-21T16:57:28.214" v="9" actId="26606"/>
          <ac:graphicFrameMkLst>
            <pc:docMk/>
            <pc:sldMk cId="0" sldId="259"/>
            <ac:graphicFrameMk id="29" creationId="{18C576C9-8E2F-5E33-D2F4-738B01AD6393}"/>
          </ac:graphicFrameMkLst>
        </pc:graphicFrameChg>
      </pc:sldChg>
      <pc:sldChg chg="addSp delSp modSp mod setBg">
        <pc:chgData name="Mohammed Naseer Sihanas" userId="baf10d46-ca0e-4f93-8b9a-bd1fa4bc7e8f" providerId="ADAL" clId="{E3771033-AE8A-472F-9FB0-006DC5758513}" dt="2024-11-21T16:57:32.495" v="10" actId="26606"/>
        <pc:sldMkLst>
          <pc:docMk/>
          <pc:sldMk cId="0" sldId="260"/>
        </pc:sldMkLst>
        <pc:spChg chg="mod">
          <ac:chgData name="Mohammed Naseer Sihanas" userId="baf10d46-ca0e-4f93-8b9a-bd1fa4bc7e8f" providerId="ADAL" clId="{E3771033-AE8A-472F-9FB0-006DC5758513}" dt="2024-11-21T16:57:32.495" v="10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Mohammed Naseer Sihanas" userId="baf10d46-ca0e-4f93-8b9a-bd1fa4bc7e8f" providerId="ADAL" clId="{E3771033-AE8A-472F-9FB0-006DC5758513}" dt="2024-11-21T16:57:32.495" v="10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Mohammed Naseer Sihanas" userId="baf10d46-ca0e-4f93-8b9a-bd1fa4bc7e8f" providerId="ADAL" clId="{E3771033-AE8A-472F-9FB0-006DC5758513}" dt="2024-11-21T16:57:32.495" v="10" actId="26606"/>
          <ac:spMkLst>
            <pc:docMk/>
            <pc:sldMk cId="0" sldId="260"/>
            <ac:spMk id="9" creationId="{0C541B88-1AE9-40C3-AFD5-967787C1979F}"/>
          </ac:spMkLst>
        </pc:spChg>
        <pc:spChg chg="add">
          <ac:chgData name="Mohammed Naseer Sihanas" userId="baf10d46-ca0e-4f93-8b9a-bd1fa4bc7e8f" providerId="ADAL" clId="{E3771033-AE8A-472F-9FB0-006DC5758513}" dt="2024-11-21T16:57:32.495" v="10" actId="26606"/>
          <ac:spMkLst>
            <pc:docMk/>
            <pc:sldMk cId="0" sldId="260"/>
            <ac:spMk id="11" creationId="{E5F17139-31EE-46AC-B04F-DBBD852DD6CB}"/>
          </ac:spMkLst>
        </pc:spChg>
        <pc:spChg chg="add">
          <ac:chgData name="Mohammed Naseer Sihanas" userId="baf10d46-ca0e-4f93-8b9a-bd1fa4bc7e8f" providerId="ADAL" clId="{E3771033-AE8A-472F-9FB0-006DC5758513}" dt="2024-11-21T16:57:32.495" v="10" actId="26606"/>
          <ac:spMkLst>
            <pc:docMk/>
            <pc:sldMk cId="0" sldId="260"/>
            <ac:spMk id="17" creationId="{89D16701-DA76-4F72-BB63-E2C3FFBDFE0F}"/>
          </ac:spMkLst>
        </pc:spChg>
        <pc:spChg chg="add">
          <ac:chgData name="Mohammed Naseer Sihanas" userId="baf10d46-ca0e-4f93-8b9a-bd1fa4bc7e8f" providerId="ADAL" clId="{E3771033-AE8A-472F-9FB0-006DC5758513}" dt="2024-11-21T16:57:32.495" v="10" actId="26606"/>
          <ac:spMkLst>
            <pc:docMk/>
            <pc:sldMk cId="0" sldId="260"/>
            <ac:spMk id="19" creationId="{1CC28BE1-9DC6-43FE-9582-39F091098D77}"/>
          </ac:spMkLst>
        </pc:spChg>
        <pc:grpChg chg="add">
          <ac:chgData name="Mohammed Naseer Sihanas" userId="baf10d46-ca0e-4f93-8b9a-bd1fa4bc7e8f" providerId="ADAL" clId="{E3771033-AE8A-472F-9FB0-006DC5758513}" dt="2024-11-21T16:57:32.495" v="10" actId="26606"/>
          <ac:grpSpMkLst>
            <pc:docMk/>
            <pc:sldMk cId="0" sldId="260"/>
            <ac:grpSpMk id="13" creationId="{7CF625D3-71A3-4F30-A096-8EF334E959D0}"/>
          </ac:grpSpMkLst>
        </pc:grpChg>
        <pc:grpChg chg="add">
          <ac:chgData name="Mohammed Naseer Sihanas" userId="baf10d46-ca0e-4f93-8b9a-bd1fa4bc7e8f" providerId="ADAL" clId="{E3771033-AE8A-472F-9FB0-006DC5758513}" dt="2024-11-21T16:57:32.495" v="10" actId="26606"/>
          <ac:grpSpMkLst>
            <pc:docMk/>
            <pc:sldMk cId="0" sldId="260"/>
            <ac:grpSpMk id="21" creationId="{AF9AF3F3-CE0C-4125-BDD7-346487FA0B40}"/>
          </ac:grpSpMkLst>
        </pc:grpChg>
        <pc:graphicFrameChg chg="add">
          <ac:chgData name="Mohammed Naseer Sihanas" userId="baf10d46-ca0e-4f93-8b9a-bd1fa4bc7e8f" providerId="ADAL" clId="{E3771033-AE8A-472F-9FB0-006DC5758513}" dt="2024-11-21T16:57:32.495" v="10" actId="26606"/>
          <ac:graphicFrameMkLst>
            <pc:docMk/>
            <pc:sldMk cId="0" sldId="260"/>
            <ac:graphicFrameMk id="5" creationId="{102262B4-4A85-9D6B-DEF4-53528D736A67}"/>
          </ac:graphicFrameMkLst>
        </pc:graphicFrameChg>
      </pc:sldChg>
      <pc:sldChg chg="addSp delSp modSp mod setBg">
        <pc:chgData name="Mohammed Naseer Sihanas" userId="baf10d46-ca0e-4f93-8b9a-bd1fa4bc7e8f" providerId="ADAL" clId="{E3771033-AE8A-472F-9FB0-006DC5758513}" dt="2024-11-21T16:57:46.931" v="13" actId="26606"/>
        <pc:sldMkLst>
          <pc:docMk/>
          <pc:sldMk cId="0" sldId="261"/>
        </pc:sldMkLst>
        <pc:spChg chg="mod">
          <ac:chgData name="Mohammed Naseer Sihanas" userId="baf10d46-ca0e-4f93-8b9a-bd1fa4bc7e8f" providerId="ADAL" clId="{E3771033-AE8A-472F-9FB0-006DC5758513}" dt="2024-11-21T16:57:46.931" v="13" actId="26606"/>
          <ac:spMkLst>
            <pc:docMk/>
            <pc:sldMk cId="0" sldId="261"/>
            <ac:spMk id="2" creationId="{00000000-0000-0000-0000-000000000000}"/>
          </ac:spMkLst>
        </pc:spChg>
        <pc:spChg chg="add del">
          <ac:chgData name="Mohammed Naseer Sihanas" userId="baf10d46-ca0e-4f93-8b9a-bd1fa4bc7e8f" providerId="ADAL" clId="{E3771033-AE8A-472F-9FB0-006DC5758513}" dt="2024-11-21T16:57:46.931" v="13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Mohammed Naseer Sihanas" userId="baf10d46-ca0e-4f93-8b9a-bd1fa4bc7e8f" providerId="ADAL" clId="{E3771033-AE8A-472F-9FB0-006DC5758513}" dt="2024-11-21T16:57:46.916" v="12" actId="26606"/>
          <ac:spMkLst>
            <pc:docMk/>
            <pc:sldMk cId="0" sldId="261"/>
            <ac:spMk id="9" creationId="{BACC6370-2D7E-4714-9D71-7542949D7D5D}"/>
          </ac:spMkLst>
        </pc:spChg>
        <pc:spChg chg="add del">
          <ac:chgData name="Mohammed Naseer Sihanas" userId="baf10d46-ca0e-4f93-8b9a-bd1fa4bc7e8f" providerId="ADAL" clId="{E3771033-AE8A-472F-9FB0-006DC5758513}" dt="2024-11-21T16:57:46.916" v="12" actId="26606"/>
          <ac:spMkLst>
            <pc:docMk/>
            <pc:sldMk cId="0" sldId="261"/>
            <ac:spMk id="11" creationId="{F68B3F68-107C-434F-AA38-110D5EA91B85}"/>
          </ac:spMkLst>
        </pc:spChg>
        <pc:spChg chg="add del">
          <ac:chgData name="Mohammed Naseer Sihanas" userId="baf10d46-ca0e-4f93-8b9a-bd1fa4bc7e8f" providerId="ADAL" clId="{E3771033-AE8A-472F-9FB0-006DC5758513}" dt="2024-11-21T16:57:46.916" v="12" actId="26606"/>
          <ac:spMkLst>
            <pc:docMk/>
            <pc:sldMk cId="0" sldId="261"/>
            <ac:spMk id="13" creationId="{AAD0DBB9-1A4B-4391-81D4-CB19F9AB918A}"/>
          </ac:spMkLst>
        </pc:spChg>
        <pc:spChg chg="add del">
          <ac:chgData name="Mohammed Naseer Sihanas" userId="baf10d46-ca0e-4f93-8b9a-bd1fa4bc7e8f" providerId="ADAL" clId="{E3771033-AE8A-472F-9FB0-006DC5758513}" dt="2024-11-21T16:57:46.916" v="12" actId="26606"/>
          <ac:spMkLst>
            <pc:docMk/>
            <pc:sldMk cId="0" sldId="261"/>
            <ac:spMk id="15" creationId="{063BBA22-50EA-4C4D-BE05-F1CE4E63AA56}"/>
          </ac:spMkLst>
        </pc:spChg>
        <pc:spChg chg="add">
          <ac:chgData name="Mohammed Naseer Sihanas" userId="baf10d46-ca0e-4f93-8b9a-bd1fa4bc7e8f" providerId="ADAL" clId="{E3771033-AE8A-472F-9FB0-006DC5758513}" dt="2024-11-21T16:57:46.931" v="13" actId="26606"/>
          <ac:spMkLst>
            <pc:docMk/>
            <pc:sldMk cId="0" sldId="261"/>
            <ac:spMk id="17" creationId="{BACC6370-2D7E-4714-9D71-7542949D7D5D}"/>
          </ac:spMkLst>
        </pc:spChg>
        <pc:spChg chg="add">
          <ac:chgData name="Mohammed Naseer Sihanas" userId="baf10d46-ca0e-4f93-8b9a-bd1fa4bc7e8f" providerId="ADAL" clId="{E3771033-AE8A-472F-9FB0-006DC5758513}" dt="2024-11-21T16:57:46.931" v="13" actId="26606"/>
          <ac:spMkLst>
            <pc:docMk/>
            <pc:sldMk cId="0" sldId="261"/>
            <ac:spMk id="18" creationId="{F68B3F68-107C-434F-AA38-110D5EA91B85}"/>
          </ac:spMkLst>
        </pc:spChg>
        <pc:spChg chg="add">
          <ac:chgData name="Mohammed Naseer Sihanas" userId="baf10d46-ca0e-4f93-8b9a-bd1fa4bc7e8f" providerId="ADAL" clId="{E3771033-AE8A-472F-9FB0-006DC5758513}" dt="2024-11-21T16:57:46.931" v="13" actId="26606"/>
          <ac:spMkLst>
            <pc:docMk/>
            <pc:sldMk cId="0" sldId="261"/>
            <ac:spMk id="19" creationId="{AAD0DBB9-1A4B-4391-81D4-CB19F9AB918A}"/>
          </ac:spMkLst>
        </pc:spChg>
        <pc:spChg chg="add">
          <ac:chgData name="Mohammed Naseer Sihanas" userId="baf10d46-ca0e-4f93-8b9a-bd1fa4bc7e8f" providerId="ADAL" clId="{E3771033-AE8A-472F-9FB0-006DC5758513}" dt="2024-11-21T16:57:46.931" v="13" actId="26606"/>
          <ac:spMkLst>
            <pc:docMk/>
            <pc:sldMk cId="0" sldId="261"/>
            <ac:spMk id="20" creationId="{063BBA22-50EA-4C4D-BE05-F1CE4E63AA56}"/>
          </ac:spMkLst>
        </pc:spChg>
        <pc:graphicFrameChg chg="add del">
          <ac:chgData name="Mohammed Naseer Sihanas" userId="baf10d46-ca0e-4f93-8b9a-bd1fa4bc7e8f" providerId="ADAL" clId="{E3771033-AE8A-472F-9FB0-006DC5758513}" dt="2024-11-21T16:57:46.916" v="12" actId="26606"/>
          <ac:graphicFrameMkLst>
            <pc:docMk/>
            <pc:sldMk cId="0" sldId="261"/>
            <ac:graphicFrameMk id="5" creationId="{BD0F2909-178C-42B7-3EEA-945E9650CF5E}"/>
          </ac:graphicFrameMkLst>
        </pc:graphicFrameChg>
        <pc:graphicFrameChg chg="add">
          <ac:chgData name="Mohammed Naseer Sihanas" userId="baf10d46-ca0e-4f93-8b9a-bd1fa4bc7e8f" providerId="ADAL" clId="{E3771033-AE8A-472F-9FB0-006DC5758513}" dt="2024-11-21T16:57:46.931" v="13" actId="26606"/>
          <ac:graphicFrameMkLst>
            <pc:docMk/>
            <pc:sldMk cId="0" sldId="261"/>
            <ac:graphicFrameMk id="21" creationId="{D151AF1E-9E3D-24D5-3D8A-7B163B4CB5EC}"/>
          </ac:graphicFrameMkLst>
        </pc:graphicFrameChg>
      </pc:sldChg>
      <pc:sldChg chg="addSp delSp modSp mod setBg">
        <pc:chgData name="Mohammed Naseer Sihanas" userId="baf10d46-ca0e-4f93-8b9a-bd1fa4bc7e8f" providerId="ADAL" clId="{E3771033-AE8A-472F-9FB0-006DC5758513}" dt="2024-11-21T16:58:14.538" v="24" actId="26606"/>
        <pc:sldMkLst>
          <pc:docMk/>
          <pc:sldMk cId="0" sldId="262"/>
        </pc:sldMkLst>
        <pc:spChg chg="mod">
          <ac:chgData name="Mohammed Naseer Sihanas" userId="baf10d46-ca0e-4f93-8b9a-bd1fa4bc7e8f" providerId="ADAL" clId="{E3771033-AE8A-472F-9FB0-006DC5758513}" dt="2024-11-21T16:58:14.522" v="23" actId="26606"/>
          <ac:spMkLst>
            <pc:docMk/>
            <pc:sldMk cId="0" sldId="262"/>
            <ac:spMk id="2" creationId="{00000000-0000-0000-0000-000000000000}"/>
          </ac:spMkLst>
        </pc:spChg>
        <pc:spChg chg="add del">
          <ac:chgData name="Mohammed Naseer Sihanas" userId="baf10d46-ca0e-4f93-8b9a-bd1fa4bc7e8f" providerId="ADAL" clId="{E3771033-AE8A-472F-9FB0-006DC5758513}" dt="2024-11-21T16:58:14.538" v="24" actId="26606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Mohammed Naseer Sihanas" userId="baf10d46-ca0e-4f93-8b9a-bd1fa4bc7e8f" providerId="ADAL" clId="{E3771033-AE8A-472F-9FB0-006DC5758513}" dt="2024-11-21T16:57:57.930" v="15" actId="26606"/>
          <ac:spMkLst>
            <pc:docMk/>
            <pc:sldMk cId="0" sldId="262"/>
            <ac:spMk id="9" creationId="{BACC6370-2D7E-4714-9D71-7542949D7D5D}"/>
          </ac:spMkLst>
        </pc:spChg>
        <pc:spChg chg="add del">
          <ac:chgData name="Mohammed Naseer Sihanas" userId="baf10d46-ca0e-4f93-8b9a-bd1fa4bc7e8f" providerId="ADAL" clId="{E3771033-AE8A-472F-9FB0-006DC5758513}" dt="2024-11-21T16:57:57.930" v="15" actId="26606"/>
          <ac:spMkLst>
            <pc:docMk/>
            <pc:sldMk cId="0" sldId="262"/>
            <ac:spMk id="11" creationId="{F68B3F68-107C-434F-AA38-110D5EA91B85}"/>
          </ac:spMkLst>
        </pc:spChg>
        <pc:spChg chg="add del">
          <ac:chgData name="Mohammed Naseer Sihanas" userId="baf10d46-ca0e-4f93-8b9a-bd1fa4bc7e8f" providerId="ADAL" clId="{E3771033-AE8A-472F-9FB0-006DC5758513}" dt="2024-11-21T16:57:57.930" v="15" actId="26606"/>
          <ac:spMkLst>
            <pc:docMk/>
            <pc:sldMk cId="0" sldId="262"/>
            <ac:spMk id="13" creationId="{AAD0DBB9-1A4B-4391-81D4-CB19F9AB918A}"/>
          </ac:spMkLst>
        </pc:spChg>
        <pc:spChg chg="add del">
          <ac:chgData name="Mohammed Naseer Sihanas" userId="baf10d46-ca0e-4f93-8b9a-bd1fa4bc7e8f" providerId="ADAL" clId="{E3771033-AE8A-472F-9FB0-006DC5758513}" dt="2024-11-21T16:57:57.930" v="15" actId="26606"/>
          <ac:spMkLst>
            <pc:docMk/>
            <pc:sldMk cId="0" sldId="262"/>
            <ac:spMk id="15" creationId="{063BBA22-50EA-4C4D-BE05-F1CE4E63AA56}"/>
          </ac:spMkLst>
        </pc:spChg>
        <pc:spChg chg="add del">
          <ac:chgData name="Mohammed Naseer Sihanas" userId="baf10d46-ca0e-4f93-8b9a-bd1fa4bc7e8f" providerId="ADAL" clId="{E3771033-AE8A-472F-9FB0-006DC5758513}" dt="2024-11-21T16:58:01.320" v="17" actId="26606"/>
          <ac:spMkLst>
            <pc:docMk/>
            <pc:sldMk cId="0" sldId="262"/>
            <ac:spMk id="17" creationId="{BACC6370-2D7E-4714-9D71-7542949D7D5D}"/>
          </ac:spMkLst>
        </pc:spChg>
        <pc:spChg chg="add del">
          <ac:chgData name="Mohammed Naseer Sihanas" userId="baf10d46-ca0e-4f93-8b9a-bd1fa4bc7e8f" providerId="ADAL" clId="{E3771033-AE8A-472F-9FB0-006DC5758513}" dt="2024-11-21T16:58:01.320" v="17" actId="26606"/>
          <ac:spMkLst>
            <pc:docMk/>
            <pc:sldMk cId="0" sldId="262"/>
            <ac:spMk id="18" creationId="{F68B3F68-107C-434F-AA38-110D5EA91B85}"/>
          </ac:spMkLst>
        </pc:spChg>
        <pc:spChg chg="add del">
          <ac:chgData name="Mohammed Naseer Sihanas" userId="baf10d46-ca0e-4f93-8b9a-bd1fa4bc7e8f" providerId="ADAL" clId="{E3771033-AE8A-472F-9FB0-006DC5758513}" dt="2024-11-21T16:58:01.320" v="17" actId="26606"/>
          <ac:spMkLst>
            <pc:docMk/>
            <pc:sldMk cId="0" sldId="262"/>
            <ac:spMk id="19" creationId="{AAD0DBB9-1A4B-4391-81D4-CB19F9AB918A}"/>
          </ac:spMkLst>
        </pc:spChg>
        <pc:spChg chg="add del">
          <ac:chgData name="Mohammed Naseer Sihanas" userId="baf10d46-ca0e-4f93-8b9a-bd1fa4bc7e8f" providerId="ADAL" clId="{E3771033-AE8A-472F-9FB0-006DC5758513}" dt="2024-11-21T16:58:01.320" v="17" actId="26606"/>
          <ac:spMkLst>
            <pc:docMk/>
            <pc:sldMk cId="0" sldId="262"/>
            <ac:spMk id="20" creationId="{063BBA22-50EA-4C4D-BE05-F1CE4E63AA56}"/>
          </ac:spMkLst>
        </pc:spChg>
        <pc:spChg chg="add del">
          <ac:chgData name="Mohammed Naseer Sihanas" userId="baf10d46-ca0e-4f93-8b9a-bd1fa4bc7e8f" providerId="ADAL" clId="{E3771033-AE8A-472F-9FB0-006DC5758513}" dt="2024-11-21T16:58:03.133" v="19" actId="26606"/>
          <ac:spMkLst>
            <pc:docMk/>
            <pc:sldMk cId="0" sldId="262"/>
            <ac:spMk id="23" creationId="{738F59A4-4431-460D-8E49-6E65C189A566}"/>
          </ac:spMkLst>
        </pc:spChg>
        <pc:spChg chg="add del">
          <ac:chgData name="Mohammed Naseer Sihanas" userId="baf10d46-ca0e-4f93-8b9a-bd1fa4bc7e8f" providerId="ADAL" clId="{E3771033-AE8A-472F-9FB0-006DC5758513}" dt="2024-11-21T16:58:04.211" v="21" actId="26606"/>
          <ac:spMkLst>
            <pc:docMk/>
            <pc:sldMk cId="0" sldId="262"/>
            <ac:spMk id="35" creationId="{0C541B88-1AE9-40C3-AFD5-967787C1979F}"/>
          </ac:spMkLst>
        </pc:spChg>
        <pc:spChg chg="add del">
          <ac:chgData name="Mohammed Naseer Sihanas" userId="baf10d46-ca0e-4f93-8b9a-bd1fa4bc7e8f" providerId="ADAL" clId="{E3771033-AE8A-472F-9FB0-006DC5758513}" dt="2024-11-21T16:58:04.211" v="21" actId="26606"/>
          <ac:spMkLst>
            <pc:docMk/>
            <pc:sldMk cId="0" sldId="262"/>
            <ac:spMk id="36" creationId="{E5F17139-31EE-46AC-B04F-DBBD852DD6CB}"/>
          </ac:spMkLst>
        </pc:spChg>
        <pc:spChg chg="add del">
          <ac:chgData name="Mohammed Naseer Sihanas" userId="baf10d46-ca0e-4f93-8b9a-bd1fa4bc7e8f" providerId="ADAL" clId="{E3771033-AE8A-472F-9FB0-006DC5758513}" dt="2024-11-21T16:58:04.211" v="21" actId="26606"/>
          <ac:spMkLst>
            <pc:docMk/>
            <pc:sldMk cId="0" sldId="262"/>
            <ac:spMk id="39" creationId="{89D16701-DA76-4F72-BB63-E2C3FFBDFE0F}"/>
          </ac:spMkLst>
        </pc:spChg>
        <pc:spChg chg="add del">
          <ac:chgData name="Mohammed Naseer Sihanas" userId="baf10d46-ca0e-4f93-8b9a-bd1fa4bc7e8f" providerId="ADAL" clId="{E3771033-AE8A-472F-9FB0-006DC5758513}" dt="2024-11-21T16:58:04.211" v="21" actId="26606"/>
          <ac:spMkLst>
            <pc:docMk/>
            <pc:sldMk cId="0" sldId="262"/>
            <ac:spMk id="40" creationId="{1CC28BE1-9DC6-43FE-9582-39F091098D77}"/>
          </ac:spMkLst>
        </pc:spChg>
        <pc:spChg chg="add del">
          <ac:chgData name="Mohammed Naseer Sihanas" userId="baf10d46-ca0e-4f93-8b9a-bd1fa4bc7e8f" providerId="ADAL" clId="{E3771033-AE8A-472F-9FB0-006DC5758513}" dt="2024-11-21T16:58:14.522" v="23" actId="26606"/>
          <ac:spMkLst>
            <pc:docMk/>
            <pc:sldMk cId="0" sldId="262"/>
            <ac:spMk id="48" creationId="{738F59A4-4431-460D-8E49-6E65C189A566}"/>
          </ac:spMkLst>
        </pc:spChg>
        <pc:grpChg chg="add del">
          <ac:chgData name="Mohammed Naseer Sihanas" userId="baf10d46-ca0e-4f93-8b9a-bd1fa4bc7e8f" providerId="ADAL" clId="{E3771033-AE8A-472F-9FB0-006DC5758513}" dt="2024-11-21T16:58:03.133" v="19" actId="26606"/>
          <ac:grpSpMkLst>
            <pc:docMk/>
            <pc:sldMk cId="0" sldId="262"/>
            <ac:grpSpMk id="24" creationId="{8A919B9C-5C01-47E4-B2F2-45F589208ABF}"/>
          </ac:grpSpMkLst>
        </pc:grpChg>
        <pc:grpChg chg="add del">
          <ac:chgData name="Mohammed Naseer Sihanas" userId="baf10d46-ca0e-4f93-8b9a-bd1fa4bc7e8f" providerId="ADAL" clId="{E3771033-AE8A-472F-9FB0-006DC5758513}" dt="2024-11-21T16:58:04.211" v="21" actId="26606"/>
          <ac:grpSpMkLst>
            <pc:docMk/>
            <pc:sldMk cId="0" sldId="262"/>
            <ac:grpSpMk id="37" creationId="{7CF625D3-71A3-4F30-A096-8EF334E959D0}"/>
          </ac:grpSpMkLst>
        </pc:grpChg>
        <pc:grpChg chg="add del">
          <ac:chgData name="Mohammed Naseer Sihanas" userId="baf10d46-ca0e-4f93-8b9a-bd1fa4bc7e8f" providerId="ADAL" clId="{E3771033-AE8A-472F-9FB0-006DC5758513}" dt="2024-11-21T16:58:04.211" v="21" actId="26606"/>
          <ac:grpSpMkLst>
            <pc:docMk/>
            <pc:sldMk cId="0" sldId="262"/>
            <ac:grpSpMk id="41" creationId="{AF9AF3F3-CE0C-4125-BDD7-346487FA0B40}"/>
          </ac:grpSpMkLst>
        </pc:grpChg>
        <pc:grpChg chg="add del">
          <ac:chgData name="Mohammed Naseer Sihanas" userId="baf10d46-ca0e-4f93-8b9a-bd1fa4bc7e8f" providerId="ADAL" clId="{E3771033-AE8A-472F-9FB0-006DC5758513}" dt="2024-11-21T16:58:14.522" v="23" actId="26606"/>
          <ac:grpSpMkLst>
            <pc:docMk/>
            <pc:sldMk cId="0" sldId="262"/>
            <ac:grpSpMk id="49" creationId="{8A919B9C-5C01-47E4-B2F2-45F589208ABF}"/>
          </ac:grpSpMkLst>
        </pc:grpChg>
        <pc:graphicFrameChg chg="add del">
          <ac:chgData name="Mohammed Naseer Sihanas" userId="baf10d46-ca0e-4f93-8b9a-bd1fa4bc7e8f" providerId="ADAL" clId="{E3771033-AE8A-472F-9FB0-006DC5758513}" dt="2024-11-21T16:57:57.930" v="15" actId="26606"/>
          <ac:graphicFrameMkLst>
            <pc:docMk/>
            <pc:sldMk cId="0" sldId="262"/>
            <ac:graphicFrameMk id="5" creationId="{8FAFDBC3-1B15-9863-2DC3-E686FB5A3FF1}"/>
          </ac:graphicFrameMkLst>
        </pc:graphicFrameChg>
        <pc:graphicFrameChg chg="add del">
          <ac:chgData name="Mohammed Naseer Sihanas" userId="baf10d46-ca0e-4f93-8b9a-bd1fa4bc7e8f" providerId="ADAL" clId="{E3771033-AE8A-472F-9FB0-006DC5758513}" dt="2024-11-21T16:58:01.320" v="17" actId="26606"/>
          <ac:graphicFrameMkLst>
            <pc:docMk/>
            <pc:sldMk cId="0" sldId="262"/>
            <ac:graphicFrameMk id="21" creationId="{741D9CA7-59C6-2E77-DB77-0C497EB669DE}"/>
          </ac:graphicFrameMkLst>
        </pc:graphicFrameChg>
        <pc:graphicFrameChg chg="add del">
          <ac:chgData name="Mohammed Naseer Sihanas" userId="baf10d46-ca0e-4f93-8b9a-bd1fa4bc7e8f" providerId="ADAL" clId="{E3771033-AE8A-472F-9FB0-006DC5758513}" dt="2024-11-21T16:58:03.133" v="19" actId="26606"/>
          <ac:graphicFrameMkLst>
            <pc:docMk/>
            <pc:sldMk cId="0" sldId="262"/>
            <ac:graphicFrameMk id="26" creationId="{02B3F4CF-94AA-97E9-26BC-BC91BCF7400F}"/>
          </ac:graphicFrameMkLst>
        </pc:graphicFrameChg>
        <pc:graphicFrameChg chg="add del">
          <ac:chgData name="Mohammed Naseer Sihanas" userId="baf10d46-ca0e-4f93-8b9a-bd1fa4bc7e8f" providerId="ADAL" clId="{E3771033-AE8A-472F-9FB0-006DC5758513}" dt="2024-11-21T16:58:04.211" v="21" actId="26606"/>
          <ac:graphicFrameMkLst>
            <pc:docMk/>
            <pc:sldMk cId="0" sldId="262"/>
            <ac:graphicFrameMk id="46" creationId="{35266EBE-91D1-F575-1614-3805B107CFB0}"/>
          </ac:graphicFrameMkLst>
        </pc:graphicFrameChg>
        <pc:graphicFrameChg chg="add del">
          <ac:chgData name="Mohammed Naseer Sihanas" userId="baf10d46-ca0e-4f93-8b9a-bd1fa4bc7e8f" providerId="ADAL" clId="{E3771033-AE8A-472F-9FB0-006DC5758513}" dt="2024-11-21T16:58:14.522" v="23" actId="26606"/>
          <ac:graphicFrameMkLst>
            <pc:docMk/>
            <pc:sldMk cId="0" sldId="262"/>
            <ac:graphicFrameMk id="51" creationId="{02B3F4CF-94AA-97E9-26BC-BC91BCF7400F}"/>
          </ac:graphicFrameMkLst>
        </pc:graphicFrameChg>
        <pc:graphicFrameChg chg="add">
          <ac:chgData name="Mohammed Naseer Sihanas" userId="baf10d46-ca0e-4f93-8b9a-bd1fa4bc7e8f" providerId="ADAL" clId="{E3771033-AE8A-472F-9FB0-006DC5758513}" dt="2024-11-21T16:58:14.538" v="24" actId="26606"/>
          <ac:graphicFrameMkLst>
            <pc:docMk/>
            <pc:sldMk cId="0" sldId="262"/>
            <ac:graphicFrameMk id="53" creationId="{A26F1781-5878-5F14-2028-1DF3E655649B}"/>
          </ac:graphicFrameMkLst>
        </pc:graphicFrameChg>
      </pc:sldChg>
      <pc:sldChg chg="addSp delSp modSp mod setBg">
        <pc:chgData name="Mohammed Naseer Sihanas" userId="baf10d46-ca0e-4f93-8b9a-bd1fa4bc7e8f" providerId="ADAL" clId="{E3771033-AE8A-472F-9FB0-006DC5758513}" dt="2024-11-21T16:58:36.022" v="29" actId="26606"/>
        <pc:sldMkLst>
          <pc:docMk/>
          <pc:sldMk cId="0" sldId="263"/>
        </pc:sldMkLst>
        <pc:spChg chg="mod">
          <ac:chgData name="Mohammed Naseer Sihanas" userId="baf10d46-ca0e-4f93-8b9a-bd1fa4bc7e8f" providerId="ADAL" clId="{E3771033-AE8A-472F-9FB0-006DC5758513}" dt="2024-11-21T16:58:36.022" v="29" actId="26606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Mohammed Naseer Sihanas" userId="baf10d46-ca0e-4f93-8b9a-bd1fa4bc7e8f" providerId="ADAL" clId="{E3771033-AE8A-472F-9FB0-006DC5758513}" dt="2024-11-21T16:58:36.022" v="29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Mohammed Naseer Sihanas" userId="baf10d46-ca0e-4f93-8b9a-bd1fa4bc7e8f" providerId="ADAL" clId="{E3771033-AE8A-472F-9FB0-006DC5758513}" dt="2024-11-21T16:58:26.866" v="26" actId="26606"/>
          <ac:spMkLst>
            <pc:docMk/>
            <pc:sldMk cId="0" sldId="263"/>
            <ac:spMk id="9" creationId="{C0763A76-9F1C-4FC5-82B7-DD475DA461B2}"/>
          </ac:spMkLst>
        </pc:spChg>
        <pc:spChg chg="add del">
          <ac:chgData name="Mohammed Naseer Sihanas" userId="baf10d46-ca0e-4f93-8b9a-bd1fa4bc7e8f" providerId="ADAL" clId="{E3771033-AE8A-472F-9FB0-006DC5758513}" dt="2024-11-21T16:58:26.866" v="26" actId="26606"/>
          <ac:spMkLst>
            <pc:docMk/>
            <pc:sldMk cId="0" sldId="263"/>
            <ac:spMk id="11" creationId="{E81BF4F6-F2CF-4984-9D14-D6966D92F99F}"/>
          </ac:spMkLst>
        </pc:spChg>
        <pc:spChg chg="add del">
          <ac:chgData name="Mohammed Naseer Sihanas" userId="baf10d46-ca0e-4f93-8b9a-bd1fa4bc7e8f" providerId="ADAL" clId="{E3771033-AE8A-472F-9FB0-006DC5758513}" dt="2024-11-21T16:58:36.006" v="28" actId="26606"/>
          <ac:spMkLst>
            <pc:docMk/>
            <pc:sldMk cId="0" sldId="263"/>
            <ac:spMk id="14" creationId="{5C8908E2-EE49-44D2-9428-A28D2312A8D5}"/>
          </ac:spMkLst>
        </pc:spChg>
        <pc:spChg chg="add del">
          <ac:chgData name="Mohammed Naseer Sihanas" userId="baf10d46-ca0e-4f93-8b9a-bd1fa4bc7e8f" providerId="ADAL" clId="{E3771033-AE8A-472F-9FB0-006DC5758513}" dt="2024-11-21T16:58:36.006" v="28" actId="26606"/>
          <ac:spMkLst>
            <pc:docMk/>
            <pc:sldMk cId="0" sldId="263"/>
            <ac:spMk id="15" creationId="{7449A6C7-D15F-4AA5-BFA5-71A404B47016}"/>
          </ac:spMkLst>
        </pc:spChg>
        <pc:spChg chg="add del">
          <ac:chgData name="Mohammed Naseer Sihanas" userId="baf10d46-ca0e-4f93-8b9a-bd1fa4bc7e8f" providerId="ADAL" clId="{E3771033-AE8A-472F-9FB0-006DC5758513}" dt="2024-11-21T16:58:36.006" v="28" actId="26606"/>
          <ac:spMkLst>
            <pc:docMk/>
            <pc:sldMk cId="0" sldId="263"/>
            <ac:spMk id="17" creationId="{ED888B23-07FA-482A-96DF-47E31AF1A603}"/>
          </ac:spMkLst>
        </pc:spChg>
        <pc:grpChg chg="add del">
          <ac:chgData name="Mohammed Naseer Sihanas" userId="baf10d46-ca0e-4f93-8b9a-bd1fa4bc7e8f" providerId="ADAL" clId="{E3771033-AE8A-472F-9FB0-006DC5758513}" dt="2024-11-21T16:58:36.006" v="28" actId="26606"/>
          <ac:grpSpMkLst>
            <pc:docMk/>
            <pc:sldMk cId="0" sldId="263"/>
            <ac:grpSpMk id="16" creationId="{05314994-6337-4875-8CF5-652CAFE8342C}"/>
          </ac:grpSpMkLst>
        </pc:grpChg>
        <pc:graphicFrameChg chg="add del">
          <ac:chgData name="Mohammed Naseer Sihanas" userId="baf10d46-ca0e-4f93-8b9a-bd1fa4bc7e8f" providerId="ADAL" clId="{E3771033-AE8A-472F-9FB0-006DC5758513}" dt="2024-11-21T16:58:36.006" v="28" actId="26606"/>
          <ac:graphicFrameMkLst>
            <pc:docMk/>
            <pc:sldMk cId="0" sldId="263"/>
            <ac:graphicFrameMk id="18" creationId="{749847AE-9ADC-D718-9C78-4BE26F9F5B82}"/>
          </ac:graphicFrameMkLst>
        </pc:graphicFrameChg>
        <pc:graphicFrameChg chg="add">
          <ac:chgData name="Mohammed Naseer Sihanas" userId="baf10d46-ca0e-4f93-8b9a-bd1fa4bc7e8f" providerId="ADAL" clId="{E3771033-AE8A-472F-9FB0-006DC5758513}" dt="2024-11-21T16:58:36.022" v="29" actId="26606"/>
          <ac:graphicFrameMkLst>
            <pc:docMk/>
            <pc:sldMk cId="0" sldId="263"/>
            <ac:graphicFrameMk id="20" creationId="{CAEC6124-76A7-6FE3-00AC-AAABEB58E324}"/>
          </ac:graphicFrameMkLst>
        </pc:graphicFrameChg>
        <pc:picChg chg="add del">
          <ac:chgData name="Mohammed Naseer Sihanas" userId="baf10d46-ca0e-4f93-8b9a-bd1fa4bc7e8f" providerId="ADAL" clId="{E3771033-AE8A-472F-9FB0-006DC5758513}" dt="2024-11-21T16:58:26.866" v="26" actId="26606"/>
          <ac:picMkLst>
            <pc:docMk/>
            <pc:sldMk cId="0" sldId="263"/>
            <ac:picMk id="5" creationId="{B0C475B7-A64F-B168-2725-E6EC60F7971B}"/>
          </ac:picMkLst>
        </pc:picChg>
        <pc:picChg chg="add">
          <ac:chgData name="Mohammed Naseer Sihanas" userId="baf10d46-ca0e-4f93-8b9a-bd1fa4bc7e8f" providerId="ADAL" clId="{E3771033-AE8A-472F-9FB0-006DC5758513}" dt="2024-11-21T16:58:36.022" v="29" actId="26606"/>
          <ac:picMkLst>
            <pc:docMk/>
            <pc:sldMk cId="0" sldId="263"/>
            <ac:picMk id="6" creationId="{3CD887FE-78BF-0D07-8F38-98510978A3FC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0F52D5-243E-4B61-BAC4-F3DB12A992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D5C524A-F895-4124-8CCA-2861AB6232D0}">
      <dgm:prSet/>
      <dgm:spPr/>
      <dgm:t>
        <a:bodyPr/>
        <a:lstStyle/>
        <a:p>
          <a:r>
            <a:rPr lang="en-US"/>
            <a:t>Open-source and widely used.</a:t>
          </a:r>
        </a:p>
      </dgm:t>
    </dgm:pt>
    <dgm:pt modelId="{545F9E0A-0075-4709-B0CF-B543FBFE568C}" type="parTrans" cxnId="{2F4A3025-A566-47A9-B066-DEC259C24E12}">
      <dgm:prSet/>
      <dgm:spPr/>
      <dgm:t>
        <a:bodyPr/>
        <a:lstStyle/>
        <a:p>
          <a:endParaRPr lang="en-US"/>
        </a:p>
      </dgm:t>
    </dgm:pt>
    <dgm:pt modelId="{53A2CB28-A342-437B-BC08-1E8EFA2103FA}" type="sibTrans" cxnId="{2F4A3025-A566-47A9-B066-DEC259C24E12}">
      <dgm:prSet/>
      <dgm:spPr/>
      <dgm:t>
        <a:bodyPr/>
        <a:lstStyle/>
        <a:p>
          <a:endParaRPr lang="en-US"/>
        </a:p>
      </dgm:t>
    </dgm:pt>
    <dgm:pt modelId="{E18826D8-6D5E-4D80-9AF8-25C9E7434289}">
      <dgm:prSet/>
      <dgm:spPr/>
      <dgm:t>
        <a:bodyPr/>
        <a:lstStyle/>
        <a:p>
          <a:r>
            <a:rPr lang="en-US"/>
            <a:t>Customizable with modules.</a:t>
          </a:r>
        </a:p>
      </dgm:t>
    </dgm:pt>
    <dgm:pt modelId="{CBB33EEE-6522-4DF7-9BA3-95E0A589080E}" type="parTrans" cxnId="{7E58D787-1342-4F43-A1BC-24CC2BD3E5DA}">
      <dgm:prSet/>
      <dgm:spPr/>
      <dgm:t>
        <a:bodyPr/>
        <a:lstStyle/>
        <a:p>
          <a:endParaRPr lang="en-US"/>
        </a:p>
      </dgm:t>
    </dgm:pt>
    <dgm:pt modelId="{E8571025-22F1-497D-961B-F40D8ADEF77B}" type="sibTrans" cxnId="{7E58D787-1342-4F43-A1BC-24CC2BD3E5DA}">
      <dgm:prSet/>
      <dgm:spPr/>
      <dgm:t>
        <a:bodyPr/>
        <a:lstStyle/>
        <a:p>
          <a:endParaRPr lang="en-US"/>
        </a:p>
      </dgm:t>
    </dgm:pt>
    <dgm:pt modelId="{44E6BDC7-8773-462C-9C3B-547D2FFEFA17}">
      <dgm:prSet/>
      <dgm:spPr/>
      <dgm:t>
        <a:bodyPr/>
        <a:lstStyle/>
        <a:p>
          <a:r>
            <a:rPr lang="en-US"/>
            <a:t>Stable and supports various platforms.</a:t>
          </a:r>
        </a:p>
      </dgm:t>
    </dgm:pt>
    <dgm:pt modelId="{F1AD254F-8546-48A0-9DCB-56CE731456CD}" type="parTrans" cxnId="{A072E382-31C8-40FA-A373-8EF4D4C1C023}">
      <dgm:prSet/>
      <dgm:spPr/>
      <dgm:t>
        <a:bodyPr/>
        <a:lstStyle/>
        <a:p>
          <a:endParaRPr lang="en-US"/>
        </a:p>
      </dgm:t>
    </dgm:pt>
    <dgm:pt modelId="{1B984FBF-0BF0-4DCF-8ECD-38DA83E98B2A}" type="sibTrans" cxnId="{A072E382-31C8-40FA-A373-8EF4D4C1C023}">
      <dgm:prSet/>
      <dgm:spPr/>
      <dgm:t>
        <a:bodyPr/>
        <a:lstStyle/>
        <a:p>
          <a:endParaRPr lang="en-US"/>
        </a:p>
      </dgm:t>
    </dgm:pt>
    <dgm:pt modelId="{59E6B6AD-19EB-4EE2-B4B8-979C79A546BB}">
      <dgm:prSet/>
      <dgm:spPr/>
      <dgm:t>
        <a:bodyPr/>
        <a:lstStyle/>
        <a:p>
          <a:r>
            <a:rPr lang="en-US"/>
            <a:t>Ideal for small to medium-sized websites.</a:t>
          </a:r>
        </a:p>
      </dgm:t>
    </dgm:pt>
    <dgm:pt modelId="{B455AF8E-04CB-451B-B540-EB52C03A8DA7}" type="parTrans" cxnId="{CE3B2319-CFDC-4550-B94E-432CD6483805}">
      <dgm:prSet/>
      <dgm:spPr/>
      <dgm:t>
        <a:bodyPr/>
        <a:lstStyle/>
        <a:p>
          <a:endParaRPr lang="en-US"/>
        </a:p>
      </dgm:t>
    </dgm:pt>
    <dgm:pt modelId="{BA33A3AD-4743-40FF-A85F-FFC0F0EDF51F}" type="sibTrans" cxnId="{CE3B2319-CFDC-4550-B94E-432CD6483805}">
      <dgm:prSet/>
      <dgm:spPr/>
      <dgm:t>
        <a:bodyPr/>
        <a:lstStyle/>
        <a:p>
          <a:endParaRPr lang="en-US"/>
        </a:p>
      </dgm:t>
    </dgm:pt>
    <dgm:pt modelId="{9AF7B6AA-0AC9-4E87-81FC-1CC3C6393E38}" type="pres">
      <dgm:prSet presAssocID="{1E0F52D5-243E-4B61-BAC4-F3DB12A99217}" presName="linear" presStyleCnt="0">
        <dgm:presLayoutVars>
          <dgm:animLvl val="lvl"/>
          <dgm:resizeHandles val="exact"/>
        </dgm:presLayoutVars>
      </dgm:prSet>
      <dgm:spPr/>
    </dgm:pt>
    <dgm:pt modelId="{B146DB44-3225-4581-91B8-A7D032B56B9E}" type="pres">
      <dgm:prSet presAssocID="{7D5C524A-F895-4124-8CCA-2861AB6232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E2B098B-BCC0-410C-9621-F5906D6FFE33}" type="pres">
      <dgm:prSet presAssocID="{53A2CB28-A342-437B-BC08-1E8EFA2103FA}" presName="spacer" presStyleCnt="0"/>
      <dgm:spPr/>
    </dgm:pt>
    <dgm:pt modelId="{F1101C1C-262E-45B7-BC6C-3DAE31C2A97A}" type="pres">
      <dgm:prSet presAssocID="{E18826D8-6D5E-4D80-9AF8-25C9E74342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20CB17-D0CC-4EDB-BDE7-AA5F230973AD}" type="pres">
      <dgm:prSet presAssocID="{E8571025-22F1-497D-961B-F40D8ADEF77B}" presName="spacer" presStyleCnt="0"/>
      <dgm:spPr/>
    </dgm:pt>
    <dgm:pt modelId="{812C4036-DA59-4B11-8962-0A04E6A884A6}" type="pres">
      <dgm:prSet presAssocID="{44E6BDC7-8773-462C-9C3B-547D2FFEFA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CE9B882-64F5-4E1F-9278-FDB8479A6D70}" type="pres">
      <dgm:prSet presAssocID="{1B984FBF-0BF0-4DCF-8ECD-38DA83E98B2A}" presName="spacer" presStyleCnt="0"/>
      <dgm:spPr/>
    </dgm:pt>
    <dgm:pt modelId="{C9EADD1F-72F5-4178-8894-CE2C8514C69E}" type="pres">
      <dgm:prSet presAssocID="{59E6B6AD-19EB-4EE2-B4B8-979C79A546B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59BD0B-FD22-4F07-B952-9BFDD58ECCA0}" type="presOf" srcId="{44E6BDC7-8773-462C-9C3B-547D2FFEFA17}" destId="{812C4036-DA59-4B11-8962-0A04E6A884A6}" srcOrd="0" destOrd="0" presId="urn:microsoft.com/office/officeart/2005/8/layout/vList2"/>
    <dgm:cxn modelId="{CE3B2319-CFDC-4550-B94E-432CD6483805}" srcId="{1E0F52D5-243E-4B61-BAC4-F3DB12A99217}" destId="{59E6B6AD-19EB-4EE2-B4B8-979C79A546BB}" srcOrd="3" destOrd="0" parTransId="{B455AF8E-04CB-451B-B540-EB52C03A8DA7}" sibTransId="{BA33A3AD-4743-40FF-A85F-FFC0F0EDF51F}"/>
    <dgm:cxn modelId="{2F4A3025-A566-47A9-B066-DEC259C24E12}" srcId="{1E0F52D5-243E-4B61-BAC4-F3DB12A99217}" destId="{7D5C524A-F895-4124-8CCA-2861AB6232D0}" srcOrd="0" destOrd="0" parTransId="{545F9E0A-0075-4709-B0CF-B543FBFE568C}" sibTransId="{53A2CB28-A342-437B-BC08-1E8EFA2103FA}"/>
    <dgm:cxn modelId="{6BBB1174-C6FE-45E1-B1F2-807D787D263E}" type="presOf" srcId="{59E6B6AD-19EB-4EE2-B4B8-979C79A546BB}" destId="{C9EADD1F-72F5-4178-8894-CE2C8514C69E}" srcOrd="0" destOrd="0" presId="urn:microsoft.com/office/officeart/2005/8/layout/vList2"/>
    <dgm:cxn modelId="{A072E382-31C8-40FA-A373-8EF4D4C1C023}" srcId="{1E0F52D5-243E-4B61-BAC4-F3DB12A99217}" destId="{44E6BDC7-8773-462C-9C3B-547D2FFEFA17}" srcOrd="2" destOrd="0" parTransId="{F1AD254F-8546-48A0-9DCB-56CE731456CD}" sibTransId="{1B984FBF-0BF0-4DCF-8ECD-38DA83E98B2A}"/>
    <dgm:cxn modelId="{7E58D787-1342-4F43-A1BC-24CC2BD3E5DA}" srcId="{1E0F52D5-243E-4B61-BAC4-F3DB12A99217}" destId="{E18826D8-6D5E-4D80-9AF8-25C9E7434289}" srcOrd="1" destOrd="0" parTransId="{CBB33EEE-6522-4DF7-9BA3-95E0A589080E}" sibTransId="{E8571025-22F1-497D-961B-F40D8ADEF77B}"/>
    <dgm:cxn modelId="{9B2D34A5-8C5A-45B3-A4C6-E2CA946A8A4F}" type="presOf" srcId="{7D5C524A-F895-4124-8CCA-2861AB6232D0}" destId="{B146DB44-3225-4581-91B8-A7D032B56B9E}" srcOrd="0" destOrd="0" presId="urn:microsoft.com/office/officeart/2005/8/layout/vList2"/>
    <dgm:cxn modelId="{1937A9A6-8401-4664-BAEA-EC8F2B9254F8}" type="presOf" srcId="{1E0F52D5-243E-4B61-BAC4-F3DB12A99217}" destId="{9AF7B6AA-0AC9-4E87-81FC-1CC3C6393E38}" srcOrd="0" destOrd="0" presId="urn:microsoft.com/office/officeart/2005/8/layout/vList2"/>
    <dgm:cxn modelId="{80AD8DF8-5FA5-4507-86D9-50E4961A4B67}" type="presOf" srcId="{E18826D8-6D5E-4D80-9AF8-25C9E7434289}" destId="{F1101C1C-262E-45B7-BC6C-3DAE31C2A97A}" srcOrd="0" destOrd="0" presId="urn:microsoft.com/office/officeart/2005/8/layout/vList2"/>
    <dgm:cxn modelId="{7C793637-7A87-4421-A899-9705F2FF37A3}" type="presParOf" srcId="{9AF7B6AA-0AC9-4E87-81FC-1CC3C6393E38}" destId="{B146DB44-3225-4581-91B8-A7D032B56B9E}" srcOrd="0" destOrd="0" presId="urn:microsoft.com/office/officeart/2005/8/layout/vList2"/>
    <dgm:cxn modelId="{8E645035-9FA2-4F62-BE10-F6632D9880DB}" type="presParOf" srcId="{9AF7B6AA-0AC9-4E87-81FC-1CC3C6393E38}" destId="{1E2B098B-BCC0-410C-9621-F5906D6FFE33}" srcOrd="1" destOrd="0" presId="urn:microsoft.com/office/officeart/2005/8/layout/vList2"/>
    <dgm:cxn modelId="{D9334D62-1DA7-4D44-A0F6-830384053A76}" type="presParOf" srcId="{9AF7B6AA-0AC9-4E87-81FC-1CC3C6393E38}" destId="{F1101C1C-262E-45B7-BC6C-3DAE31C2A97A}" srcOrd="2" destOrd="0" presId="urn:microsoft.com/office/officeart/2005/8/layout/vList2"/>
    <dgm:cxn modelId="{ECEF5844-DD2A-4249-928C-8B5B24484939}" type="presParOf" srcId="{9AF7B6AA-0AC9-4E87-81FC-1CC3C6393E38}" destId="{B320CB17-D0CC-4EDB-BDE7-AA5F230973AD}" srcOrd="3" destOrd="0" presId="urn:microsoft.com/office/officeart/2005/8/layout/vList2"/>
    <dgm:cxn modelId="{0131345C-C246-4291-AD10-A69B81D3C17B}" type="presParOf" srcId="{9AF7B6AA-0AC9-4E87-81FC-1CC3C6393E38}" destId="{812C4036-DA59-4B11-8962-0A04E6A884A6}" srcOrd="4" destOrd="0" presId="urn:microsoft.com/office/officeart/2005/8/layout/vList2"/>
    <dgm:cxn modelId="{23225C10-E4EA-4FBD-99C7-7B63D70812BF}" type="presParOf" srcId="{9AF7B6AA-0AC9-4E87-81FC-1CC3C6393E38}" destId="{CCE9B882-64F5-4E1F-9278-FDB8479A6D70}" srcOrd="5" destOrd="0" presId="urn:microsoft.com/office/officeart/2005/8/layout/vList2"/>
    <dgm:cxn modelId="{9110E664-56DA-47C7-A491-7ECDBD9236A8}" type="presParOf" srcId="{9AF7B6AA-0AC9-4E87-81FC-1CC3C6393E38}" destId="{C9EADD1F-72F5-4178-8894-CE2C8514C69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AACAE3-0D5A-4AD3-914A-93D57DBE82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C469CA-E1FA-40E6-93F1-7486072B5385}">
      <dgm:prSet/>
      <dgm:spPr/>
      <dgm:t>
        <a:bodyPr/>
        <a:lstStyle/>
        <a:p>
          <a:r>
            <a:rPr lang="en-US"/>
            <a:t>High-performance, open-source server.</a:t>
          </a:r>
        </a:p>
      </dgm:t>
    </dgm:pt>
    <dgm:pt modelId="{58945AA4-791F-46A9-8756-293474894B79}" type="parTrans" cxnId="{BE6DDA17-FC1B-4BFC-9687-04FE6B12127C}">
      <dgm:prSet/>
      <dgm:spPr/>
      <dgm:t>
        <a:bodyPr/>
        <a:lstStyle/>
        <a:p>
          <a:endParaRPr lang="en-US"/>
        </a:p>
      </dgm:t>
    </dgm:pt>
    <dgm:pt modelId="{C05D6232-B379-4338-BA09-2479148B0E10}" type="sibTrans" cxnId="{BE6DDA17-FC1B-4BFC-9687-04FE6B12127C}">
      <dgm:prSet/>
      <dgm:spPr/>
      <dgm:t>
        <a:bodyPr/>
        <a:lstStyle/>
        <a:p>
          <a:endParaRPr lang="en-US"/>
        </a:p>
      </dgm:t>
    </dgm:pt>
    <dgm:pt modelId="{E58F5CE8-CE77-445B-B99A-F7C5C539C875}">
      <dgm:prSet/>
      <dgm:spPr/>
      <dgm:t>
        <a:bodyPr/>
        <a:lstStyle/>
        <a:p>
          <a:r>
            <a:rPr lang="en-US"/>
            <a:t>Efficient memory usage.</a:t>
          </a:r>
        </a:p>
      </dgm:t>
    </dgm:pt>
    <dgm:pt modelId="{BC072586-ECC2-487B-B2A8-78726E9841D1}" type="parTrans" cxnId="{2757FA24-540E-431F-964B-01FC64B1FF1D}">
      <dgm:prSet/>
      <dgm:spPr/>
      <dgm:t>
        <a:bodyPr/>
        <a:lstStyle/>
        <a:p>
          <a:endParaRPr lang="en-US"/>
        </a:p>
      </dgm:t>
    </dgm:pt>
    <dgm:pt modelId="{29F862AE-FA0C-4EC1-9C49-53389D569A6D}" type="sibTrans" cxnId="{2757FA24-540E-431F-964B-01FC64B1FF1D}">
      <dgm:prSet/>
      <dgm:spPr/>
      <dgm:t>
        <a:bodyPr/>
        <a:lstStyle/>
        <a:p>
          <a:endParaRPr lang="en-US"/>
        </a:p>
      </dgm:t>
    </dgm:pt>
    <dgm:pt modelId="{E395C5A4-6890-4BA9-A83F-E7BF3918D36E}">
      <dgm:prSet/>
      <dgm:spPr/>
      <dgm:t>
        <a:bodyPr/>
        <a:lstStyle/>
        <a:p>
          <a:r>
            <a:rPr lang="en-US"/>
            <a:t>Ideal for high-traffic websites.</a:t>
          </a:r>
        </a:p>
      </dgm:t>
    </dgm:pt>
    <dgm:pt modelId="{50DB014D-959B-4827-BD83-E0959DDAF38C}" type="parTrans" cxnId="{61B26455-5DEB-4F36-A969-B30C7108E1B0}">
      <dgm:prSet/>
      <dgm:spPr/>
      <dgm:t>
        <a:bodyPr/>
        <a:lstStyle/>
        <a:p>
          <a:endParaRPr lang="en-US"/>
        </a:p>
      </dgm:t>
    </dgm:pt>
    <dgm:pt modelId="{68413F2E-6D8F-4CFB-842E-F66F2A9EE686}" type="sibTrans" cxnId="{61B26455-5DEB-4F36-A969-B30C7108E1B0}">
      <dgm:prSet/>
      <dgm:spPr/>
      <dgm:t>
        <a:bodyPr/>
        <a:lstStyle/>
        <a:p>
          <a:endParaRPr lang="en-US"/>
        </a:p>
      </dgm:t>
    </dgm:pt>
    <dgm:pt modelId="{C4D87AFD-0719-4273-898C-7D5C9F3940BB}">
      <dgm:prSet/>
      <dgm:spPr/>
      <dgm:t>
        <a:bodyPr/>
        <a:lstStyle/>
        <a:p>
          <a:r>
            <a:rPr lang="en-US"/>
            <a:t>Supports reverse proxy and load balancing.</a:t>
          </a:r>
        </a:p>
      </dgm:t>
    </dgm:pt>
    <dgm:pt modelId="{4D9AFA43-E6A6-4AA5-A60C-23E9F5692082}" type="parTrans" cxnId="{FA24AD1C-748F-4F4E-92BF-3B30E80C8D64}">
      <dgm:prSet/>
      <dgm:spPr/>
      <dgm:t>
        <a:bodyPr/>
        <a:lstStyle/>
        <a:p>
          <a:endParaRPr lang="en-US"/>
        </a:p>
      </dgm:t>
    </dgm:pt>
    <dgm:pt modelId="{8A03176D-6C7A-496D-8187-8B273782B558}" type="sibTrans" cxnId="{FA24AD1C-748F-4F4E-92BF-3B30E80C8D64}">
      <dgm:prSet/>
      <dgm:spPr/>
      <dgm:t>
        <a:bodyPr/>
        <a:lstStyle/>
        <a:p>
          <a:endParaRPr lang="en-US"/>
        </a:p>
      </dgm:t>
    </dgm:pt>
    <dgm:pt modelId="{5F24F67D-1DA7-4242-A6BA-D5F000FB4B1D}" type="pres">
      <dgm:prSet presAssocID="{97AACAE3-0D5A-4AD3-914A-93D57DBE8280}" presName="root" presStyleCnt="0">
        <dgm:presLayoutVars>
          <dgm:dir/>
          <dgm:resizeHandles val="exact"/>
        </dgm:presLayoutVars>
      </dgm:prSet>
      <dgm:spPr/>
    </dgm:pt>
    <dgm:pt modelId="{BF16052D-7AAD-4D90-B6D4-EBBD54D7FA47}" type="pres">
      <dgm:prSet presAssocID="{4DC469CA-E1FA-40E6-93F1-7486072B5385}" presName="compNode" presStyleCnt="0"/>
      <dgm:spPr/>
    </dgm:pt>
    <dgm:pt modelId="{01AB3A1D-DCCF-465E-ABD0-A888542E9D30}" type="pres">
      <dgm:prSet presAssocID="{4DC469CA-E1FA-40E6-93F1-7486072B5385}" presName="bgRect" presStyleLbl="bgShp" presStyleIdx="0" presStyleCnt="4"/>
      <dgm:spPr/>
    </dgm:pt>
    <dgm:pt modelId="{A3E9881E-0DD4-4EC1-97C7-AF5647E8E2C7}" type="pres">
      <dgm:prSet presAssocID="{4DC469CA-E1FA-40E6-93F1-7486072B53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28E254E-AA07-4D04-84FC-BA333183F378}" type="pres">
      <dgm:prSet presAssocID="{4DC469CA-E1FA-40E6-93F1-7486072B5385}" presName="spaceRect" presStyleCnt="0"/>
      <dgm:spPr/>
    </dgm:pt>
    <dgm:pt modelId="{3ECC8A8C-9B74-41E1-A889-FBBBC4BE9041}" type="pres">
      <dgm:prSet presAssocID="{4DC469CA-E1FA-40E6-93F1-7486072B5385}" presName="parTx" presStyleLbl="revTx" presStyleIdx="0" presStyleCnt="4">
        <dgm:presLayoutVars>
          <dgm:chMax val="0"/>
          <dgm:chPref val="0"/>
        </dgm:presLayoutVars>
      </dgm:prSet>
      <dgm:spPr/>
    </dgm:pt>
    <dgm:pt modelId="{D3CEBCE7-61FB-4CBF-BBB8-39288785CA2C}" type="pres">
      <dgm:prSet presAssocID="{C05D6232-B379-4338-BA09-2479148B0E10}" presName="sibTrans" presStyleCnt="0"/>
      <dgm:spPr/>
    </dgm:pt>
    <dgm:pt modelId="{0F6AAE38-BA19-49E7-AE24-F7D5330E19B7}" type="pres">
      <dgm:prSet presAssocID="{E58F5CE8-CE77-445B-B99A-F7C5C539C875}" presName="compNode" presStyleCnt="0"/>
      <dgm:spPr/>
    </dgm:pt>
    <dgm:pt modelId="{53BC4F10-6BDD-4D8F-9F98-34174BD259F3}" type="pres">
      <dgm:prSet presAssocID="{E58F5CE8-CE77-445B-B99A-F7C5C539C875}" presName="bgRect" presStyleLbl="bgShp" presStyleIdx="1" presStyleCnt="4"/>
      <dgm:spPr/>
    </dgm:pt>
    <dgm:pt modelId="{052E62F8-02AF-47C2-8F25-EEF910466D73}" type="pres">
      <dgm:prSet presAssocID="{E58F5CE8-CE77-445B-B99A-F7C5C539C87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4C7C6A82-2FC5-4C29-8A6C-0BEB699EC2A4}" type="pres">
      <dgm:prSet presAssocID="{E58F5CE8-CE77-445B-B99A-F7C5C539C875}" presName="spaceRect" presStyleCnt="0"/>
      <dgm:spPr/>
    </dgm:pt>
    <dgm:pt modelId="{7F1455B7-695E-47BE-9AB9-DA57BD047CE5}" type="pres">
      <dgm:prSet presAssocID="{E58F5CE8-CE77-445B-B99A-F7C5C539C875}" presName="parTx" presStyleLbl="revTx" presStyleIdx="1" presStyleCnt="4">
        <dgm:presLayoutVars>
          <dgm:chMax val="0"/>
          <dgm:chPref val="0"/>
        </dgm:presLayoutVars>
      </dgm:prSet>
      <dgm:spPr/>
    </dgm:pt>
    <dgm:pt modelId="{7ACDB81E-86A3-45F2-B3AE-BF8514871DD3}" type="pres">
      <dgm:prSet presAssocID="{29F862AE-FA0C-4EC1-9C49-53389D569A6D}" presName="sibTrans" presStyleCnt="0"/>
      <dgm:spPr/>
    </dgm:pt>
    <dgm:pt modelId="{DCF5537B-7477-4FA1-83C5-18FA35588D9D}" type="pres">
      <dgm:prSet presAssocID="{E395C5A4-6890-4BA9-A83F-E7BF3918D36E}" presName="compNode" presStyleCnt="0"/>
      <dgm:spPr/>
    </dgm:pt>
    <dgm:pt modelId="{EC87A6E2-25B5-41E8-96D1-3617132B8479}" type="pres">
      <dgm:prSet presAssocID="{E395C5A4-6890-4BA9-A83F-E7BF3918D36E}" presName="bgRect" presStyleLbl="bgShp" presStyleIdx="2" presStyleCnt="4"/>
      <dgm:spPr/>
    </dgm:pt>
    <dgm:pt modelId="{2F63E7B2-43F6-445C-B927-4F18F0F0CA8A}" type="pres">
      <dgm:prSet presAssocID="{E395C5A4-6890-4BA9-A83F-E7BF3918D3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AA12FA07-E7B3-4BF4-A9C1-44B36AC1E8E7}" type="pres">
      <dgm:prSet presAssocID="{E395C5A4-6890-4BA9-A83F-E7BF3918D36E}" presName="spaceRect" presStyleCnt="0"/>
      <dgm:spPr/>
    </dgm:pt>
    <dgm:pt modelId="{CA93B977-D401-434F-BF84-D17CA2118150}" type="pres">
      <dgm:prSet presAssocID="{E395C5A4-6890-4BA9-A83F-E7BF3918D36E}" presName="parTx" presStyleLbl="revTx" presStyleIdx="2" presStyleCnt="4">
        <dgm:presLayoutVars>
          <dgm:chMax val="0"/>
          <dgm:chPref val="0"/>
        </dgm:presLayoutVars>
      </dgm:prSet>
      <dgm:spPr/>
    </dgm:pt>
    <dgm:pt modelId="{8F16916D-46CE-4D83-BA1F-762563D7CFBE}" type="pres">
      <dgm:prSet presAssocID="{68413F2E-6D8F-4CFB-842E-F66F2A9EE686}" presName="sibTrans" presStyleCnt="0"/>
      <dgm:spPr/>
    </dgm:pt>
    <dgm:pt modelId="{E281F33C-FEFD-4448-8247-120C0F80219A}" type="pres">
      <dgm:prSet presAssocID="{C4D87AFD-0719-4273-898C-7D5C9F3940BB}" presName="compNode" presStyleCnt="0"/>
      <dgm:spPr/>
    </dgm:pt>
    <dgm:pt modelId="{06EC056D-B848-4702-956C-5E1B22E7FF78}" type="pres">
      <dgm:prSet presAssocID="{C4D87AFD-0719-4273-898C-7D5C9F3940BB}" presName="bgRect" presStyleLbl="bgShp" presStyleIdx="3" presStyleCnt="4"/>
      <dgm:spPr/>
    </dgm:pt>
    <dgm:pt modelId="{50E7D273-FC45-47EF-8A16-FF77FC1FD78A}" type="pres">
      <dgm:prSet presAssocID="{C4D87AFD-0719-4273-898C-7D5C9F3940B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0B04F151-233B-4FFC-9991-D4797112C0CC}" type="pres">
      <dgm:prSet presAssocID="{C4D87AFD-0719-4273-898C-7D5C9F3940BB}" presName="spaceRect" presStyleCnt="0"/>
      <dgm:spPr/>
    </dgm:pt>
    <dgm:pt modelId="{D358D887-57EE-4B36-A677-616E28C002A2}" type="pres">
      <dgm:prSet presAssocID="{C4D87AFD-0719-4273-898C-7D5C9F3940B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1391B0F-FB7E-49E8-98B3-0F87EEA8C107}" type="presOf" srcId="{E395C5A4-6890-4BA9-A83F-E7BF3918D36E}" destId="{CA93B977-D401-434F-BF84-D17CA2118150}" srcOrd="0" destOrd="0" presId="urn:microsoft.com/office/officeart/2018/2/layout/IconVerticalSolidList"/>
    <dgm:cxn modelId="{F9677F11-C4CC-41C5-A708-092E2D2F495E}" type="presOf" srcId="{4DC469CA-E1FA-40E6-93F1-7486072B5385}" destId="{3ECC8A8C-9B74-41E1-A889-FBBBC4BE9041}" srcOrd="0" destOrd="0" presId="urn:microsoft.com/office/officeart/2018/2/layout/IconVerticalSolidList"/>
    <dgm:cxn modelId="{CE8EF211-095D-41F4-B148-F8B03CDF1A67}" type="presOf" srcId="{E58F5CE8-CE77-445B-B99A-F7C5C539C875}" destId="{7F1455B7-695E-47BE-9AB9-DA57BD047CE5}" srcOrd="0" destOrd="0" presId="urn:microsoft.com/office/officeart/2018/2/layout/IconVerticalSolidList"/>
    <dgm:cxn modelId="{BE6DDA17-FC1B-4BFC-9687-04FE6B12127C}" srcId="{97AACAE3-0D5A-4AD3-914A-93D57DBE8280}" destId="{4DC469CA-E1FA-40E6-93F1-7486072B5385}" srcOrd="0" destOrd="0" parTransId="{58945AA4-791F-46A9-8756-293474894B79}" sibTransId="{C05D6232-B379-4338-BA09-2479148B0E10}"/>
    <dgm:cxn modelId="{FA24AD1C-748F-4F4E-92BF-3B30E80C8D64}" srcId="{97AACAE3-0D5A-4AD3-914A-93D57DBE8280}" destId="{C4D87AFD-0719-4273-898C-7D5C9F3940BB}" srcOrd="3" destOrd="0" parTransId="{4D9AFA43-E6A6-4AA5-A60C-23E9F5692082}" sibTransId="{8A03176D-6C7A-496D-8187-8B273782B558}"/>
    <dgm:cxn modelId="{2757FA24-540E-431F-964B-01FC64B1FF1D}" srcId="{97AACAE3-0D5A-4AD3-914A-93D57DBE8280}" destId="{E58F5CE8-CE77-445B-B99A-F7C5C539C875}" srcOrd="1" destOrd="0" parTransId="{BC072586-ECC2-487B-B2A8-78726E9841D1}" sibTransId="{29F862AE-FA0C-4EC1-9C49-53389D569A6D}"/>
    <dgm:cxn modelId="{37A34327-41A6-4E11-8E24-95C165289FA2}" type="presOf" srcId="{C4D87AFD-0719-4273-898C-7D5C9F3940BB}" destId="{D358D887-57EE-4B36-A677-616E28C002A2}" srcOrd="0" destOrd="0" presId="urn:microsoft.com/office/officeart/2018/2/layout/IconVerticalSolidList"/>
    <dgm:cxn modelId="{61B26455-5DEB-4F36-A969-B30C7108E1B0}" srcId="{97AACAE3-0D5A-4AD3-914A-93D57DBE8280}" destId="{E395C5A4-6890-4BA9-A83F-E7BF3918D36E}" srcOrd="2" destOrd="0" parTransId="{50DB014D-959B-4827-BD83-E0959DDAF38C}" sibTransId="{68413F2E-6D8F-4CFB-842E-F66F2A9EE686}"/>
    <dgm:cxn modelId="{817B7658-5B56-4C3F-A9C3-A4FCFD5FFB5D}" type="presOf" srcId="{97AACAE3-0D5A-4AD3-914A-93D57DBE8280}" destId="{5F24F67D-1DA7-4242-A6BA-D5F000FB4B1D}" srcOrd="0" destOrd="0" presId="urn:microsoft.com/office/officeart/2018/2/layout/IconVerticalSolidList"/>
    <dgm:cxn modelId="{FF667B6F-46D7-40BE-BB40-DD36115A84C9}" type="presParOf" srcId="{5F24F67D-1DA7-4242-A6BA-D5F000FB4B1D}" destId="{BF16052D-7AAD-4D90-B6D4-EBBD54D7FA47}" srcOrd="0" destOrd="0" presId="urn:microsoft.com/office/officeart/2018/2/layout/IconVerticalSolidList"/>
    <dgm:cxn modelId="{DE63D966-208C-4F1D-AADC-11B503804CE4}" type="presParOf" srcId="{BF16052D-7AAD-4D90-B6D4-EBBD54D7FA47}" destId="{01AB3A1D-DCCF-465E-ABD0-A888542E9D30}" srcOrd="0" destOrd="0" presId="urn:microsoft.com/office/officeart/2018/2/layout/IconVerticalSolidList"/>
    <dgm:cxn modelId="{1ED49C6A-64FF-42DB-BF35-F4950BBD1C6C}" type="presParOf" srcId="{BF16052D-7AAD-4D90-B6D4-EBBD54D7FA47}" destId="{A3E9881E-0DD4-4EC1-97C7-AF5647E8E2C7}" srcOrd="1" destOrd="0" presId="urn:microsoft.com/office/officeart/2018/2/layout/IconVerticalSolidList"/>
    <dgm:cxn modelId="{C71E87F6-78A7-41EB-B42A-7A301F7558A6}" type="presParOf" srcId="{BF16052D-7AAD-4D90-B6D4-EBBD54D7FA47}" destId="{A28E254E-AA07-4D04-84FC-BA333183F378}" srcOrd="2" destOrd="0" presId="urn:microsoft.com/office/officeart/2018/2/layout/IconVerticalSolidList"/>
    <dgm:cxn modelId="{5A90132F-9072-479F-8509-4F649B461C6F}" type="presParOf" srcId="{BF16052D-7AAD-4D90-B6D4-EBBD54D7FA47}" destId="{3ECC8A8C-9B74-41E1-A889-FBBBC4BE9041}" srcOrd="3" destOrd="0" presId="urn:microsoft.com/office/officeart/2018/2/layout/IconVerticalSolidList"/>
    <dgm:cxn modelId="{9947203B-266E-43D7-B957-683F5A6C927C}" type="presParOf" srcId="{5F24F67D-1DA7-4242-A6BA-D5F000FB4B1D}" destId="{D3CEBCE7-61FB-4CBF-BBB8-39288785CA2C}" srcOrd="1" destOrd="0" presId="urn:microsoft.com/office/officeart/2018/2/layout/IconVerticalSolidList"/>
    <dgm:cxn modelId="{5A92E816-5E96-4100-8287-8DB735FD0553}" type="presParOf" srcId="{5F24F67D-1DA7-4242-A6BA-D5F000FB4B1D}" destId="{0F6AAE38-BA19-49E7-AE24-F7D5330E19B7}" srcOrd="2" destOrd="0" presId="urn:microsoft.com/office/officeart/2018/2/layout/IconVerticalSolidList"/>
    <dgm:cxn modelId="{F216D495-2DA1-45C4-8D1A-17B5CC754855}" type="presParOf" srcId="{0F6AAE38-BA19-49E7-AE24-F7D5330E19B7}" destId="{53BC4F10-6BDD-4D8F-9F98-34174BD259F3}" srcOrd="0" destOrd="0" presId="urn:microsoft.com/office/officeart/2018/2/layout/IconVerticalSolidList"/>
    <dgm:cxn modelId="{838561DC-8A11-4722-A177-53388C2A2EEA}" type="presParOf" srcId="{0F6AAE38-BA19-49E7-AE24-F7D5330E19B7}" destId="{052E62F8-02AF-47C2-8F25-EEF910466D73}" srcOrd="1" destOrd="0" presId="urn:microsoft.com/office/officeart/2018/2/layout/IconVerticalSolidList"/>
    <dgm:cxn modelId="{60E431A4-17F2-4EA7-AFE0-992D17481B9C}" type="presParOf" srcId="{0F6AAE38-BA19-49E7-AE24-F7D5330E19B7}" destId="{4C7C6A82-2FC5-4C29-8A6C-0BEB699EC2A4}" srcOrd="2" destOrd="0" presId="urn:microsoft.com/office/officeart/2018/2/layout/IconVerticalSolidList"/>
    <dgm:cxn modelId="{BD71C30D-1742-4698-A505-1C2FD5DA1A4C}" type="presParOf" srcId="{0F6AAE38-BA19-49E7-AE24-F7D5330E19B7}" destId="{7F1455B7-695E-47BE-9AB9-DA57BD047CE5}" srcOrd="3" destOrd="0" presId="urn:microsoft.com/office/officeart/2018/2/layout/IconVerticalSolidList"/>
    <dgm:cxn modelId="{06B8ACDB-8126-4153-B8E2-918350D435B4}" type="presParOf" srcId="{5F24F67D-1DA7-4242-A6BA-D5F000FB4B1D}" destId="{7ACDB81E-86A3-45F2-B3AE-BF8514871DD3}" srcOrd="3" destOrd="0" presId="urn:microsoft.com/office/officeart/2018/2/layout/IconVerticalSolidList"/>
    <dgm:cxn modelId="{7D7D23BA-E8FF-46C3-A78B-E98F4D6D802F}" type="presParOf" srcId="{5F24F67D-1DA7-4242-A6BA-D5F000FB4B1D}" destId="{DCF5537B-7477-4FA1-83C5-18FA35588D9D}" srcOrd="4" destOrd="0" presId="urn:microsoft.com/office/officeart/2018/2/layout/IconVerticalSolidList"/>
    <dgm:cxn modelId="{432C3BE2-0F21-4B61-A41F-780F73D07FC6}" type="presParOf" srcId="{DCF5537B-7477-4FA1-83C5-18FA35588D9D}" destId="{EC87A6E2-25B5-41E8-96D1-3617132B8479}" srcOrd="0" destOrd="0" presId="urn:microsoft.com/office/officeart/2018/2/layout/IconVerticalSolidList"/>
    <dgm:cxn modelId="{04C83089-56BA-4365-B88C-DE7245489D23}" type="presParOf" srcId="{DCF5537B-7477-4FA1-83C5-18FA35588D9D}" destId="{2F63E7B2-43F6-445C-B927-4F18F0F0CA8A}" srcOrd="1" destOrd="0" presId="urn:microsoft.com/office/officeart/2018/2/layout/IconVerticalSolidList"/>
    <dgm:cxn modelId="{15647DA2-DADA-4E93-908A-4ED5BE0BDE31}" type="presParOf" srcId="{DCF5537B-7477-4FA1-83C5-18FA35588D9D}" destId="{AA12FA07-E7B3-4BF4-A9C1-44B36AC1E8E7}" srcOrd="2" destOrd="0" presId="urn:microsoft.com/office/officeart/2018/2/layout/IconVerticalSolidList"/>
    <dgm:cxn modelId="{8388E7F4-AC39-437F-BCE7-9F8706A9FD87}" type="presParOf" srcId="{DCF5537B-7477-4FA1-83C5-18FA35588D9D}" destId="{CA93B977-D401-434F-BF84-D17CA2118150}" srcOrd="3" destOrd="0" presId="urn:microsoft.com/office/officeart/2018/2/layout/IconVerticalSolidList"/>
    <dgm:cxn modelId="{614DB47E-55F9-4F30-A9D5-668C45F7EF41}" type="presParOf" srcId="{5F24F67D-1DA7-4242-A6BA-D5F000FB4B1D}" destId="{8F16916D-46CE-4D83-BA1F-762563D7CFBE}" srcOrd="5" destOrd="0" presId="urn:microsoft.com/office/officeart/2018/2/layout/IconVerticalSolidList"/>
    <dgm:cxn modelId="{464C21B6-92CF-49EA-A5A5-076C1D00CC32}" type="presParOf" srcId="{5F24F67D-1DA7-4242-A6BA-D5F000FB4B1D}" destId="{E281F33C-FEFD-4448-8247-120C0F80219A}" srcOrd="6" destOrd="0" presId="urn:microsoft.com/office/officeart/2018/2/layout/IconVerticalSolidList"/>
    <dgm:cxn modelId="{3C55FC64-85B2-420B-89AD-EC0BBEF82361}" type="presParOf" srcId="{E281F33C-FEFD-4448-8247-120C0F80219A}" destId="{06EC056D-B848-4702-956C-5E1B22E7FF78}" srcOrd="0" destOrd="0" presId="urn:microsoft.com/office/officeart/2018/2/layout/IconVerticalSolidList"/>
    <dgm:cxn modelId="{55C51DDE-8AB9-4C34-9543-343D741EF23A}" type="presParOf" srcId="{E281F33C-FEFD-4448-8247-120C0F80219A}" destId="{50E7D273-FC45-47EF-8A16-FF77FC1FD78A}" srcOrd="1" destOrd="0" presId="urn:microsoft.com/office/officeart/2018/2/layout/IconVerticalSolidList"/>
    <dgm:cxn modelId="{3A3E8EEB-59E7-49A7-BB7E-1D02D4343439}" type="presParOf" srcId="{E281F33C-FEFD-4448-8247-120C0F80219A}" destId="{0B04F151-233B-4FFC-9991-D4797112C0CC}" srcOrd="2" destOrd="0" presId="urn:microsoft.com/office/officeart/2018/2/layout/IconVerticalSolidList"/>
    <dgm:cxn modelId="{874B3409-4124-4DB3-AF70-05A4310D08BB}" type="presParOf" srcId="{E281F33C-FEFD-4448-8247-120C0F80219A}" destId="{D358D887-57EE-4B36-A677-616E28C002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AA14F3-221D-4D31-855B-3ACBB73CFBE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860F865-5D3B-4F2D-9023-ED2B371BB41E}">
      <dgm:prSet/>
      <dgm:spPr/>
      <dgm:t>
        <a:bodyPr/>
        <a:lstStyle/>
        <a:p>
          <a:r>
            <a:rPr lang="en-US"/>
            <a:t>IIS: Integrated with Windows, supports enterprise apps.</a:t>
          </a:r>
        </a:p>
      </dgm:t>
    </dgm:pt>
    <dgm:pt modelId="{F76D9DBC-2C7D-47F5-9C4F-488B5EC3618B}" type="parTrans" cxnId="{D0E2B79A-BFBB-4FED-81CA-B1CCEBFD7F40}">
      <dgm:prSet/>
      <dgm:spPr/>
      <dgm:t>
        <a:bodyPr/>
        <a:lstStyle/>
        <a:p>
          <a:endParaRPr lang="en-US"/>
        </a:p>
      </dgm:t>
    </dgm:pt>
    <dgm:pt modelId="{F3192999-7823-4041-8A98-DB6495DBD517}" type="sibTrans" cxnId="{D0E2B79A-BFBB-4FED-81CA-B1CCEBFD7F40}">
      <dgm:prSet/>
      <dgm:spPr/>
      <dgm:t>
        <a:bodyPr/>
        <a:lstStyle/>
        <a:p>
          <a:endParaRPr lang="en-US"/>
        </a:p>
      </dgm:t>
    </dgm:pt>
    <dgm:pt modelId="{D357B922-5153-4D00-B64C-3867903EED49}">
      <dgm:prSet/>
      <dgm:spPr/>
      <dgm:t>
        <a:bodyPr/>
        <a:lstStyle/>
        <a:p>
          <a:r>
            <a:rPr lang="en-US"/>
            <a:t>LiteSpeed: High-performance, compatible with Apache configurations.</a:t>
          </a:r>
        </a:p>
      </dgm:t>
    </dgm:pt>
    <dgm:pt modelId="{A70D8189-F622-4A3B-A0AF-C3D222B82A88}" type="parTrans" cxnId="{1BBFA2E8-2E0E-4FC2-A5DC-B503F7B3F777}">
      <dgm:prSet/>
      <dgm:spPr/>
      <dgm:t>
        <a:bodyPr/>
        <a:lstStyle/>
        <a:p>
          <a:endParaRPr lang="en-US"/>
        </a:p>
      </dgm:t>
    </dgm:pt>
    <dgm:pt modelId="{3F150A8C-48AF-40C5-BC88-7DF04EEED503}" type="sibTrans" cxnId="{1BBFA2E8-2E0E-4FC2-A5DC-B503F7B3F777}">
      <dgm:prSet/>
      <dgm:spPr/>
      <dgm:t>
        <a:bodyPr/>
        <a:lstStyle/>
        <a:p>
          <a:endParaRPr lang="en-US"/>
        </a:p>
      </dgm:t>
    </dgm:pt>
    <dgm:pt modelId="{2398F315-4581-4A23-AACE-EA48DCAEEC4E}">
      <dgm:prSet/>
      <dgm:spPr/>
      <dgm:t>
        <a:bodyPr/>
        <a:lstStyle/>
        <a:p>
          <a:r>
            <a:rPr lang="en-US"/>
            <a:t>LiteSpeed is ideal for performance-focused websites.</a:t>
          </a:r>
        </a:p>
      </dgm:t>
    </dgm:pt>
    <dgm:pt modelId="{FE6471D7-4B27-44D2-BBD7-BB096CC9D53F}" type="parTrans" cxnId="{0D49179B-C6FB-4EA5-840C-A62C292AFFA3}">
      <dgm:prSet/>
      <dgm:spPr/>
      <dgm:t>
        <a:bodyPr/>
        <a:lstStyle/>
        <a:p>
          <a:endParaRPr lang="en-US"/>
        </a:p>
      </dgm:t>
    </dgm:pt>
    <dgm:pt modelId="{1C2FDC1D-E208-4004-A59D-DEED43944EBC}" type="sibTrans" cxnId="{0D49179B-C6FB-4EA5-840C-A62C292AFFA3}">
      <dgm:prSet/>
      <dgm:spPr/>
      <dgm:t>
        <a:bodyPr/>
        <a:lstStyle/>
        <a:p>
          <a:endParaRPr lang="en-US"/>
        </a:p>
      </dgm:t>
    </dgm:pt>
    <dgm:pt modelId="{50B86EB5-56D0-40BD-AD7E-ED74163B913D}" type="pres">
      <dgm:prSet presAssocID="{01AA14F3-221D-4D31-855B-3ACBB73CFBED}" presName="root" presStyleCnt="0">
        <dgm:presLayoutVars>
          <dgm:dir/>
          <dgm:resizeHandles val="exact"/>
        </dgm:presLayoutVars>
      </dgm:prSet>
      <dgm:spPr/>
    </dgm:pt>
    <dgm:pt modelId="{1E8C2F18-A6E1-4105-B32F-AA6F46AAC999}" type="pres">
      <dgm:prSet presAssocID="{8860F865-5D3B-4F2D-9023-ED2B371BB41E}" presName="compNode" presStyleCnt="0"/>
      <dgm:spPr/>
    </dgm:pt>
    <dgm:pt modelId="{DDEF6B1E-8E52-4B6F-A25B-8B186D058C96}" type="pres">
      <dgm:prSet presAssocID="{8860F865-5D3B-4F2D-9023-ED2B371BB4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082AF91-BB95-431D-9D88-1AD0B3B23C8A}" type="pres">
      <dgm:prSet presAssocID="{8860F865-5D3B-4F2D-9023-ED2B371BB41E}" presName="spaceRect" presStyleCnt="0"/>
      <dgm:spPr/>
    </dgm:pt>
    <dgm:pt modelId="{96A2E30B-1AB6-4374-908E-761778ADE68D}" type="pres">
      <dgm:prSet presAssocID="{8860F865-5D3B-4F2D-9023-ED2B371BB41E}" presName="textRect" presStyleLbl="revTx" presStyleIdx="0" presStyleCnt="3">
        <dgm:presLayoutVars>
          <dgm:chMax val="1"/>
          <dgm:chPref val="1"/>
        </dgm:presLayoutVars>
      </dgm:prSet>
      <dgm:spPr/>
    </dgm:pt>
    <dgm:pt modelId="{244560E8-F542-40CC-A486-F7A1C442E269}" type="pres">
      <dgm:prSet presAssocID="{F3192999-7823-4041-8A98-DB6495DBD517}" presName="sibTrans" presStyleCnt="0"/>
      <dgm:spPr/>
    </dgm:pt>
    <dgm:pt modelId="{CF8928E0-5CFE-4EAD-90D9-F8DDF3D26C25}" type="pres">
      <dgm:prSet presAssocID="{D357B922-5153-4D00-B64C-3867903EED49}" presName="compNode" presStyleCnt="0"/>
      <dgm:spPr/>
    </dgm:pt>
    <dgm:pt modelId="{A889BFBE-F8A2-4002-A787-8D2A8C9A5C6C}" type="pres">
      <dgm:prSet presAssocID="{D357B922-5153-4D00-B64C-3867903EED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D469921-B94C-411D-90DB-5288317E96F9}" type="pres">
      <dgm:prSet presAssocID="{D357B922-5153-4D00-B64C-3867903EED49}" presName="spaceRect" presStyleCnt="0"/>
      <dgm:spPr/>
    </dgm:pt>
    <dgm:pt modelId="{EB5F727C-4BF7-46CE-94CF-906C823266AF}" type="pres">
      <dgm:prSet presAssocID="{D357B922-5153-4D00-B64C-3867903EED49}" presName="textRect" presStyleLbl="revTx" presStyleIdx="1" presStyleCnt="3">
        <dgm:presLayoutVars>
          <dgm:chMax val="1"/>
          <dgm:chPref val="1"/>
        </dgm:presLayoutVars>
      </dgm:prSet>
      <dgm:spPr/>
    </dgm:pt>
    <dgm:pt modelId="{681B13D9-C02C-40B3-ACD1-8B2A6CF9B98F}" type="pres">
      <dgm:prSet presAssocID="{3F150A8C-48AF-40C5-BC88-7DF04EEED503}" presName="sibTrans" presStyleCnt="0"/>
      <dgm:spPr/>
    </dgm:pt>
    <dgm:pt modelId="{5578E9B6-7C4E-4033-9FC7-8B531898FD2E}" type="pres">
      <dgm:prSet presAssocID="{2398F315-4581-4A23-AACE-EA48DCAEEC4E}" presName="compNode" presStyleCnt="0"/>
      <dgm:spPr/>
    </dgm:pt>
    <dgm:pt modelId="{6F407747-44F3-43C7-B966-69926580C677}" type="pres">
      <dgm:prSet presAssocID="{2398F315-4581-4A23-AACE-EA48DCAEEC4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B954CCE-2608-49EE-AFA0-737DF4F7107E}" type="pres">
      <dgm:prSet presAssocID="{2398F315-4581-4A23-AACE-EA48DCAEEC4E}" presName="spaceRect" presStyleCnt="0"/>
      <dgm:spPr/>
    </dgm:pt>
    <dgm:pt modelId="{A4EE3886-B559-49ED-80AF-A0BF1AB15698}" type="pres">
      <dgm:prSet presAssocID="{2398F315-4581-4A23-AACE-EA48DCAEEC4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5AC050C-50DB-4A65-8EC5-38B5866A5BC2}" type="presOf" srcId="{2398F315-4581-4A23-AACE-EA48DCAEEC4E}" destId="{A4EE3886-B559-49ED-80AF-A0BF1AB15698}" srcOrd="0" destOrd="0" presId="urn:microsoft.com/office/officeart/2018/2/layout/IconLabelList"/>
    <dgm:cxn modelId="{945FE822-EE80-472A-93B6-96DD78B282E8}" type="presOf" srcId="{D357B922-5153-4D00-B64C-3867903EED49}" destId="{EB5F727C-4BF7-46CE-94CF-906C823266AF}" srcOrd="0" destOrd="0" presId="urn:microsoft.com/office/officeart/2018/2/layout/IconLabelList"/>
    <dgm:cxn modelId="{6A90DE70-301F-4CBB-9DA9-7C642F427325}" type="presOf" srcId="{01AA14F3-221D-4D31-855B-3ACBB73CFBED}" destId="{50B86EB5-56D0-40BD-AD7E-ED74163B913D}" srcOrd="0" destOrd="0" presId="urn:microsoft.com/office/officeart/2018/2/layout/IconLabelList"/>
    <dgm:cxn modelId="{D0E2B79A-BFBB-4FED-81CA-B1CCEBFD7F40}" srcId="{01AA14F3-221D-4D31-855B-3ACBB73CFBED}" destId="{8860F865-5D3B-4F2D-9023-ED2B371BB41E}" srcOrd="0" destOrd="0" parTransId="{F76D9DBC-2C7D-47F5-9C4F-488B5EC3618B}" sibTransId="{F3192999-7823-4041-8A98-DB6495DBD517}"/>
    <dgm:cxn modelId="{0D49179B-C6FB-4EA5-840C-A62C292AFFA3}" srcId="{01AA14F3-221D-4D31-855B-3ACBB73CFBED}" destId="{2398F315-4581-4A23-AACE-EA48DCAEEC4E}" srcOrd="2" destOrd="0" parTransId="{FE6471D7-4B27-44D2-BBD7-BB096CC9D53F}" sibTransId="{1C2FDC1D-E208-4004-A59D-DEED43944EBC}"/>
    <dgm:cxn modelId="{45EBF5B9-FF71-4336-AEE6-B0313196518A}" type="presOf" srcId="{8860F865-5D3B-4F2D-9023-ED2B371BB41E}" destId="{96A2E30B-1AB6-4374-908E-761778ADE68D}" srcOrd="0" destOrd="0" presId="urn:microsoft.com/office/officeart/2018/2/layout/IconLabelList"/>
    <dgm:cxn modelId="{1BBFA2E8-2E0E-4FC2-A5DC-B503F7B3F777}" srcId="{01AA14F3-221D-4D31-855B-3ACBB73CFBED}" destId="{D357B922-5153-4D00-B64C-3867903EED49}" srcOrd="1" destOrd="0" parTransId="{A70D8189-F622-4A3B-A0AF-C3D222B82A88}" sibTransId="{3F150A8C-48AF-40C5-BC88-7DF04EEED503}"/>
    <dgm:cxn modelId="{73EE640F-3FFB-498F-B556-F0A030E99F6D}" type="presParOf" srcId="{50B86EB5-56D0-40BD-AD7E-ED74163B913D}" destId="{1E8C2F18-A6E1-4105-B32F-AA6F46AAC999}" srcOrd="0" destOrd="0" presId="urn:microsoft.com/office/officeart/2018/2/layout/IconLabelList"/>
    <dgm:cxn modelId="{23D3D21B-D5B7-42F1-80FB-3E30DA36AC92}" type="presParOf" srcId="{1E8C2F18-A6E1-4105-B32F-AA6F46AAC999}" destId="{DDEF6B1E-8E52-4B6F-A25B-8B186D058C96}" srcOrd="0" destOrd="0" presId="urn:microsoft.com/office/officeart/2018/2/layout/IconLabelList"/>
    <dgm:cxn modelId="{B14AE032-FE63-49CD-87FF-5626A0EDD96B}" type="presParOf" srcId="{1E8C2F18-A6E1-4105-B32F-AA6F46AAC999}" destId="{4082AF91-BB95-431D-9D88-1AD0B3B23C8A}" srcOrd="1" destOrd="0" presId="urn:microsoft.com/office/officeart/2018/2/layout/IconLabelList"/>
    <dgm:cxn modelId="{5447DAB0-631F-4B5B-916B-D60AB745BBB6}" type="presParOf" srcId="{1E8C2F18-A6E1-4105-B32F-AA6F46AAC999}" destId="{96A2E30B-1AB6-4374-908E-761778ADE68D}" srcOrd="2" destOrd="0" presId="urn:microsoft.com/office/officeart/2018/2/layout/IconLabelList"/>
    <dgm:cxn modelId="{3EB6AC2A-FA45-459C-95F6-90B2A87B0878}" type="presParOf" srcId="{50B86EB5-56D0-40BD-AD7E-ED74163B913D}" destId="{244560E8-F542-40CC-A486-F7A1C442E269}" srcOrd="1" destOrd="0" presId="urn:microsoft.com/office/officeart/2018/2/layout/IconLabelList"/>
    <dgm:cxn modelId="{441A0530-0980-409E-A845-0BAB5AACCA45}" type="presParOf" srcId="{50B86EB5-56D0-40BD-AD7E-ED74163B913D}" destId="{CF8928E0-5CFE-4EAD-90D9-F8DDF3D26C25}" srcOrd="2" destOrd="0" presId="urn:microsoft.com/office/officeart/2018/2/layout/IconLabelList"/>
    <dgm:cxn modelId="{9BF0C4E8-C515-46E5-ACF5-ED61754622B3}" type="presParOf" srcId="{CF8928E0-5CFE-4EAD-90D9-F8DDF3D26C25}" destId="{A889BFBE-F8A2-4002-A787-8D2A8C9A5C6C}" srcOrd="0" destOrd="0" presId="urn:microsoft.com/office/officeart/2018/2/layout/IconLabelList"/>
    <dgm:cxn modelId="{E18DB1FF-976A-4DCF-99BF-5D1B9D98504E}" type="presParOf" srcId="{CF8928E0-5CFE-4EAD-90D9-F8DDF3D26C25}" destId="{DD469921-B94C-411D-90DB-5288317E96F9}" srcOrd="1" destOrd="0" presId="urn:microsoft.com/office/officeart/2018/2/layout/IconLabelList"/>
    <dgm:cxn modelId="{389FFBE9-E741-478F-99C4-5B1BFE9472C7}" type="presParOf" srcId="{CF8928E0-5CFE-4EAD-90D9-F8DDF3D26C25}" destId="{EB5F727C-4BF7-46CE-94CF-906C823266AF}" srcOrd="2" destOrd="0" presId="urn:microsoft.com/office/officeart/2018/2/layout/IconLabelList"/>
    <dgm:cxn modelId="{1AF6B76F-E9FD-4ED4-AF5A-ECED9F75C9D1}" type="presParOf" srcId="{50B86EB5-56D0-40BD-AD7E-ED74163B913D}" destId="{681B13D9-C02C-40B3-ACD1-8B2A6CF9B98F}" srcOrd="3" destOrd="0" presId="urn:microsoft.com/office/officeart/2018/2/layout/IconLabelList"/>
    <dgm:cxn modelId="{266ADA42-D8B2-48FF-94E9-C199298B6336}" type="presParOf" srcId="{50B86EB5-56D0-40BD-AD7E-ED74163B913D}" destId="{5578E9B6-7C4E-4033-9FC7-8B531898FD2E}" srcOrd="4" destOrd="0" presId="urn:microsoft.com/office/officeart/2018/2/layout/IconLabelList"/>
    <dgm:cxn modelId="{46DECFF8-E0CE-4053-BDF9-711EB3D4F420}" type="presParOf" srcId="{5578E9B6-7C4E-4033-9FC7-8B531898FD2E}" destId="{6F407747-44F3-43C7-B966-69926580C677}" srcOrd="0" destOrd="0" presId="urn:microsoft.com/office/officeart/2018/2/layout/IconLabelList"/>
    <dgm:cxn modelId="{460DD503-675C-49A0-AABB-966B3EE3CABA}" type="presParOf" srcId="{5578E9B6-7C4E-4033-9FC7-8B531898FD2E}" destId="{8B954CCE-2608-49EE-AFA0-737DF4F7107E}" srcOrd="1" destOrd="0" presId="urn:microsoft.com/office/officeart/2018/2/layout/IconLabelList"/>
    <dgm:cxn modelId="{AA197316-493B-4634-AAF6-269D0EF3498A}" type="presParOf" srcId="{5578E9B6-7C4E-4033-9FC7-8B531898FD2E}" destId="{A4EE3886-B559-49ED-80AF-A0BF1AB1569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AC2920-12F2-4407-872E-2DDE433C8C4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8E14D6-CC4E-4612-930B-38E4A2EA3B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cPanel: User-friendly, file and domain management.</a:t>
          </a:r>
        </a:p>
      </dgm:t>
    </dgm:pt>
    <dgm:pt modelId="{44E1451F-90E4-4AA2-8305-03ACA90F7099}" type="parTrans" cxnId="{A88D2010-CFBA-42DC-9116-A5B92BE62BBA}">
      <dgm:prSet/>
      <dgm:spPr/>
      <dgm:t>
        <a:bodyPr/>
        <a:lstStyle/>
        <a:p>
          <a:endParaRPr lang="en-US"/>
        </a:p>
      </dgm:t>
    </dgm:pt>
    <dgm:pt modelId="{AEF557F1-0FDE-4FBD-BFEE-A921A296282B}" type="sibTrans" cxnId="{A88D2010-CFBA-42DC-9116-A5B92BE62BBA}">
      <dgm:prSet/>
      <dgm:spPr/>
      <dgm:t>
        <a:bodyPr/>
        <a:lstStyle/>
        <a:p>
          <a:endParaRPr lang="en-US"/>
        </a:p>
      </dgm:t>
    </dgm:pt>
    <dgm:pt modelId="{B31375DC-94E1-4443-819D-C9070AFCF9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Plesk: Cross-platform (Linux &amp; Windows).</a:t>
          </a:r>
        </a:p>
      </dgm:t>
    </dgm:pt>
    <dgm:pt modelId="{909F2A4A-7869-43FA-AEC5-C8BBB85D97BA}" type="parTrans" cxnId="{E2650992-FB1D-483C-8166-A1BE5330372F}">
      <dgm:prSet/>
      <dgm:spPr/>
      <dgm:t>
        <a:bodyPr/>
        <a:lstStyle/>
        <a:p>
          <a:endParaRPr lang="en-US"/>
        </a:p>
      </dgm:t>
    </dgm:pt>
    <dgm:pt modelId="{73DD70AB-5F04-4855-9B0C-020147B1008B}" type="sibTrans" cxnId="{E2650992-FB1D-483C-8166-A1BE5330372F}">
      <dgm:prSet/>
      <dgm:spPr/>
      <dgm:t>
        <a:bodyPr/>
        <a:lstStyle/>
        <a:p>
          <a:endParaRPr lang="en-US"/>
        </a:p>
      </dgm:t>
    </dgm:pt>
    <dgm:pt modelId="{4EABABD5-A8FF-4D9A-983A-63525078F4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Webmin: Open-source management for UNIX systems.</a:t>
          </a:r>
        </a:p>
      </dgm:t>
    </dgm:pt>
    <dgm:pt modelId="{3F22F9CE-3D37-4A7B-92A5-559C6C17EEC1}" type="parTrans" cxnId="{E1E398F3-620E-4CD6-AC33-BFEC75AD135D}">
      <dgm:prSet/>
      <dgm:spPr/>
      <dgm:t>
        <a:bodyPr/>
        <a:lstStyle/>
        <a:p>
          <a:endParaRPr lang="en-US"/>
        </a:p>
      </dgm:t>
    </dgm:pt>
    <dgm:pt modelId="{CA8964B2-2267-43CD-BEF9-61489B0EE6A6}" type="sibTrans" cxnId="{E1E398F3-620E-4CD6-AC33-BFEC75AD135D}">
      <dgm:prSet/>
      <dgm:spPr/>
      <dgm:t>
        <a:bodyPr/>
        <a:lstStyle/>
        <a:p>
          <a:endParaRPr lang="en-US"/>
        </a:p>
      </dgm:t>
    </dgm:pt>
    <dgm:pt modelId="{E70177C6-BC47-4DEF-A6F9-B73189C063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Managed Cloud: AWS, Azure, Google Cloud for hosting.</a:t>
          </a:r>
        </a:p>
      </dgm:t>
    </dgm:pt>
    <dgm:pt modelId="{3711B26C-F0A9-4394-827B-37C388EE9022}" type="parTrans" cxnId="{BF0A7055-CF79-401E-9D5E-DED8B75AE478}">
      <dgm:prSet/>
      <dgm:spPr/>
      <dgm:t>
        <a:bodyPr/>
        <a:lstStyle/>
        <a:p>
          <a:endParaRPr lang="en-US"/>
        </a:p>
      </dgm:t>
    </dgm:pt>
    <dgm:pt modelId="{C230D128-E7E5-4896-AA85-D793D888F747}" type="sibTrans" cxnId="{BF0A7055-CF79-401E-9D5E-DED8B75AE478}">
      <dgm:prSet/>
      <dgm:spPr/>
      <dgm:t>
        <a:bodyPr/>
        <a:lstStyle/>
        <a:p>
          <a:endParaRPr lang="en-US"/>
        </a:p>
      </dgm:t>
    </dgm:pt>
    <dgm:pt modelId="{FC8BB0EE-BEA9-4921-A388-405044D90FCF}" type="pres">
      <dgm:prSet presAssocID="{2DAC2920-12F2-4407-872E-2DDE433C8C49}" presName="root" presStyleCnt="0">
        <dgm:presLayoutVars>
          <dgm:dir/>
          <dgm:resizeHandles val="exact"/>
        </dgm:presLayoutVars>
      </dgm:prSet>
      <dgm:spPr/>
    </dgm:pt>
    <dgm:pt modelId="{5CB898E9-8C6C-4A17-B2FB-956334F7F3FD}" type="pres">
      <dgm:prSet presAssocID="{758E14D6-CC4E-4612-930B-38E4A2EA3B35}" presName="compNode" presStyleCnt="0"/>
      <dgm:spPr/>
    </dgm:pt>
    <dgm:pt modelId="{7F2BB0C3-F927-41B8-A407-7CAF40580AC9}" type="pres">
      <dgm:prSet presAssocID="{758E14D6-CC4E-4612-930B-38E4A2EA3B35}" presName="bgRect" presStyleLbl="bgShp" presStyleIdx="0" presStyleCnt="4"/>
      <dgm:spPr/>
    </dgm:pt>
    <dgm:pt modelId="{1AE13BD6-92CD-41DB-8791-4C474225827A}" type="pres">
      <dgm:prSet presAssocID="{758E14D6-CC4E-4612-930B-38E4A2EA3B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9FBC0E1-05A0-46B9-843F-219CC2ED8013}" type="pres">
      <dgm:prSet presAssocID="{758E14D6-CC4E-4612-930B-38E4A2EA3B35}" presName="spaceRect" presStyleCnt="0"/>
      <dgm:spPr/>
    </dgm:pt>
    <dgm:pt modelId="{9A64787A-16B8-486D-9A81-97509776A4C7}" type="pres">
      <dgm:prSet presAssocID="{758E14D6-CC4E-4612-930B-38E4A2EA3B35}" presName="parTx" presStyleLbl="revTx" presStyleIdx="0" presStyleCnt="4">
        <dgm:presLayoutVars>
          <dgm:chMax val="0"/>
          <dgm:chPref val="0"/>
        </dgm:presLayoutVars>
      </dgm:prSet>
      <dgm:spPr/>
    </dgm:pt>
    <dgm:pt modelId="{81A265A2-8275-4AF6-AB88-251D8D61963C}" type="pres">
      <dgm:prSet presAssocID="{AEF557F1-0FDE-4FBD-BFEE-A921A296282B}" presName="sibTrans" presStyleCnt="0"/>
      <dgm:spPr/>
    </dgm:pt>
    <dgm:pt modelId="{067D9EDA-E4E6-4197-B1E8-C70EE6494135}" type="pres">
      <dgm:prSet presAssocID="{B31375DC-94E1-4443-819D-C9070AFCF91C}" presName="compNode" presStyleCnt="0"/>
      <dgm:spPr/>
    </dgm:pt>
    <dgm:pt modelId="{BE4E9AE0-770E-45DF-A1A8-D17F879A2ACE}" type="pres">
      <dgm:prSet presAssocID="{B31375DC-94E1-4443-819D-C9070AFCF91C}" presName="bgRect" presStyleLbl="bgShp" presStyleIdx="1" presStyleCnt="4"/>
      <dgm:spPr/>
    </dgm:pt>
    <dgm:pt modelId="{673B151A-CBD6-4985-B597-4784E3226F65}" type="pres">
      <dgm:prSet presAssocID="{B31375DC-94E1-4443-819D-C9070AFCF91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797D0E8-AB68-49A4-8773-2E48058C0CAB}" type="pres">
      <dgm:prSet presAssocID="{B31375DC-94E1-4443-819D-C9070AFCF91C}" presName="spaceRect" presStyleCnt="0"/>
      <dgm:spPr/>
    </dgm:pt>
    <dgm:pt modelId="{AEFD0FA2-7D95-4024-B417-C7FAE0F0D78B}" type="pres">
      <dgm:prSet presAssocID="{B31375DC-94E1-4443-819D-C9070AFCF91C}" presName="parTx" presStyleLbl="revTx" presStyleIdx="1" presStyleCnt="4">
        <dgm:presLayoutVars>
          <dgm:chMax val="0"/>
          <dgm:chPref val="0"/>
        </dgm:presLayoutVars>
      </dgm:prSet>
      <dgm:spPr/>
    </dgm:pt>
    <dgm:pt modelId="{AC15666F-66C3-433F-B94C-DE4A57F70EF3}" type="pres">
      <dgm:prSet presAssocID="{73DD70AB-5F04-4855-9B0C-020147B1008B}" presName="sibTrans" presStyleCnt="0"/>
      <dgm:spPr/>
    </dgm:pt>
    <dgm:pt modelId="{129D3734-A284-475E-91B9-8A5523CD79B8}" type="pres">
      <dgm:prSet presAssocID="{4EABABD5-A8FF-4D9A-983A-63525078F4A2}" presName="compNode" presStyleCnt="0"/>
      <dgm:spPr/>
    </dgm:pt>
    <dgm:pt modelId="{6DFB4296-1170-4AD3-9F1D-60228D25BCCF}" type="pres">
      <dgm:prSet presAssocID="{4EABABD5-A8FF-4D9A-983A-63525078F4A2}" presName="bgRect" presStyleLbl="bgShp" presStyleIdx="2" presStyleCnt="4"/>
      <dgm:spPr/>
    </dgm:pt>
    <dgm:pt modelId="{C1117A46-E294-42E3-BB42-EA8B2D4778F1}" type="pres">
      <dgm:prSet presAssocID="{4EABABD5-A8FF-4D9A-983A-63525078F4A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CE71491-7539-43F4-8580-7B21527F6DE1}" type="pres">
      <dgm:prSet presAssocID="{4EABABD5-A8FF-4D9A-983A-63525078F4A2}" presName="spaceRect" presStyleCnt="0"/>
      <dgm:spPr/>
    </dgm:pt>
    <dgm:pt modelId="{E48AD21F-2A62-473C-944D-0198A76873D8}" type="pres">
      <dgm:prSet presAssocID="{4EABABD5-A8FF-4D9A-983A-63525078F4A2}" presName="parTx" presStyleLbl="revTx" presStyleIdx="2" presStyleCnt="4">
        <dgm:presLayoutVars>
          <dgm:chMax val="0"/>
          <dgm:chPref val="0"/>
        </dgm:presLayoutVars>
      </dgm:prSet>
      <dgm:spPr/>
    </dgm:pt>
    <dgm:pt modelId="{84244F50-3CFB-4F7E-B2C4-62D846AB727A}" type="pres">
      <dgm:prSet presAssocID="{CA8964B2-2267-43CD-BEF9-61489B0EE6A6}" presName="sibTrans" presStyleCnt="0"/>
      <dgm:spPr/>
    </dgm:pt>
    <dgm:pt modelId="{2FA7995C-EA99-4FF0-8FE0-A77750569F20}" type="pres">
      <dgm:prSet presAssocID="{E70177C6-BC47-4DEF-A6F9-B73189C06323}" presName="compNode" presStyleCnt="0"/>
      <dgm:spPr/>
    </dgm:pt>
    <dgm:pt modelId="{B05CC3B0-B64E-4B0A-BBDE-C63DC201950C}" type="pres">
      <dgm:prSet presAssocID="{E70177C6-BC47-4DEF-A6F9-B73189C06323}" presName="bgRect" presStyleLbl="bgShp" presStyleIdx="3" presStyleCnt="4"/>
      <dgm:spPr/>
    </dgm:pt>
    <dgm:pt modelId="{DCD668E9-5E57-44FC-89C2-ABA1E2F980C6}" type="pres">
      <dgm:prSet presAssocID="{E70177C6-BC47-4DEF-A6F9-B73189C063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D8154F0-D1AE-4969-B8F3-9EFFEA342156}" type="pres">
      <dgm:prSet presAssocID="{E70177C6-BC47-4DEF-A6F9-B73189C06323}" presName="spaceRect" presStyleCnt="0"/>
      <dgm:spPr/>
    </dgm:pt>
    <dgm:pt modelId="{DD259AC7-934C-4CAA-92FC-8BE786DD6581}" type="pres">
      <dgm:prSet presAssocID="{E70177C6-BC47-4DEF-A6F9-B73189C0632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88D2010-CFBA-42DC-9116-A5B92BE62BBA}" srcId="{2DAC2920-12F2-4407-872E-2DDE433C8C49}" destId="{758E14D6-CC4E-4612-930B-38E4A2EA3B35}" srcOrd="0" destOrd="0" parTransId="{44E1451F-90E4-4AA2-8305-03ACA90F7099}" sibTransId="{AEF557F1-0FDE-4FBD-BFEE-A921A296282B}"/>
    <dgm:cxn modelId="{1BD99B23-DCC0-4AD1-9CDA-211E5D7D6BAE}" type="presOf" srcId="{758E14D6-CC4E-4612-930B-38E4A2EA3B35}" destId="{9A64787A-16B8-486D-9A81-97509776A4C7}" srcOrd="0" destOrd="0" presId="urn:microsoft.com/office/officeart/2018/2/layout/IconVerticalSolidList"/>
    <dgm:cxn modelId="{73ADD65C-CAE8-4F45-9BDD-A0FF4954020F}" type="presOf" srcId="{4EABABD5-A8FF-4D9A-983A-63525078F4A2}" destId="{E48AD21F-2A62-473C-944D-0198A76873D8}" srcOrd="0" destOrd="0" presId="urn:microsoft.com/office/officeart/2018/2/layout/IconVerticalSolidList"/>
    <dgm:cxn modelId="{5F4B694E-09E1-4262-8FD0-64CE5CD50541}" type="presOf" srcId="{2DAC2920-12F2-4407-872E-2DDE433C8C49}" destId="{FC8BB0EE-BEA9-4921-A388-405044D90FCF}" srcOrd="0" destOrd="0" presId="urn:microsoft.com/office/officeart/2018/2/layout/IconVerticalSolidList"/>
    <dgm:cxn modelId="{BF0A7055-CF79-401E-9D5E-DED8B75AE478}" srcId="{2DAC2920-12F2-4407-872E-2DDE433C8C49}" destId="{E70177C6-BC47-4DEF-A6F9-B73189C06323}" srcOrd="3" destOrd="0" parTransId="{3711B26C-F0A9-4394-827B-37C388EE9022}" sibTransId="{C230D128-E7E5-4896-AA85-D793D888F747}"/>
    <dgm:cxn modelId="{12D92683-A073-4AB1-86C0-0245F93D6CDF}" type="presOf" srcId="{E70177C6-BC47-4DEF-A6F9-B73189C06323}" destId="{DD259AC7-934C-4CAA-92FC-8BE786DD6581}" srcOrd="0" destOrd="0" presId="urn:microsoft.com/office/officeart/2018/2/layout/IconVerticalSolidList"/>
    <dgm:cxn modelId="{E2650992-FB1D-483C-8166-A1BE5330372F}" srcId="{2DAC2920-12F2-4407-872E-2DDE433C8C49}" destId="{B31375DC-94E1-4443-819D-C9070AFCF91C}" srcOrd="1" destOrd="0" parTransId="{909F2A4A-7869-43FA-AEC5-C8BBB85D97BA}" sibTransId="{73DD70AB-5F04-4855-9B0C-020147B1008B}"/>
    <dgm:cxn modelId="{A2A508E3-8EEA-42BD-9C48-63DB05AC7E5D}" type="presOf" srcId="{B31375DC-94E1-4443-819D-C9070AFCF91C}" destId="{AEFD0FA2-7D95-4024-B417-C7FAE0F0D78B}" srcOrd="0" destOrd="0" presId="urn:microsoft.com/office/officeart/2018/2/layout/IconVerticalSolidList"/>
    <dgm:cxn modelId="{E1E398F3-620E-4CD6-AC33-BFEC75AD135D}" srcId="{2DAC2920-12F2-4407-872E-2DDE433C8C49}" destId="{4EABABD5-A8FF-4D9A-983A-63525078F4A2}" srcOrd="2" destOrd="0" parTransId="{3F22F9CE-3D37-4A7B-92A5-559C6C17EEC1}" sibTransId="{CA8964B2-2267-43CD-BEF9-61489B0EE6A6}"/>
    <dgm:cxn modelId="{0E255DB7-8D59-4F09-A677-41FE0B0F0C93}" type="presParOf" srcId="{FC8BB0EE-BEA9-4921-A388-405044D90FCF}" destId="{5CB898E9-8C6C-4A17-B2FB-956334F7F3FD}" srcOrd="0" destOrd="0" presId="urn:microsoft.com/office/officeart/2018/2/layout/IconVerticalSolidList"/>
    <dgm:cxn modelId="{235A2A7A-581C-4BCE-B730-761BE9F8E4DC}" type="presParOf" srcId="{5CB898E9-8C6C-4A17-B2FB-956334F7F3FD}" destId="{7F2BB0C3-F927-41B8-A407-7CAF40580AC9}" srcOrd="0" destOrd="0" presId="urn:microsoft.com/office/officeart/2018/2/layout/IconVerticalSolidList"/>
    <dgm:cxn modelId="{F25B6BF0-FD7D-44DA-8A06-CB2760AC83E4}" type="presParOf" srcId="{5CB898E9-8C6C-4A17-B2FB-956334F7F3FD}" destId="{1AE13BD6-92CD-41DB-8791-4C474225827A}" srcOrd="1" destOrd="0" presId="urn:microsoft.com/office/officeart/2018/2/layout/IconVerticalSolidList"/>
    <dgm:cxn modelId="{C842D756-CA5C-4129-80AB-F2F1A091828D}" type="presParOf" srcId="{5CB898E9-8C6C-4A17-B2FB-956334F7F3FD}" destId="{19FBC0E1-05A0-46B9-843F-219CC2ED8013}" srcOrd="2" destOrd="0" presId="urn:microsoft.com/office/officeart/2018/2/layout/IconVerticalSolidList"/>
    <dgm:cxn modelId="{015C3CF4-7EB3-4527-A6EC-2D11B76D0238}" type="presParOf" srcId="{5CB898E9-8C6C-4A17-B2FB-956334F7F3FD}" destId="{9A64787A-16B8-486D-9A81-97509776A4C7}" srcOrd="3" destOrd="0" presId="urn:microsoft.com/office/officeart/2018/2/layout/IconVerticalSolidList"/>
    <dgm:cxn modelId="{7B7775FD-A96C-4345-8B2D-B4C425CA6FE3}" type="presParOf" srcId="{FC8BB0EE-BEA9-4921-A388-405044D90FCF}" destId="{81A265A2-8275-4AF6-AB88-251D8D61963C}" srcOrd="1" destOrd="0" presId="urn:microsoft.com/office/officeart/2018/2/layout/IconVerticalSolidList"/>
    <dgm:cxn modelId="{00F7A75B-A4B9-48BF-A757-F8A86CAA1811}" type="presParOf" srcId="{FC8BB0EE-BEA9-4921-A388-405044D90FCF}" destId="{067D9EDA-E4E6-4197-B1E8-C70EE6494135}" srcOrd="2" destOrd="0" presId="urn:microsoft.com/office/officeart/2018/2/layout/IconVerticalSolidList"/>
    <dgm:cxn modelId="{58BC0BAF-DC0B-4F9B-899D-F6C9AB85F93B}" type="presParOf" srcId="{067D9EDA-E4E6-4197-B1E8-C70EE6494135}" destId="{BE4E9AE0-770E-45DF-A1A8-D17F879A2ACE}" srcOrd="0" destOrd="0" presId="urn:microsoft.com/office/officeart/2018/2/layout/IconVerticalSolidList"/>
    <dgm:cxn modelId="{D81054E1-0A0B-43DF-A654-A358953474D9}" type="presParOf" srcId="{067D9EDA-E4E6-4197-B1E8-C70EE6494135}" destId="{673B151A-CBD6-4985-B597-4784E3226F65}" srcOrd="1" destOrd="0" presId="urn:microsoft.com/office/officeart/2018/2/layout/IconVerticalSolidList"/>
    <dgm:cxn modelId="{A018B842-F306-47A9-A241-3A4B487D699F}" type="presParOf" srcId="{067D9EDA-E4E6-4197-B1E8-C70EE6494135}" destId="{E797D0E8-AB68-49A4-8773-2E48058C0CAB}" srcOrd="2" destOrd="0" presId="urn:microsoft.com/office/officeart/2018/2/layout/IconVerticalSolidList"/>
    <dgm:cxn modelId="{B5604AEF-7B0F-44A2-8720-3BF2427455E9}" type="presParOf" srcId="{067D9EDA-E4E6-4197-B1E8-C70EE6494135}" destId="{AEFD0FA2-7D95-4024-B417-C7FAE0F0D78B}" srcOrd="3" destOrd="0" presId="urn:microsoft.com/office/officeart/2018/2/layout/IconVerticalSolidList"/>
    <dgm:cxn modelId="{E9BC6087-613A-46AD-B67C-B89E4EB4DA79}" type="presParOf" srcId="{FC8BB0EE-BEA9-4921-A388-405044D90FCF}" destId="{AC15666F-66C3-433F-B94C-DE4A57F70EF3}" srcOrd="3" destOrd="0" presId="urn:microsoft.com/office/officeart/2018/2/layout/IconVerticalSolidList"/>
    <dgm:cxn modelId="{32857B40-2044-43AC-A847-2F221BDFC263}" type="presParOf" srcId="{FC8BB0EE-BEA9-4921-A388-405044D90FCF}" destId="{129D3734-A284-475E-91B9-8A5523CD79B8}" srcOrd="4" destOrd="0" presId="urn:microsoft.com/office/officeart/2018/2/layout/IconVerticalSolidList"/>
    <dgm:cxn modelId="{083F8029-F556-4E70-9F31-CFF55C5B6BF2}" type="presParOf" srcId="{129D3734-A284-475E-91B9-8A5523CD79B8}" destId="{6DFB4296-1170-4AD3-9F1D-60228D25BCCF}" srcOrd="0" destOrd="0" presId="urn:microsoft.com/office/officeart/2018/2/layout/IconVerticalSolidList"/>
    <dgm:cxn modelId="{3C4F2E87-3B7E-4E82-9EF0-1F04DAA909C8}" type="presParOf" srcId="{129D3734-A284-475E-91B9-8A5523CD79B8}" destId="{C1117A46-E294-42E3-BB42-EA8B2D4778F1}" srcOrd="1" destOrd="0" presId="urn:microsoft.com/office/officeart/2018/2/layout/IconVerticalSolidList"/>
    <dgm:cxn modelId="{F4553E36-3D36-4392-97F1-31C485E0D3C9}" type="presParOf" srcId="{129D3734-A284-475E-91B9-8A5523CD79B8}" destId="{CCE71491-7539-43F4-8580-7B21527F6DE1}" srcOrd="2" destOrd="0" presId="urn:microsoft.com/office/officeart/2018/2/layout/IconVerticalSolidList"/>
    <dgm:cxn modelId="{9F5E66EC-8BF8-455E-9599-06E92E3694CC}" type="presParOf" srcId="{129D3734-A284-475E-91B9-8A5523CD79B8}" destId="{E48AD21F-2A62-473C-944D-0198A76873D8}" srcOrd="3" destOrd="0" presId="urn:microsoft.com/office/officeart/2018/2/layout/IconVerticalSolidList"/>
    <dgm:cxn modelId="{6DA9AE8E-2C45-4DBE-8B35-E165D8098B0C}" type="presParOf" srcId="{FC8BB0EE-BEA9-4921-A388-405044D90FCF}" destId="{84244F50-3CFB-4F7E-B2C4-62D846AB727A}" srcOrd="5" destOrd="0" presId="urn:microsoft.com/office/officeart/2018/2/layout/IconVerticalSolidList"/>
    <dgm:cxn modelId="{8AB5D0B3-08F2-44AA-99B8-ED8A8057D414}" type="presParOf" srcId="{FC8BB0EE-BEA9-4921-A388-405044D90FCF}" destId="{2FA7995C-EA99-4FF0-8FE0-A77750569F20}" srcOrd="6" destOrd="0" presId="urn:microsoft.com/office/officeart/2018/2/layout/IconVerticalSolidList"/>
    <dgm:cxn modelId="{3D104CBA-49E8-42A6-9F82-FD6D3CF88AD5}" type="presParOf" srcId="{2FA7995C-EA99-4FF0-8FE0-A77750569F20}" destId="{B05CC3B0-B64E-4B0A-BBDE-C63DC201950C}" srcOrd="0" destOrd="0" presId="urn:microsoft.com/office/officeart/2018/2/layout/IconVerticalSolidList"/>
    <dgm:cxn modelId="{628A3E69-1345-44A4-86A1-557C0B8C7A3D}" type="presParOf" srcId="{2FA7995C-EA99-4FF0-8FE0-A77750569F20}" destId="{DCD668E9-5E57-44FC-89C2-ABA1E2F980C6}" srcOrd="1" destOrd="0" presId="urn:microsoft.com/office/officeart/2018/2/layout/IconVerticalSolidList"/>
    <dgm:cxn modelId="{2C0AB0D2-F835-4412-815E-456FA4A1CA94}" type="presParOf" srcId="{2FA7995C-EA99-4FF0-8FE0-A77750569F20}" destId="{2D8154F0-D1AE-4969-B8F3-9EFFEA342156}" srcOrd="2" destOrd="0" presId="urn:microsoft.com/office/officeart/2018/2/layout/IconVerticalSolidList"/>
    <dgm:cxn modelId="{DC196F7A-358C-42F3-B391-8B1DA7B26B89}" type="presParOf" srcId="{2FA7995C-EA99-4FF0-8FE0-A77750569F20}" destId="{DD259AC7-934C-4CAA-92FC-8BE786DD65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AF145FE-B7F3-4AD3-AF62-0AAFF8656FE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8A3C48-778A-499D-B406-B8E017866088}">
      <dgm:prSet/>
      <dgm:spPr/>
      <dgm:t>
        <a:bodyPr/>
        <a:lstStyle/>
        <a:p>
          <a:r>
            <a:rPr lang="en-US"/>
            <a:t>Shared Hosting: Low cost, shared resources.</a:t>
          </a:r>
        </a:p>
      </dgm:t>
    </dgm:pt>
    <dgm:pt modelId="{09C8506C-7082-4512-A66A-E3F9C250528D}" type="parTrans" cxnId="{398168D1-4AC6-48AD-BA45-F15558A2F3DA}">
      <dgm:prSet/>
      <dgm:spPr/>
      <dgm:t>
        <a:bodyPr/>
        <a:lstStyle/>
        <a:p>
          <a:endParaRPr lang="en-US"/>
        </a:p>
      </dgm:t>
    </dgm:pt>
    <dgm:pt modelId="{94043894-102B-4AC8-9A82-E5430660AFB5}" type="sibTrans" cxnId="{398168D1-4AC6-48AD-BA45-F15558A2F3DA}">
      <dgm:prSet/>
      <dgm:spPr/>
      <dgm:t>
        <a:bodyPr/>
        <a:lstStyle/>
        <a:p>
          <a:endParaRPr lang="en-US"/>
        </a:p>
      </dgm:t>
    </dgm:pt>
    <dgm:pt modelId="{81930CDD-72DC-4CC8-9614-FFB4A4D8876D}">
      <dgm:prSet/>
      <dgm:spPr/>
      <dgm:t>
        <a:bodyPr/>
        <a:lstStyle/>
        <a:p>
          <a:r>
            <a:rPr lang="en-US"/>
            <a:t>VPS Hosting: Virtualized server, more control.</a:t>
          </a:r>
        </a:p>
      </dgm:t>
    </dgm:pt>
    <dgm:pt modelId="{67955CC5-9761-428C-9FF8-04FC9733BA6F}" type="parTrans" cxnId="{B0F3705E-6B6F-46B5-91E4-63485941D558}">
      <dgm:prSet/>
      <dgm:spPr/>
      <dgm:t>
        <a:bodyPr/>
        <a:lstStyle/>
        <a:p>
          <a:endParaRPr lang="en-US"/>
        </a:p>
      </dgm:t>
    </dgm:pt>
    <dgm:pt modelId="{2E286B91-2E9C-4C46-A258-D21FA385F8EB}" type="sibTrans" cxnId="{B0F3705E-6B6F-46B5-91E4-63485941D558}">
      <dgm:prSet/>
      <dgm:spPr/>
      <dgm:t>
        <a:bodyPr/>
        <a:lstStyle/>
        <a:p>
          <a:endParaRPr lang="en-US"/>
        </a:p>
      </dgm:t>
    </dgm:pt>
    <dgm:pt modelId="{58E9EFC6-D233-4D5F-866E-F93286E2FEA3}">
      <dgm:prSet/>
      <dgm:spPr/>
      <dgm:t>
        <a:bodyPr/>
        <a:lstStyle/>
        <a:p>
          <a:r>
            <a:rPr lang="en-US"/>
            <a:t>Dedicated Hosting: Full control, dedicated resources.</a:t>
          </a:r>
        </a:p>
      </dgm:t>
    </dgm:pt>
    <dgm:pt modelId="{9AECC832-C75E-4124-81DF-09B19F83C8C9}" type="parTrans" cxnId="{9EB67B91-9DDC-4415-BE16-390164D73608}">
      <dgm:prSet/>
      <dgm:spPr/>
      <dgm:t>
        <a:bodyPr/>
        <a:lstStyle/>
        <a:p>
          <a:endParaRPr lang="en-US"/>
        </a:p>
      </dgm:t>
    </dgm:pt>
    <dgm:pt modelId="{11FB46F2-76E6-45E2-B080-C8C8F90E38AE}" type="sibTrans" cxnId="{9EB67B91-9DDC-4415-BE16-390164D73608}">
      <dgm:prSet/>
      <dgm:spPr/>
      <dgm:t>
        <a:bodyPr/>
        <a:lstStyle/>
        <a:p>
          <a:endParaRPr lang="en-US"/>
        </a:p>
      </dgm:t>
    </dgm:pt>
    <dgm:pt modelId="{21F78D9F-6AE5-4E4C-BBF2-BE8FE82AE868}">
      <dgm:prSet/>
      <dgm:spPr/>
      <dgm:t>
        <a:bodyPr/>
        <a:lstStyle/>
        <a:p>
          <a:r>
            <a:rPr lang="en-US"/>
            <a:t>Cloud Hosting: Scalable, distributed resources.</a:t>
          </a:r>
        </a:p>
      </dgm:t>
    </dgm:pt>
    <dgm:pt modelId="{6C3BDE8D-33DB-4D39-A177-6BCBCF66AAB5}" type="parTrans" cxnId="{2AE2B68B-33B1-43E1-B18A-2D79E7A6C65F}">
      <dgm:prSet/>
      <dgm:spPr/>
      <dgm:t>
        <a:bodyPr/>
        <a:lstStyle/>
        <a:p>
          <a:endParaRPr lang="en-US"/>
        </a:p>
      </dgm:t>
    </dgm:pt>
    <dgm:pt modelId="{6835A5CB-BA4B-4EBC-A66A-4DC776575EED}" type="sibTrans" cxnId="{2AE2B68B-33B1-43E1-B18A-2D79E7A6C65F}">
      <dgm:prSet/>
      <dgm:spPr/>
      <dgm:t>
        <a:bodyPr/>
        <a:lstStyle/>
        <a:p>
          <a:endParaRPr lang="en-US"/>
        </a:p>
      </dgm:t>
    </dgm:pt>
    <dgm:pt modelId="{2C072772-5BF9-44AC-9D16-4ECFF15C354F}">
      <dgm:prSet/>
      <dgm:spPr/>
      <dgm:t>
        <a:bodyPr/>
        <a:lstStyle/>
        <a:p>
          <a:r>
            <a:rPr lang="en-US"/>
            <a:t>Managed Hosting: Hosting provider manages the server.</a:t>
          </a:r>
        </a:p>
      </dgm:t>
    </dgm:pt>
    <dgm:pt modelId="{FDCF5A5A-10E7-4FF9-B604-C2D525F076AC}" type="parTrans" cxnId="{D4BEB2C6-48C0-4062-8984-B7C3A77364D4}">
      <dgm:prSet/>
      <dgm:spPr/>
      <dgm:t>
        <a:bodyPr/>
        <a:lstStyle/>
        <a:p>
          <a:endParaRPr lang="en-US"/>
        </a:p>
      </dgm:t>
    </dgm:pt>
    <dgm:pt modelId="{EC29E643-D4CD-4EF2-809C-46C3A3525442}" type="sibTrans" cxnId="{D4BEB2C6-48C0-4062-8984-B7C3A77364D4}">
      <dgm:prSet/>
      <dgm:spPr/>
      <dgm:t>
        <a:bodyPr/>
        <a:lstStyle/>
        <a:p>
          <a:endParaRPr lang="en-US"/>
        </a:p>
      </dgm:t>
    </dgm:pt>
    <dgm:pt modelId="{B4DA2B7C-A1F4-4932-8CFC-AF10EA1C4C36}" type="pres">
      <dgm:prSet presAssocID="{8AF145FE-B7F3-4AD3-AF62-0AAFF8656FEA}" presName="vert0" presStyleCnt="0">
        <dgm:presLayoutVars>
          <dgm:dir/>
          <dgm:animOne val="branch"/>
          <dgm:animLvl val="lvl"/>
        </dgm:presLayoutVars>
      </dgm:prSet>
      <dgm:spPr/>
    </dgm:pt>
    <dgm:pt modelId="{2F08CA97-98D9-4742-AB35-231A0DB2337D}" type="pres">
      <dgm:prSet presAssocID="{268A3C48-778A-499D-B406-B8E017866088}" presName="thickLine" presStyleLbl="alignNode1" presStyleIdx="0" presStyleCnt="5"/>
      <dgm:spPr/>
    </dgm:pt>
    <dgm:pt modelId="{08271742-1652-43DE-BC28-F9AE39A6C526}" type="pres">
      <dgm:prSet presAssocID="{268A3C48-778A-499D-B406-B8E017866088}" presName="horz1" presStyleCnt="0"/>
      <dgm:spPr/>
    </dgm:pt>
    <dgm:pt modelId="{AFF8B97C-2886-4CF4-BFFB-B666D7338F7B}" type="pres">
      <dgm:prSet presAssocID="{268A3C48-778A-499D-B406-B8E017866088}" presName="tx1" presStyleLbl="revTx" presStyleIdx="0" presStyleCnt="5"/>
      <dgm:spPr/>
    </dgm:pt>
    <dgm:pt modelId="{D168C1AF-DBAA-45EB-B1B4-7F7D34DA6D19}" type="pres">
      <dgm:prSet presAssocID="{268A3C48-778A-499D-B406-B8E017866088}" presName="vert1" presStyleCnt="0"/>
      <dgm:spPr/>
    </dgm:pt>
    <dgm:pt modelId="{C6D75366-BAAF-44F2-B182-5C330B44C101}" type="pres">
      <dgm:prSet presAssocID="{81930CDD-72DC-4CC8-9614-FFB4A4D8876D}" presName="thickLine" presStyleLbl="alignNode1" presStyleIdx="1" presStyleCnt="5"/>
      <dgm:spPr/>
    </dgm:pt>
    <dgm:pt modelId="{940A5640-433D-4FC3-8448-6D517D4CFDC9}" type="pres">
      <dgm:prSet presAssocID="{81930CDD-72DC-4CC8-9614-FFB4A4D8876D}" presName="horz1" presStyleCnt="0"/>
      <dgm:spPr/>
    </dgm:pt>
    <dgm:pt modelId="{26035A91-A0DE-4DDF-8BBC-BA4DF0A7FB51}" type="pres">
      <dgm:prSet presAssocID="{81930CDD-72DC-4CC8-9614-FFB4A4D8876D}" presName="tx1" presStyleLbl="revTx" presStyleIdx="1" presStyleCnt="5"/>
      <dgm:spPr/>
    </dgm:pt>
    <dgm:pt modelId="{E1611322-279F-4472-B017-C0677B94D53D}" type="pres">
      <dgm:prSet presAssocID="{81930CDD-72DC-4CC8-9614-FFB4A4D8876D}" presName="vert1" presStyleCnt="0"/>
      <dgm:spPr/>
    </dgm:pt>
    <dgm:pt modelId="{77804D85-F785-4D85-8AD6-618A2BD0FEFE}" type="pres">
      <dgm:prSet presAssocID="{58E9EFC6-D233-4D5F-866E-F93286E2FEA3}" presName="thickLine" presStyleLbl="alignNode1" presStyleIdx="2" presStyleCnt="5"/>
      <dgm:spPr/>
    </dgm:pt>
    <dgm:pt modelId="{704BF740-7F83-4B02-8644-4246933FEE89}" type="pres">
      <dgm:prSet presAssocID="{58E9EFC6-D233-4D5F-866E-F93286E2FEA3}" presName="horz1" presStyleCnt="0"/>
      <dgm:spPr/>
    </dgm:pt>
    <dgm:pt modelId="{A7B82DF5-8E1A-4BFA-A433-EAD4628F9CEB}" type="pres">
      <dgm:prSet presAssocID="{58E9EFC6-D233-4D5F-866E-F93286E2FEA3}" presName="tx1" presStyleLbl="revTx" presStyleIdx="2" presStyleCnt="5"/>
      <dgm:spPr/>
    </dgm:pt>
    <dgm:pt modelId="{B23ECFD7-DA69-45CC-B2C6-0C364FA7B604}" type="pres">
      <dgm:prSet presAssocID="{58E9EFC6-D233-4D5F-866E-F93286E2FEA3}" presName="vert1" presStyleCnt="0"/>
      <dgm:spPr/>
    </dgm:pt>
    <dgm:pt modelId="{7CA901A8-82F9-4034-A112-6D629CE21310}" type="pres">
      <dgm:prSet presAssocID="{21F78D9F-6AE5-4E4C-BBF2-BE8FE82AE868}" presName="thickLine" presStyleLbl="alignNode1" presStyleIdx="3" presStyleCnt="5"/>
      <dgm:spPr/>
    </dgm:pt>
    <dgm:pt modelId="{4815250D-69F9-411A-B86F-85ABCEE3F9CB}" type="pres">
      <dgm:prSet presAssocID="{21F78D9F-6AE5-4E4C-BBF2-BE8FE82AE868}" presName="horz1" presStyleCnt="0"/>
      <dgm:spPr/>
    </dgm:pt>
    <dgm:pt modelId="{3C58CC84-C59A-411D-81BE-BF0907C230AC}" type="pres">
      <dgm:prSet presAssocID="{21F78D9F-6AE5-4E4C-BBF2-BE8FE82AE868}" presName="tx1" presStyleLbl="revTx" presStyleIdx="3" presStyleCnt="5"/>
      <dgm:spPr/>
    </dgm:pt>
    <dgm:pt modelId="{BA7801BA-19E4-442D-87C3-1125EE23F5E3}" type="pres">
      <dgm:prSet presAssocID="{21F78D9F-6AE5-4E4C-BBF2-BE8FE82AE868}" presName="vert1" presStyleCnt="0"/>
      <dgm:spPr/>
    </dgm:pt>
    <dgm:pt modelId="{B9EA91EB-BA2C-4E36-A183-72291DE789F9}" type="pres">
      <dgm:prSet presAssocID="{2C072772-5BF9-44AC-9D16-4ECFF15C354F}" presName="thickLine" presStyleLbl="alignNode1" presStyleIdx="4" presStyleCnt="5"/>
      <dgm:spPr/>
    </dgm:pt>
    <dgm:pt modelId="{8D806A9E-568C-44F0-A814-7CBFB0F0D172}" type="pres">
      <dgm:prSet presAssocID="{2C072772-5BF9-44AC-9D16-4ECFF15C354F}" presName="horz1" presStyleCnt="0"/>
      <dgm:spPr/>
    </dgm:pt>
    <dgm:pt modelId="{D0ACBE8C-8CA3-464B-B3BF-A920A769B02C}" type="pres">
      <dgm:prSet presAssocID="{2C072772-5BF9-44AC-9D16-4ECFF15C354F}" presName="tx1" presStyleLbl="revTx" presStyleIdx="4" presStyleCnt="5"/>
      <dgm:spPr/>
    </dgm:pt>
    <dgm:pt modelId="{4477E037-3A35-4868-800E-35B04B2F074A}" type="pres">
      <dgm:prSet presAssocID="{2C072772-5BF9-44AC-9D16-4ECFF15C354F}" presName="vert1" presStyleCnt="0"/>
      <dgm:spPr/>
    </dgm:pt>
  </dgm:ptLst>
  <dgm:cxnLst>
    <dgm:cxn modelId="{15628206-F84F-4B2E-9EE3-2502A7983598}" type="presOf" srcId="{2C072772-5BF9-44AC-9D16-4ECFF15C354F}" destId="{D0ACBE8C-8CA3-464B-B3BF-A920A769B02C}" srcOrd="0" destOrd="0" presId="urn:microsoft.com/office/officeart/2008/layout/LinedList"/>
    <dgm:cxn modelId="{B0F3705E-6B6F-46B5-91E4-63485941D558}" srcId="{8AF145FE-B7F3-4AD3-AF62-0AAFF8656FEA}" destId="{81930CDD-72DC-4CC8-9614-FFB4A4D8876D}" srcOrd="1" destOrd="0" parTransId="{67955CC5-9761-428C-9FF8-04FC9733BA6F}" sibTransId="{2E286B91-2E9C-4C46-A258-D21FA385F8EB}"/>
    <dgm:cxn modelId="{9CB7314F-5B5F-42F6-8D89-5D1C7EBF0E47}" type="presOf" srcId="{58E9EFC6-D233-4D5F-866E-F93286E2FEA3}" destId="{A7B82DF5-8E1A-4BFA-A433-EAD4628F9CEB}" srcOrd="0" destOrd="0" presId="urn:microsoft.com/office/officeart/2008/layout/LinedList"/>
    <dgm:cxn modelId="{C9552982-6D1F-4FFD-932E-B677E1EFD133}" type="presOf" srcId="{21F78D9F-6AE5-4E4C-BBF2-BE8FE82AE868}" destId="{3C58CC84-C59A-411D-81BE-BF0907C230AC}" srcOrd="0" destOrd="0" presId="urn:microsoft.com/office/officeart/2008/layout/LinedList"/>
    <dgm:cxn modelId="{2AE2B68B-33B1-43E1-B18A-2D79E7A6C65F}" srcId="{8AF145FE-B7F3-4AD3-AF62-0AAFF8656FEA}" destId="{21F78D9F-6AE5-4E4C-BBF2-BE8FE82AE868}" srcOrd="3" destOrd="0" parTransId="{6C3BDE8D-33DB-4D39-A177-6BCBCF66AAB5}" sibTransId="{6835A5CB-BA4B-4EBC-A66A-4DC776575EED}"/>
    <dgm:cxn modelId="{9EB67B91-9DDC-4415-BE16-390164D73608}" srcId="{8AF145FE-B7F3-4AD3-AF62-0AAFF8656FEA}" destId="{58E9EFC6-D233-4D5F-866E-F93286E2FEA3}" srcOrd="2" destOrd="0" parTransId="{9AECC832-C75E-4124-81DF-09B19F83C8C9}" sibTransId="{11FB46F2-76E6-45E2-B080-C8C8F90E38AE}"/>
    <dgm:cxn modelId="{311981B5-1EAA-49B4-AB9B-9857149F6431}" type="presOf" srcId="{81930CDD-72DC-4CC8-9614-FFB4A4D8876D}" destId="{26035A91-A0DE-4DDF-8BBC-BA4DF0A7FB51}" srcOrd="0" destOrd="0" presId="urn:microsoft.com/office/officeart/2008/layout/LinedList"/>
    <dgm:cxn modelId="{B3C34BBF-7A10-4EB7-B8C1-4498BD906CAE}" type="presOf" srcId="{8AF145FE-B7F3-4AD3-AF62-0AAFF8656FEA}" destId="{B4DA2B7C-A1F4-4932-8CFC-AF10EA1C4C36}" srcOrd="0" destOrd="0" presId="urn:microsoft.com/office/officeart/2008/layout/LinedList"/>
    <dgm:cxn modelId="{D4BEB2C6-48C0-4062-8984-B7C3A77364D4}" srcId="{8AF145FE-B7F3-4AD3-AF62-0AAFF8656FEA}" destId="{2C072772-5BF9-44AC-9D16-4ECFF15C354F}" srcOrd="4" destOrd="0" parTransId="{FDCF5A5A-10E7-4FF9-B604-C2D525F076AC}" sibTransId="{EC29E643-D4CD-4EF2-809C-46C3A3525442}"/>
    <dgm:cxn modelId="{398168D1-4AC6-48AD-BA45-F15558A2F3DA}" srcId="{8AF145FE-B7F3-4AD3-AF62-0AAFF8656FEA}" destId="{268A3C48-778A-499D-B406-B8E017866088}" srcOrd="0" destOrd="0" parTransId="{09C8506C-7082-4512-A66A-E3F9C250528D}" sibTransId="{94043894-102B-4AC8-9A82-E5430660AFB5}"/>
    <dgm:cxn modelId="{EB920FEA-E241-4ABE-BA92-B1E2DA7F127B}" type="presOf" srcId="{268A3C48-778A-499D-B406-B8E017866088}" destId="{AFF8B97C-2886-4CF4-BFFB-B666D7338F7B}" srcOrd="0" destOrd="0" presId="urn:microsoft.com/office/officeart/2008/layout/LinedList"/>
    <dgm:cxn modelId="{A708EB29-836E-4267-B3E6-18B159A44881}" type="presParOf" srcId="{B4DA2B7C-A1F4-4932-8CFC-AF10EA1C4C36}" destId="{2F08CA97-98D9-4742-AB35-231A0DB2337D}" srcOrd="0" destOrd="0" presId="urn:microsoft.com/office/officeart/2008/layout/LinedList"/>
    <dgm:cxn modelId="{24C1FFEB-DC9E-4580-AFAE-28728AAD8671}" type="presParOf" srcId="{B4DA2B7C-A1F4-4932-8CFC-AF10EA1C4C36}" destId="{08271742-1652-43DE-BC28-F9AE39A6C526}" srcOrd="1" destOrd="0" presId="urn:microsoft.com/office/officeart/2008/layout/LinedList"/>
    <dgm:cxn modelId="{C0FF2DAD-2162-4083-9ADD-284840315300}" type="presParOf" srcId="{08271742-1652-43DE-BC28-F9AE39A6C526}" destId="{AFF8B97C-2886-4CF4-BFFB-B666D7338F7B}" srcOrd="0" destOrd="0" presId="urn:microsoft.com/office/officeart/2008/layout/LinedList"/>
    <dgm:cxn modelId="{3B838746-7BAF-4981-9201-AE7EA3CBB23C}" type="presParOf" srcId="{08271742-1652-43DE-BC28-F9AE39A6C526}" destId="{D168C1AF-DBAA-45EB-B1B4-7F7D34DA6D19}" srcOrd="1" destOrd="0" presId="urn:microsoft.com/office/officeart/2008/layout/LinedList"/>
    <dgm:cxn modelId="{541DC1D9-CB74-4395-B41B-11E4234D1AED}" type="presParOf" srcId="{B4DA2B7C-A1F4-4932-8CFC-AF10EA1C4C36}" destId="{C6D75366-BAAF-44F2-B182-5C330B44C101}" srcOrd="2" destOrd="0" presId="urn:microsoft.com/office/officeart/2008/layout/LinedList"/>
    <dgm:cxn modelId="{4E420185-11C6-4B6F-BFB4-E10891B1DEC0}" type="presParOf" srcId="{B4DA2B7C-A1F4-4932-8CFC-AF10EA1C4C36}" destId="{940A5640-433D-4FC3-8448-6D517D4CFDC9}" srcOrd="3" destOrd="0" presId="urn:microsoft.com/office/officeart/2008/layout/LinedList"/>
    <dgm:cxn modelId="{49DBC99A-4AB2-40DE-AFD2-3CCB34C6C450}" type="presParOf" srcId="{940A5640-433D-4FC3-8448-6D517D4CFDC9}" destId="{26035A91-A0DE-4DDF-8BBC-BA4DF0A7FB51}" srcOrd="0" destOrd="0" presId="urn:microsoft.com/office/officeart/2008/layout/LinedList"/>
    <dgm:cxn modelId="{94814BD5-1747-4984-A183-2697AA24C9C0}" type="presParOf" srcId="{940A5640-433D-4FC3-8448-6D517D4CFDC9}" destId="{E1611322-279F-4472-B017-C0677B94D53D}" srcOrd="1" destOrd="0" presId="urn:microsoft.com/office/officeart/2008/layout/LinedList"/>
    <dgm:cxn modelId="{88AB9D56-779E-4200-A20B-2F5D14F21DFB}" type="presParOf" srcId="{B4DA2B7C-A1F4-4932-8CFC-AF10EA1C4C36}" destId="{77804D85-F785-4D85-8AD6-618A2BD0FEFE}" srcOrd="4" destOrd="0" presId="urn:microsoft.com/office/officeart/2008/layout/LinedList"/>
    <dgm:cxn modelId="{B77801E4-F03F-4C7C-88B6-3FDCE13E43CA}" type="presParOf" srcId="{B4DA2B7C-A1F4-4932-8CFC-AF10EA1C4C36}" destId="{704BF740-7F83-4B02-8644-4246933FEE89}" srcOrd="5" destOrd="0" presId="urn:microsoft.com/office/officeart/2008/layout/LinedList"/>
    <dgm:cxn modelId="{E420FE2B-EA2C-43CB-ADF6-9574D9A48CCB}" type="presParOf" srcId="{704BF740-7F83-4B02-8644-4246933FEE89}" destId="{A7B82DF5-8E1A-4BFA-A433-EAD4628F9CEB}" srcOrd="0" destOrd="0" presId="urn:microsoft.com/office/officeart/2008/layout/LinedList"/>
    <dgm:cxn modelId="{907DB4B8-D3C5-4851-A9FE-2A7050B6D139}" type="presParOf" srcId="{704BF740-7F83-4B02-8644-4246933FEE89}" destId="{B23ECFD7-DA69-45CC-B2C6-0C364FA7B604}" srcOrd="1" destOrd="0" presId="urn:microsoft.com/office/officeart/2008/layout/LinedList"/>
    <dgm:cxn modelId="{C0ACFE91-D382-45EE-BA46-AC80BD5FBBF5}" type="presParOf" srcId="{B4DA2B7C-A1F4-4932-8CFC-AF10EA1C4C36}" destId="{7CA901A8-82F9-4034-A112-6D629CE21310}" srcOrd="6" destOrd="0" presId="urn:microsoft.com/office/officeart/2008/layout/LinedList"/>
    <dgm:cxn modelId="{9FA2B894-3E73-4D80-A1F9-2147103B056D}" type="presParOf" srcId="{B4DA2B7C-A1F4-4932-8CFC-AF10EA1C4C36}" destId="{4815250D-69F9-411A-B86F-85ABCEE3F9CB}" srcOrd="7" destOrd="0" presId="urn:microsoft.com/office/officeart/2008/layout/LinedList"/>
    <dgm:cxn modelId="{EAEAC496-075C-4B2E-998E-C6E78F97AB0D}" type="presParOf" srcId="{4815250D-69F9-411A-B86F-85ABCEE3F9CB}" destId="{3C58CC84-C59A-411D-81BE-BF0907C230AC}" srcOrd="0" destOrd="0" presId="urn:microsoft.com/office/officeart/2008/layout/LinedList"/>
    <dgm:cxn modelId="{A9AAF9AE-FEE3-4D9B-9F87-6323B14948F3}" type="presParOf" srcId="{4815250D-69F9-411A-B86F-85ABCEE3F9CB}" destId="{BA7801BA-19E4-442D-87C3-1125EE23F5E3}" srcOrd="1" destOrd="0" presId="urn:microsoft.com/office/officeart/2008/layout/LinedList"/>
    <dgm:cxn modelId="{78EDA625-2323-4778-9FEA-15FAE2094C81}" type="presParOf" srcId="{B4DA2B7C-A1F4-4932-8CFC-AF10EA1C4C36}" destId="{B9EA91EB-BA2C-4E36-A183-72291DE789F9}" srcOrd="8" destOrd="0" presId="urn:microsoft.com/office/officeart/2008/layout/LinedList"/>
    <dgm:cxn modelId="{5A6E5900-3A96-4B9D-BA2B-7173364B1B71}" type="presParOf" srcId="{B4DA2B7C-A1F4-4932-8CFC-AF10EA1C4C36}" destId="{8D806A9E-568C-44F0-A814-7CBFB0F0D172}" srcOrd="9" destOrd="0" presId="urn:microsoft.com/office/officeart/2008/layout/LinedList"/>
    <dgm:cxn modelId="{7627A92D-6D55-4A87-9208-860A7A74CE2E}" type="presParOf" srcId="{8D806A9E-568C-44F0-A814-7CBFB0F0D172}" destId="{D0ACBE8C-8CA3-464B-B3BF-A920A769B02C}" srcOrd="0" destOrd="0" presId="urn:microsoft.com/office/officeart/2008/layout/LinedList"/>
    <dgm:cxn modelId="{25429900-650F-46C2-819A-1A4DF87A9526}" type="presParOf" srcId="{8D806A9E-568C-44F0-A814-7CBFB0F0D172}" destId="{4477E037-3A35-4868-800E-35B04B2F074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6DB44-3225-4581-91B8-A7D032B56B9E}">
      <dsp:nvSpPr>
        <dsp:cNvPr id="0" name=""/>
        <dsp:cNvSpPr/>
      </dsp:nvSpPr>
      <dsp:spPr>
        <a:xfrm>
          <a:off x="0" y="380541"/>
          <a:ext cx="82296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Open-source and widely used.</a:t>
          </a:r>
        </a:p>
      </dsp:txBody>
      <dsp:txXfrm>
        <a:off x="42151" y="422692"/>
        <a:ext cx="8145298" cy="779158"/>
      </dsp:txXfrm>
    </dsp:sp>
    <dsp:sp modelId="{F1101C1C-262E-45B7-BC6C-3DAE31C2A97A}">
      <dsp:nvSpPr>
        <dsp:cNvPr id="0" name=""/>
        <dsp:cNvSpPr/>
      </dsp:nvSpPr>
      <dsp:spPr>
        <a:xfrm>
          <a:off x="0" y="1347681"/>
          <a:ext cx="82296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Customizable with modules.</a:t>
          </a:r>
        </a:p>
      </dsp:txBody>
      <dsp:txXfrm>
        <a:off x="42151" y="1389832"/>
        <a:ext cx="8145298" cy="779158"/>
      </dsp:txXfrm>
    </dsp:sp>
    <dsp:sp modelId="{812C4036-DA59-4B11-8962-0A04E6A884A6}">
      <dsp:nvSpPr>
        <dsp:cNvPr id="0" name=""/>
        <dsp:cNvSpPr/>
      </dsp:nvSpPr>
      <dsp:spPr>
        <a:xfrm>
          <a:off x="0" y="2314821"/>
          <a:ext cx="82296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Stable and supports various platforms.</a:t>
          </a:r>
        </a:p>
      </dsp:txBody>
      <dsp:txXfrm>
        <a:off x="42151" y="2356972"/>
        <a:ext cx="8145298" cy="779158"/>
      </dsp:txXfrm>
    </dsp:sp>
    <dsp:sp modelId="{C9EADD1F-72F5-4178-8894-CE2C8514C69E}">
      <dsp:nvSpPr>
        <dsp:cNvPr id="0" name=""/>
        <dsp:cNvSpPr/>
      </dsp:nvSpPr>
      <dsp:spPr>
        <a:xfrm>
          <a:off x="0" y="3281961"/>
          <a:ext cx="82296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Ideal for small to medium-sized websites.</a:t>
          </a:r>
        </a:p>
      </dsp:txBody>
      <dsp:txXfrm>
        <a:off x="42151" y="3324112"/>
        <a:ext cx="8145298" cy="7791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B3A1D-DCCF-465E-ABD0-A888542E9D30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9881E-0DD4-4EC1-97C7-AF5647E8E2C7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C8A8C-9B74-41E1-A889-FBBBC4BE9041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High-performance, open-source server.</a:t>
          </a:r>
        </a:p>
      </dsp:txBody>
      <dsp:txXfrm>
        <a:off x="1428292" y="2439"/>
        <a:ext cx="3297908" cy="1236616"/>
      </dsp:txXfrm>
    </dsp:sp>
    <dsp:sp modelId="{53BC4F10-6BDD-4D8F-9F98-34174BD259F3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E62F8-02AF-47C2-8F25-EEF910466D7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455B7-695E-47BE-9AB9-DA57BD047CE5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Efficient memory usage.</a:t>
          </a:r>
        </a:p>
      </dsp:txBody>
      <dsp:txXfrm>
        <a:off x="1428292" y="1548210"/>
        <a:ext cx="3297908" cy="1236616"/>
      </dsp:txXfrm>
    </dsp:sp>
    <dsp:sp modelId="{EC87A6E2-25B5-41E8-96D1-3617132B8479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3E7B2-43F6-445C-B927-4F18F0F0CA8A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3B977-D401-434F-BF84-D17CA2118150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Ideal for high-traffic websites.</a:t>
          </a:r>
        </a:p>
      </dsp:txBody>
      <dsp:txXfrm>
        <a:off x="1428292" y="3093981"/>
        <a:ext cx="3297908" cy="1236616"/>
      </dsp:txXfrm>
    </dsp:sp>
    <dsp:sp modelId="{06EC056D-B848-4702-956C-5E1B22E7FF78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7D273-FC45-47EF-8A16-FF77FC1FD78A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8D887-57EE-4B36-A677-616E28C002A2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Supports reverse proxy and load balancing.</a:t>
          </a:r>
        </a:p>
      </dsp:txBody>
      <dsp:txXfrm>
        <a:off x="1428292" y="4639752"/>
        <a:ext cx="32979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EF6B1E-8E52-4B6F-A25B-8B186D058C96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2E30B-1AB6-4374-908E-761778ADE68D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IIS: Integrated with Windows, supports enterprise apps.</a:t>
          </a:r>
        </a:p>
      </dsp:txBody>
      <dsp:txXfrm>
        <a:off x="78583" y="2435142"/>
        <a:ext cx="2399612" cy="720000"/>
      </dsp:txXfrm>
    </dsp:sp>
    <dsp:sp modelId="{A889BFBE-F8A2-4002-A787-8D2A8C9A5C6C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F727C-4BF7-46CE-94CF-906C823266AF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LiteSpeed: High-performance, compatible with Apache configurations.</a:t>
          </a:r>
        </a:p>
      </dsp:txBody>
      <dsp:txXfrm>
        <a:off x="2898129" y="2435142"/>
        <a:ext cx="2399612" cy="720000"/>
      </dsp:txXfrm>
    </dsp:sp>
    <dsp:sp modelId="{6F407747-44F3-43C7-B966-69926580C677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EE3886-B559-49ED-80AF-A0BF1AB15698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LiteSpeed is ideal for performance-focused websites.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BB0C3-F927-41B8-A407-7CAF40580AC9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E13BD6-92CD-41DB-8791-4C474225827A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4787A-16B8-486D-9A81-97509776A4C7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cPanel: User-friendly, file and domain management.</a:t>
          </a:r>
        </a:p>
      </dsp:txBody>
      <dsp:txXfrm>
        <a:off x="1099610" y="1878"/>
        <a:ext cx="7129989" cy="952043"/>
      </dsp:txXfrm>
    </dsp:sp>
    <dsp:sp modelId="{BE4E9AE0-770E-45DF-A1A8-D17F879A2ACE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B151A-CBD6-4985-B597-4784E3226F65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D0FA2-7D95-4024-B417-C7FAE0F0D78B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Plesk: Cross-platform (Linux &amp; Windows).</a:t>
          </a:r>
        </a:p>
      </dsp:txBody>
      <dsp:txXfrm>
        <a:off x="1099610" y="1191932"/>
        <a:ext cx="7129989" cy="952043"/>
      </dsp:txXfrm>
    </dsp:sp>
    <dsp:sp modelId="{6DFB4296-1170-4AD3-9F1D-60228D25BCCF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17A46-E294-42E3-BB42-EA8B2D4778F1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AD21F-2A62-473C-944D-0198A76873D8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Webmin: Open-source management for UNIX systems.</a:t>
          </a:r>
        </a:p>
      </dsp:txBody>
      <dsp:txXfrm>
        <a:off x="1099610" y="2381986"/>
        <a:ext cx="7129989" cy="952043"/>
      </dsp:txXfrm>
    </dsp:sp>
    <dsp:sp modelId="{B05CC3B0-B64E-4B0A-BBDE-C63DC201950C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D668E9-5E57-44FC-89C2-ABA1E2F980C6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59AC7-934C-4CAA-92FC-8BE786DD6581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Managed Cloud: AWS, Azure, Google Cloud for hosting.</a:t>
          </a:r>
        </a:p>
      </dsp:txBody>
      <dsp:txXfrm>
        <a:off x="1099610" y="3572041"/>
        <a:ext cx="7129989" cy="9520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8CA97-98D9-4742-AB35-231A0DB2337D}">
      <dsp:nvSpPr>
        <dsp:cNvPr id="0" name=""/>
        <dsp:cNvSpPr/>
      </dsp:nvSpPr>
      <dsp:spPr>
        <a:xfrm>
          <a:off x="0" y="478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8B97C-2886-4CF4-BFFB-B666D7338F7B}">
      <dsp:nvSpPr>
        <dsp:cNvPr id="0" name=""/>
        <dsp:cNvSpPr/>
      </dsp:nvSpPr>
      <dsp:spPr>
        <a:xfrm>
          <a:off x="0" y="478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Shared Hosting: Low cost, shared resources.</a:t>
          </a:r>
        </a:p>
      </dsp:txBody>
      <dsp:txXfrm>
        <a:off x="0" y="478"/>
        <a:ext cx="3993357" cy="783716"/>
      </dsp:txXfrm>
    </dsp:sp>
    <dsp:sp modelId="{C6D75366-BAAF-44F2-B182-5C330B44C101}">
      <dsp:nvSpPr>
        <dsp:cNvPr id="0" name=""/>
        <dsp:cNvSpPr/>
      </dsp:nvSpPr>
      <dsp:spPr>
        <a:xfrm>
          <a:off x="0" y="78419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35A91-A0DE-4DDF-8BBC-BA4DF0A7FB51}">
      <dsp:nvSpPr>
        <dsp:cNvPr id="0" name=""/>
        <dsp:cNvSpPr/>
      </dsp:nvSpPr>
      <dsp:spPr>
        <a:xfrm>
          <a:off x="0" y="784194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VPS Hosting: Virtualized server, more control.</a:t>
          </a:r>
        </a:p>
      </dsp:txBody>
      <dsp:txXfrm>
        <a:off x="0" y="784194"/>
        <a:ext cx="3993357" cy="783716"/>
      </dsp:txXfrm>
    </dsp:sp>
    <dsp:sp modelId="{77804D85-F785-4D85-8AD6-618A2BD0FEFE}">
      <dsp:nvSpPr>
        <dsp:cNvPr id="0" name=""/>
        <dsp:cNvSpPr/>
      </dsp:nvSpPr>
      <dsp:spPr>
        <a:xfrm>
          <a:off x="0" y="1567910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B82DF5-8E1A-4BFA-A433-EAD4628F9CEB}">
      <dsp:nvSpPr>
        <dsp:cNvPr id="0" name=""/>
        <dsp:cNvSpPr/>
      </dsp:nvSpPr>
      <dsp:spPr>
        <a:xfrm>
          <a:off x="0" y="1567910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Dedicated Hosting: Full control, dedicated resources.</a:t>
          </a:r>
        </a:p>
      </dsp:txBody>
      <dsp:txXfrm>
        <a:off x="0" y="1567910"/>
        <a:ext cx="3993357" cy="783716"/>
      </dsp:txXfrm>
    </dsp:sp>
    <dsp:sp modelId="{7CA901A8-82F9-4034-A112-6D629CE21310}">
      <dsp:nvSpPr>
        <dsp:cNvPr id="0" name=""/>
        <dsp:cNvSpPr/>
      </dsp:nvSpPr>
      <dsp:spPr>
        <a:xfrm>
          <a:off x="0" y="2351627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58CC84-C59A-411D-81BE-BF0907C230AC}">
      <dsp:nvSpPr>
        <dsp:cNvPr id="0" name=""/>
        <dsp:cNvSpPr/>
      </dsp:nvSpPr>
      <dsp:spPr>
        <a:xfrm>
          <a:off x="0" y="2351627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Cloud Hosting: Scalable, distributed resources.</a:t>
          </a:r>
        </a:p>
      </dsp:txBody>
      <dsp:txXfrm>
        <a:off x="0" y="2351627"/>
        <a:ext cx="3993357" cy="783716"/>
      </dsp:txXfrm>
    </dsp:sp>
    <dsp:sp modelId="{B9EA91EB-BA2C-4E36-A183-72291DE789F9}">
      <dsp:nvSpPr>
        <dsp:cNvPr id="0" name=""/>
        <dsp:cNvSpPr/>
      </dsp:nvSpPr>
      <dsp:spPr>
        <a:xfrm>
          <a:off x="0" y="3135343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CBE8C-8CA3-464B-B3BF-A920A769B02C}">
      <dsp:nvSpPr>
        <dsp:cNvPr id="0" name=""/>
        <dsp:cNvSpPr/>
      </dsp:nvSpPr>
      <dsp:spPr>
        <a:xfrm>
          <a:off x="0" y="3135343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Managed Hosting: Hosting provider manages the server.</a:t>
          </a:r>
        </a:p>
      </dsp:txBody>
      <dsp:txXfrm>
        <a:off x="0" y="3135343"/>
        <a:ext cx="3993357" cy="783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AA948B6F-4070-7EAA-4ED4-F842428D7F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2134" r="8865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36" y="600427"/>
            <a:ext cx="7406640" cy="329990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500">
                <a:solidFill>
                  <a:srgbClr val="FFFFFF"/>
                </a:solidFill>
              </a:rPr>
              <a:t>Web Server Technologies and Hosting Management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652" y="4072045"/>
            <a:ext cx="7406640" cy="141435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2000">
                <a:solidFill>
                  <a:srgbClr val="FFFFFF"/>
                </a:solidFill>
              </a:rPr>
              <a:t>MN. Sihanas</a:t>
            </a:r>
          </a:p>
          <a:p>
            <a:pPr algn="l">
              <a:lnSpc>
                <a:spcPct val="90000"/>
              </a:lnSpc>
            </a:pPr>
            <a:r>
              <a:rPr lang="en-GB" sz="2000">
                <a:solidFill>
                  <a:srgbClr val="FFFFFF"/>
                </a:solidFill>
              </a:rPr>
              <a:t>Lecturer: Mr. M.I. Mohamed Nismy</a:t>
            </a:r>
          </a:p>
          <a:p>
            <a:pPr algn="l">
              <a:lnSpc>
                <a:spcPct val="90000"/>
              </a:lnSpc>
            </a:pPr>
            <a:r>
              <a:rPr lang="en-GB" sz="2000">
                <a:solidFill>
                  <a:srgbClr val="FFFFFF"/>
                </a:solidFill>
              </a:rPr>
              <a:t>CSD 22</a:t>
            </a:r>
          </a:p>
          <a:p>
            <a:pPr algn="l">
              <a:lnSpc>
                <a:spcPct val="90000"/>
              </a:lnSpc>
            </a:pPr>
            <a:r>
              <a:rPr lang="en-GB" sz="2000">
                <a:solidFill>
                  <a:srgbClr val="FFFFFF"/>
                </a:solidFill>
              </a:rPr>
              <a:t>BCAS KALMUNAI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GB" sz="1700"/>
              <a:t>Web server technologies and hosting services are the backbone of websites.</a:t>
            </a:r>
          </a:p>
          <a:p>
            <a:r>
              <a:rPr lang="en-GB" sz="1700"/>
              <a:t>They ensure websites are accessible, secure, and performant.</a:t>
            </a:r>
          </a:p>
          <a:p>
            <a:r>
              <a:rPr lang="en-GB" sz="1700"/>
              <a:t>This presentation will explore different web server technologies, management tools and hosting services.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10B5E96A-130D-8A11-7C95-055E7BC1C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74" r="46684" b="-446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7FFC22-C016-28D2-F62E-BC0628D81C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38" r="50081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Types of Web Server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Apache HTTP Server</a:t>
            </a:r>
          </a:p>
          <a:p>
            <a:r>
              <a:rPr lang="en-US" sz="1700"/>
              <a:t>Nginx</a:t>
            </a:r>
          </a:p>
          <a:p>
            <a:r>
              <a:rPr lang="en-US" sz="1700"/>
              <a:t>Microsoft IIS</a:t>
            </a:r>
          </a:p>
          <a:p>
            <a:r>
              <a:rPr lang="en-US" sz="1700"/>
              <a:t>LiteSpeed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Apache HTTP Server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18C576C9-8E2F-5E33-D2F4-738B01AD63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Nginx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2262B4-4A85-9D6B-DEF4-53528D736A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665723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Microsoft IIS &amp; LiteSpeed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151AF1E-9E3D-24D5-3D8A-7B163B4CB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87312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Server Management Services</a:t>
            </a: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A26F1781-5878-5F14-2028-1DF3E65564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Web Hosting Services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D887FE-78BF-0D07-8F38-98510978A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5" r="20501" b="1"/>
          <a:stretch/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CAEC6124-76A7-6FE3-00AC-AAABEB58E3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955395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Comparison of Web Hosting Services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27AFA6-20B6-E37B-8B5E-AE3D568A50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535678"/>
              </p:ext>
            </p:extLst>
          </p:nvPr>
        </p:nvGraphicFramePr>
        <p:xfrm>
          <a:off x="875488" y="1417638"/>
          <a:ext cx="7577848" cy="51930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3432">
                  <a:extLst>
                    <a:ext uri="{9D8B030D-6E8A-4147-A177-3AD203B41FA5}">
                      <a16:colId xmlns:a16="http://schemas.microsoft.com/office/drawing/2014/main" val="254343043"/>
                    </a:ext>
                  </a:extLst>
                </a:gridCol>
                <a:gridCol w="1568094">
                  <a:extLst>
                    <a:ext uri="{9D8B030D-6E8A-4147-A177-3AD203B41FA5}">
                      <a16:colId xmlns:a16="http://schemas.microsoft.com/office/drawing/2014/main" val="3449248263"/>
                    </a:ext>
                  </a:extLst>
                </a:gridCol>
                <a:gridCol w="1639223">
                  <a:extLst>
                    <a:ext uri="{9D8B030D-6E8A-4147-A177-3AD203B41FA5}">
                      <a16:colId xmlns:a16="http://schemas.microsoft.com/office/drawing/2014/main" val="2698775738"/>
                    </a:ext>
                  </a:extLst>
                </a:gridCol>
                <a:gridCol w="1698314">
                  <a:extLst>
                    <a:ext uri="{9D8B030D-6E8A-4147-A177-3AD203B41FA5}">
                      <a16:colId xmlns:a16="http://schemas.microsoft.com/office/drawing/2014/main" val="1655130630"/>
                    </a:ext>
                  </a:extLst>
                </a:gridCol>
                <a:gridCol w="1378785">
                  <a:extLst>
                    <a:ext uri="{9D8B030D-6E8A-4147-A177-3AD203B41FA5}">
                      <a16:colId xmlns:a16="http://schemas.microsoft.com/office/drawing/2014/main" val="5784461"/>
                    </a:ext>
                  </a:extLst>
                </a:gridCol>
              </a:tblGrid>
              <a:tr h="7737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Hosting Type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Cost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Control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Performance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Security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4904137"/>
                  </a:ext>
                </a:extLst>
              </a:tr>
              <a:tr h="7737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Shared Hosting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Low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Limited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Low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Low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307414"/>
                  </a:ext>
                </a:extLst>
              </a:tr>
              <a:tr h="7737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VPS Hosting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Medium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High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Medium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Medium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1681155"/>
                  </a:ext>
                </a:extLst>
              </a:tr>
              <a:tr h="7737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Dedicated Hosting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High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Full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High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High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4022747"/>
                  </a:ext>
                </a:extLst>
              </a:tr>
              <a:tr h="7737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Cloud Hosting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Varies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Moderate to High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High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High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7715546"/>
                  </a:ext>
                </a:extLst>
              </a:tr>
              <a:tr h="7737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Managed Hosting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High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Low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Medium to High 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High 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4302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choice of web server technologies and hosting services should be based on website requirements.</a:t>
            </a:r>
          </a:p>
          <a:p>
            <a:r>
              <a:rPr dirty="0"/>
              <a:t>Factors like performance, control</a:t>
            </a:r>
            <a:r>
              <a:t>, scalability </a:t>
            </a:r>
            <a:r>
              <a:rPr dirty="0"/>
              <a:t>and security must be considered.</a:t>
            </a:r>
          </a:p>
          <a:p>
            <a:r>
              <a:rPr dirty="0"/>
              <a:t>Properly managed servers ensure smooth website operation and user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325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Web Server Technologies and Hosting Management Services</vt:lpstr>
      <vt:lpstr>Introduction</vt:lpstr>
      <vt:lpstr>Types of Web Server Technologies</vt:lpstr>
      <vt:lpstr>Apache HTTP Server</vt:lpstr>
      <vt:lpstr>Nginx</vt:lpstr>
      <vt:lpstr>Microsoft IIS &amp; LiteSpeed</vt:lpstr>
      <vt:lpstr>Server Management Services</vt:lpstr>
      <vt:lpstr>Web Hosting Services</vt:lpstr>
      <vt:lpstr>Comparison of Web Hosting Services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Naseer Sihanas</cp:lastModifiedBy>
  <cp:revision>2</cp:revision>
  <dcterms:created xsi:type="dcterms:W3CDTF">2013-01-27T09:14:16Z</dcterms:created>
  <dcterms:modified xsi:type="dcterms:W3CDTF">2024-11-21T16:58:37Z</dcterms:modified>
  <cp:category/>
</cp:coreProperties>
</file>