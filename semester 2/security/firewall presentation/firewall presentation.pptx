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B6D19C-E6DA-43B4-B389-D8F55D72FD59}" v="15" dt="2024-10-15T05:56:48.1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68000" autoAdjust="0"/>
  </p:normalViewPr>
  <p:slideViewPr>
    <p:cSldViewPr snapToGrid="0">
      <p:cViewPr varScale="1">
        <p:scale>
          <a:sx n="83" d="100"/>
          <a:sy n="83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Naseer Sihanas" userId="baf10d46-ca0e-4f93-8b9a-bd1fa4bc7e8f" providerId="ADAL" clId="{80B6D19C-E6DA-43B4-B389-D8F55D72FD59}"/>
    <pc:docChg chg="undo custSel addSld modSld">
      <pc:chgData name="Mohammed Naseer Sihanas" userId="baf10d46-ca0e-4f93-8b9a-bd1fa4bc7e8f" providerId="ADAL" clId="{80B6D19C-E6DA-43B4-B389-D8F55D72FD59}" dt="2024-10-15T05:56:48.174" v="389"/>
      <pc:docMkLst>
        <pc:docMk/>
      </pc:docMkLst>
      <pc:sldChg chg="addSp delSp modSp new mod modTransition setBg">
        <pc:chgData name="Mohammed Naseer Sihanas" userId="baf10d46-ca0e-4f93-8b9a-bd1fa4bc7e8f" providerId="ADAL" clId="{80B6D19C-E6DA-43B4-B389-D8F55D72FD59}" dt="2024-10-15T05:51:58.768" v="349"/>
        <pc:sldMkLst>
          <pc:docMk/>
          <pc:sldMk cId="3509265707" sldId="256"/>
        </pc:sldMkLst>
        <pc:spChg chg="mod">
          <ac:chgData name="Mohammed Naseer Sihanas" userId="baf10d46-ca0e-4f93-8b9a-bd1fa4bc7e8f" providerId="ADAL" clId="{80B6D19C-E6DA-43B4-B389-D8F55D72FD59}" dt="2024-10-15T05:51:48.331" v="348" actId="26606"/>
          <ac:spMkLst>
            <pc:docMk/>
            <pc:sldMk cId="3509265707" sldId="256"/>
            <ac:spMk id="2" creationId="{1C2FB659-2D3F-864D-A63B-87CF078DA0F8}"/>
          </ac:spMkLst>
        </pc:spChg>
        <pc:spChg chg="mod">
          <ac:chgData name="Mohammed Naseer Sihanas" userId="baf10d46-ca0e-4f93-8b9a-bd1fa4bc7e8f" providerId="ADAL" clId="{80B6D19C-E6DA-43B4-B389-D8F55D72FD59}" dt="2024-10-15T05:51:48.331" v="348" actId="26606"/>
          <ac:spMkLst>
            <pc:docMk/>
            <pc:sldMk cId="3509265707" sldId="256"/>
            <ac:spMk id="3" creationId="{E4A4C34D-BB9C-CC33-AF70-0B0388A5193F}"/>
          </ac:spMkLst>
        </pc:spChg>
        <pc:spChg chg="add del">
          <ac:chgData name="Mohammed Naseer Sihanas" userId="baf10d46-ca0e-4f93-8b9a-bd1fa4bc7e8f" providerId="ADAL" clId="{80B6D19C-E6DA-43B4-B389-D8F55D72FD59}" dt="2024-10-15T05:51:42.410" v="341" actId="26606"/>
          <ac:spMkLst>
            <pc:docMk/>
            <pc:sldMk cId="3509265707" sldId="256"/>
            <ac:spMk id="8" creationId="{8C790BE2-4E4F-4AAF-81A2-4A6F4885EBE6}"/>
          </ac:spMkLst>
        </pc:spChg>
        <pc:spChg chg="add del">
          <ac:chgData name="Mohammed Naseer Sihanas" userId="baf10d46-ca0e-4f93-8b9a-bd1fa4bc7e8f" providerId="ADAL" clId="{80B6D19C-E6DA-43B4-B389-D8F55D72FD59}" dt="2024-10-15T05:51:42.410" v="341" actId="26606"/>
          <ac:spMkLst>
            <pc:docMk/>
            <pc:sldMk cId="3509265707" sldId="256"/>
            <ac:spMk id="10" creationId="{D28B54C3-B57B-472A-B96E-1FCB67093DC2}"/>
          </ac:spMkLst>
        </pc:spChg>
        <pc:spChg chg="add del">
          <ac:chgData name="Mohammed Naseer Sihanas" userId="baf10d46-ca0e-4f93-8b9a-bd1fa4bc7e8f" providerId="ADAL" clId="{80B6D19C-E6DA-43B4-B389-D8F55D72FD59}" dt="2024-10-15T05:51:42.410" v="341" actId="26606"/>
          <ac:spMkLst>
            <pc:docMk/>
            <pc:sldMk cId="3509265707" sldId="256"/>
            <ac:spMk id="12" creationId="{7DB3C429-F8DA-49B9-AF84-21996FCF78B5}"/>
          </ac:spMkLst>
        </pc:spChg>
        <pc:spChg chg="add del">
          <ac:chgData name="Mohammed Naseer Sihanas" userId="baf10d46-ca0e-4f93-8b9a-bd1fa4bc7e8f" providerId="ADAL" clId="{80B6D19C-E6DA-43B4-B389-D8F55D72FD59}" dt="2024-10-15T05:51:42.410" v="341" actId="26606"/>
          <ac:spMkLst>
            <pc:docMk/>
            <pc:sldMk cId="3509265707" sldId="256"/>
            <ac:spMk id="14" creationId="{E12088DD-B1AD-40E0-8B86-1D87A2CCD9BE}"/>
          </ac:spMkLst>
        </pc:spChg>
        <pc:spChg chg="add del">
          <ac:chgData name="Mohammed Naseer Sihanas" userId="baf10d46-ca0e-4f93-8b9a-bd1fa4bc7e8f" providerId="ADAL" clId="{80B6D19C-E6DA-43B4-B389-D8F55D72FD59}" dt="2024-10-15T05:51:42.410" v="341" actId="26606"/>
          <ac:spMkLst>
            <pc:docMk/>
            <pc:sldMk cId="3509265707" sldId="256"/>
            <ac:spMk id="16" creationId="{C4C9F2B0-1044-46EB-8AEB-C3BFFDE6C2CC}"/>
          </ac:spMkLst>
        </pc:spChg>
        <pc:spChg chg="add del">
          <ac:chgData name="Mohammed Naseer Sihanas" userId="baf10d46-ca0e-4f93-8b9a-bd1fa4bc7e8f" providerId="ADAL" clId="{80B6D19C-E6DA-43B4-B389-D8F55D72FD59}" dt="2024-10-15T05:51:42.410" v="341" actId="26606"/>
          <ac:spMkLst>
            <pc:docMk/>
            <pc:sldMk cId="3509265707" sldId="256"/>
            <ac:spMk id="18" creationId="{0C395952-4E26-45A2-8756-2ADFD6E53C6E}"/>
          </ac:spMkLst>
        </pc:spChg>
        <pc:spChg chg="add del">
          <ac:chgData name="Mohammed Naseer Sihanas" userId="baf10d46-ca0e-4f93-8b9a-bd1fa4bc7e8f" providerId="ADAL" clId="{80B6D19C-E6DA-43B4-B389-D8F55D72FD59}" dt="2024-10-15T05:51:42.410" v="341" actId="26606"/>
          <ac:spMkLst>
            <pc:docMk/>
            <pc:sldMk cId="3509265707" sldId="256"/>
            <ac:spMk id="20" creationId="{4734BADF-9461-4621-B112-2D7BABEA7DD0}"/>
          </ac:spMkLst>
        </pc:spChg>
        <pc:spChg chg="add del">
          <ac:chgData name="Mohammed Naseer Sihanas" userId="baf10d46-ca0e-4f93-8b9a-bd1fa4bc7e8f" providerId="ADAL" clId="{80B6D19C-E6DA-43B4-B389-D8F55D72FD59}" dt="2024-10-15T05:51:48.300" v="347" actId="26606"/>
          <ac:spMkLst>
            <pc:docMk/>
            <pc:sldMk cId="3509265707" sldId="256"/>
            <ac:spMk id="22" creationId="{218E095B-4870-4AD5-9C41-C16D59523501}"/>
          </ac:spMkLst>
        </pc:spChg>
        <pc:spChg chg="add del">
          <ac:chgData name="Mohammed Naseer Sihanas" userId="baf10d46-ca0e-4f93-8b9a-bd1fa4bc7e8f" providerId="ADAL" clId="{80B6D19C-E6DA-43B4-B389-D8F55D72FD59}" dt="2024-10-15T05:51:44.441" v="343" actId="26606"/>
          <ac:spMkLst>
            <pc:docMk/>
            <pc:sldMk cId="3509265707" sldId="256"/>
            <ac:spMk id="23" creationId="{3677BAFB-3BD3-41BB-9107-FAE224AE21C4}"/>
          </ac:spMkLst>
        </pc:spChg>
        <pc:spChg chg="add del">
          <ac:chgData name="Mohammed Naseer Sihanas" userId="baf10d46-ca0e-4f93-8b9a-bd1fa4bc7e8f" providerId="ADAL" clId="{80B6D19C-E6DA-43B4-B389-D8F55D72FD59}" dt="2024-10-15T05:51:44.441" v="343" actId="26606"/>
          <ac:spMkLst>
            <pc:docMk/>
            <pc:sldMk cId="3509265707" sldId="256"/>
            <ac:spMk id="24" creationId="{C10FB9CA-E7FA-462C-B537-F1224ED1ACF4}"/>
          </ac:spMkLst>
        </pc:spChg>
        <pc:spChg chg="add del">
          <ac:chgData name="Mohammed Naseer Sihanas" userId="baf10d46-ca0e-4f93-8b9a-bd1fa4bc7e8f" providerId="ADAL" clId="{80B6D19C-E6DA-43B4-B389-D8F55D72FD59}" dt="2024-10-15T05:51:44.441" v="343" actId="26606"/>
          <ac:spMkLst>
            <pc:docMk/>
            <pc:sldMk cId="3509265707" sldId="256"/>
            <ac:spMk id="25" creationId="{E6823A9B-C188-42D4-847C-3AD928DB145C}"/>
          </ac:spMkLst>
        </pc:spChg>
        <pc:spChg chg="add del">
          <ac:chgData name="Mohammed Naseer Sihanas" userId="baf10d46-ca0e-4f93-8b9a-bd1fa4bc7e8f" providerId="ADAL" clId="{80B6D19C-E6DA-43B4-B389-D8F55D72FD59}" dt="2024-10-15T05:51:44.441" v="343" actId="26606"/>
          <ac:spMkLst>
            <pc:docMk/>
            <pc:sldMk cId="3509265707" sldId="256"/>
            <ac:spMk id="26" creationId="{D8469AE7-A75B-4F37-850B-EF5974ABED2C}"/>
          </ac:spMkLst>
        </pc:spChg>
        <pc:spChg chg="add del">
          <ac:chgData name="Mohammed Naseer Sihanas" userId="baf10d46-ca0e-4f93-8b9a-bd1fa4bc7e8f" providerId="ADAL" clId="{80B6D19C-E6DA-43B4-B389-D8F55D72FD59}" dt="2024-10-15T05:51:44.441" v="343" actId="26606"/>
          <ac:spMkLst>
            <pc:docMk/>
            <pc:sldMk cId="3509265707" sldId="256"/>
            <ac:spMk id="27" creationId="{34B557F3-1A0C-4749-A6DB-EAC082DF390B}"/>
          </ac:spMkLst>
        </pc:spChg>
        <pc:spChg chg="add del">
          <ac:chgData name="Mohammed Naseer Sihanas" userId="baf10d46-ca0e-4f93-8b9a-bd1fa4bc7e8f" providerId="ADAL" clId="{80B6D19C-E6DA-43B4-B389-D8F55D72FD59}" dt="2024-10-15T05:51:48.300" v="347" actId="26606"/>
          <ac:spMkLst>
            <pc:docMk/>
            <pc:sldMk cId="3509265707" sldId="256"/>
            <ac:spMk id="31" creationId="{033BC44A-0661-43B4-9C14-FD5963C226AE}"/>
          </ac:spMkLst>
        </pc:spChg>
        <pc:spChg chg="add del">
          <ac:chgData name="Mohammed Naseer Sihanas" userId="baf10d46-ca0e-4f93-8b9a-bd1fa4bc7e8f" providerId="ADAL" clId="{80B6D19C-E6DA-43B4-B389-D8F55D72FD59}" dt="2024-10-15T05:51:48.300" v="347" actId="26606"/>
          <ac:spMkLst>
            <pc:docMk/>
            <pc:sldMk cId="3509265707" sldId="256"/>
            <ac:spMk id="33" creationId="{BE8CB2F0-2F5A-4EBD-B214-E0309C31F578}"/>
          </ac:spMkLst>
        </pc:spChg>
        <pc:spChg chg="add del">
          <ac:chgData name="Mohammed Naseer Sihanas" userId="baf10d46-ca0e-4f93-8b9a-bd1fa4bc7e8f" providerId="ADAL" clId="{80B6D19C-E6DA-43B4-B389-D8F55D72FD59}" dt="2024-10-15T05:51:48.300" v="347" actId="26606"/>
          <ac:spMkLst>
            <pc:docMk/>
            <pc:sldMk cId="3509265707" sldId="256"/>
            <ac:spMk id="35" creationId="{FFD3887D-244B-4EC4-9208-E304984C5D0F}"/>
          </ac:spMkLst>
        </pc:spChg>
        <pc:spChg chg="add del">
          <ac:chgData name="Mohammed Naseer Sihanas" userId="baf10d46-ca0e-4f93-8b9a-bd1fa4bc7e8f" providerId="ADAL" clId="{80B6D19C-E6DA-43B4-B389-D8F55D72FD59}" dt="2024-10-15T05:51:48.300" v="347" actId="26606"/>
          <ac:spMkLst>
            <pc:docMk/>
            <pc:sldMk cId="3509265707" sldId="256"/>
            <ac:spMk id="37" creationId="{97224C31-855E-4593-8A58-5B2B0CC4F537}"/>
          </ac:spMkLst>
        </pc:spChg>
        <pc:spChg chg="add del">
          <ac:chgData name="Mohammed Naseer Sihanas" userId="baf10d46-ca0e-4f93-8b9a-bd1fa4bc7e8f" providerId="ADAL" clId="{80B6D19C-E6DA-43B4-B389-D8F55D72FD59}" dt="2024-10-15T05:51:44.441" v="343" actId="26606"/>
          <ac:spMkLst>
            <pc:docMk/>
            <pc:sldMk cId="3509265707" sldId="256"/>
            <ac:spMk id="198" creationId="{55D55AA6-3751-494F-868A-DCEDC5CE82BF}"/>
          </ac:spMkLst>
        </pc:spChg>
        <pc:spChg chg="add del">
          <ac:chgData name="Mohammed Naseer Sihanas" userId="baf10d46-ca0e-4f93-8b9a-bd1fa4bc7e8f" providerId="ADAL" clId="{80B6D19C-E6DA-43B4-B389-D8F55D72FD59}" dt="2024-10-15T05:51:44.441" v="343" actId="26606"/>
          <ac:spMkLst>
            <pc:docMk/>
            <pc:sldMk cId="3509265707" sldId="256"/>
            <ac:spMk id="199" creationId="{4D4C00DC-4DC6-4CD2-9E31-F17E6CEBC5A6}"/>
          </ac:spMkLst>
        </pc:spChg>
        <pc:spChg chg="add del">
          <ac:chgData name="Mohammed Naseer Sihanas" userId="baf10d46-ca0e-4f93-8b9a-bd1fa4bc7e8f" providerId="ADAL" clId="{80B6D19C-E6DA-43B4-B389-D8F55D72FD59}" dt="2024-10-15T05:51:44.441" v="343" actId="26606"/>
          <ac:spMkLst>
            <pc:docMk/>
            <pc:sldMk cId="3509265707" sldId="256"/>
            <ac:spMk id="200" creationId="{D82AB1B2-7970-42CF-8BF5-567C69E9FFFB}"/>
          </ac:spMkLst>
        </pc:spChg>
        <pc:spChg chg="add del">
          <ac:chgData name="Mohammed Naseer Sihanas" userId="baf10d46-ca0e-4f93-8b9a-bd1fa4bc7e8f" providerId="ADAL" clId="{80B6D19C-E6DA-43B4-B389-D8F55D72FD59}" dt="2024-10-15T05:51:46.332" v="345" actId="26606"/>
          <ac:spMkLst>
            <pc:docMk/>
            <pc:sldMk cId="3509265707" sldId="256"/>
            <ac:spMk id="203" creationId="{8C790BE2-4E4F-4AAF-81A2-4A6F4885EBE6}"/>
          </ac:spMkLst>
        </pc:spChg>
        <pc:spChg chg="add del">
          <ac:chgData name="Mohammed Naseer Sihanas" userId="baf10d46-ca0e-4f93-8b9a-bd1fa4bc7e8f" providerId="ADAL" clId="{80B6D19C-E6DA-43B4-B389-D8F55D72FD59}" dt="2024-10-15T05:51:46.332" v="345" actId="26606"/>
          <ac:spMkLst>
            <pc:docMk/>
            <pc:sldMk cId="3509265707" sldId="256"/>
            <ac:spMk id="204" creationId="{D28B54C3-B57B-472A-B96E-1FCB67093DC2}"/>
          </ac:spMkLst>
        </pc:spChg>
        <pc:spChg chg="add del">
          <ac:chgData name="Mohammed Naseer Sihanas" userId="baf10d46-ca0e-4f93-8b9a-bd1fa4bc7e8f" providerId="ADAL" clId="{80B6D19C-E6DA-43B4-B389-D8F55D72FD59}" dt="2024-10-15T05:51:46.332" v="345" actId="26606"/>
          <ac:spMkLst>
            <pc:docMk/>
            <pc:sldMk cId="3509265707" sldId="256"/>
            <ac:spMk id="205" creationId="{7DB3C429-F8DA-49B9-AF84-21996FCF78B5}"/>
          </ac:spMkLst>
        </pc:spChg>
        <pc:spChg chg="add del">
          <ac:chgData name="Mohammed Naseer Sihanas" userId="baf10d46-ca0e-4f93-8b9a-bd1fa4bc7e8f" providerId="ADAL" clId="{80B6D19C-E6DA-43B4-B389-D8F55D72FD59}" dt="2024-10-15T05:51:46.332" v="345" actId="26606"/>
          <ac:spMkLst>
            <pc:docMk/>
            <pc:sldMk cId="3509265707" sldId="256"/>
            <ac:spMk id="206" creationId="{E12088DD-B1AD-40E0-8B86-1D87A2CCD9BE}"/>
          </ac:spMkLst>
        </pc:spChg>
        <pc:spChg chg="add del">
          <ac:chgData name="Mohammed Naseer Sihanas" userId="baf10d46-ca0e-4f93-8b9a-bd1fa4bc7e8f" providerId="ADAL" clId="{80B6D19C-E6DA-43B4-B389-D8F55D72FD59}" dt="2024-10-15T05:51:46.332" v="345" actId="26606"/>
          <ac:spMkLst>
            <pc:docMk/>
            <pc:sldMk cId="3509265707" sldId="256"/>
            <ac:spMk id="207" creationId="{C4C9F2B0-1044-46EB-8AEB-C3BFFDE6C2CC}"/>
          </ac:spMkLst>
        </pc:spChg>
        <pc:spChg chg="add del">
          <ac:chgData name="Mohammed Naseer Sihanas" userId="baf10d46-ca0e-4f93-8b9a-bd1fa4bc7e8f" providerId="ADAL" clId="{80B6D19C-E6DA-43B4-B389-D8F55D72FD59}" dt="2024-10-15T05:51:46.332" v="345" actId="26606"/>
          <ac:spMkLst>
            <pc:docMk/>
            <pc:sldMk cId="3509265707" sldId="256"/>
            <ac:spMk id="208" creationId="{0C395952-4E26-45A2-8756-2ADFD6E53C6E}"/>
          </ac:spMkLst>
        </pc:spChg>
        <pc:spChg chg="add del">
          <ac:chgData name="Mohammed Naseer Sihanas" userId="baf10d46-ca0e-4f93-8b9a-bd1fa4bc7e8f" providerId="ADAL" clId="{80B6D19C-E6DA-43B4-B389-D8F55D72FD59}" dt="2024-10-15T05:51:46.332" v="345" actId="26606"/>
          <ac:spMkLst>
            <pc:docMk/>
            <pc:sldMk cId="3509265707" sldId="256"/>
            <ac:spMk id="209" creationId="{4734BADF-9461-4621-B112-2D7BABEA7DD0}"/>
          </ac:spMkLst>
        </pc:spChg>
        <pc:spChg chg="add del">
          <ac:chgData name="Mohammed Naseer Sihanas" userId="baf10d46-ca0e-4f93-8b9a-bd1fa4bc7e8f" providerId="ADAL" clId="{80B6D19C-E6DA-43B4-B389-D8F55D72FD59}" dt="2024-10-15T05:51:48.300" v="347" actId="26606"/>
          <ac:spMkLst>
            <pc:docMk/>
            <pc:sldMk cId="3509265707" sldId="256"/>
            <ac:spMk id="211" creationId="{489B7BFD-8F45-4093-AD9C-91B15B0503D9}"/>
          </ac:spMkLst>
        </pc:spChg>
        <pc:spChg chg="add del">
          <ac:chgData name="Mohammed Naseer Sihanas" userId="baf10d46-ca0e-4f93-8b9a-bd1fa4bc7e8f" providerId="ADAL" clId="{80B6D19C-E6DA-43B4-B389-D8F55D72FD59}" dt="2024-10-15T05:51:48.300" v="347" actId="26606"/>
          <ac:spMkLst>
            <pc:docMk/>
            <pc:sldMk cId="3509265707" sldId="256"/>
            <ac:spMk id="214" creationId="{498F8FF6-43B4-494A-AF8F-123A4983EDF7}"/>
          </ac:spMkLst>
        </pc:spChg>
        <pc:spChg chg="add del">
          <ac:chgData name="Mohammed Naseer Sihanas" userId="baf10d46-ca0e-4f93-8b9a-bd1fa4bc7e8f" providerId="ADAL" clId="{80B6D19C-E6DA-43B4-B389-D8F55D72FD59}" dt="2024-10-15T05:51:48.300" v="347" actId="26606"/>
          <ac:spMkLst>
            <pc:docMk/>
            <pc:sldMk cId="3509265707" sldId="256"/>
            <ac:spMk id="215" creationId="{2B06059C-C357-4011-82B9-9C0106301384}"/>
          </ac:spMkLst>
        </pc:spChg>
        <pc:spChg chg="add del">
          <ac:chgData name="Mohammed Naseer Sihanas" userId="baf10d46-ca0e-4f93-8b9a-bd1fa4bc7e8f" providerId="ADAL" clId="{80B6D19C-E6DA-43B4-B389-D8F55D72FD59}" dt="2024-10-15T05:51:48.300" v="347" actId="26606"/>
          <ac:spMkLst>
            <pc:docMk/>
            <pc:sldMk cId="3509265707" sldId="256"/>
            <ac:spMk id="216" creationId="{5AFEC601-A132-47EE-B0C2-B38ACD9FCE6F}"/>
          </ac:spMkLst>
        </pc:spChg>
        <pc:spChg chg="add del">
          <ac:chgData name="Mohammed Naseer Sihanas" userId="baf10d46-ca0e-4f93-8b9a-bd1fa4bc7e8f" providerId="ADAL" clId="{80B6D19C-E6DA-43B4-B389-D8F55D72FD59}" dt="2024-10-15T05:51:48.300" v="347" actId="26606"/>
          <ac:spMkLst>
            <pc:docMk/>
            <pc:sldMk cId="3509265707" sldId="256"/>
            <ac:spMk id="217" creationId="{279CAF82-0ECF-42BE-8F37-F71941E5D410}"/>
          </ac:spMkLst>
        </pc:spChg>
        <pc:spChg chg="add">
          <ac:chgData name="Mohammed Naseer Sihanas" userId="baf10d46-ca0e-4f93-8b9a-bd1fa4bc7e8f" providerId="ADAL" clId="{80B6D19C-E6DA-43B4-B389-D8F55D72FD59}" dt="2024-10-15T05:51:48.331" v="348" actId="26606"/>
          <ac:spMkLst>
            <pc:docMk/>
            <pc:sldMk cId="3509265707" sldId="256"/>
            <ac:spMk id="224" creationId="{6F5A5072-7B47-4D32-B52A-4EBBF590B8A5}"/>
          </ac:spMkLst>
        </pc:spChg>
        <pc:spChg chg="add">
          <ac:chgData name="Mohammed Naseer Sihanas" userId="baf10d46-ca0e-4f93-8b9a-bd1fa4bc7e8f" providerId="ADAL" clId="{80B6D19C-E6DA-43B4-B389-D8F55D72FD59}" dt="2024-10-15T05:51:48.331" v="348" actId="26606"/>
          <ac:spMkLst>
            <pc:docMk/>
            <pc:sldMk cId="3509265707" sldId="256"/>
            <ac:spMk id="225" creationId="{9715DAF0-AE1B-46C9-8A6B-DB2AA05AB91D}"/>
          </ac:spMkLst>
        </pc:spChg>
        <pc:spChg chg="add">
          <ac:chgData name="Mohammed Naseer Sihanas" userId="baf10d46-ca0e-4f93-8b9a-bd1fa4bc7e8f" providerId="ADAL" clId="{80B6D19C-E6DA-43B4-B389-D8F55D72FD59}" dt="2024-10-15T05:51:48.331" v="348" actId="26606"/>
          <ac:spMkLst>
            <pc:docMk/>
            <pc:sldMk cId="3509265707" sldId="256"/>
            <ac:spMk id="226" creationId="{6016219D-510E-4184-9090-6D5578A87BD1}"/>
          </ac:spMkLst>
        </pc:spChg>
        <pc:spChg chg="add">
          <ac:chgData name="Mohammed Naseer Sihanas" userId="baf10d46-ca0e-4f93-8b9a-bd1fa4bc7e8f" providerId="ADAL" clId="{80B6D19C-E6DA-43B4-B389-D8F55D72FD59}" dt="2024-10-15T05:51:48.331" v="348" actId="26606"/>
          <ac:spMkLst>
            <pc:docMk/>
            <pc:sldMk cId="3509265707" sldId="256"/>
            <ac:spMk id="227" creationId="{AFF4A713-7B75-4B21-90D7-5AB19547C728}"/>
          </ac:spMkLst>
        </pc:spChg>
        <pc:spChg chg="add">
          <ac:chgData name="Mohammed Naseer Sihanas" userId="baf10d46-ca0e-4f93-8b9a-bd1fa4bc7e8f" providerId="ADAL" clId="{80B6D19C-E6DA-43B4-B389-D8F55D72FD59}" dt="2024-10-15T05:51:48.331" v="348" actId="26606"/>
          <ac:spMkLst>
            <pc:docMk/>
            <pc:sldMk cId="3509265707" sldId="256"/>
            <ac:spMk id="228" creationId="{DC631C0B-6DA6-4E57-8231-CE32B3434A7E}"/>
          </ac:spMkLst>
        </pc:spChg>
        <pc:spChg chg="add">
          <ac:chgData name="Mohammed Naseer Sihanas" userId="baf10d46-ca0e-4f93-8b9a-bd1fa4bc7e8f" providerId="ADAL" clId="{80B6D19C-E6DA-43B4-B389-D8F55D72FD59}" dt="2024-10-15T05:51:48.331" v="348" actId="26606"/>
          <ac:spMkLst>
            <pc:docMk/>
            <pc:sldMk cId="3509265707" sldId="256"/>
            <ac:spMk id="229" creationId="{C29501E6-A978-4A61-9689-9085AF97A53A}"/>
          </ac:spMkLst>
        </pc:spChg>
        <pc:grpChg chg="add del">
          <ac:chgData name="Mohammed Naseer Sihanas" userId="baf10d46-ca0e-4f93-8b9a-bd1fa4bc7e8f" providerId="ADAL" clId="{80B6D19C-E6DA-43B4-B389-D8F55D72FD59}" dt="2024-10-15T05:51:44.441" v="343" actId="26606"/>
          <ac:grpSpMkLst>
            <pc:docMk/>
            <pc:sldMk cId="3509265707" sldId="256"/>
            <ac:grpSpMk id="28" creationId="{63301095-70B2-49AA-8DA9-A35629AD621C}"/>
          </ac:grpSpMkLst>
        </pc:grpChg>
        <pc:grpChg chg="add del">
          <ac:chgData name="Mohammed Naseer Sihanas" userId="baf10d46-ca0e-4f93-8b9a-bd1fa4bc7e8f" providerId="ADAL" clId="{80B6D19C-E6DA-43B4-B389-D8F55D72FD59}" dt="2024-10-15T05:51:44.441" v="343" actId="26606"/>
          <ac:grpSpMkLst>
            <pc:docMk/>
            <pc:sldMk cId="3509265707" sldId="256"/>
            <ac:grpSpMk id="201" creationId="{66FB5A75-BDE2-4F12-A95B-C48788A7685C}"/>
          </ac:grpSpMkLst>
        </pc:grpChg>
        <pc:grpChg chg="add del">
          <ac:chgData name="Mohammed Naseer Sihanas" userId="baf10d46-ca0e-4f93-8b9a-bd1fa4bc7e8f" providerId="ADAL" clId="{80B6D19C-E6DA-43B4-B389-D8F55D72FD59}" dt="2024-10-15T05:51:48.300" v="347" actId="26606"/>
          <ac:grpSpMkLst>
            <pc:docMk/>
            <pc:sldMk cId="3509265707" sldId="256"/>
            <ac:grpSpMk id="212" creationId="{042BC7E5-76DB-4826-8C07-4A49B6353F76}"/>
          </ac:grpSpMkLst>
        </pc:grpChg>
        <pc:grpChg chg="add del">
          <ac:chgData name="Mohammed Naseer Sihanas" userId="baf10d46-ca0e-4f93-8b9a-bd1fa4bc7e8f" providerId="ADAL" clId="{80B6D19C-E6DA-43B4-B389-D8F55D72FD59}" dt="2024-10-15T05:51:48.300" v="347" actId="26606"/>
          <ac:grpSpMkLst>
            <pc:docMk/>
            <pc:sldMk cId="3509265707" sldId="256"/>
            <ac:grpSpMk id="218" creationId="{FB9739EB-7F66-433D-841F-AB3CD18700B7}"/>
          </ac:grpSpMkLst>
        </pc:grpChg>
      </pc:sldChg>
      <pc:sldChg chg="addSp delSp modSp new mod modTransition setBg modNotesTx">
        <pc:chgData name="Mohammed Naseer Sihanas" userId="baf10d46-ca0e-4f93-8b9a-bd1fa4bc7e8f" providerId="ADAL" clId="{80B6D19C-E6DA-43B4-B389-D8F55D72FD59}" dt="2024-10-15T05:52:06.769" v="350"/>
        <pc:sldMkLst>
          <pc:docMk/>
          <pc:sldMk cId="408751260" sldId="257"/>
        </pc:sldMkLst>
        <pc:spChg chg="mod">
          <ac:chgData name="Mohammed Naseer Sihanas" userId="baf10d46-ca0e-4f93-8b9a-bd1fa4bc7e8f" providerId="ADAL" clId="{80B6D19C-E6DA-43B4-B389-D8F55D72FD59}" dt="2024-10-15T05:51:16.700" v="339" actId="26606"/>
          <ac:spMkLst>
            <pc:docMk/>
            <pc:sldMk cId="408751260" sldId="257"/>
            <ac:spMk id="2" creationId="{29D91AEA-C852-F342-5DC9-F980D45C6D12}"/>
          </ac:spMkLst>
        </pc:spChg>
        <pc:spChg chg="mod">
          <ac:chgData name="Mohammed Naseer Sihanas" userId="baf10d46-ca0e-4f93-8b9a-bd1fa4bc7e8f" providerId="ADAL" clId="{80B6D19C-E6DA-43B4-B389-D8F55D72FD59}" dt="2024-10-15T05:51:16.700" v="339" actId="26606"/>
          <ac:spMkLst>
            <pc:docMk/>
            <pc:sldMk cId="408751260" sldId="257"/>
            <ac:spMk id="3" creationId="{672F89AA-4418-29D0-DACC-5FE650C9A049}"/>
          </ac:spMkLst>
        </pc:spChg>
        <pc:spChg chg="add del">
          <ac:chgData name="Mohammed Naseer Sihanas" userId="baf10d46-ca0e-4f93-8b9a-bd1fa4bc7e8f" providerId="ADAL" clId="{80B6D19C-E6DA-43B4-B389-D8F55D72FD59}" dt="2024-10-15T05:51:16.684" v="338" actId="26606"/>
          <ac:spMkLst>
            <pc:docMk/>
            <pc:sldMk cId="408751260" sldId="257"/>
            <ac:spMk id="8" creationId="{979E27D9-03C7-44E2-9FF8-15D0C8506AF7}"/>
          </ac:spMkLst>
        </pc:spChg>
        <pc:spChg chg="add del">
          <ac:chgData name="Mohammed Naseer Sihanas" userId="baf10d46-ca0e-4f93-8b9a-bd1fa4bc7e8f" providerId="ADAL" clId="{80B6D19C-E6DA-43B4-B389-D8F55D72FD59}" dt="2024-10-15T05:51:16.684" v="338" actId="26606"/>
          <ac:spMkLst>
            <pc:docMk/>
            <pc:sldMk cId="408751260" sldId="257"/>
            <ac:spMk id="10" creationId="{EEBF1590-3B36-48EE-A89D-3B6F3CB256AB}"/>
          </ac:spMkLst>
        </pc:spChg>
        <pc:spChg chg="add del">
          <ac:chgData name="Mohammed Naseer Sihanas" userId="baf10d46-ca0e-4f93-8b9a-bd1fa4bc7e8f" providerId="ADAL" clId="{80B6D19C-E6DA-43B4-B389-D8F55D72FD59}" dt="2024-10-15T05:51:16.684" v="338" actId="26606"/>
          <ac:spMkLst>
            <pc:docMk/>
            <pc:sldMk cId="408751260" sldId="257"/>
            <ac:spMk id="12" creationId="{AC8F6C8C-AB5A-4548-942D-E3FD40ACBC49}"/>
          </ac:spMkLst>
        </pc:spChg>
        <pc:spChg chg="add">
          <ac:chgData name="Mohammed Naseer Sihanas" userId="baf10d46-ca0e-4f93-8b9a-bd1fa4bc7e8f" providerId="ADAL" clId="{80B6D19C-E6DA-43B4-B389-D8F55D72FD59}" dt="2024-10-15T05:51:16.700" v="339" actId="26606"/>
          <ac:spMkLst>
            <pc:docMk/>
            <pc:sldMk cId="408751260" sldId="257"/>
            <ac:spMk id="14" creationId="{B6CDA21F-E7AF-4C75-8395-33F58D5B0E45}"/>
          </ac:spMkLst>
        </pc:spChg>
        <pc:spChg chg="add">
          <ac:chgData name="Mohammed Naseer Sihanas" userId="baf10d46-ca0e-4f93-8b9a-bd1fa4bc7e8f" providerId="ADAL" clId="{80B6D19C-E6DA-43B4-B389-D8F55D72FD59}" dt="2024-10-15T05:51:16.700" v="339" actId="26606"/>
          <ac:spMkLst>
            <pc:docMk/>
            <pc:sldMk cId="408751260" sldId="257"/>
            <ac:spMk id="15" creationId="{D5B0017B-2ECA-49AF-B397-DC140825DF8D}"/>
          </ac:spMkLst>
        </pc:spChg>
        <pc:grpChg chg="add">
          <ac:chgData name="Mohammed Naseer Sihanas" userId="baf10d46-ca0e-4f93-8b9a-bd1fa4bc7e8f" providerId="ADAL" clId="{80B6D19C-E6DA-43B4-B389-D8F55D72FD59}" dt="2024-10-15T05:51:16.700" v="339" actId="26606"/>
          <ac:grpSpMkLst>
            <pc:docMk/>
            <pc:sldMk cId="408751260" sldId="257"/>
            <ac:grpSpMk id="16" creationId="{AE1C45F0-260A-458C-96ED-C1F6D2151219}"/>
          </ac:grpSpMkLst>
        </pc:grpChg>
        <pc:cxnChg chg="add">
          <ac:chgData name="Mohammed Naseer Sihanas" userId="baf10d46-ca0e-4f93-8b9a-bd1fa4bc7e8f" providerId="ADAL" clId="{80B6D19C-E6DA-43B4-B389-D8F55D72FD59}" dt="2024-10-15T05:51:16.700" v="339" actId="26606"/>
          <ac:cxnSpMkLst>
            <pc:docMk/>
            <pc:sldMk cId="408751260" sldId="257"/>
            <ac:cxnSpMk id="17" creationId="{6CF1BAF6-AD41-4082-B212-8A1F9A2E8779}"/>
          </ac:cxnSpMkLst>
        </pc:cxnChg>
      </pc:sldChg>
      <pc:sldChg chg="addSp delSp modSp new mod modTransition setBg">
        <pc:chgData name="Mohammed Naseer Sihanas" userId="baf10d46-ca0e-4f93-8b9a-bd1fa4bc7e8f" providerId="ADAL" clId="{80B6D19C-E6DA-43B4-B389-D8F55D72FD59}" dt="2024-10-15T05:52:18.773" v="351"/>
        <pc:sldMkLst>
          <pc:docMk/>
          <pc:sldMk cId="1140725192" sldId="258"/>
        </pc:sldMkLst>
        <pc:spChg chg="mod">
          <ac:chgData name="Mohammed Naseer Sihanas" userId="baf10d46-ca0e-4f93-8b9a-bd1fa4bc7e8f" providerId="ADAL" clId="{80B6D19C-E6DA-43B4-B389-D8F55D72FD59}" dt="2024-10-15T05:30:06.176" v="135" actId="26606"/>
          <ac:spMkLst>
            <pc:docMk/>
            <pc:sldMk cId="1140725192" sldId="258"/>
            <ac:spMk id="2" creationId="{1098DECF-D20E-97D5-81BD-A9392B4BC955}"/>
          </ac:spMkLst>
        </pc:spChg>
        <pc:spChg chg="del">
          <ac:chgData name="Mohammed Naseer Sihanas" userId="baf10d46-ca0e-4f93-8b9a-bd1fa4bc7e8f" providerId="ADAL" clId="{80B6D19C-E6DA-43B4-B389-D8F55D72FD59}" dt="2024-10-15T05:29:44.805" v="133" actId="931"/>
          <ac:spMkLst>
            <pc:docMk/>
            <pc:sldMk cId="1140725192" sldId="258"/>
            <ac:spMk id="3" creationId="{D41D7CE3-4315-F384-7613-A645D1CD5F2D}"/>
          </ac:spMkLst>
        </pc:spChg>
        <pc:spChg chg="add">
          <ac:chgData name="Mohammed Naseer Sihanas" userId="baf10d46-ca0e-4f93-8b9a-bd1fa4bc7e8f" providerId="ADAL" clId="{80B6D19C-E6DA-43B4-B389-D8F55D72FD59}" dt="2024-10-15T05:30:06.176" v="135" actId="26606"/>
          <ac:spMkLst>
            <pc:docMk/>
            <pc:sldMk cId="1140725192" sldId="258"/>
            <ac:spMk id="10" creationId="{6753252F-4873-4F63-801D-CC719279A7D5}"/>
          </ac:spMkLst>
        </pc:spChg>
        <pc:spChg chg="add">
          <ac:chgData name="Mohammed Naseer Sihanas" userId="baf10d46-ca0e-4f93-8b9a-bd1fa4bc7e8f" providerId="ADAL" clId="{80B6D19C-E6DA-43B4-B389-D8F55D72FD59}" dt="2024-10-15T05:30:06.176" v="135" actId="26606"/>
          <ac:spMkLst>
            <pc:docMk/>
            <pc:sldMk cId="1140725192" sldId="258"/>
            <ac:spMk id="12" creationId="{047C8CCB-F95D-4249-92DD-651249D3535A}"/>
          </ac:spMkLst>
        </pc:spChg>
        <pc:picChg chg="add mod">
          <ac:chgData name="Mohammed Naseer Sihanas" userId="baf10d46-ca0e-4f93-8b9a-bd1fa4bc7e8f" providerId="ADAL" clId="{80B6D19C-E6DA-43B4-B389-D8F55D72FD59}" dt="2024-10-15T05:30:06.176" v="135" actId="26606"/>
          <ac:picMkLst>
            <pc:docMk/>
            <pc:sldMk cId="1140725192" sldId="258"/>
            <ac:picMk id="5" creationId="{F51D7F40-81E2-17D6-DBC9-9A07D7315A34}"/>
          </ac:picMkLst>
        </pc:picChg>
      </pc:sldChg>
      <pc:sldChg chg="addSp delSp modSp new mod modTransition setBg modNotesTx">
        <pc:chgData name="Mohammed Naseer Sihanas" userId="baf10d46-ca0e-4f93-8b9a-bd1fa4bc7e8f" providerId="ADAL" clId="{80B6D19C-E6DA-43B4-B389-D8F55D72FD59}" dt="2024-10-15T05:52:27.154" v="352"/>
        <pc:sldMkLst>
          <pc:docMk/>
          <pc:sldMk cId="785854159" sldId="259"/>
        </pc:sldMkLst>
        <pc:spChg chg="mod">
          <ac:chgData name="Mohammed Naseer Sihanas" userId="baf10d46-ca0e-4f93-8b9a-bd1fa4bc7e8f" providerId="ADAL" clId="{80B6D19C-E6DA-43B4-B389-D8F55D72FD59}" dt="2024-10-15T05:34:33.719" v="183" actId="26606"/>
          <ac:spMkLst>
            <pc:docMk/>
            <pc:sldMk cId="785854159" sldId="259"/>
            <ac:spMk id="2" creationId="{9BB24D96-E111-9440-8887-03D8853C1AC3}"/>
          </ac:spMkLst>
        </pc:spChg>
        <pc:spChg chg="add del mod">
          <ac:chgData name="Mohammed Naseer Sihanas" userId="baf10d46-ca0e-4f93-8b9a-bd1fa4bc7e8f" providerId="ADAL" clId="{80B6D19C-E6DA-43B4-B389-D8F55D72FD59}" dt="2024-10-15T05:34:33.719" v="183" actId="26606"/>
          <ac:spMkLst>
            <pc:docMk/>
            <pc:sldMk cId="785854159" sldId="259"/>
            <ac:spMk id="3" creationId="{BC3E6858-525C-9D86-80DA-0C69E92D1F6D}"/>
          </ac:spMkLst>
        </pc:spChg>
        <pc:spChg chg="add mod">
          <ac:chgData name="Mohammed Naseer Sihanas" userId="baf10d46-ca0e-4f93-8b9a-bd1fa4bc7e8f" providerId="ADAL" clId="{80B6D19C-E6DA-43B4-B389-D8F55D72FD59}" dt="2024-10-15T05:30:56.301" v="155"/>
          <ac:spMkLst>
            <pc:docMk/>
            <pc:sldMk cId="785854159" sldId="259"/>
            <ac:spMk id="4" creationId="{1D96DDB5-DF12-EC07-4515-15A50AF09BC5}"/>
          </ac:spMkLst>
        </pc:spChg>
        <pc:spChg chg="add">
          <ac:chgData name="Mohammed Naseer Sihanas" userId="baf10d46-ca0e-4f93-8b9a-bd1fa4bc7e8f" providerId="ADAL" clId="{80B6D19C-E6DA-43B4-B389-D8F55D72FD59}" dt="2024-10-15T05:34:33.719" v="183" actId="26606"/>
          <ac:spMkLst>
            <pc:docMk/>
            <pc:sldMk cId="785854159" sldId="259"/>
            <ac:spMk id="16" creationId="{0C541B88-1AE9-40C3-AFD5-967787C1979F}"/>
          </ac:spMkLst>
        </pc:spChg>
        <pc:spChg chg="add">
          <ac:chgData name="Mohammed Naseer Sihanas" userId="baf10d46-ca0e-4f93-8b9a-bd1fa4bc7e8f" providerId="ADAL" clId="{80B6D19C-E6DA-43B4-B389-D8F55D72FD59}" dt="2024-10-15T05:34:33.719" v="183" actId="26606"/>
          <ac:spMkLst>
            <pc:docMk/>
            <pc:sldMk cId="785854159" sldId="259"/>
            <ac:spMk id="17" creationId="{89D16701-DA76-4F72-BB63-E2C3FFBDFE0F}"/>
          </ac:spMkLst>
        </pc:spChg>
        <pc:spChg chg="add">
          <ac:chgData name="Mohammed Naseer Sihanas" userId="baf10d46-ca0e-4f93-8b9a-bd1fa4bc7e8f" providerId="ADAL" clId="{80B6D19C-E6DA-43B4-B389-D8F55D72FD59}" dt="2024-10-15T05:34:33.719" v="183" actId="26606"/>
          <ac:spMkLst>
            <pc:docMk/>
            <pc:sldMk cId="785854159" sldId="259"/>
            <ac:spMk id="18" creationId="{E5F17139-31EE-46AC-B04F-DBBD852DD6CB}"/>
          </ac:spMkLst>
        </pc:spChg>
        <pc:spChg chg="add">
          <ac:chgData name="Mohammed Naseer Sihanas" userId="baf10d46-ca0e-4f93-8b9a-bd1fa4bc7e8f" providerId="ADAL" clId="{80B6D19C-E6DA-43B4-B389-D8F55D72FD59}" dt="2024-10-15T05:34:33.719" v="183" actId="26606"/>
          <ac:spMkLst>
            <pc:docMk/>
            <pc:sldMk cId="785854159" sldId="259"/>
            <ac:spMk id="19" creationId="{1CC28BE1-9DC6-43FE-9582-39F091098D77}"/>
          </ac:spMkLst>
        </pc:spChg>
        <pc:grpChg chg="add">
          <ac:chgData name="Mohammed Naseer Sihanas" userId="baf10d46-ca0e-4f93-8b9a-bd1fa4bc7e8f" providerId="ADAL" clId="{80B6D19C-E6DA-43B4-B389-D8F55D72FD59}" dt="2024-10-15T05:34:33.719" v="183" actId="26606"/>
          <ac:grpSpMkLst>
            <pc:docMk/>
            <pc:sldMk cId="785854159" sldId="259"/>
            <ac:grpSpMk id="13" creationId="{7CF625D3-71A3-4F30-A096-8EF334E959D0}"/>
          </ac:grpSpMkLst>
        </pc:grpChg>
        <pc:grpChg chg="add">
          <ac:chgData name="Mohammed Naseer Sihanas" userId="baf10d46-ca0e-4f93-8b9a-bd1fa4bc7e8f" providerId="ADAL" clId="{80B6D19C-E6DA-43B4-B389-D8F55D72FD59}" dt="2024-10-15T05:34:33.719" v="183" actId="26606"/>
          <ac:grpSpMkLst>
            <pc:docMk/>
            <pc:sldMk cId="785854159" sldId="259"/>
            <ac:grpSpMk id="21" creationId="{AF9AF3F3-CE0C-4125-BDD7-346487FA0B40}"/>
          </ac:grpSpMkLst>
        </pc:grpChg>
        <pc:graphicFrameChg chg="add del">
          <ac:chgData name="Mohammed Naseer Sihanas" userId="baf10d46-ca0e-4f93-8b9a-bd1fa4bc7e8f" providerId="ADAL" clId="{80B6D19C-E6DA-43B4-B389-D8F55D72FD59}" dt="2024-10-15T05:34:14.571" v="176" actId="26606"/>
          <ac:graphicFrameMkLst>
            <pc:docMk/>
            <pc:sldMk cId="785854159" sldId="259"/>
            <ac:graphicFrameMk id="5" creationId="{212E8C35-439E-5643-9C7B-438B1DDC7EE7}"/>
          </ac:graphicFrameMkLst>
        </pc:graphicFrameChg>
        <pc:graphicFrameChg chg="add del">
          <ac:chgData name="Mohammed Naseer Sihanas" userId="baf10d46-ca0e-4f93-8b9a-bd1fa4bc7e8f" providerId="ADAL" clId="{80B6D19C-E6DA-43B4-B389-D8F55D72FD59}" dt="2024-10-15T05:34:19.618" v="178" actId="26606"/>
          <ac:graphicFrameMkLst>
            <pc:docMk/>
            <pc:sldMk cId="785854159" sldId="259"/>
            <ac:graphicFrameMk id="7" creationId="{E72B125E-0C8A-1203-B401-61E307845762}"/>
          </ac:graphicFrameMkLst>
        </pc:graphicFrameChg>
        <pc:graphicFrameChg chg="add del">
          <ac:chgData name="Mohammed Naseer Sihanas" userId="baf10d46-ca0e-4f93-8b9a-bd1fa4bc7e8f" providerId="ADAL" clId="{80B6D19C-E6DA-43B4-B389-D8F55D72FD59}" dt="2024-10-15T05:34:22.211" v="180" actId="26606"/>
          <ac:graphicFrameMkLst>
            <pc:docMk/>
            <pc:sldMk cId="785854159" sldId="259"/>
            <ac:graphicFrameMk id="9" creationId="{0AEA21FE-5534-D636-FA4E-DDCCFD14CF59}"/>
          </ac:graphicFrameMkLst>
        </pc:graphicFrameChg>
        <pc:graphicFrameChg chg="add del">
          <ac:chgData name="Mohammed Naseer Sihanas" userId="baf10d46-ca0e-4f93-8b9a-bd1fa4bc7e8f" providerId="ADAL" clId="{80B6D19C-E6DA-43B4-B389-D8F55D72FD59}" dt="2024-10-15T05:34:33.698" v="182" actId="26606"/>
          <ac:graphicFrameMkLst>
            <pc:docMk/>
            <pc:sldMk cId="785854159" sldId="259"/>
            <ac:graphicFrameMk id="11" creationId="{4FB746BD-4140-4841-A8D4-7C533130ABF2}"/>
          </ac:graphicFrameMkLst>
        </pc:graphicFrameChg>
        <pc:graphicFrameChg chg="add">
          <ac:chgData name="Mohammed Naseer Sihanas" userId="baf10d46-ca0e-4f93-8b9a-bd1fa4bc7e8f" providerId="ADAL" clId="{80B6D19C-E6DA-43B4-B389-D8F55D72FD59}" dt="2024-10-15T05:34:33.719" v="183" actId="26606"/>
          <ac:graphicFrameMkLst>
            <pc:docMk/>
            <pc:sldMk cId="785854159" sldId="259"/>
            <ac:graphicFrameMk id="20" creationId="{3CB4937B-CB3F-FA22-BC92-F20DBE80E452}"/>
          </ac:graphicFrameMkLst>
        </pc:graphicFrameChg>
      </pc:sldChg>
      <pc:sldChg chg="addSp delSp modSp new mod modTransition setBg modNotesTx">
        <pc:chgData name="Mohammed Naseer Sihanas" userId="baf10d46-ca0e-4f93-8b9a-bd1fa4bc7e8f" providerId="ADAL" clId="{80B6D19C-E6DA-43B4-B389-D8F55D72FD59}" dt="2024-10-15T05:52:32.768" v="353"/>
        <pc:sldMkLst>
          <pc:docMk/>
          <pc:sldMk cId="2130734031" sldId="260"/>
        </pc:sldMkLst>
        <pc:spChg chg="mod">
          <ac:chgData name="Mohammed Naseer Sihanas" userId="baf10d46-ca0e-4f93-8b9a-bd1fa4bc7e8f" providerId="ADAL" clId="{80B6D19C-E6DA-43B4-B389-D8F55D72FD59}" dt="2024-10-15T05:37:07.393" v="228" actId="26606"/>
          <ac:spMkLst>
            <pc:docMk/>
            <pc:sldMk cId="2130734031" sldId="260"/>
            <ac:spMk id="2" creationId="{52FEFCC3-90BB-B230-010E-D5A4571F8CCF}"/>
          </ac:spMkLst>
        </pc:spChg>
        <pc:spChg chg="add del mod">
          <ac:chgData name="Mohammed Naseer Sihanas" userId="baf10d46-ca0e-4f93-8b9a-bd1fa4bc7e8f" providerId="ADAL" clId="{80B6D19C-E6DA-43B4-B389-D8F55D72FD59}" dt="2024-10-15T05:37:07.393" v="228" actId="26606"/>
          <ac:spMkLst>
            <pc:docMk/>
            <pc:sldMk cId="2130734031" sldId="260"/>
            <ac:spMk id="3" creationId="{64B6DA71-B7B4-6377-D693-C82B0416DA49}"/>
          </ac:spMkLst>
        </pc:spChg>
        <pc:spChg chg="add">
          <ac:chgData name="Mohammed Naseer Sihanas" userId="baf10d46-ca0e-4f93-8b9a-bd1fa4bc7e8f" providerId="ADAL" clId="{80B6D19C-E6DA-43B4-B389-D8F55D72FD59}" dt="2024-10-15T05:37:07.393" v="228" actId="26606"/>
          <ac:spMkLst>
            <pc:docMk/>
            <pc:sldMk cId="2130734031" sldId="260"/>
            <ac:spMk id="9" creationId="{BACC6370-2D7E-4714-9D71-7542949D7D5D}"/>
          </ac:spMkLst>
        </pc:spChg>
        <pc:spChg chg="add">
          <ac:chgData name="Mohammed Naseer Sihanas" userId="baf10d46-ca0e-4f93-8b9a-bd1fa4bc7e8f" providerId="ADAL" clId="{80B6D19C-E6DA-43B4-B389-D8F55D72FD59}" dt="2024-10-15T05:37:07.393" v="228" actId="26606"/>
          <ac:spMkLst>
            <pc:docMk/>
            <pc:sldMk cId="2130734031" sldId="260"/>
            <ac:spMk id="11" creationId="{F68B3F68-107C-434F-AA38-110D5EA91B85}"/>
          </ac:spMkLst>
        </pc:spChg>
        <pc:spChg chg="add">
          <ac:chgData name="Mohammed Naseer Sihanas" userId="baf10d46-ca0e-4f93-8b9a-bd1fa4bc7e8f" providerId="ADAL" clId="{80B6D19C-E6DA-43B4-B389-D8F55D72FD59}" dt="2024-10-15T05:37:07.393" v="228" actId="26606"/>
          <ac:spMkLst>
            <pc:docMk/>
            <pc:sldMk cId="2130734031" sldId="260"/>
            <ac:spMk id="13" creationId="{AAD0DBB9-1A4B-4391-81D4-CB19F9AB918A}"/>
          </ac:spMkLst>
        </pc:spChg>
        <pc:spChg chg="add">
          <ac:chgData name="Mohammed Naseer Sihanas" userId="baf10d46-ca0e-4f93-8b9a-bd1fa4bc7e8f" providerId="ADAL" clId="{80B6D19C-E6DA-43B4-B389-D8F55D72FD59}" dt="2024-10-15T05:37:07.393" v="228" actId="26606"/>
          <ac:spMkLst>
            <pc:docMk/>
            <pc:sldMk cId="2130734031" sldId="260"/>
            <ac:spMk id="15" creationId="{063BBA22-50EA-4C4D-BE05-F1CE4E63AA56}"/>
          </ac:spMkLst>
        </pc:spChg>
        <pc:graphicFrameChg chg="add del">
          <ac:chgData name="Mohammed Naseer Sihanas" userId="baf10d46-ca0e-4f93-8b9a-bd1fa4bc7e8f" providerId="ADAL" clId="{80B6D19C-E6DA-43B4-B389-D8F55D72FD59}" dt="2024-10-15T05:37:07.361" v="227" actId="26606"/>
          <ac:graphicFrameMkLst>
            <pc:docMk/>
            <pc:sldMk cId="2130734031" sldId="260"/>
            <ac:graphicFrameMk id="5" creationId="{BA648693-9BA5-B466-EA4B-DB698AA30ECA}"/>
          </ac:graphicFrameMkLst>
        </pc:graphicFrameChg>
        <pc:graphicFrameChg chg="add">
          <ac:chgData name="Mohammed Naseer Sihanas" userId="baf10d46-ca0e-4f93-8b9a-bd1fa4bc7e8f" providerId="ADAL" clId="{80B6D19C-E6DA-43B4-B389-D8F55D72FD59}" dt="2024-10-15T05:37:07.393" v="228" actId="26606"/>
          <ac:graphicFrameMkLst>
            <pc:docMk/>
            <pc:sldMk cId="2130734031" sldId="260"/>
            <ac:graphicFrameMk id="7" creationId="{CF0C8C24-39B5-CFEC-5389-68FC2DE33F62}"/>
          </ac:graphicFrameMkLst>
        </pc:graphicFrameChg>
      </pc:sldChg>
      <pc:sldChg chg="addSp delSp modSp new mod modTransition setBg modNotesTx">
        <pc:chgData name="Mohammed Naseer Sihanas" userId="baf10d46-ca0e-4f93-8b9a-bd1fa4bc7e8f" providerId="ADAL" clId="{80B6D19C-E6DA-43B4-B389-D8F55D72FD59}" dt="2024-10-15T05:52:36.509" v="354"/>
        <pc:sldMkLst>
          <pc:docMk/>
          <pc:sldMk cId="1115346638" sldId="261"/>
        </pc:sldMkLst>
        <pc:spChg chg="mod">
          <ac:chgData name="Mohammed Naseer Sihanas" userId="baf10d46-ca0e-4f93-8b9a-bd1fa4bc7e8f" providerId="ADAL" clId="{80B6D19C-E6DA-43B4-B389-D8F55D72FD59}" dt="2024-10-15T05:39:08.935" v="266" actId="26606"/>
          <ac:spMkLst>
            <pc:docMk/>
            <pc:sldMk cId="1115346638" sldId="261"/>
            <ac:spMk id="2" creationId="{411525BB-34CC-6032-F3E7-06A83B98AC0E}"/>
          </ac:spMkLst>
        </pc:spChg>
        <pc:spChg chg="add del mod">
          <ac:chgData name="Mohammed Naseer Sihanas" userId="baf10d46-ca0e-4f93-8b9a-bd1fa4bc7e8f" providerId="ADAL" clId="{80B6D19C-E6DA-43B4-B389-D8F55D72FD59}" dt="2024-10-15T05:39:08.935" v="266" actId="26606"/>
          <ac:spMkLst>
            <pc:docMk/>
            <pc:sldMk cId="1115346638" sldId="261"/>
            <ac:spMk id="3" creationId="{40ED46CE-E2BF-A926-CFA7-B8FCA4B38D0B}"/>
          </ac:spMkLst>
        </pc:spChg>
        <pc:spChg chg="add mod">
          <ac:chgData name="Mohammed Naseer Sihanas" userId="baf10d46-ca0e-4f93-8b9a-bd1fa4bc7e8f" providerId="ADAL" clId="{80B6D19C-E6DA-43B4-B389-D8F55D72FD59}" dt="2024-10-15T05:37:54.332" v="260"/>
          <ac:spMkLst>
            <pc:docMk/>
            <pc:sldMk cId="1115346638" sldId="261"/>
            <ac:spMk id="4" creationId="{44C86AA0-4CD6-9932-7AF0-3D4CE5242307}"/>
          </ac:spMkLst>
        </pc:spChg>
        <pc:spChg chg="add">
          <ac:chgData name="Mohammed Naseer Sihanas" userId="baf10d46-ca0e-4f93-8b9a-bd1fa4bc7e8f" providerId="ADAL" clId="{80B6D19C-E6DA-43B4-B389-D8F55D72FD59}" dt="2024-10-15T05:39:08.935" v="266" actId="26606"/>
          <ac:spMkLst>
            <pc:docMk/>
            <pc:sldMk cId="1115346638" sldId="261"/>
            <ac:spMk id="9" creationId="{BACC6370-2D7E-4714-9D71-7542949D7D5D}"/>
          </ac:spMkLst>
        </pc:spChg>
        <pc:spChg chg="add">
          <ac:chgData name="Mohammed Naseer Sihanas" userId="baf10d46-ca0e-4f93-8b9a-bd1fa4bc7e8f" providerId="ADAL" clId="{80B6D19C-E6DA-43B4-B389-D8F55D72FD59}" dt="2024-10-15T05:39:08.935" v="266" actId="26606"/>
          <ac:spMkLst>
            <pc:docMk/>
            <pc:sldMk cId="1115346638" sldId="261"/>
            <ac:spMk id="11" creationId="{F68B3F68-107C-434F-AA38-110D5EA91B85}"/>
          </ac:spMkLst>
        </pc:spChg>
        <pc:spChg chg="add">
          <ac:chgData name="Mohammed Naseer Sihanas" userId="baf10d46-ca0e-4f93-8b9a-bd1fa4bc7e8f" providerId="ADAL" clId="{80B6D19C-E6DA-43B4-B389-D8F55D72FD59}" dt="2024-10-15T05:39:08.935" v="266" actId="26606"/>
          <ac:spMkLst>
            <pc:docMk/>
            <pc:sldMk cId="1115346638" sldId="261"/>
            <ac:spMk id="13" creationId="{AAD0DBB9-1A4B-4391-81D4-CB19F9AB918A}"/>
          </ac:spMkLst>
        </pc:spChg>
        <pc:spChg chg="add">
          <ac:chgData name="Mohammed Naseer Sihanas" userId="baf10d46-ca0e-4f93-8b9a-bd1fa4bc7e8f" providerId="ADAL" clId="{80B6D19C-E6DA-43B4-B389-D8F55D72FD59}" dt="2024-10-15T05:39:08.935" v="266" actId="26606"/>
          <ac:spMkLst>
            <pc:docMk/>
            <pc:sldMk cId="1115346638" sldId="261"/>
            <ac:spMk id="15" creationId="{063BBA22-50EA-4C4D-BE05-F1CE4E63AA56}"/>
          </ac:spMkLst>
        </pc:spChg>
        <pc:graphicFrameChg chg="add">
          <ac:chgData name="Mohammed Naseer Sihanas" userId="baf10d46-ca0e-4f93-8b9a-bd1fa4bc7e8f" providerId="ADAL" clId="{80B6D19C-E6DA-43B4-B389-D8F55D72FD59}" dt="2024-10-15T05:39:08.935" v="266" actId="26606"/>
          <ac:graphicFrameMkLst>
            <pc:docMk/>
            <pc:sldMk cId="1115346638" sldId="261"/>
            <ac:graphicFrameMk id="5" creationId="{9E229E50-D17B-C05E-C009-B77D0F961081}"/>
          </ac:graphicFrameMkLst>
        </pc:graphicFrameChg>
      </pc:sldChg>
      <pc:sldChg chg="addSp delSp modSp new mod modTransition setBg modNotesTx">
        <pc:chgData name="Mohammed Naseer Sihanas" userId="baf10d46-ca0e-4f93-8b9a-bd1fa4bc7e8f" providerId="ADAL" clId="{80B6D19C-E6DA-43B4-B389-D8F55D72FD59}" dt="2024-10-15T05:52:41.134" v="355"/>
        <pc:sldMkLst>
          <pc:docMk/>
          <pc:sldMk cId="3131263100" sldId="262"/>
        </pc:sldMkLst>
        <pc:spChg chg="mod">
          <ac:chgData name="Mohammed Naseer Sihanas" userId="baf10d46-ca0e-4f93-8b9a-bd1fa4bc7e8f" providerId="ADAL" clId="{80B6D19C-E6DA-43B4-B389-D8F55D72FD59}" dt="2024-10-15T05:44:29.215" v="292" actId="26606"/>
          <ac:spMkLst>
            <pc:docMk/>
            <pc:sldMk cId="3131263100" sldId="262"/>
            <ac:spMk id="2" creationId="{84C32062-E996-4B5D-2F64-51DF83A1E806}"/>
          </ac:spMkLst>
        </pc:spChg>
        <pc:spChg chg="del mod">
          <ac:chgData name="Mohammed Naseer Sihanas" userId="baf10d46-ca0e-4f93-8b9a-bd1fa4bc7e8f" providerId="ADAL" clId="{80B6D19C-E6DA-43B4-B389-D8F55D72FD59}" dt="2024-10-15T05:44:29.215" v="292" actId="26606"/>
          <ac:spMkLst>
            <pc:docMk/>
            <pc:sldMk cId="3131263100" sldId="262"/>
            <ac:spMk id="3" creationId="{32E2A10E-8C9F-094F-1EAE-395F097D0024}"/>
          </ac:spMkLst>
        </pc:spChg>
        <pc:spChg chg="add">
          <ac:chgData name="Mohammed Naseer Sihanas" userId="baf10d46-ca0e-4f93-8b9a-bd1fa4bc7e8f" providerId="ADAL" clId="{80B6D19C-E6DA-43B4-B389-D8F55D72FD59}" dt="2024-10-15T05:44:29.215" v="292" actId="26606"/>
          <ac:spMkLst>
            <pc:docMk/>
            <pc:sldMk cId="3131263100" sldId="262"/>
            <ac:spMk id="9" creationId="{56E9B3E6-E277-4D68-BA48-9CB43FFBD6E2}"/>
          </ac:spMkLst>
        </pc:spChg>
        <pc:spChg chg="add">
          <ac:chgData name="Mohammed Naseer Sihanas" userId="baf10d46-ca0e-4f93-8b9a-bd1fa4bc7e8f" providerId="ADAL" clId="{80B6D19C-E6DA-43B4-B389-D8F55D72FD59}" dt="2024-10-15T05:44:29.215" v="292" actId="26606"/>
          <ac:spMkLst>
            <pc:docMk/>
            <pc:sldMk cId="3131263100" sldId="262"/>
            <ac:spMk id="16" creationId="{D5B0017B-2ECA-49AF-B397-DC140825DF8D}"/>
          </ac:spMkLst>
        </pc:spChg>
        <pc:grpChg chg="add">
          <ac:chgData name="Mohammed Naseer Sihanas" userId="baf10d46-ca0e-4f93-8b9a-bd1fa4bc7e8f" providerId="ADAL" clId="{80B6D19C-E6DA-43B4-B389-D8F55D72FD59}" dt="2024-10-15T05:44:29.215" v="292" actId="26606"/>
          <ac:grpSpMkLst>
            <pc:docMk/>
            <pc:sldMk cId="3131263100" sldId="262"/>
            <ac:grpSpMk id="11" creationId="{AE1C45F0-260A-458C-96ED-C1F6D2151219}"/>
          </ac:grpSpMkLst>
        </pc:grpChg>
        <pc:graphicFrameChg chg="add">
          <ac:chgData name="Mohammed Naseer Sihanas" userId="baf10d46-ca0e-4f93-8b9a-bd1fa4bc7e8f" providerId="ADAL" clId="{80B6D19C-E6DA-43B4-B389-D8F55D72FD59}" dt="2024-10-15T05:44:29.215" v="292" actId="26606"/>
          <ac:graphicFrameMkLst>
            <pc:docMk/>
            <pc:sldMk cId="3131263100" sldId="262"/>
            <ac:graphicFrameMk id="5" creationId="{5722E435-D478-BD23-5FDC-E377F5832A71}"/>
          </ac:graphicFrameMkLst>
        </pc:graphicFrameChg>
        <pc:cxnChg chg="add">
          <ac:chgData name="Mohammed Naseer Sihanas" userId="baf10d46-ca0e-4f93-8b9a-bd1fa4bc7e8f" providerId="ADAL" clId="{80B6D19C-E6DA-43B4-B389-D8F55D72FD59}" dt="2024-10-15T05:44:29.215" v="292" actId="26606"/>
          <ac:cxnSpMkLst>
            <pc:docMk/>
            <pc:sldMk cId="3131263100" sldId="262"/>
            <ac:cxnSpMk id="18" creationId="{6CF1BAF6-AD41-4082-B212-8A1F9A2E8779}"/>
          </ac:cxnSpMkLst>
        </pc:cxnChg>
      </pc:sldChg>
      <pc:sldChg chg="addSp delSp modSp new mod modTransition modNotesTx">
        <pc:chgData name="Mohammed Naseer Sihanas" userId="baf10d46-ca0e-4f93-8b9a-bd1fa4bc7e8f" providerId="ADAL" clId="{80B6D19C-E6DA-43B4-B389-D8F55D72FD59}" dt="2024-10-15T05:52:45.746" v="356"/>
        <pc:sldMkLst>
          <pc:docMk/>
          <pc:sldMk cId="1361855338" sldId="263"/>
        </pc:sldMkLst>
        <pc:spChg chg="mod">
          <ac:chgData name="Mohammed Naseer Sihanas" userId="baf10d46-ca0e-4f93-8b9a-bd1fa4bc7e8f" providerId="ADAL" clId="{80B6D19C-E6DA-43B4-B389-D8F55D72FD59}" dt="2024-10-15T05:44:50.614" v="294"/>
          <ac:spMkLst>
            <pc:docMk/>
            <pc:sldMk cId="1361855338" sldId="263"/>
            <ac:spMk id="2" creationId="{6CF14B92-1C04-EF30-CC92-FE7D94D95AA4}"/>
          </ac:spMkLst>
        </pc:spChg>
        <pc:spChg chg="del mod">
          <ac:chgData name="Mohammed Naseer Sihanas" userId="baf10d46-ca0e-4f93-8b9a-bd1fa4bc7e8f" providerId="ADAL" clId="{80B6D19C-E6DA-43B4-B389-D8F55D72FD59}" dt="2024-10-15T05:45:47.909" v="300" actId="26606"/>
          <ac:spMkLst>
            <pc:docMk/>
            <pc:sldMk cId="1361855338" sldId="263"/>
            <ac:spMk id="3" creationId="{C43A366B-9B17-9D78-D179-0C31978D42B8}"/>
          </ac:spMkLst>
        </pc:spChg>
        <pc:graphicFrameChg chg="add">
          <ac:chgData name="Mohammed Naseer Sihanas" userId="baf10d46-ca0e-4f93-8b9a-bd1fa4bc7e8f" providerId="ADAL" clId="{80B6D19C-E6DA-43B4-B389-D8F55D72FD59}" dt="2024-10-15T05:45:47.909" v="300" actId="26606"/>
          <ac:graphicFrameMkLst>
            <pc:docMk/>
            <pc:sldMk cId="1361855338" sldId="263"/>
            <ac:graphicFrameMk id="5" creationId="{8687D292-CFFF-4C0A-E0BC-4D7F41316CDB}"/>
          </ac:graphicFrameMkLst>
        </pc:graphicFrameChg>
      </pc:sldChg>
      <pc:sldChg chg="addSp delSp modSp new mod modTransition setBg modNotesTx">
        <pc:chgData name="Mohammed Naseer Sihanas" userId="baf10d46-ca0e-4f93-8b9a-bd1fa4bc7e8f" providerId="ADAL" clId="{80B6D19C-E6DA-43B4-B389-D8F55D72FD59}" dt="2024-10-15T05:52:50.767" v="357"/>
        <pc:sldMkLst>
          <pc:docMk/>
          <pc:sldMk cId="1863940377" sldId="264"/>
        </pc:sldMkLst>
        <pc:spChg chg="mod">
          <ac:chgData name="Mohammed Naseer Sihanas" userId="baf10d46-ca0e-4f93-8b9a-bd1fa4bc7e8f" providerId="ADAL" clId="{80B6D19C-E6DA-43B4-B389-D8F55D72FD59}" dt="2024-10-15T05:50:23.190" v="336" actId="26606"/>
          <ac:spMkLst>
            <pc:docMk/>
            <pc:sldMk cId="1863940377" sldId="264"/>
            <ac:spMk id="2" creationId="{AF3D0784-8CF6-1E18-CAF4-1F1D4C7D2DB5}"/>
          </ac:spMkLst>
        </pc:spChg>
        <pc:spChg chg="add del mod">
          <ac:chgData name="Mohammed Naseer Sihanas" userId="baf10d46-ca0e-4f93-8b9a-bd1fa4bc7e8f" providerId="ADAL" clId="{80B6D19C-E6DA-43B4-B389-D8F55D72FD59}" dt="2024-10-15T05:50:23.190" v="336" actId="26606"/>
          <ac:spMkLst>
            <pc:docMk/>
            <pc:sldMk cId="1863940377" sldId="264"/>
            <ac:spMk id="3" creationId="{E781DDCA-23BC-AE9F-42B7-EE9A7B8FC29B}"/>
          </ac:spMkLst>
        </pc:spChg>
        <pc:spChg chg="add del">
          <ac:chgData name="Mohammed Naseer Sihanas" userId="baf10d46-ca0e-4f93-8b9a-bd1fa4bc7e8f" providerId="ADAL" clId="{80B6D19C-E6DA-43B4-B389-D8F55D72FD59}" dt="2024-10-15T05:50:23.159" v="335" actId="26606"/>
          <ac:spMkLst>
            <pc:docMk/>
            <pc:sldMk cId="1863940377" sldId="264"/>
            <ac:spMk id="8" creationId="{979E27D9-03C7-44E2-9FF8-15D0C8506AF7}"/>
          </ac:spMkLst>
        </pc:spChg>
        <pc:spChg chg="add del">
          <ac:chgData name="Mohammed Naseer Sihanas" userId="baf10d46-ca0e-4f93-8b9a-bd1fa4bc7e8f" providerId="ADAL" clId="{80B6D19C-E6DA-43B4-B389-D8F55D72FD59}" dt="2024-10-15T05:49:55.309" v="329" actId="26606"/>
          <ac:spMkLst>
            <pc:docMk/>
            <pc:sldMk cId="1863940377" sldId="264"/>
            <ac:spMk id="9" creationId="{C0763A76-9F1C-4FC5-82B7-DD475DA461B2}"/>
          </ac:spMkLst>
        </pc:spChg>
        <pc:spChg chg="add del">
          <ac:chgData name="Mohammed Naseer Sihanas" userId="baf10d46-ca0e-4f93-8b9a-bd1fa4bc7e8f" providerId="ADAL" clId="{80B6D19C-E6DA-43B4-B389-D8F55D72FD59}" dt="2024-10-15T05:50:23.159" v="335" actId="26606"/>
          <ac:spMkLst>
            <pc:docMk/>
            <pc:sldMk cId="1863940377" sldId="264"/>
            <ac:spMk id="10" creationId="{EEBF1590-3B36-48EE-A89D-3B6F3CB256AB}"/>
          </ac:spMkLst>
        </pc:spChg>
        <pc:spChg chg="add del">
          <ac:chgData name="Mohammed Naseer Sihanas" userId="baf10d46-ca0e-4f93-8b9a-bd1fa4bc7e8f" providerId="ADAL" clId="{80B6D19C-E6DA-43B4-B389-D8F55D72FD59}" dt="2024-10-15T05:49:55.309" v="329" actId="26606"/>
          <ac:spMkLst>
            <pc:docMk/>
            <pc:sldMk cId="1863940377" sldId="264"/>
            <ac:spMk id="11" creationId="{E81BF4F6-F2CF-4984-9D14-D6966D92F99F}"/>
          </ac:spMkLst>
        </pc:spChg>
        <pc:spChg chg="add del">
          <ac:chgData name="Mohammed Naseer Sihanas" userId="baf10d46-ca0e-4f93-8b9a-bd1fa4bc7e8f" providerId="ADAL" clId="{80B6D19C-E6DA-43B4-B389-D8F55D72FD59}" dt="2024-10-15T05:50:23.159" v="335" actId="26606"/>
          <ac:spMkLst>
            <pc:docMk/>
            <pc:sldMk cId="1863940377" sldId="264"/>
            <ac:spMk id="12" creationId="{AC8F6C8C-AB5A-4548-942D-E3FD40ACBC49}"/>
          </ac:spMkLst>
        </pc:spChg>
        <pc:spChg chg="add del">
          <ac:chgData name="Mohammed Naseer Sihanas" userId="baf10d46-ca0e-4f93-8b9a-bd1fa4bc7e8f" providerId="ADAL" clId="{80B6D19C-E6DA-43B4-B389-D8F55D72FD59}" dt="2024-10-15T05:49:57.606" v="331" actId="26606"/>
          <ac:spMkLst>
            <pc:docMk/>
            <pc:sldMk cId="1863940377" sldId="264"/>
            <ac:spMk id="13" creationId="{3847E18C-932D-4C95-AABA-FEC7C9499AD7}"/>
          </ac:spMkLst>
        </pc:spChg>
        <pc:spChg chg="add del">
          <ac:chgData name="Mohammed Naseer Sihanas" userId="baf10d46-ca0e-4f93-8b9a-bd1fa4bc7e8f" providerId="ADAL" clId="{80B6D19C-E6DA-43B4-B389-D8F55D72FD59}" dt="2024-10-15T05:49:57.606" v="331" actId="26606"/>
          <ac:spMkLst>
            <pc:docMk/>
            <pc:sldMk cId="1863940377" sldId="264"/>
            <ac:spMk id="14" creationId="{BACC6370-2D7E-4714-9D71-7542949D7D5D}"/>
          </ac:spMkLst>
        </pc:spChg>
        <pc:spChg chg="add del">
          <ac:chgData name="Mohammed Naseer Sihanas" userId="baf10d46-ca0e-4f93-8b9a-bd1fa4bc7e8f" providerId="ADAL" clId="{80B6D19C-E6DA-43B4-B389-D8F55D72FD59}" dt="2024-10-15T05:49:57.606" v="331" actId="26606"/>
          <ac:spMkLst>
            <pc:docMk/>
            <pc:sldMk cId="1863940377" sldId="264"/>
            <ac:spMk id="15" creationId="{3150CB11-0C61-439E-910F-5787759E72A0}"/>
          </ac:spMkLst>
        </pc:spChg>
        <pc:spChg chg="add del">
          <ac:chgData name="Mohammed Naseer Sihanas" userId="baf10d46-ca0e-4f93-8b9a-bd1fa4bc7e8f" providerId="ADAL" clId="{80B6D19C-E6DA-43B4-B389-D8F55D72FD59}" dt="2024-10-15T05:49:57.606" v="331" actId="26606"/>
          <ac:spMkLst>
            <pc:docMk/>
            <pc:sldMk cId="1863940377" sldId="264"/>
            <ac:spMk id="16" creationId="{256B2C21-A230-48C0-8DF1-C46611373C44}"/>
          </ac:spMkLst>
        </pc:spChg>
        <pc:spChg chg="add del">
          <ac:chgData name="Mohammed Naseer Sihanas" userId="baf10d46-ca0e-4f93-8b9a-bd1fa4bc7e8f" providerId="ADAL" clId="{80B6D19C-E6DA-43B4-B389-D8F55D72FD59}" dt="2024-10-15T05:49:57.606" v="331" actId="26606"/>
          <ac:spMkLst>
            <pc:docMk/>
            <pc:sldMk cId="1863940377" sldId="264"/>
            <ac:spMk id="17" creationId="{43F8A58B-5155-44CE-A5FF-7647B47D0A7A}"/>
          </ac:spMkLst>
        </pc:spChg>
        <pc:spChg chg="add del">
          <ac:chgData name="Mohammed Naseer Sihanas" userId="baf10d46-ca0e-4f93-8b9a-bd1fa4bc7e8f" providerId="ADAL" clId="{80B6D19C-E6DA-43B4-B389-D8F55D72FD59}" dt="2024-10-15T05:49:57.606" v="331" actId="26606"/>
          <ac:spMkLst>
            <pc:docMk/>
            <pc:sldMk cId="1863940377" sldId="264"/>
            <ac:spMk id="19" creationId="{443F2ACA-E6D6-4028-82DD-F03C262D5DE6}"/>
          </ac:spMkLst>
        </pc:spChg>
        <pc:spChg chg="add del">
          <ac:chgData name="Mohammed Naseer Sihanas" userId="baf10d46-ca0e-4f93-8b9a-bd1fa4bc7e8f" providerId="ADAL" clId="{80B6D19C-E6DA-43B4-B389-D8F55D72FD59}" dt="2024-10-15T05:50:01.565" v="333" actId="26606"/>
          <ac:spMkLst>
            <pc:docMk/>
            <pc:sldMk cId="1863940377" sldId="264"/>
            <ac:spMk id="21" creationId="{9F7D5CDA-D291-4307-BF55-1381FED29634}"/>
          </ac:spMkLst>
        </pc:spChg>
        <pc:spChg chg="add del">
          <ac:chgData name="Mohammed Naseer Sihanas" userId="baf10d46-ca0e-4f93-8b9a-bd1fa4bc7e8f" providerId="ADAL" clId="{80B6D19C-E6DA-43B4-B389-D8F55D72FD59}" dt="2024-10-15T05:50:01.565" v="333" actId="26606"/>
          <ac:spMkLst>
            <pc:docMk/>
            <pc:sldMk cId="1863940377" sldId="264"/>
            <ac:spMk id="22" creationId="{E781DDCA-23BC-AE9F-42B7-EE9A7B8FC29B}"/>
          </ac:spMkLst>
        </pc:spChg>
        <pc:spChg chg="add del">
          <ac:chgData name="Mohammed Naseer Sihanas" userId="baf10d46-ca0e-4f93-8b9a-bd1fa4bc7e8f" providerId="ADAL" clId="{80B6D19C-E6DA-43B4-B389-D8F55D72FD59}" dt="2024-10-15T05:50:23.159" v="335" actId="26606"/>
          <ac:spMkLst>
            <pc:docMk/>
            <pc:sldMk cId="1863940377" sldId="264"/>
            <ac:spMk id="25" creationId="{E781DDCA-23BC-AE9F-42B7-EE9A7B8FC29B}"/>
          </ac:spMkLst>
        </pc:spChg>
        <pc:spChg chg="add">
          <ac:chgData name="Mohammed Naseer Sihanas" userId="baf10d46-ca0e-4f93-8b9a-bd1fa4bc7e8f" providerId="ADAL" clId="{80B6D19C-E6DA-43B4-B389-D8F55D72FD59}" dt="2024-10-15T05:50:23.190" v="336" actId="26606"/>
          <ac:spMkLst>
            <pc:docMk/>
            <pc:sldMk cId="1863940377" sldId="264"/>
            <ac:spMk id="27" creationId="{3ECBE1F1-D69B-4AFA-ABD5-8E41720EF6DE}"/>
          </ac:spMkLst>
        </pc:spChg>
        <pc:spChg chg="add">
          <ac:chgData name="Mohammed Naseer Sihanas" userId="baf10d46-ca0e-4f93-8b9a-bd1fa4bc7e8f" providerId="ADAL" clId="{80B6D19C-E6DA-43B4-B389-D8F55D72FD59}" dt="2024-10-15T05:50:23.190" v="336" actId="26606"/>
          <ac:spMkLst>
            <pc:docMk/>
            <pc:sldMk cId="1863940377" sldId="264"/>
            <ac:spMk id="29" creationId="{603A6265-E10C-4B85-9C20-E75FCAF9CC63}"/>
          </ac:spMkLst>
        </pc:spChg>
        <pc:spChg chg="add">
          <ac:chgData name="Mohammed Naseer Sihanas" userId="baf10d46-ca0e-4f93-8b9a-bd1fa4bc7e8f" providerId="ADAL" clId="{80B6D19C-E6DA-43B4-B389-D8F55D72FD59}" dt="2024-10-15T05:50:23.190" v="336" actId="26606"/>
          <ac:spMkLst>
            <pc:docMk/>
            <pc:sldMk cId="1863940377" sldId="264"/>
            <ac:spMk id="30" creationId="{E781DDCA-23BC-AE9F-42B7-EE9A7B8FC29B}"/>
          </ac:spMkLst>
        </pc:spChg>
        <pc:graphicFrameChg chg="add del">
          <ac:chgData name="Mohammed Naseer Sihanas" userId="baf10d46-ca0e-4f93-8b9a-bd1fa4bc7e8f" providerId="ADAL" clId="{80B6D19C-E6DA-43B4-B389-D8F55D72FD59}" dt="2024-10-15T05:49:57.606" v="331" actId="26606"/>
          <ac:graphicFrameMkLst>
            <pc:docMk/>
            <pc:sldMk cId="1863940377" sldId="264"/>
            <ac:graphicFrameMk id="18" creationId="{D7F818A5-12E5-D337-D4DA-AC89EAE32D1D}"/>
          </ac:graphicFrameMkLst>
        </pc:graphicFrameChg>
        <pc:picChg chg="add del">
          <ac:chgData name="Mohammed Naseer Sihanas" userId="baf10d46-ca0e-4f93-8b9a-bd1fa4bc7e8f" providerId="ADAL" clId="{80B6D19C-E6DA-43B4-B389-D8F55D72FD59}" dt="2024-10-15T05:49:55.309" v="329" actId="26606"/>
          <ac:picMkLst>
            <pc:docMk/>
            <pc:sldMk cId="1863940377" sldId="264"/>
            <ac:picMk id="5" creationId="{987DDF72-3226-D317-7176-389933E6B086}"/>
          </ac:picMkLst>
        </pc:picChg>
        <pc:picChg chg="add del">
          <ac:chgData name="Mohammed Naseer Sihanas" userId="baf10d46-ca0e-4f93-8b9a-bd1fa4bc7e8f" providerId="ADAL" clId="{80B6D19C-E6DA-43B4-B389-D8F55D72FD59}" dt="2024-10-15T05:50:01.565" v="333" actId="26606"/>
          <ac:picMkLst>
            <pc:docMk/>
            <pc:sldMk cId="1863940377" sldId="264"/>
            <ac:picMk id="23" creationId="{DB9B817A-A6C6-494F-808E-07BB89884B06}"/>
          </ac:picMkLst>
        </pc:picChg>
        <pc:picChg chg="add">
          <ac:chgData name="Mohammed Naseer Sihanas" userId="baf10d46-ca0e-4f93-8b9a-bd1fa4bc7e8f" providerId="ADAL" clId="{80B6D19C-E6DA-43B4-B389-D8F55D72FD59}" dt="2024-10-15T05:50:23.190" v="336" actId="26606"/>
          <ac:picMkLst>
            <pc:docMk/>
            <pc:sldMk cId="1863940377" sldId="264"/>
            <ac:picMk id="28" creationId="{A9456D3A-CB86-0E6A-AFD1-4393D8BB2B4B}"/>
          </ac:picMkLst>
        </pc:picChg>
      </pc:sldChg>
      <pc:sldChg chg="addSp modSp new mod modTransition setBg">
        <pc:chgData name="Mohammed Naseer Sihanas" userId="baf10d46-ca0e-4f93-8b9a-bd1fa4bc7e8f" providerId="ADAL" clId="{80B6D19C-E6DA-43B4-B389-D8F55D72FD59}" dt="2024-10-15T05:56:48.174" v="389"/>
        <pc:sldMkLst>
          <pc:docMk/>
          <pc:sldMk cId="1112113618" sldId="265"/>
        </pc:sldMkLst>
        <pc:spChg chg="mod">
          <ac:chgData name="Mohammed Naseer Sihanas" userId="baf10d46-ca0e-4f93-8b9a-bd1fa4bc7e8f" providerId="ADAL" clId="{80B6D19C-E6DA-43B4-B389-D8F55D72FD59}" dt="2024-10-15T05:56:25.937" v="384" actId="1076"/>
          <ac:spMkLst>
            <pc:docMk/>
            <pc:sldMk cId="1112113618" sldId="265"/>
            <ac:spMk id="2" creationId="{96850474-CCE3-7718-A3F2-54110391176E}"/>
          </ac:spMkLst>
        </pc:spChg>
        <pc:spChg chg="mod">
          <ac:chgData name="Mohammed Naseer Sihanas" userId="baf10d46-ca0e-4f93-8b9a-bd1fa4bc7e8f" providerId="ADAL" clId="{80B6D19C-E6DA-43B4-B389-D8F55D72FD59}" dt="2024-10-15T05:56:38.394" v="388" actId="403"/>
          <ac:spMkLst>
            <pc:docMk/>
            <pc:sldMk cId="1112113618" sldId="265"/>
            <ac:spMk id="3" creationId="{BA7CE681-5E1E-DA6E-D065-3D650F81F94A}"/>
          </ac:spMkLst>
        </pc:spChg>
        <pc:spChg chg="add">
          <ac:chgData name="Mohammed Naseer Sihanas" userId="baf10d46-ca0e-4f93-8b9a-bd1fa4bc7e8f" providerId="ADAL" clId="{80B6D19C-E6DA-43B4-B389-D8F55D72FD59}" dt="2024-10-15T05:56:14.834" v="383" actId="26606"/>
          <ac:spMkLst>
            <pc:docMk/>
            <pc:sldMk cId="1112113618" sldId="265"/>
            <ac:spMk id="10" creationId="{65219498-D544-41AC-98FE-8F956EF66A62}"/>
          </ac:spMkLst>
        </pc:spChg>
        <pc:spChg chg="add">
          <ac:chgData name="Mohammed Naseer Sihanas" userId="baf10d46-ca0e-4f93-8b9a-bd1fa4bc7e8f" providerId="ADAL" clId="{80B6D19C-E6DA-43B4-B389-D8F55D72FD59}" dt="2024-10-15T05:56:14.834" v="383" actId="26606"/>
          <ac:spMkLst>
            <pc:docMk/>
            <pc:sldMk cId="1112113618" sldId="265"/>
            <ac:spMk id="12" creationId="{F500DBFC-17A9-4E0A-AEE2-A49F9AEEF0FD}"/>
          </ac:spMkLst>
        </pc:spChg>
        <pc:grpChg chg="add">
          <ac:chgData name="Mohammed Naseer Sihanas" userId="baf10d46-ca0e-4f93-8b9a-bd1fa4bc7e8f" providerId="ADAL" clId="{80B6D19C-E6DA-43B4-B389-D8F55D72FD59}" dt="2024-10-15T05:56:14.834" v="383" actId="26606"/>
          <ac:grpSpMkLst>
            <pc:docMk/>
            <pc:sldMk cId="1112113618" sldId="265"/>
            <ac:grpSpMk id="14" creationId="{D74613BB-817C-4C4F-8A24-4936F2F064C0}"/>
          </ac:grpSpMkLst>
        </pc:grpChg>
        <pc:picChg chg="add">
          <ac:chgData name="Mohammed Naseer Sihanas" userId="baf10d46-ca0e-4f93-8b9a-bd1fa4bc7e8f" providerId="ADAL" clId="{80B6D19C-E6DA-43B4-B389-D8F55D72FD59}" dt="2024-10-15T05:56:14.834" v="383" actId="26606"/>
          <ac:picMkLst>
            <pc:docMk/>
            <pc:sldMk cId="1112113618" sldId="265"/>
            <ac:picMk id="7" creationId="{7C07706A-7513-7B32-E287-2C9D16E52CB6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F6444F-D720-4FD4-9623-5B0D29F48C6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EC78505-F685-4A0D-9A77-37C6D0098AE6}">
      <dgm:prSet/>
      <dgm:spPr/>
      <dgm:t>
        <a:bodyPr/>
        <a:lstStyle/>
        <a:p>
          <a:r>
            <a:rPr lang="en-GB"/>
            <a:t>Packet-Filtering Firewall</a:t>
          </a:r>
          <a:endParaRPr lang="en-US"/>
        </a:p>
      </dgm:t>
    </dgm:pt>
    <dgm:pt modelId="{94B6619F-6CE2-4806-B8C9-7A5A7F12C735}" type="parTrans" cxnId="{DDA322B3-CB01-45EA-82DB-BED3ACA089B5}">
      <dgm:prSet/>
      <dgm:spPr/>
      <dgm:t>
        <a:bodyPr/>
        <a:lstStyle/>
        <a:p>
          <a:endParaRPr lang="en-US"/>
        </a:p>
      </dgm:t>
    </dgm:pt>
    <dgm:pt modelId="{547F0248-48BE-471E-92C3-7BBAE45940B5}" type="sibTrans" cxnId="{DDA322B3-CB01-45EA-82DB-BED3ACA089B5}">
      <dgm:prSet/>
      <dgm:spPr/>
      <dgm:t>
        <a:bodyPr/>
        <a:lstStyle/>
        <a:p>
          <a:endParaRPr lang="en-US"/>
        </a:p>
      </dgm:t>
    </dgm:pt>
    <dgm:pt modelId="{3884B83D-3FB2-49BF-B05A-99AF849CD4D6}">
      <dgm:prSet/>
      <dgm:spPr/>
      <dgm:t>
        <a:bodyPr/>
        <a:lstStyle/>
        <a:p>
          <a:r>
            <a:rPr lang="en-GB"/>
            <a:t>Stateful Inspection Firewall</a:t>
          </a:r>
          <a:endParaRPr lang="en-US"/>
        </a:p>
      </dgm:t>
    </dgm:pt>
    <dgm:pt modelId="{9A733233-8BC2-4F93-A02E-1C1EEFBE36BE}" type="parTrans" cxnId="{F7DBD72F-CB41-4183-8175-686A3CB40C97}">
      <dgm:prSet/>
      <dgm:spPr/>
      <dgm:t>
        <a:bodyPr/>
        <a:lstStyle/>
        <a:p>
          <a:endParaRPr lang="en-US"/>
        </a:p>
      </dgm:t>
    </dgm:pt>
    <dgm:pt modelId="{0FB830B1-736A-4070-A4CA-D8369B51E4BA}" type="sibTrans" cxnId="{F7DBD72F-CB41-4183-8175-686A3CB40C97}">
      <dgm:prSet/>
      <dgm:spPr/>
      <dgm:t>
        <a:bodyPr/>
        <a:lstStyle/>
        <a:p>
          <a:endParaRPr lang="en-US"/>
        </a:p>
      </dgm:t>
    </dgm:pt>
    <dgm:pt modelId="{1EC1444F-E937-46D9-83DB-D0EF86669D31}">
      <dgm:prSet/>
      <dgm:spPr/>
      <dgm:t>
        <a:bodyPr/>
        <a:lstStyle/>
        <a:p>
          <a:r>
            <a:rPr lang="en-GB"/>
            <a:t>Proxy Firewall</a:t>
          </a:r>
          <a:endParaRPr lang="en-US"/>
        </a:p>
      </dgm:t>
    </dgm:pt>
    <dgm:pt modelId="{192C5FC7-1723-400B-BFA5-C6208E072226}" type="parTrans" cxnId="{D37B60F0-08C6-45AD-9C4D-9709DED21853}">
      <dgm:prSet/>
      <dgm:spPr/>
      <dgm:t>
        <a:bodyPr/>
        <a:lstStyle/>
        <a:p>
          <a:endParaRPr lang="en-US"/>
        </a:p>
      </dgm:t>
    </dgm:pt>
    <dgm:pt modelId="{F3EE417A-E13C-48EE-B4ED-85A9C4990F8B}" type="sibTrans" cxnId="{D37B60F0-08C6-45AD-9C4D-9709DED21853}">
      <dgm:prSet/>
      <dgm:spPr/>
      <dgm:t>
        <a:bodyPr/>
        <a:lstStyle/>
        <a:p>
          <a:endParaRPr lang="en-US"/>
        </a:p>
      </dgm:t>
    </dgm:pt>
    <dgm:pt modelId="{E4CB91FD-3414-4666-A0CC-BCAC29A109CD}">
      <dgm:prSet/>
      <dgm:spPr/>
      <dgm:t>
        <a:bodyPr/>
        <a:lstStyle/>
        <a:p>
          <a:r>
            <a:rPr lang="en-GB"/>
            <a:t>Next-Generation Firewall (NGFW)</a:t>
          </a:r>
          <a:endParaRPr lang="en-US"/>
        </a:p>
      </dgm:t>
    </dgm:pt>
    <dgm:pt modelId="{2E6FA114-3513-435E-A8B3-0C5C9A96E92C}" type="parTrans" cxnId="{E1B2AD49-F8B2-41AE-B532-A151A580DB63}">
      <dgm:prSet/>
      <dgm:spPr/>
      <dgm:t>
        <a:bodyPr/>
        <a:lstStyle/>
        <a:p>
          <a:endParaRPr lang="en-US"/>
        </a:p>
      </dgm:t>
    </dgm:pt>
    <dgm:pt modelId="{D3CEE9D5-8195-4051-8C82-2E7D74799D20}" type="sibTrans" cxnId="{E1B2AD49-F8B2-41AE-B532-A151A580DB63}">
      <dgm:prSet/>
      <dgm:spPr/>
      <dgm:t>
        <a:bodyPr/>
        <a:lstStyle/>
        <a:p>
          <a:endParaRPr lang="en-US"/>
        </a:p>
      </dgm:t>
    </dgm:pt>
    <dgm:pt modelId="{E381F162-582E-437A-83E1-490D75EC794F}">
      <dgm:prSet/>
      <dgm:spPr/>
      <dgm:t>
        <a:bodyPr/>
        <a:lstStyle/>
        <a:p>
          <a:r>
            <a:rPr lang="en-GB"/>
            <a:t>Unified Threat Management (UTM)</a:t>
          </a:r>
          <a:endParaRPr lang="en-US"/>
        </a:p>
      </dgm:t>
    </dgm:pt>
    <dgm:pt modelId="{10C776D6-4DE2-416C-8EC7-7A8A21E60283}" type="parTrans" cxnId="{EF85FA6C-F750-4F86-965C-4C608F84DE7A}">
      <dgm:prSet/>
      <dgm:spPr/>
      <dgm:t>
        <a:bodyPr/>
        <a:lstStyle/>
        <a:p>
          <a:endParaRPr lang="en-US"/>
        </a:p>
      </dgm:t>
    </dgm:pt>
    <dgm:pt modelId="{7BF08540-B6F2-4724-BFD3-AF8AC5A5BF0F}" type="sibTrans" cxnId="{EF85FA6C-F750-4F86-965C-4C608F84DE7A}">
      <dgm:prSet/>
      <dgm:spPr/>
      <dgm:t>
        <a:bodyPr/>
        <a:lstStyle/>
        <a:p>
          <a:endParaRPr lang="en-US"/>
        </a:p>
      </dgm:t>
    </dgm:pt>
    <dgm:pt modelId="{002E002F-5FE6-48E1-9469-E31A2B4D48D5}" type="pres">
      <dgm:prSet presAssocID="{5DF6444F-D720-4FD4-9623-5B0D29F48C64}" presName="root" presStyleCnt="0">
        <dgm:presLayoutVars>
          <dgm:dir/>
          <dgm:resizeHandles val="exact"/>
        </dgm:presLayoutVars>
      </dgm:prSet>
      <dgm:spPr/>
    </dgm:pt>
    <dgm:pt modelId="{E5B86573-98D1-491F-A1EB-27F7EE1E6D08}" type="pres">
      <dgm:prSet presAssocID="{FEC78505-F685-4A0D-9A77-37C6D0098AE6}" presName="compNode" presStyleCnt="0"/>
      <dgm:spPr/>
    </dgm:pt>
    <dgm:pt modelId="{D99E4C53-3DFC-4A87-9A37-D34BD3AAB732}" type="pres">
      <dgm:prSet presAssocID="{FEC78505-F685-4A0D-9A77-37C6D0098AE6}" presName="bgRect" presStyleLbl="bgShp" presStyleIdx="0" presStyleCnt="5"/>
      <dgm:spPr/>
    </dgm:pt>
    <dgm:pt modelId="{3B0463ED-F579-4EDA-8F37-47B55401D279}" type="pres">
      <dgm:prSet presAssocID="{FEC78505-F685-4A0D-9A77-37C6D0098AE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0BE67BEF-43DA-453C-8E3F-04CF2BA47088}" type="pres">
      <dgm:prSet presAssocID="{FEC78505-F685-4A0D-9A77-37C6D0098AE6}" presName="spaceRect" presStyleCnt="0"/>
      <dgm:spPr/>
    </dgm:pt>
    <dgm:pt modelId="{3DF77FB9-4066-424E-9E43-0BCB3E7C1BF7}" type="pres">
      <dgm:prSet presAssocID="{FEC78505-F685-4A0D-9A77-37C6D0098AE6}" presName="parTx" presStyleLbl="revTx" presStyleIdx="0" presStyleCnt="5">
        <dgm:presLayoutVars>
          <dgm:chMax val="0"/>
          <dgm:chPref val="0"/>
        </dgm:presLayoutVars>
      </dgm:prSet>
      <dgm:spPr/>
    </dgm:pt>
    <dgm:pt modelId="{3483D08F-6162-4F3C-82FE-803F53E2195C}" type="pres">
      <dgm:prSet presAssocID="{547F0248-48BE-471E-92C3-7BBAE45940B5}" presName="sibTrans" presStyleCnt="0"/>
      <dgm:spPr/>
    </dgm:pt>
    <dgm:pt modelId="{B6A88DB0-223F-45D6-B68C-74B4355D170E}" type="pres">
      <dgm:prSet presAssocID="{3884B83D-3FB2-49BF-B05A-99AF849CD4D6}" presName="compNode" presStyleCnt="0"/>
      <dgm:spPr/>
    </dgm:pt>
    <dgm:pt modelId="{F75D11B1-8D06-425F-8AE1-981DB97EC0D7}" type="pres">
      <dgm:prSet presAssocID="{3884B83D-3FB2-49BF-B05A-99AF849CD4D6}" presName="bgRect" presStyleLbl="bgShp" presStyleIdx="1" presStyleCnt="5"/>
      <dgm:spPr/>
    </dgm:pt>
    <dgm:pt modelId="{80CFBD3D-0391-44B6-BE0A-5E9E5D7C032B}" type="pres">
      <dgm:prSet presAssocID="{3884B83D-3FB2-49BF-B05A-99AF849CD4D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8334DE8-6595-4977-B812-C81E697F81DF}" type="pres">
      <dgm:prSet presAssocID="{3884B83D-3FB2-49BF-B05A-99AF849CD4D6}" presName="spaceRect" presStyleCnt="0"/>
      <dgm:spPr/>
    </dgm:pt>
    <dgm:pt modelId="{5B8B7418-EA49-414D-986A-3E7F10408405}" type="pres">
      <dgm:prSet presAssocID="{3884B83D-3FB2-49BF-B05A-99AF849CD4D6}" presName="parTx" presStyleLbl="revTx" presStyleIdx="1" presStyleCnt="5">
        <dgm:presLayoutVars>
          <dgm:chMax val="0"/>
          <dgm:chPref val="0"/>
        </dgm:presLayoutVars>
      </dgm:prSet>
      <dgm:spPr/>
    </dgm:pt>
    <dgm:pt modelId="{8A7F0CCD-239F-4855-A55C-7873E45A11F7}" type="pres">
      <dgm:prSet presAssocID="{0FB830B1-736A-4070-A4CA-D8369B51E4BA}" presName="sibTrans" presStyleCnt="0"/>
      <dgm:spPr/>
    </dgm:pt>
    <dgm:pt modelId="{5CCE80FC-7C88-4855-84F1-93C2A3E9F0D7}" type="pres">
      <dgm:prSet presAssocID="{1EC1444F-E937-46D9-83DB-D0EF86669D31}" presName="compNode" presStyleCnt="0"/>
      <dgm:spPr/>
    </dgm:pt>
    <dgm:pt modelId="{450C588A-C876-4B86-83FC-1DF37E12CB93}" type="pres">
      <dgm:prSet presAssocID="{1EC1444F-E937-46D9-83DB-D0EF86669D31}" presName="bgRect" presStyleLbl="bgShp" presStyleIdx="2" presStyleCnt="5"/>
      <dgm:spPr/>
    </dgm:pt>
    <dgm:pt modelId="{F2AD5957-70FC-4411-9758-4FEBFE8CE397}" type="pres">
      <dgm:prSet presAssocID="{1EC1444F-E937-46D9-83DB-D0EF86669D3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E25E3B0E-2668-4CB8-B5E0-1C6CE70C087B}" type="pres">
      <dgm:prSet presAssocID="{1EC1444F-E937-46D9-83DB-D0EF86669D31}" presName="spaceRect" presStyleCnt="0"/>
      <dgm:spPr/>
    </dgm:pt>
    <dgm:pt modelId="{263A35C9-1D58-4A28-988A-77AD453BD7D1}" type="pres">
      <dgm:prSet presAssocID="{1EC1444F-E937-46D9-83DB-D0EF86669D31}" presName="parTx" presStyleLbl="revTx" presStyleIdx="2" presStyleCnt="5">
        <dgm:presLayoutVars>
          <dgm:chMax val="0"/>
          <dgm:chPref val="0"/>
        </dgm:presLayoutVars>
      </dgm:prSet>
      <dgm:spPr/>
    </dgm:pt>
    <dgm:pt modelId="{8F168AC5-D20D-4362-B42F-765C7DD2E519}" type="pres">
      <dgm:prSet presAssocID="{F3EE417A-E13C-48EE-B4ED-85A9C4990F8B}" presName="sibTrans" presStyleCnt="0"/>
      <dgm:spPr/>
    </dgm:pt>
    <dgm:pt modelId="{A2EF9C90-5041-48CC-AA0F-AE48741983D9}" type="pres">
      <dgm:prSet presAssocID="{E4CB91FD-3414-4666-A0CC-BCAC29A109CD}" presName="compNode" presStyleCnt="0"/>
      <dgm:spPr/>
    </dgm:pt>
    <dgm:pt modelId="{2BB9902B-E652-4662-B6C2-8DCAFC0FDA33}" type="pres">
      <dgm:prSet presAssocID="{E4CB91FD-3414-4666-A0CC-BCAC29A109CD}" presName="bgRect" presStyleLbl="bgShp" presStyleIdx="3" presStyleCnt="5"/>
      <dgm:spPr/>
    </dgm:pt>
    <dgm:pt modelId="{8BAF7D07-CD7C-435E-95A9-0217BE84108F}" type="pres">
      <dgm:prSet presAssocID="{E4CB91FD-3414-4666-A0CC-BCAC29A109C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0E2C62C2-C439-4AF5-8BE8-E2775013DA88}" type="pres">
      <dgm:prSet presAssocID="{E4CB91FD-3414-4666-A0CC-BCAC29A109CD}" presName="spaceRect" presStyleCnt="0"/>
      <dgm:spPr/>
    </dgm:pt>
    <dgm:pt modelId="{C286F1CB-72F1-45B4-A52C-A9DF8C65DEB4}" type="pres">
      <dgm:prSet presAssocID="{E4CB91FD-3414-4666-A0CC-BCAC29A109CD}" presName="parTx" presStyleLbl="revTx" presStyleIdx="3" presStyleCnt="5">
        <dgm:presLayoutVars>
          <dgm:chMax val="0"/>
          <dgm:chPref val="0"/>
        </dgm:presLayoutVars>
      </dgm:prSet>
      <dgm:spPr/>
    </dgm:pt>
    <dgm:pt modelId="{B68E2FF6-AC79-42A3-A02B-E3E96B8B601D}" type="pres">
      <dgm:prSet presAssocID="{D3CEE9D5-8195-4051-8C82-2E7D74799D20}" presName="sibTrans" presStyleCnt="0"/>
      <dgm:spPr/>
    </dgm:pt>
    <dgm:pt modelId="{DD60C09B-1149-4411-8789-F41C4C423304}" type="pres">
      <dgm:prSet presAssocID="{E381F162-582E-437A-83E1-490D75EC794F}" presName="compNode" presStyleCnt="0"/>
      <dgm:spPr/>
    </dgm:pt>
    <dgm:pt modelId="{A044023F-DD4A-4DA2-B412-017F496AEBC2}" type="pres">
      <dgm:prSet presAssocID="{E381F162-582E-437A-83E1-490D75EC794F}" presName="bgRect" presStyleLbl="bgShp" presStyleIdx="4" presStyleCnt="5"/>
      <dgm:spPr/>
    </dgm:pt>
    <dgm:pt modelId="{4C077FF4-E25D-4473-B323-6C43DE5F4417}" type="pres">
      <dgm:prSet presAssocID="{E381F162-582E-437A-83E1-490D75EC794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CD1BF246-78E3-40DE-9187-4319EB0B4DE0}" type="pres">
      <dgm:prSet presAssocID="{E381F162-582E-437A-83E1-490D75EC794F}" presName="spaceRect" presStyleCnt="0"/>
      <dgm:spPr/>
    </dgm:pt>
    <dgm:pt modelId="{24C31C32-2966-4F0B-AE51-0836E5928FAD}" type="pres">
      <dgm:prSet presAssocID="{E381F162-582E-437A-83E1-490D75EC794F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8570E16-14C9-43CE-B20E-C5996BB7B51D}" type="presOf" srcId="{3884B83D-3FB2-49BF-B05A-99AF849CD4D6}" destId="{5B8B7418-EA49-414D-986A-3E7F10408405}" srcOrd="0" destOrd="0" presId="urn:microsoft.com/office/officeart/2018/2/layout/IconVerticalSolidList"/>
    <dgm:cxn modelId="{D5B4AE24-2485-4615-8091-788B0D0E3E89}" type="presOf" srcId="{E4CB91FD-3414-4666-A0CC-BCAC29A109CD}" destId="{C286F1CB-72F1-45B4-A52C-A9DF8C65DEB4}" srcOrd="0" destOrd="0" presId="urn:microsoft.com/office/officeart/2018/2/layout/IconVerticalSolidList"/>
    <dgm:cxn modelId="{F7DBD72F-CB41-4183-8175-686A3CB40C97}" srcId="{5DF6444F-D720-4FD4-9623-5B0D29F48C64}" destId="{3884B83D-3FB2-49BF-B05A-99AF849CD4D6}" srcOrd="1" destOrd="0" parTransId="{9A733233-8BC2-4F93-A02E-1C1EEFBE36BE}" sibTransId="{0FB830B1-736A-4070-A4CA-D8369B51E4BA}"/>
    <dgm:cxn modelId="{E1B2AD49-F8B2-41AE-B532-A151A580DB63}" srcId="{5DF6444F-D720-4FD4-9623-5B0D29F48C64}" destId="{E4CB91FD-3414-4666-A0CC-BCAC29A109CD}" srcOrd="3" destOrd="0" parTransId="{2E6FA114-3513-435E-A8B3-0C5C9A96E92C}" sibTransId="{D3CEE9D5-8195-4051-8C82-2E7D74799D20}"/>
    <dgm:cxn modelId="{EF85FA6C-F750-4F86-965C-4C608F84DE7A}" srcId="{5DF6444F-D720-4FD4-9623-5B0D29F48C64}" destId="{E381F162-582E-437A-83E1-490D75EC794F}" srcOrd="4" destOrd="0" parTransId="{10C776D6-4DE2-416C-8EC7-7A8A21E60283}" sibTransId="{7BF08540-B6F2-4724-BFD3-AF8AC5A5BF0F}"/>
    <dgm:cxn modelId="{C7D4C56F-E26C-4ADC-8B59-02EFE114A8B7}" type="presOf" srcId="{FEC78505-F685-4A0D-9A77-37C6D0098AE6}" destId="{3DF77FB9-4066-424E-9E43-0BCB3E7C1BF7}" srcOrd="0" destOrd="0" presId="urn:microsoft.com/office/officeart/2018/2/layout/IconVerticalSolidList"/>
    <dgm:cxn modelId="{DDA322B3-CB01-45EA-82DB-BED3ACA089B5}" srcId="{5DF6444F-D720-4FD4-9623-5B0D29F48C64}" destId="{FEC78505-F685-4A0D-9A77-37C6D0098AE6}" srcOrd="0" destOrd="0" parTransId="{94B6619F-6CE2-4806-B8C9-7A5A7F12C735}" sibTransId="{547F0248-48BE-471E-92C3-7BBAE45940B5}"/>
    <dgm:cxn modelId="{9EC441B8-6A9D-45AD-9501-DE8E5868C2DB}" type="presOf" srcId="{5DF6444F-D720-4FD4-9623-5B0D29F48C64}" destId="{002E002F-5FE6-48E1-9469-E31A2B4D48D5}" srcOrd="0" destOrd="0" presId="urn:microsoft.com/office/officeart/2018/2/layout/IconVerticalSolidList"/>
    <dgm:cxn modelId="{C56C37D0-58E4-45FC-B3E9-48341AC7FDE8}" type="presOf" srcId="{E381F162-582E-437A-83E1-490D75EC794F}" destId="{24C31C32-2966-4F0B-AE51-0836E5928FAD}" srcOrd="0" destOrd="0" presId="urn:microsoft.com/office/officeart/2018/2/layout/IconVerticalSolidList"/>
    <dgm:cxn modelId="{2CD29BE6-A470-4A13-83DE-985B92E57D65}" type="presOf" srcId="{1EC1444F-E937-46D9-83DB-D0EF86669D31}" destId="{263A35C9-1D58-4A28-988A-77AD453BD7D1}" srcOrd="0" destOrd="0" presId="urn:microsoft.com/office/officeart/2018/2/layout/IconVerticalSolidList"/>
    <dgm:cxn modelId="{D37B60F0-08C6-45AD-9C4D-9709DED21853}" srcId="{5DF6444F-D720-4FD4-9623-5B0D29F48C64}" destId="{1EC1444F-E937-46D9-83DB-D0EF86669D31}" srcOrd="2" destOrd="0" parTransId="{192C5FC7-1723-400B-BFA5-C6208E072226}" sibTransId="{F3EE417A-E13C-48EE-B4ED-85A9C4990F8B}"/>
    <dgm:cxn modelId="{ABAEA2E2-C369-4446-B44C-F2F1D765AF06}" type="presParOf" srcId="{002E002F-5FE6-48E1-9469-E31A2B4D48D5}" destId="{E5B86573-98D1-491F-A1EB-27F7EE1E6D08}" srcOrd="0" destOrd="0" presId="urn:microsoft.com/office/officeart/2018/2/layout/IconVerticalSolidList"/>
    <dgm:cxn modelId="{3991AB51-46B3-44D4-80A2-46FB185A1E6A}" type="presParOf" srcId="{E5B86573-98D1-491F-A1EB-27F7EE1E6D08}" destId="{D99E4C53-3DFC-4A87-9A37-D34BD3AAB732}" srcOrd="0" destOrd="0" presId="urn:microsoft.com/office/officeart/2018/2/layout/IconVerticalSolidList"/>
    <dgm:cxn modelId="{AD0C3BAD-F232-429E-BC54-0EB256FF99B0}" type="presParOf" srcId="{E5B86573-98D1-491F-A1EB-27F7EE1E6D08}" destId="{3B0463ED-F579-4EDA-8F37-47B55401D279}" srcOrd="1" destOrd="0" presId="urn:microsoft.com/office/officeart/2018/2/layout/IconVerticalSolidList"/>
    <dgm:cxn modelId="{0247CDCC-1055-4D7A-8199-9E6A1C7A092D}" type="presParOf" srcId="{E5B86573-98D1-491F-A1EB-27F7EE1E6D08}" destId="{0BE67BEF-43DA-453C-8E3F-04CF2BA47088}" srcOrd="2" destOrd="0" presId="urn:microsoft.com/office/officeart/2018/2/layout/IconVerticalSolidList"/>
    <dgm:cxn modelId="{9F250B1A-1061-4C3A-AB31-EBD542D6A50A}" type="presParOf" srcId="{E5B86573-98D1-491F-A1EB-27F7EE1E6D08}" destId="{3DF77FB9-4066-424E-9E43-0BCB3E7C1BF7}" srcOrd="3" destOrd="0" presId="urn:microsoft.com/office/officeart/2018/2/layout/IconVerticalSolidList"/>
    <dgm:cxn modelId="{B5B147CF-27C0-4A9C-AEE5-4131F846B910}" type="presParOf" srcId="{002E002F-5FE6-48E1-9469-E31A2B4D48D5}" destId="{3483D08F-6162-4F3C-82FE-803F53E2195C}" srcOrd="1" destOrd="0" presId="urn:microsoft.com/office/officeart/2018/2/layout/IconVerticalSolidList"/>
    <dgm:cxn modelId="{7422FF14-57DC-45E9-AB11-3C06E3ECFBBD}" type="presParOf" srcId="{002E002F-5FE6-48E1-9469-E31A2B4D48D5}" destId="{B6A88DB0-223F-45D6-B68C-74B4355D170E}" srcOrd="2" destOrd="0" presId="urn:microsoft.com/office/officeart/2018/2/layout/IconVerticalSolidList"/>
    <dgm:cxn modelId="{4960C4C5-F505-42E0-8EEB-E7E8D5859C88}" type="presParOf" srcId="{B6A88DB0-223F-45D6-B68C-74B4355D170E}" destId="{F75D11B1-8D06-425F-8AE1-981DB97EC0D7}" srcOrd="0" destOrd="0" presId="urn:microsoft.com/office/officeart/2018/2/layout/IconVerticalSolidList"/>
    <dgm:cxn modelId="{CA7AB5EB-DE6B-48C5-8598-02EC2ABD2644}" type="presParOf" srcId="{B6A88DB0-223F-45D6-B68C-74B4355D170E}" destId="{80CFBD3D-0391-44B6-BE0A-5E9E5D7C032B}" srcOrd="1" destOrd="0" presId="urn:microsoft.com/office/officeart/2018/2/layout/IconVerticalSolidList"/>
    <dgm:cxn modelId="{8741E488-DDC3-466A-9659-3DF61FEF70FB}" type="presParOf" srcId="{B6A88DB0-223F-45D6-B68C-74B4355D170E}" destId="{58334DE8-6595-4977-B812-C81E697F81DF}" srcOrd="2" destOrd="0" presId="urn:microsoft.com/office/officeart/2018/2/layout/IconVerticalSolidList"/>
    <dgm:cxn modelId="{281827CC-C38A-4081-8142-3CC09A594992}" type="presParOf" srcId="{B6A88DB0-223F-45D6-B68C-74B4355D170E}" destId="{5B8B7418-EA49-414D-986A-3E7F10408405}" srcOrd="3" destOrd="0" presId="urn:microsoft.com/office/officeart/2018/2/layout/IconVerticalSolidList"/>
    <dgm:cxn modelId="{CC882771-9CED-4A27-99D2-27BE5A85A35C}" type="presParOf" srcId="{002E002F-5FE6-48E1-9469-E31A2B4D48D5}" destId="{8A7F0CCD-239F-4855-A55C-7873E45A11F7}" srcOrd="3" destOrd="0" presId="urn:microsoft.com/office/officeart/2018/2/layout/IconVerticalSolidList"/>
    <dgm:cxn modelId="{B35ED6A3-3E01-4F63-BEAC-5C31AF9541B4}" type="presParOf" srcId="{002E002F-5FE6-48E1-9469-E31A2B4D48D5}" destId="{5CCE80FC-7C88-4855-84F1-93C2A3E9F0D7}" srcOrd="4" destOrd="0" presId="urn:microsoft.com/office/officeart/2018/2/layout/IconVerticalSolidList"/>
    <dgm:cxn modelId="{A6FD189B-B81B-44C8-9F7F-408A25F2C366}" type="presParOf" srcId="{5CCE80FC-7C88-4855-84F1-93C2A3E9F0D7}" destId="{450C588A-C876-4B86-83FC-1DF37E12CB93}" srcOrd="0" destOrd="0" presId="urn:microsoft.com/office/officeart/2018/2/layout/IconVerticalSolidList"/>
    <dgm:cxn modelId="{183D2A28-6A90-4146-8C93-CEF9AA03B178}" type="presParOf" srcId="{5CCE80FC-7C88-4855-84F1-93C2A3E9F0D7}" destId="{F2AD5957-70FC-4411-9758-4FEBFE8CE397}" srcOrd="1" destOrd="0" presId="urn:microsoft.com/office/officeart/2018/2/layout/IconVerticalSolidList"/>
    <dgm:cxn modelId="{5F31054C-4F8D-4CDC-831A-75E520D8778B}" type="presParOf" srcId="{5CCE80FC-7C88-4855-84F1-93C2A3E9F0D7}" destId="{E25E3B0E-2668-4CB8-B5E0-1C6CE70C087B}" srcOrd="2" destOrd="0" presId="urn:microsoft.com/office/officeart/2018/2/layout/IconVerticalSolidList"/>
    <dgm:cxn modelId="{9C7BEE8B-6298-4177-9657-F31AEC85E667}" type="presParOf" srcId="{5CCE80FC-7C88-4855-84F1-93C2A3E9F0D7}" destId="{263A35C9-1D58-4A28-988A-77AD453BD7D1}" srcOrd="3" destOrd="0" presId="urn:microsoft.com/office/officeart/2018/2/layout/IconVerticalSolidList"/>
    <dgm:cxn modelId="{E528B5E9-CEA9-4F6F-A41B-1394282A2DD3}" type="presParOf" srcId="{002E002F-5FE6-48E1-9469-E31A2B4D48D5}" destId="{8F168AC5-D20D-4362-B42F-765C7DD2E519}" srcOrd="5" destOrd="0" presId="urn:microsoft.com/office/officeart/2018/2/layout/IconVerticalSolidList"/>
    <dgm:cxn modelId="{FF598D61-0918-484D-BB1D-0DD9DDB31EB7}" type="presParOf" srcId="{002E002F-5FE6-48E1-9469-E31A2B4D48D5}" destId="{A2EF9C90-5041-48CC-AA0F-AE48741983D9}" srcOrd="6" destOrd="0" presId="urn:microsoft.com/office/officeart/2018/2/layout/IconVerticalSolidList"/>
    <dgm:cxn modelId="{1F91F664-A287-4AC0-AC85-82D1FC5FEC61}" type="presParOf" srcId="{A2EF9C90-5041-48CC-AA0F-AE48741983D9}" destId="{2BB9902B-E652-4662-B6C2-8DCAFC0FDA33}" srcOrd="0" destOrd="0" presId="urn:microsoft.com/office/officeart/2018/2/layout/IconVerticalSolidList"/>
    <dgm:cxn modelId="{8402EEAC-1DC8-461C-8815-53F68424C972}" type="presParOf" srcId="{A2EF9C90-5041-48CC-AA0F-AE48741983D9}" destId="{8BAF7D07-CD7C-435E-95A9-0217BE84108F}" srcOrd="1" destOrd="0" presId="urn:microsoft.com/office/officeart/2018/2/layout/IconVerticalSolidList"/>
    <dgm:cxn modelId="{E89BCB72-E8BA-4CFE-A5BE-B1D8CDB0229D}" type="presParOf" srcId="{A2EF9C90-5041-48CC-AA0F-AE48741983D9}" destId="{0E2C62C2-C439-4AF5-8BE8-E2775013DA88}" srcOrd="2" destOrd="0" presId="urn:microsoft.com/office/officeart/2018/2/layout/IconVerticalSolidList"/>
    <dgm:cxn modelId="{E1F8CFA3-CE7A-49F3-A966-37601531876A}" type="presParOf" srcId="{A2EF9C90-5041-48CC-AA0F-AE48741983D9}" destId="{C286F1CB-72F1-45B4-A52C-A9DF8C65DEB4}" srcOrd="3" destOrd="0" presId="urn:microsoft.com/office/officeart/2018/2/layout/IconVerticalSolidList"/>
    <dgm:cxn modelId="{7B4C84E2-0813-400F-A453-27FD4728FD03}" type="presParOf" srcId="{002E002F-5FE6-48E1-9469-E31A2B4D48D5}" destId="{B68E2FF6-AC79-42A3-A02B-E3E96B8B601D}" srcOrd="7" destOrd="0" presId="urn:microsoft.com/office/officeart/2018/2/layout/IconVerticalSolidList"/>
    <dgm:cxn modelId="{9A034FCD-C1C8-4EF3-A34D-5AFA52346226}" type="presParOf" srcId="{002E002F-5FE6-48E1-9469-E31A2B4D48D5}" destId="{DD60C09B-1149-4411-8789-F41C4C423304}" srcOrd="8" destOrd="0" presId="urn:microsoft.com/office/officeart/2018/2/layout/IconVerticalSolidList"/>
    <dgm:cxn modelId="{00CFC118-8A7A-43CF-90CE-DF2577BEAE34}" type="presParOf" srcId="{DD60C09B-1149-4411-8789-F41C4C423304}" destId="{A044023F-DD4A-4DA2-B412-017F496AEBC2}" srcOrd="0" destOrd="0" presId="urn:microsoft.com/office/officeart/2018/2/layout/IconVerticalSolidList"/>
    <dgm:cxn modelId="{0893235E-94E0-44E8-9DBD-B9B21561F79F}" type="presParOf" srcId="{DD60C09B-1149-4411-8789-F41C4C423304}" destId="{4C077FF4-E25D-4473-B323-6C43DE5F4417}" srcOrd="1" destOrd="0" presId="urn:microsoft.com/office/officeart/2018/2/layout/IconVerticalSolidList"/>
    <dgm:cxn modelId="{3795348E-DC18-45DA-85A5-470A28F4E15F}" type="presParOf" srcId="{DD60C09B-1149-4411-8789-F41C4C423304}" destId="{CD1BF246-78E3-40DE-9187-4319EB0B4DE0}" srcOrd="2" destOrd="0" presId="urn:microsoft.com/office/officeart/2018/2/layout/IconVerticalSolidList"/>
    <dgm:cxn modelId="{5E05CE36-1C81-4C04-92EE-C4ADF6396F2D}" type="presParOf" srcId="{DD60C09B-1149-4411-8789-F41C4C423304}" destId="{24C31C32-2966-4F0B-AE51-0836E5928FA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C55F728-C2E7-4AF0-A6B5-AD6A6555EDC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0_3" csCatId="mainScheme" phldr="1"/>
      <dgm:spPr/>
      <dgm:t>
        <a:bodyPr/>
        <a:lstStyle/>
        <a:p>
          <a:endParaRPr lang="en-US"/>
        </a:p>
      </dgm:t>
    </dgm:pt>
    <dgm:pt modelId="{564CC244-56D4-4DEF-B1D2-56D1E334411C}">
      <dgm:prSet/>
      <dgm:spPr/>
      <dgm:t>
        <a:bodyPr/>
        <a:lstStyle/>
        <a:p>
          <a:pPr>
            <a:defRPr cap="all"/>
          </a:pPr>
          <a:r>
            <a:rPr lang="en-GB" b="1"/>
            <a:t>Network Security</a:t>
          </a:r>
          <a:endParaRPr lang="en-US"/>
        </a:p>
      </dgm:t>
    </dgm:pt>
    <dgm:pt modelId="{829219C3-782F-441D-A8B0-9AE585333970}" type="parTrans" cxnId="{01B3626C-54D6-4662-A31C-122454151988}">
      <dgm:prSet/>
      <dgm:spPr/>
      <dgm:t>
        <a:bodyPr/>
        <a:lstStyle/>
        <a:p>
          <a:endParaRPr lang="en-US"/>
        </a:p>
      </dgm:t>
    </dgm:pt>
    <dgm:pt modelId="{0BF539F7-350E-4608-991D-03EB3E15772B}" type="sibTrans" cxnId="{01B3626C-54D6-4662-A31C-122454151988}">
      <dgm:prSet/>
      <dgm:spPr/>
      <dgm:t>
        <a:bodyPr/>
        <a:lstStyle/>
        <a:p>
          <a:endParaRPr lang="en-US"/>
        </a:p>
      </dgm:t>
    </dgm:pt>
    <dgm:pt modelId="{25CD8BB5-60F9-4461-92D6-2DD2CD6572E9}">
      <dgm:prSet/>
      <dgm:spPr/>
      <dgm:t>
        <a:bodyPr/>
        <a:lstStyle/>
        <a:p>
          <a:pPr>
            <a:defRPr cap="all"/>
          </a:pPr>
          <a:r>
            <a:rPr lang="en-GB" b="1"/>
            <a:t>Traffic Monitoring</a:t>
          </a:r>
          <a:endParaRPr lang="en-US"/>
        </a:p>
      </dgm:t>
    </dgm:pt>
    <dgm:pt modelId="{D8858547-63A9-40A0-92B4-C92653F15BE0}" type="parTrans" cxnId="{07F994A6-D6E2-4B39-BB32-C971FE47037F}">
      <dgm:prSet/>
      <dgm:spPr/>
      <dgm:t>
        <a:bodyPr/>
        <a:lstStyle/>
        <a:p>
          <a:endParaRPr lang="en-US"/>
        </a:p>
      </dgm:t>
    </dgm:pt>
    <dgm:pt modelId="{F89401AE-5A5F-4C88-B264-8F3B7DA56875}" type="sibTrans" cxnId="{07F994A6-D6E2-4B39-BB32-C971FE47037F}">
      <dgm:prSet/>
      <dgm:spPr/>
      <dgm:t>
        <a:bodyPr/>
        <a:lstStyle/>
        <a:p>
          <a:endParaRPr lang="en-US"/>
        </a:p>
      </dgm:t>
    </dgm:pt>
    <dgm:pt modelId="{C958A4AF-917C-4B45-94B5-24DE330AE4D3}">
      <dgm:prSet/>
      <dgm:spPr/>
      <dgm:t>
        <a:bodyPr/>
        <a:lstStyle/>
        <a:p>
          <a:pPr>
            <a:defRPr cap="all"/>
          </a:pPr>
          <a:r>
            <a:rPr lang="en-GB" b="1"/>
            <a:t>Prevention of Malicious Activity</a:t>
          </a:r>
          <a:endParaRPr lang="en-US"/>
        </a:p>
      </dgm:t>
    </dgm:pt>
    <dgm:pt modelId="{AE36DDF8-49E3-4093-A772-A8BB0C6FFAB5}" type="parTrans" cxnId="{71066041-EEC2-4B2B-BA30-B18742A68821}">
      <dgm:prSet/>
      <dgm:spPr/>
      <dgm:t>
        <a:bodyPr/>
        <a:lstStyle/>
        <a:p>
          <a:endParaRPr lang="en-US"/>
        </a:p>
      </dgm:t>
    </dgm:pt>
    <dgm:pt modelId="{271C8C79-BDFD-4EFD-9D7A-3C5D401F4AEB}" type="sibTrans" cxnId="{71066041-EEC2-4B2B-BA30-B18742A68821}">
      <dgm:prSet/>
      <dgm:spPr/>
      <dgm:t>
        <a:bodyPr/>
        <a:lstStyle/>
        <a:p>
          <a:endParaRPr lang="en-US"/>
        </a:p>
      </dgm:t>
    </dgm:pt>
    <dgm:pt modelId="{22D8D4A3-E6AF-4841-8A6C-3BC270DBCEB5}">
      <dgm:prSet/>
      <dgm:spPr/>
      <dgm:t>
        <a:bodyPr/>
        <a:lstStyle/>
        <a:p>
          <a:pPr>
            <a:defRPr cap="all"/>
          </a:pPr>
          <a:r>
            <a:rPr lang="en-GB" b="1"/>
            <a:t>Customizable Rules</a:t>
          </a:r>
          <a:endParaRPr lang="en-US"/>
        </a:p>
      </dgm:t>
    </dgm:pt>
    <dgm:pt modelId="{749CC285-5CC6-4CBE-9A9F-C2DF89E6D2E4}" type="parTrans" cxnId="{D1EAB2DB-E5D2-4804-B931-C5449134F5F7}">
      <dgm:prSet/>
      <dgm:spPr/>
      <dgm:t>
        <a:bodyPr/>
        <a:lstStyle/>
        <a:p>
          <a:endParaRPr lang="en-US"/>
        </a:p>
      </dgm:t>
    </dgm:pt>
    <dgm:pt modelId="{DB228C10-3165-4C99-941B-BBBC617B60DC}" type="sibTrans" cxnId="{D1EAB2DB-E5D2-4804-B931-C5449134F5F7}">
      <dgm:prSet/>
      <dgm:spPr/>
      <dgm:t>
        <a:bodyPr/>
        <a:lstStyle/>
        <a:p>
          <a:endParaRPr lang="en-US"/>
        </a:p>
      </dgm:t>
    </dgm:pt>
    <dgm:pt modelId="{F0AFF8E8-A350-49D3-AF4F-5B6C56879B8F}" type="pres">
      <dgm:prSet presAssocID="{6C55F728-C2E7-4AF0-A6B5-AD6A6555EDCC}" presName="root" presStyleCnt="0">
        <dgm:presLayoutVars>
          <dgm:dir/>
          <dgm:resizeHandles val="exact"/>
        </dgm:presLayoutVars>
      </dgm:prSet>
      <dgm:spPr/>
    </dgm:pt>
    <dgm:pt modelId="{24D498F4-8EBE-4B19-8E08-47E86DB366C0}" type="pres">
      <dgm:prSet presAssocID="{564CC244-56D4-4DEF-B1D2-56D1E334411C}" presName="compNode" presStyleCnt="0"/>
      <dgm:spPr/>
    </dgm:pt>
    <dgm:pt modelId="{482A04AB-480B-48C1-A419-DC13173AE2E3}" type="pres">
      <dgm:prSet presAssocID="{564CC244-56D4-4DEF-B1D2-56D1E334411C}" presName="iconBgRect" presStyleLbl="bgShp" presStyleIdx="0" presStyleCnt="4"/>
      <dgm:spPr/>
    </dgm:pt>
    <dgm:pt modelId="{1B56DD89-3A4B-4C7F-A14F-6F556E47423C}" type="pres">
      <dgm:prSet presAssocID="{564CC244-56D4-4DEF-B1D2-56D1E334411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37635F48-6FE7-4920-93C9-1F3DF019D066}" type="pres">
      <dgm:prSet presAssocID="{564CC244-56D4-4DEF-B1D2-56D1E334411C}" presName="spaceRect" presStyleCnt="0"/>
      <dgm:spPr/>
    </dgm:pt>
    <dgm:pt modelId="{0A9E2C63-B618-4C62-8357-61E8EBCB0922}" type="pres">
      <dgm:prSet presAssocID="{564CC244-56D4-4DEF-B1D2-56D1E334411C}" presName="textRect" presStyleLbl="revTx" presStyleIdx="0" presStyleCnt="4">
        <dgm:presLayoutVars>
          <dgm:chMax val="1"/>
          <dgm:chPref val="1"/>
        </dgm:presLayoutVars>
      </dgm:prSet>
      <dgm:spPr/>
    </dgm:pt>
    <dgm:pt modelId="{9929F257-8350-4564-8514-C652F8AEC9A9}" type="pres">
      <dgm:prSet presAssocID="{0BF539F7-350E-4608-991D-03EB3E15772B}" presName="sibTrans" presStyleCnt="0"/>
      <dgm:spPr/>
    </dgm:pt>
    <dgm:pt modelId="{F62ECE6D-D14D-47EC-B138-CC5E22EB2A6A}" type="pres">
      <dgm:prSet presAssocID="{25CD8BB5-60F9-4461-92D6-2DD2CD6572E9}" presName="compNode" presStyleCnt="0"/>
      <dgm:spPr/>
    </dgm:pt>
    <dgm:pt modelId="{6B1D26D4-7907-4B99-8ED3-5DD9E3BF6ACE}" type="pres">
      <dgm:prSet presAssocID="{25CD8BB5-60F9-4461-92D6-2DD2CD6572E9}" presName="iconBgRect" presStyleLbl="bgShp" presStyleIdx="1" presStyleCnt="4"/>
      <dgm:spPr/>
    </dgm:pt>
    <dgm:pt modelId="{6836F499-8028-4BBC-A464-5B5B94417283}" type="pres">
      <dgm:prSet presAssocID="{25CD8BB5-60F9-4461-92D6-2DD2CD6572E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430C3903-E52F-459B-A8F0-0E157F066699}" type="pres">
      <dgm:prSet presAssocID="{25CD8BB5-60F9-4461-92D6-2DD2CD6572E9}" presName="spaceRect" presStyleCnt="0"/>
      <dgm:spPr/>
    </dgm:pt>
    <dgm:pt modelId="{8129F9F1-1F95-42C5-8DDC-92E0B3D7518D}" type="pres">
      <dgm:prSet presAssocID="{25CD8BB5-60F9-4461-92D6-2DD2CD6572E9}" presName="textRect" presStyleLbl="revTx" presStyleIdx="1" presStyleCnt="4">
        <dgm:presLayoutVars>
          <dgm:chMax val="1"/>
          <dgm:chPref val="1"/>
        </dgm:presLayoutVars>
      </dgm:prSet>
      <dgm:spPr/>
    </dgm:pt>
    <dgm:pt modelId="{C0DF624D-4BED-49B3-AB24-80F3BB8563A1}" type="pres">
      <dgm:prSet presAssocID="{F89401AE-5A5F-4C88-B264-8F3B7DA56875}" presName="sibTrans" presStyleCnt="0"/>
      <dgm:spPr/>
    </dgm:pt>
    <dgm:pt modelId="{3D45F47F-49C0-437C-B645-2EC828545769}" type="pres">
      <dgm:prSet presAssocID="{C958A4AF-917C-4B45-94B5-24DE330AE4D3}" presName="compNode" presStyleCnt="0"/>
      <dgm:spPr/>
    </dgm:pt>
    <dgm:pt modelId="{D240FB5B-DD91-4DD8-97C9-5F74DEE382E9}" type="pres">
      <dgm:prSet presAssocID="{C958A4AF-917C-4B45-94B5-24DE330AE4D3}" presName="iconBgRect" presStyleLbl="bgShp" presStyleIdx="2" presStyleCnt="4"/>
      <dgm:spPr/>
    </dgm:pt>
    <dgm:pt modelId="{911518E1-BF46-4D8E-AF41-4704C3E4D2F3}" type="pres">
      <dgm:prSet presAssocID="{C958A4AF-917C-4B45-94B5-24DE330AE4D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3DCC59E7-5EAF-42E4-B540-06C08CFA38F9}" type="pres">
      <dgm:prSet presAssocID="{C958A4AF-917C-4B45-94B5-24DE330AE4D3}" presName="spaceRect" presStyleCnt="0"/>
      <dgm:spPr/>
    </dgm:pt>
    <dgm:pt modelId="{04624217-8174-487D-8B0A-FF400E4D2D7A}" type="pres">
      <dgm:prSet presAssocID="{C958A4AF-917C-4B45-94B5-24DE330AE4D3}" presName="textRect" presStyleLbl="revTx" presStyleIdx="2" presStyleCnt="4">
        <dgm:presLayoutVars>
          <dgm:chMax val="1"/>
          <dgm:chPref val="1"/>
        </dgm:presLayoutVars>
      </dgm:prSet>
      <dgm:spPr/>
    </dgm:pt>
    <dgm:pt modelId="{3FDF5296-8D36-4290-88B9-1AC699D57A56}" type="pres">
      <dgm:prSet presAssocID="{271C8C79-BDFD-4EFD-9D7A-3C5D401F4AEB}" presName="sibTrans" presStyleCnt="0"/>
      <dgm:spPr/>
    </dgm:pt>
    <dgm:pt modelId="{EDC36D16-1B86-4D33-ABBF-9748258EB353}" type="pres">
      <dgm:prSet presAssocID="{22D8D4A3-E6AF-4841-8A6C-3BC270DBCEB5}" presName="compNode" presStyleCnt="0"/>
      <dgm:spPr/>
    </dgm:pt>
    <dgm:pt modelId="{2537479E-A0FE-49BC-BE19-F6FA55D8B1F3}" type="pres">
      <dgm:prSet presAssocID="{22D8D4A3-E6AF-4841-8A6C-3BC270DBCEB5}" presName="iconBgRect" presStyleLbl="bgShp" presStyleIdx="3" presStyleCnt="4"/>
      <dgm:spPr/>
    </dgm:pt>
    <dgm:pt modelId="{BC61C84D-2DB1-4C37-8030-049151C0B28B}" type="pres">
      <dgm:prSet presAssocID="{22D8D4A3-E6AF-4841-8A6C-3BC270DBCEB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79B3C2A6-2811-4071-9D31-ACBE83A506E5}" type="pres">
      <dgm:prSet presAssocID="{22D8D4A3-E6AF-4841-8A6C-3BC270DBCEB5}" presName="spaceRect" presStyleCnt="0"/>
      <dgm:spPr/>
    </dgm:pt>
    <dgm:pt modelId="{3E8BCC44-BF7D-4B9B-9CB7-4B611198D945}" type="pres">
      <dgm:prSet presAssocID="{22D8D4A3-E6AF-4841-8A6C-3BC270DBCEB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1066041-EEC2-4B2B-BA30-B18742A68821}" srcId="{6C55F728-C2E7-4AF0-A6B5-AD6A6555EDCC}" destId="{C958A4AF-917C-4B45-94B5-24DE330AE4D3}" srcOrd="2" destOrd="0" parTransId="{AE36DDF8-49E3-4093-A772-A8BB0C6FFAB5}" sibTransId="{271C8C79-BDFD-4EFD-9D7A-3C5D401F4AEB}"/>
    <dgm:cxn modelId="{01B3626C-54D6-4662-A31C-122454151988}" srcId="{6C55F728-C2E7-4AF0-A6B5-AD6A6555EDCC}" destId="{564CC244-56D4-4DEF-B1D2-56D1E334411C}" srcOrd="0" destOrd="0" parTransId="{829219C3-782F-441D-A8B0-9AE585333970}" sibTransId="{0BF539F7-350E-4608-991D-03EB3E15772B}"/>
    <dgm:cxn modelId="{6547D16C-62E1-4692-908D-AEB0923A691B}" type="presOf" srcId="{6C55F728-C2E7-4AF0-A6B5-AD6A6555EDCC}" destId="{F0AFF8E8-A350-49D3-AF4F-5B6C56879B8F}" srcOrd="0" destOrd="0" presId="urn:microsoft.com/office/officeart/2018/5/layout/IconCircleLabelList"/>
    <dgm:cxn modelId="{8BB7CF9C-D573-45AE-9B7A-42A8FEB0657B}" type="presOf" srcId="{564CC244-56D4-4DEF-B1D2-56D1E334411C}" destId="{0A9E2C63-B618-4C62-8357-61E8EBCB0922}" srcOrd="0" destOrd="0" presId="urn:microsoft.com/office/officeart/2018/5/layout/IconCircleLabelList"/>
    <dgm:cxn modelId="{07F994A6-D6E2-4B39-BB32-C971FE47037F}" srcId="{6C55F728-C2E7-4AF0-A6B5-AD6A6555EDCC}" destId="{25CD8BB5-60F9-4461-92D6-2DD2CD6572E9}" srcOrd="1" destOrd="0" parTransId="{D8858547-63A9-40A0-92B4-C92653F15BE0}" sibTransId="{F89401AE-5A5F-4C88-B264-8F3B7DA56875}"/>
    <dgm:cxn modelId="{6E8EAEB5-E7A4-465C-8279-F1005F67A614}" type="presOf" srcId="{25CD8BB5-60F9-4461-92D6-2DD2CD6572E9}" destId="{8129F9F1-1F95-42C5-8DDC-92E0B3D7518D}" srcOrd="0" destOrd="0" presId="urn:microsoft.com/office/officeart/2018/5/layout/IconCircleLabelList"/>
    <dgm:cxn modelId="{133442D2-A5ED-47FF-8DC5-936648490D8B}" type="presOf" srcId="{C958A4AF-917C-4B45-94B5-24DE330AE4D3}" destId="{04624217-8174-487D-8B0A-FF400E4D2D7A}" srcOrd="0" destOrd="0" presId="urn:microsoft.com/office/officeart/2018/5/layout/IconCircleLabelList"/>
    <dgm:cxn modelId="{D1EAB2DB-E5D2-4804-B931-C5449134F5F7}" srcId="{6C55F728-C2E7-4AF0-A6B5-AD6A6555EDCC}" destId="{22D8D4A3-E6AF-4841-8A6C-3BC270DBCEB5}" srcOrd="3" destOrd="0" parTransId="{749CC285-5CC6-4CBE-9A9F-C2DF89E6D2E4}" sibTransId="{DB228C10-3165-4C99-941B-BBBC617B60DC}"/>
    <dgm:cxn modelId="{1B9882F7-BF17-4A3A-A834-B97FB71923BA}" type="presOf" srcId="{22D8D4A3-E6AF-4841-8A6C-3BC270DBCEB5}" destId="{3E8BCC44-BF7D-4B9B-9CB7-4B611198D945}" srcOrd="0" destOrd="0" presId="urn:microsoft.com/office/officeart/2018/5/layout/IconCircleLabelList"/>
    <dgm:cxn modelId="{651CB5D7-1764-4F57-A2A0-6E040CA6D408}" type="presParOf" srcId="{F0AFF8E8-A350-49D3-AF4F-5B6C56879B8F}" destId="{24D498F4-8EBE-4B19-8E08-47E86DB366C0}" srcOrd="0" destOrd="0" presId="urn:microsoft.com/office/officeart/2018/5/layout/IconCircleLabelList"/>
    <dgm:cxn modelId="{86754484-AB75-4F8C-9020-B39C92C8AD84}" type="presParOf" srcId="{24D498F4-8EBE-4B19-8E08-47E86DB366C0}" destId="{482A04AB-480B-48C1-A419-DC13173AE2E3}" srcOrd="0" destOrd="0" presId="urn:microsoft.com/office/officeart/2018/5/layout/IconCircleLabelList"/>
    <dgm:cxn modelId="{35D49925-F7D2-4E2F-8DD5-82AB1FE90083}" type="presParOf" srcId="{24D498F4-8EBE-4B19-8E08-47E86DB366C0}" destId="{1B56DD89-3A4B-4C7F-A14F-6F556E47423C}" srcOrd="1" destOrd="0" presId="urn:microsoft.com/office/officeart/2018/5/layout/IconCircleLabelList"/>
    <dgm:cxn modelId="{12B3C25E-3C69-4ACE-883C-F113EFF97061}" type="presParOf" srcId="{24D498F4-8EBE-4B19-8E08-47E86DB366C0}" destId="{37635F48-6FE7-4920-93C9-1F3DF019D066}" srcOrd="2" destOrd="0" presId="urn:microsoft.com/office/officeart/2018/5/layout/IconCircleLabelList"/>
    <dgm:cxn modelId="{4D5529EE-C79C-4A4A-A3A1-9030CDCF798D}" type="presParOf" srcId="{24D498F4-8EBE-4B19-8E08-47E86DB366C0}" destId="{0A9E2C63-B618-4C62-8357-61E8EBCB0922}" srcOrd="3" destOrd="0" presId="urn:microsoft.com/office/officeart/2018/5/layout/IconCircleLabelList"/>
    <dgm:cxn modelId="{1D33134D-DC35-4EBA-A2AB-4625C3892E73}" type="presParOf" srcId="{F0AFF8E8-A350-49D3-AF4F-5B6C56879B8F}" destId="{9929F257-8350-4564-8514-C652F8AEC9A9}" srcOrd="1" destOrd="0" presId="urn:microsoft.com/office/officeart/2018/5/layout/IconCircleLabelList"/>
    <dgm:cxn modelId="{CAA9ABC0-1C63-4AA1-9EF5-87CCCE62D822}" type="presParOf" srcId="{F0AFF8E8-A350-49D3-AF4F-5B6C56879B8F}" destId="{F62ECE6D-D14D-47EC-B138-CC5E22EB2A6A}" srcOrd="2" destOrd="0" presId="urn:microsoft.com/office/officeart/2018/5/layout/IconCircleLabelList"/>
    <dgm:cxn modelId="{8FF9F89B-0E68-4E84-83DD-32D01DD2A101}" type="presParOf" srcId="{F62ECE6D-D14D-47EC-B138-CC5E22EB2A6A}" destId="{6B1D26D4-7907-4B99-8ED3-5DD9E3BF6ACE}" srcOrd="0" destOrd="0" presId="urn:microsoft.com/office/officeart/2018/5/layout/IconCircleLabelList"/>
    <dgm:cxn modelId="{6E0D3052-8EC0-4F7D-98CD-E04F75D4070C}" type="presParOf" srcId="{F62ECE6D-D14D-47EC-B138-CC5E22EB2A6A}" destId="{6836F499-8028-4BBC-A464-5B5B94417283}" srcOrd="1" destOrd="0" presId="urn:microsoft.com/office/officeart/2018/5/layout/IconCircleLabelList"/>
    <dgm:cxn modelId="{8A203C0B-0CB9-4CDE-B35A-692171FD2DBF}" type="presParOf" srcId="{F62ECE6D-D14D-47EC-B138-CC5E22EB2A6A}" destId="{430C3903-E52F-459B-A8F0-0E157F066699}" srcOrd="2" destOrd="0" presId="urn:microsoft.com/office/officeart/2018/5/layout/IconCircleLabelList"/>
    <dgm:cxn modelId="{9BD91579-6F6B-4565-BD02-5C392C42C9FA}" type="presParOf" srcId="{F62ECE6D-D14D-47EC-B138-CC5E22EB2A6A}" destId="{8129F9F1-1F95-42C5-8DDC-92E0B3D7518D}" srcOrd="3" destOrd="0" presId="urn:microsoft.com/office/officeart/2018/5/layout/IconCircleLabelList"/>
    <dgm:cxn modelId="{EADC0C8E-F22A-444A-B86D-8D9AD1EB84DF}" type="presParOf" srcId="{F0AFF8E8-A350-49D3-AF4F-5B6C56879B8F}" destId="{C0DF624D-4BED-49B3-AB24-80F3BB8563A1}" srcOrd="3" destOrd="0" presId="urn:microsoft.com/office/officeart/2018/5/layout/IconCircleLabelList"/>
    <dgm:cxn modelId="{B797DF17-2F3F-4CA4-AAC2-A1270900CEFC}" type="presParOf" srcId="{F0AFF8E8-A350-49D3-AF4F-5B6C56879B8F}" destId="{3D45F47F-49C0-437C-B645-2EC828545769}" srcOrd="4" destOrd="0" presId="urn:microsoft.com/office/officeart/2018/5/layout/IconCircleLabelList"/>
    <dgm:cxn modelId="{FE43D3F8-5D22-4991-9F1B-6A5377937BFC}" type="presParOf" srcId="{3D45F47F-49C0-437C-B645-2EC828545769}" destId="{D240FB5B-DD91-4DD8-97C9-5F74DEE382E9}" srcOrd="0" destOrd="0" presId="urn:microsoft.com/office/officeart/2018/5/layout/IconCircleLabelList"/>
    <dgm:cxn modelId="{821B5D92-F1CC-4FA8-B587-EBD668E15597}" type="presParOf" srcId="{3D45F47F-49C0-437C-B645-2EC828545769}" destId="{911518E1-BF46-4D8E-AF41-4704C3E4D2F3}" srcOrd="1" destOrd="0" presId="urn:microsoft.com/office/officeart/2018/5/layout/IconCircleLabelList"/>
    <dgm:cxn modelId="{2944B8D3-8C1E-466C-881D-5EE296DEC317}" type="presParOf" srcId="{3D45F47F-49C0-437C-B645-2EC828545769}" destId="{3DCC59E7-5EAF-42E4-B540-06C08CFA38F9}" srcOrd="2" destOrd="0" presId="urn:microsoft.com/office/officeart/2018/5/layout/IconCircleLabelList"/>
    <dgm:cxn modelId="{43883C38-E026-4A0D-AA71-AE4A1C5FB76F}" type="presParOf" srcId="{3D45F47F-49C0-437C-B645-2EC828545769}" destId="{04624217-8174-487D-8B0A-FF400E4D2D7A}" srcOrd="3" destOrd="0" presId="urn:microsoft.com/office/officeart/2018/5/layout/IconCircleLabelList"/>
    <dgm:cxn modelId="{98816A25-7035-48AF-9D4B-47D80DF75790}" type="presParOf" srcId="{F0AFF8E8-A350-49D3-AF4F-5B6C56879B8F}" destId="{3FDF5296-8D36-4290-88B9-1AC699D57A56}" srcOrd="5" destOrd="0" presId="urn:microsoft.com/office/officeart/2018/5/layout/IconCircleLabelList"/>
    <dgm:cxn modelId="{E47CE89F-613D-4A63-A037-5C7C89065DA8}" type="presParOf" srcId="{F0AFF8E8-A350-49D3-AF4F-5B6C56879B8F}" destId="{EDC36D16-1B86-4D33-ABBF-9748258EB353}" srcOrd="6" destOrd="0" presId="urn:microsoft.com/office/officeart/2018/5/layout/IconCircleLabelList"/>
    <dgm:cxn modelId="{CB97C746-B422-4A1B-A467-B135A319B393}" type="presParOf" srcId="{EDC36D16-1B86-4D33-ABBF-9748258EB353}" destId="{2537479E-A0FE-49BC-BE19-F6FA55D8B1F3}" srcOrd="0" destOrd="0" presId="urn:microsoft.com/office/officeart/2018/5/layout/IconCircleLabelList"/>
    <dgm:cxn modelId="{27ACC28B-BBD7-4CC2-9D70-1D02EE532226}" type="presParOf" srcId="{EDC36D16-1B86-4D33-ABBF-9748258EB353}" destId="{BC61C84D-2DB1-4C37-8030-049151C0B28B}" srcOrd="1" destOrd="0" presId="urn:microsoft.com/office/officeart/2018/5/layout/IconCircleLabelList"/>
    <dgm:cxn modelId="{995A47E5-52B7-465E-86C1-DB1731CA711F}" type="presParOf" srcId="{EDC36D16-1B86-4D33-ABBF-9748258EB353}" destId="{79B3C2A6-2811-4071-9D31-ACBE83A506E5}" srcOrd="2" destOrd="0" presId="urn:microsoft.com/office/officeart/2018/5/layout/IconCircleLabelList"/>
    <dgm:cxn modelId="{9B6D88AB-30BC-4C32-AAE4-4EB525BAE8B8}" type="presParOf" srcId="{EDC36D16-1B86-4D33-ABBF-9748258EB353}" destId="{3E8BCC44-BF7D-4B9B-9CB7-4B611198D94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A6DAAE4-30C3-4E59-93DE-4319F9BC876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B1CBAFB-F313-421D-A942-19BAD828FBB4}">
      <dgm:prSet/>
      <dgm:spPr/>
      <dgm:t>
        <a:bodyPr/>
        <a:lstStyle/>
        <a:p>
          <a:pPr>
            <a:defRPr cap="all"/>
          </a:pPr>
          <a:r>
            <a:rPr lang="en-GB" b="1"/>
            <a:t>Performance Issues</a:t>
          </a:r>
          <a:endParaRPr lang="en-US"/>
        </a:p>
      </dgm:t>
    </dgm:pt>
    <dgm:pt modelId="{F9A8FD90-6506-43BD-A6CD-125223A7A55E}" type="parTrans" cxnId="{56A88108-A4D4-4A9E-AD4E-E9DC04AC1473}">
      <dgm:prSet/>
      <dgm:spPr/>
      <dgm:t>
        <a:bodyPr/>
        <a:lstStyle/>
        <a:p>
          <a:endParaRPr lang="en-US"/>
        </a:p>
      </dgm:t>
    </dgm:pt>
    <dgm:pt modelId="{84EA9DAA-C4CE-463E-9517-BFDF8D83EE9E}" type="sibTrans" cxnId="{56A88108-A4D4-4A9E-AD4E-E9DC04AC1473}">
      <dgm:prSet/>
      <dgm:spPr/>
      <dgm:t>
        <a:bodyPr/>
        <a:lstStyle/>
        <a:p>
          <a:endParaRPr lang="en-US"/>
        </a:p>
      </dgm:t>
    </dgm:pt>
    <dgm:pt modelId="{37DE7946-BA18-48B7-AF76-9601C9715845}">
      <dgm:prSet/>
      <dgm:spPr/>
      <dgm:t>
        <a:bodyPr/>
        <a:lstStyle/>
        <a:p>
          <a:pPr>
            <a:defRPr cap="all"/>
          </a:pPr>
          <a:r>
            <a:rPr lang="en-GB" b="1"/>
            <a:t>Complex Configuration</a:t>
          </a:r>
          <a:endParaRPr lang="en-US"/>
        </a:p>
      </dgm:t>
    </dgm:pt>
    <dgm:pt modelId="{7F2B5760-A92D-4FD9-9AB3-73E8BA2049E5}" type="parTrans" cxnId="{2AD38D63-5BCD-43DB-AFF6-B7E1E3D4689A}">
      <dgm:prSet/>
      <dgm:spPr/>
      <dgm:t>
        <a:bodyPr/>
        <a:lstStyle/>
        <a:p>
          <a:endParaRPr lang="en-US"/>
        </a:p>
      </dgm:t>
    </dgm:pt>
    <dgm:pt modelId="{19858D91-E2D6-4552-8315-BD0E44CE79B1}" type="sibTrans" cxnId="{2AD38D63-5BCD-43DB-AFF6-B7E1E3D4689A}">
      <dgm:prSet/>
      <dgm:spPr/>
      <dgm:t>
        <a:bodyPr/>
        <a:lstStyle/>
        <a:p>
          <a:endParaRPr lang="en-US"/>
        </a:p>
      </dgm:t>
    </dgm:pt>
    <dgm:pt modelId="{4C7CF62B-BE9D-4C97-866D-2B32E280334F}">
      <dgm:prSet/>
      <dgm:spPr/>
      <dgm:t>
        <a:bodyPr/>
        <a:lstStyle/>
        <a:p>
          <a:pPr>
            <a:defRPr cap="all"/>
          </a:pPr>
          <a:r>
            <a:rPr lang="en-GB" b="1"/>
            <a:t>Limited Protection</a:t>
          </a:r>
          <a:endParaRPr lang="en-US"/>
        </a:p>
      </dgm:t>
    </dgm:pt>
    <dgm:pt modelId="{47EB874C-A85D-4277-9E96-4E390D129E57}" type="parTrans" cxnId="{01B51448-2F24-4D23-B750-59AD25F4DF7B}">
      <dgm:prSet/>
      <dgm:spPr/>
      <dgm:t>
        <a:bodyPr/>
        <a:lstStyle/>
        <a:p>
          <a:endParaRPr lang="en-US"/>
        </a:p>
      </dgm:t>
    </dgm:pt>
    <dgm:pt modelId="{1750A0DC-D274-4B2E-A8B6-37B032EFB1F7}" type="sibTrans" cxnId="{01B51448-2F24-4D23-B750-59AD25F4DF7B}">
      <dgm:prSet/>
      <dgm:spPr/>
      <dgm:t>
        <a:bodyPr/>
        <a:lstStyle/>
        <a:p>
          <a:endParaRPr lang="en-US"/>
        </a:p>
      </dgm:t>
    </dgm:pt>
    <dgm:pt modelId="{0D935B2B-B84D-4478-9904-49A5477B7939}">
      <dgm:prSet/>
      <dgm:spPr/>
      <dgm:t>
        <a:bodyPr/>
        <a:lstStyle/>
        <a:p>
          <a:pPr>
            <a:defRPr cap="all"/>
          </a:pPr>
          <a:r>
            <a:rPr lang="en-GB" b="1"/>
            <a:t>Costs</a:t>
          </a:r>
          <a:endParaRPr lang="en-US"/>
        </a:p>
      </dgm:t>
    </dgm:pt>
    <dgm:pt modelId="{45CF2E25-7D1A-4748-8F23-D5A33BE10931}" type="parTrans" cxnId="{71E0C46D-BF44-4DA2-92F5-1A01E0E157B2}">
      <dgm:prSet/>
      <dgm:spPr/>
      <dgm:t>
        <a:bodyPr/>
        <a:lstStyle/>
        <a:p>
          <a:endParaRPr lang="en-US"/>
        </a:p>
      </dgm:t>
    </dgm:pt>
    <dgm:pt modelId="{08B92350-0DAE-4922-84DB-BB5D52771273}" type="sibTrans" cxnId="{71E0C46D-BF44-4DA2-92F5-1A01E0E157B2}">
      <dgm:prSet/>
      <dgm:spPr/>
      <dgm:t>
        <a:bodyPr/>
        <a:lstStyle/>
        <a:p>
          <a:endParaRPr lang="en-US"/>
        </a:p>
      </dgm:t>
    </dgm:pt>
    <dgm:pt modelId="{599CE2B2-C330-4AA3-BA60-C0F9C5DE2961}" type="pres">
      <dgm:prSet presAssocID="{8A6DAAE4-30C3-4E59-93DE-4319F9BC8767}" presName="root" presStyleCnt="0">
        <dgm:presLayoutVars>
          <dgm:dir/>
          <dgm:resizeHandles val="exact"/>
        </dgm:presLayoutVars>
      </dgm:prSet>
      <dgm:spPr/>
    </dgm:pt>
    <dgm:pt modelId="{F00C6ACD-03B6-42F9-9F52-F6CF254C1253}" type="pres">
      <dgm:prSet presAssocID="{EB1CBAFB-F313-421D-A942-19BAD828FBB4}" presName="compNode" presStyleCnt="0"/>
      <dgm:spPr/>
    </dgm:pt>
    <dgm:pt modelId="{371F277A-C82E-44E5-9DBF-3D094527F4D6}" type="pres">
      <dgm:prSet presAssocID="{EB1CBAFB-F313-421D-A942-19BAD828FBB4}" presName="iconBgRect" presStyleLbl="bgShp" presStyleIdx="0" presStyleCnt="4"/>
      <dgm:spPr/>
    </dgm:pt>
    <dgm:pt modelId="{7F3D40A9-BDD4-42F0-8CFD-0CC85BC1CD77}" type="pres">
      <dgm:prSet presAssocID="{EB1CBAFB-F313-421D-A942-19BAD828FBB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CB26DDAD-7448-4141-96C3-9B01C4A48A45}" type="pres">
      <dgm:prSet presAssocID="{EB1CBAFB-F313-421D-A942-19BAD828FBB4}" presName="spaceRect" presStyleCnt="0"/>
      <dgm:spPr/>
    </dgm:pt>
    <dgm:pt modelId="{57C76991-FA82-4A33-AA6E-89DCA82A9D89}" type="pres">
      <dgm:prSet presAssocID="{EB1CBAFB-F313-421D-A942-19BAD828FBB4}" presName="textRect" presStyleLbl="revTx" presStyleIdx="0" presStyleCnt="4">
        <dgm:presLayoutVars>
          <dgm:chMax val="1"/>
          <dgm:chPref val="1"/>
        </dgm:presLayoutVars>
      </dgm:prSet>
      <dgm:spPr/>
    </dgm:pt>
    <dgm:pt modelId="{D012A746-2499-40D5-8C71-0EE575BBFD7B}" type="pres">
      <dgm:prSet presAssocID="{84EA9DAA-C4CE-463E-9517-BFDF8D83EE9E}" presName="sibTrans" presStyleCnt="0"/>
      <dgm:spPr/>
    </dgm:pt>
    <dgm:pt modelId="{AA3069ED-DE9E-4502-8C06-978456412BC7}" type="pres">
      <dgm:prSet presAssocID="{37DE7946-BA18-48B7-AF76-9601C9715845}" presName="compNode" presStyleCnt="0"/>
      <dgm:spPr/>
    </dgm:pt>
    <dgm:pt modelId="{442B297F-DDBC-4D7B-AFCC-A9CD75BE117F}" type="pres">
      <dgm:prSet presAssocID="{37DE7946-BA18-48B7-AF76-9601C9715845}" presName="iconBgRect" presStyleLbl="bgShp" presStyleIdx="1" presStyleCnt="4"/>
      <dgm:spPr/>
    </dgm:pt>
    <dgm:pt modelId="{C92BD4B7-9B55-4ACB-B123-BCACFCC1F2BE}" type="pres">
      <dgm:prSet presAssocID="{37DE7946-BA18-48B7-AF76-9601C971584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23D1784-292F-4269-8419-FB2964D97E83}" type="pres">
      <dgm:prSet presAssocID="{37DE7946-BA18-48B7-AF76-9601C9715845}" presName="spaceRect" presStyleCnt="0"/>
      <dgm:spPr/>
    </dgm:pt>
    <dgm:pt modelId="{54D6096C-E105-47E3-B19E-5A866AE5C4E1}" type="pres">
      <dgm:prSet presAssocID="{37DE7946-BA18-48B7-AF76-9601C9715845}" presName="textRect" presStyleLbl="revTx" presStyleIdx="1" presStyleCnt="4">
        <dgm:presLayoutVars>
          <dgm:chMax val="1"/>
          <dgm:chPref val="1"/>
        </dgm:presLayoutVars>
      </dgm:prSet>
      <dgm:spPr/>
    </dgm:pt>
    <dgm:pt modelId="{CFCD20A5-29A5-4AAC-B4FE-ACD1EA0ADEB9}" type="pres">
      <dgm:prSet presAssocID="{19858D91-E2D6-4552-8315-BD0E44CE79B1}" presName="sibTrans" presStyleCnt="0"/>
      <dgm:spPr/>
    </dgm:pt>
    <dgm:pt modelId="{41373493-BA59-4189-8507-53DF772866B4}" type="pres">
      <dgm:prSet presAssocID="{4C7CF62B-BE9D-4C97-866D-2B32E280334F}" presName="compNode" presStyleCnt="0"/>
      <dgm:spPr/>
    </dgm:pt>
    <dgm:pt modelId="{629DB939-3E00-4052-B88B-AF95A1212D00}" type="pres">
      <dgm:prSet presAssocID="{4C7CF62B-BE9D-4C97-866D-2B32E280334F}" presName="iconBgRect" presStyleLbl="bgShp" presStyleIdx="2" presStyleCnt="4"/>
      <dgm:spPr/>
    </dgm:pt>
    <dgm:pt modelId="{BEB4D916-1743-4B15-9879-85BE40CA49BA}" type="pres">
      <dgm:prSet presAssocID="{4C7CF62B-BE9D-4C97-866D-2B32E280334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2B766CC7-00A0-4154-853F-F557746AC2A6}" type="pres">
      <dgm:prSet presAssocID="{4C7CF62B-BE9D-4C97-866D-2B32E280334F}" presName="spaceRect" presStyleCnt="0"/>
      <dgm:spPr/>
    </dgm:pt>
    <dgm:pt modelId="{A7A2C538-2DE1-4576-AEFC-991C5A21ED6C}" type="pres">
      <dgm:prSet presAssocID="{4C7CF62B-BE9D-4C97-866D-2B32E280334F}" presName="textRect" presStyleLbl="revTx" presStyleIdx="2" presStyleCnt="4">
        <dgm:presLayoutVars>
          <dgm:chMax val="1"/>
          <dgm:chPref val="1"/>
        </dgm:presLayoutVars>
      </dgm:prSet>
      <dgm:spPr/>
    </dgm:pt>
    <dgm:pt modelId="{6DF49B5D-2E1C-4D33-9BD1-6B68A968B333}" type="pres">
      <dgm:prSet presAssocID="{1750A0DC-D274-4B2E-A8B6-37B032EFB1F7}" presName="sibTrans" presStyleCnt="0"/>
      <dgm:spPr/>
    </dgm:pt>
    <dgm:pt modelId="{4E80D8EE-B6BF-4D49-95B1-3CF34B0D4642}" type="pres">
      <dgm:prSet presAssocID="{0D935B2B-B84D-4478-9904-49A5477B7939}" presName="compNode" presStyleCnt="0"/>
      <dgm:spPr/>
    </dgm:pt>
    <dgm:pt modelId="{C5A7FE10-7EEB-446A-955C-E7C344AC9CF4}" type="pres">
      <dgm:prSet presAssocID="{0D935B2B-B84D-4478-9904-49A5477B7939}" presName="iconBgRect" presStyleLbl="bgShp" presStyleIdx="3" presStyleCnt="4"/>
      <dgm:spPr/>
    </dgm:pt>
    <dgm:pt modelId="{C8C08A92-464F-4DDA-B3CB-F505866A447B}" type="pres">
      <dgm:prSet presAssocID="{0D935B2B-B84D-4478-9904-49A5477B793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0275C189-BBAC-467D-94A0-6F26503D745F}" type="pres">
      <dgm:prSet presAssocID="{0D935B2B-B84D-4478-9904-49A5477B7939}" presName="spaceRect" presStyleCnt="0"/>
      <dgm:spPr/>
    </dgm:pt>
    <dgm:pt modelId="{664A6351-C55E-444A-9670-CC5D03626704}" type="pres">
      <dgm:prSet presAssocID="{0D935B2B-B84D-4478-9904-49A5477B793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6A88108-A4D4-4A9E-AD4E-E9DC04AC1473}" srcId="{8A6DAAE4-30C3-4E59-93DE-4319F9BC8767}" destId="{EB1CBAFB-F313-421D-A942-19BAD828FBB4}" srcOrd="0" destOrd="0" parTransId="{F9A8FD90-6506-43BD-A6CD-125223A7A55E}" sibTransId="{84EA9DAA-C4CE-463E-9517-BFDF8D83EE9E}"/>
    <dgm:cxn modelId="{EC1F863F-E51F-41BD-978C-5C22F32F6D50}" type="presOf" srcId="{8A6DAAE4-30C3-4E59-93DE-4319F9BC8767}" destId="{599CE2B2-C330-4AA3-BA60-C0F9C5DE2961}" srcOrd="0" destOrd="0" presId="urn:microsoft.com/office/officeart/2018/5/layout/IconCircleLabelList"/>
    <dgm:cxn modelId="{02CB575B-8FA9-44FA-B4A1-23B9F58C4046}" type="presOf" srcId="{0D935B2B-B84D-4478-9904-49A5477B7939}" destId="{664A6351-C55E-444A-9670-CC5D03626704}" srcOrd="0" destOrd="0" presId="urn:microsoft.com/office/officeart/2018/5/layout/IconCircleLabelList"/>
    <dgm:cxn modelId="{E7570042-B0A7-4244-B99E-03A2FE5F5C63}" type="presOf" srcId="{EB1CBAFB-F313-421D-A942-19BAD828FBB4}" destId="{57C76991-FA82-4A33-AA6E-89DCA82A9D89}" srcOrd="0" destOrd="0" presId="urn:microsoft.com/office/officeart/2018/5/layout/IconCircleLabelList"/>
    <dgm:cxn modelId="{2AD38D63-5BCD-43DB-AFF6-B7E1E3D4689A}" srcId="{8A6DAAE4-30C3-4E59-93DE-4319F9BC8767}" destId="{37DE7946-BA18-48B7-AF76-9601C9715845}" srcOrd="1" destOrd="0" parTransId="{7F2B5760-A92D-4FD9-9AB3-73E8BA2049E5}" sibTransId="{19858D91-E2D6-4552-8315-BD0E44CE79B1}"/>
    <dgm:cxn modelId="{01B51448-2F24-4D23-B750-59AD25F4DF7B}" srcId="{8A6DAAE4-30C3-4E59-93DE-4319F9BC8767}" destId="{4C7CF62B-BE9D-4C97-866D-2B32E280334F}" srcOrd="2" destOrd="0" parTransId="{47EB874C-A85D-4277-9E96-4E390D129E57}" sibTransId="{1750A0DC-D274-4B2E-A8B6-37B032EFB1F7}"/>
    <dgm:cxn modelId="{71E0C46D-BF44-4DA2-92F5-1A01E0E157B2}" srcId="{8A6DAAE4-30C3-4E59-93DE-4319F9BC8767}" destId="{0D935B2B-B84D-4478-9904-49A5477B7939}" srcOrd="3" destOrd="0" parTransId="{45CF2E25-7D1A-4748-8F23-D5A33BE10931}" sibTransId="{08B92350-0DAE-4922-84DB-BB5D52771273}"/>
    <dgm:cxn modelId="{8105F1A6-B339-4EC6-8C91-2D913101EC92}" type="presOf" srcId="{37DE7946-BA18-48B7-AF76-9601C9715845}" destId="{54D6096C-E105-47E3-B19E-5A866AE5C4E1}" srcOrd="0" destOrd="0" presId="urn:microsoft.com/office/officeart/2018/5/layout/IconCircleLabelList"/>
    <dgm:cxn modelId="{039540B3-E4A6-4F90-A739-E44EE51A7BEF}" type="presOf" srcId="{4C7CF62B-BE9D-4C97-866D-2B32E280334F}" destId="{A7A2C538-2DE1-4576-AEFC-991C5A21ED6C}" srcOrd="0" destOrd="0" presId="urn:microsoft.com/office/officeart/2018/5/layout/IconCircleLabelList"/>
    <dgm:cxn modelId="{B82BD84C-E28C-4708-8A17-DBF067DA520F}" type="presParOf" srcId="{599CE2B2-C330-4AA3-BA60-C0F9C5DE2961}" destId="{F00C6ACD-03B6-42F9-9F52-F6CF254C1253}" srcOrd="0" destOrd="0" presId="urn:microsoft.com/office/officeart/2018/5/layout/IconCircleLabelList"/>
    <dgm:cxn modelId="{65D55D62-21F9-4AB6-A326-D8570B5069F0}" type="presParOf" srcId="{F00C6ACD-03B6-42F9-9F52-F6CF254C1253}" destId="{371F277A-C82E-44E5-9DBF-3D094527F4D6}" srcOrd="0" destOrd="0" presId="urn:microsoft.com/office/officeart/2018/5/layout/IconCircleLabelList"/>
    <dgm:cxn modelId="{8C1AEF1D-7DFA-44DF-9667-60D6D11FC6BF}" type="presParOf" srcId="{F00C6ACD-03B6-42F9-9F52-F6CF254C1253}" destId="{7F3D40A9-BDD4-42F0-8CFD-0CC85BC1CD77}" srcOrd="1" destOrd="0" presId="urn:microsoft.com/office/officeart/2018/5/layout/IconCircleLabelList"/>
    <dgm:cxn modelId="{DDE46137-AF38-4E4F-9ED2-76733EAF20EE}" type="presParOf" srcId="{F00C6ACD-03B6-42F9-9F52-F6CF254C1253}" destId="{CB26DDAD-7448-4141-96C3-9B01C4A48A45}" srcOrd="2" destOrd="0" presId="urn:microsoft.com/office/officeart/2018/5/layout/IconCircleLabelList"/>
    <dgm:cxn modelId="{E0BF2930-EC45-438E-9F92-18D2FFB79E7C}" type="presParOf" srcId="{F00C6ACD-03B6-42F9-9F52-F6CF254C1253}" destId="{57C76991-FA82-4A33-AA6E-89DCA82A9D89}" srcOrd="3" destOrd="0" presId="urn:microsoft.com/office/officeart/2018/5/layout/IconCircleLabelList"/>
    <dgm:cxn modelId="{C2D54C2F-EC47-4638-80D5-234C610DAF25}" type="presParOf" srcId="{599CE2B2-C330-4AA3-BA60-C0F9C5DE2961}" destId="{D012A746-2499-40D5-8C71-0EE575BBFD7B}" srcOrd="1" destOrd="0" presId="urn:microsoft.com/office/officeart/2018/5/layout/IconCircleLabelList"/>
    <dgm:cxn modelId="{0A798A15-CE29-4DB6-A2DF-1BE4B4C401EC}" type="presParOf" srcId="{599CE2B2-C330-4AA3-BA60-C0F9C5DE2961}" destId="{AA3069ED-DE9E-4502-8C06-978456412BC7}" srcOrd="2" destOrd="0" presId="urn:microsoft.com/office/officeart/2018/5/layout/IconCircleLabelList"/>
    <dgm:cxn modelId="{3163D32F-1E2F-4DDA-8A12-B6B0644052ED}" type="presParOf" srcId="{AA3069ED-DE9E-4502-8C06-978456412BC7}" destId="{442B297F-DDBC-4D7B-AFCC-A9CD75BE117F}" srcOrd="0" destOrd="0" presId="urn:microsoft.com/office/officeart/2018/5/layout/IconCircleLabelList"/>
    <dgm:cxn modelId="{11B498F1-D44E-4EBC-BB03-A71189FDA022}" type="presParOf" srcId="{AA3069ED-DE9E-4502-8C06-978456412BC7}" destId="{C92BD4B7-9B55-4ACB-B123-BCACFCC1F2BE}" srcOrd="1" destOrd="0" presId="urn:microsoft.com/office/officeart/2018/5/layout/IconCircleLabelList"/>
    <dgm:cxn modelId="{C54954C8-E1EA-49DC-995D-5A82D04268CC}" type="presParOf" srcId="{AA3069ED-DE9E-4502-8C06-978456412BC7}" destId="{A23D1784-292F-4269-8419-FB2964D97E83}" srcOrd="2" destOrd="0" presId="urn:microsoft.com/office/officeart/2018/5/layout/IconCircleLabelList"/>
    <dgm:cxn modelId="{7B03EE6E-4687-4C81-8646-AAEE187F4DC8}" type="presParOf" srcId="{AA3069ED-DE9E-4502-8C06-978456412BC7}" destId="{54D6096C-E105-47E3-B19E-5A866AE5C4E1}" srcOrd="3" destOrd="0" presId="urn:microsoft.com/office/officeart/2018/5/layout/IconCircleLabelList"/>
    <dgm:cxn modelId="{39F76CAC-F223-46F0-975F-B36784D8E34B}" type="presParOf" srcId="{599CE2B2-C330-4AA3-BA60-C0F9C5DE2961}" destId="{CFCD20A5-29A5-4AAC-B4FE-ACD1EA0ADEB9}" srcOrd="3" destOrd="0" presId="urn:microsoft.com/office/officeart/2018/5/layout/IconCircleLabelList"/>
    <dgm:cxn modelId="{B0737168-E08E-49BD-87FC-25B64BF3F65F}" type="presParOf" srcId="{599CE2B2-C330-4AA3-BA60-C0F9C5DE2961}" destId="{41373493-BA59-4189-8507-53DF772866B4}" srcOrd="4" destOrd="0" presId="urn:microsoft.com/office/officeart/2018/5/layout/IconCircleLabelList"/>
    <dgm:cxn modelId="{A3C102DE-7ECF-4A1C-B1A6-168F59D030A8}" type="presParOf" srcId="{41373493-BA59-4189-8507-53DF772866B4}" destId="{629DB939-3E00-4052-B88B-AF95A1212D00}" srcOrd="0" destOrd="0" presId="urn:microsoft.com/office/officeart/2018/5/layout/IconCircleLabelList"/>
    <dgm:cxn modelId="{119B5416-750E-49E1-B88A-7B6498DD7ED7}" type="presParOf" srcId="{41373493-BA59-4189-8507-53DF772866B4}" destId="{BEB4D916-1743-4B15-9879-85BE40CA49BA}" srcOrd="1" destOrd="0" presId="urn:microsoft.com/office/officeart/2018/5/layout/IconCircleLabelList"/>
    <dgm:cxn modelId="{B245FDE1-1378-45B3-BB44-0A10837F58D7}" type="presParOf" srcId="{41373493-BA59-4189-8507-53DF772866B4}" destId="{2B766CC7-00A0-4154-853F-F557746AC2A6}" srcOrd="2" destOrd="0" presId="urn:microsoft.com/office/officeart/2018/5/layout/IconCircleLabelList"/>
    <dgm:cxn modelId="{EFC451E7-D71B-49D7-B56D-06F189CA919A}" type="presParOf" srcId="{41373493-BA59-4189-8507-53DF772866B4}" destId="{A7A2C538-2DE1-4576-AEFC-991C5A21ED6C}" srcOrd="3" destOrd="0" presId="urn:microsoft.com/office/officeart/2018/5/layout/IconCircleLabelList"/>
    <dgm:cxn modelId="{F7636E61-D149-4BD5-A35F-1F6B816BFD39}" type="presParOf" srcId="{599CE2B2-C330-4AA3-BA60-C0F9C5DE2961}" destId="{6DF49B5D-2E1C-4D33-9BD1-6B68A968B333}" srcOrd="5" destOrd="0" presId="urn:microsoft.com/office/officeart/2018/5/layout/IconCircleLabelList"/>
    <dgm:cxn modelId="{5D374B33-5BCE-42F3-AC0A-58799870F0E5}" type="presParOf" srcId="{599CE2B2-C330-4AA3-BA60-C0F9C5DE2961}" destId="{4E80D8EE-B6BF-4D49-95B1-3CF34B0D4642}" srcOrd="6" destOrd="0" presId="urn:microsoft.com/office/officeart/2018/5/layout/IconCircleLabelList"/>
    <dgm:cxn modelId="{44E6334B-F821-47E2-928A-EE75EAAB0EB1}" type="presParOf" srcId="{4E80D8EE-B6BF-4D49-95B1-3CF34B0D4642}" destId="{C5A7FE10-7EEB-446A-955C-E7C344AC9CF4}" srcOrd="0" destOrd="0" presId="urn:microsoft.com/office/officeart/2018/5/layout/IconCircleLabelList"/>
    <dgm:cxn modelId="{B59CACE4-938F-4979-A337-5770CC9AD67C}" type="presParOf" srcId="{4E80D8EE-B6BF-4D49-95B1-3CF34B0D4642}" destId="{C8C08A92-464F-4DDA-B3CB-F505866A447B}" srcOrd="1" destOrd="0" presId="urn:microsoft.com/office/officeart/2018/5/layout/IconCircleLabelList"/>
    <dgm:cxn modelId="{6ED00E41-EF78-4F8E-A0AA-AFA5F3C6B655}" type="presParOf" srcId="{4E80D8EE-B6BF-4D49-95B1-3CF34B0D4642}" destId="{0275C189-BBAC-467D-94A0-6F26503D745F}" srcOrd="2" destOrd="0" presId="urn:microsoft.com/office/officeart/2018/5/layout/IconCircleLabelList"/>
    <dgm:cxn modelId="{F4D70C9D-DC18-49FC-B3D7-2B966A0200F5}" type="presParOf" srcId="{4E80D8EE-B6BF-4D49-95B1-3CF34B0D4642}" destId="{664A6351-C55E-444A-9670-CC5D0362670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557A368-9E6B-442E-91DA-8EC3DF9004B6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0636BB6-D2F5-4CC4-BD67-144A781D3575}">
      <dgm:prSet/>
      <dgm:spPr/>
      <dgm:t>
        <a:bodyPr/>
        <a:lstStyle/>
        <a:p>
          <a:r>
            <a:rPr lang="en-GB" b="1"/>
            <a:t>Log Monitoring</a:t>
          </a:r>
          <a:endParaRPr lang="en-US"/>
        </a:p>
      </dgm:t>
    </dgm:pt>
    <dgm:pt modelId="{F30C53DF-A61B-4E14-A750-5900BFFC2C45}" type="parTrans" cxnId="{D3725DE3-C423-4D30-A13C-4136842ED04D}">
      <dgm:prSet/>
      <dgm:spPr/>
      <dgm:t>
        <a:bodyPr/>
        <a:lstStyle/>
        <a:p>
          <a:endParaRPr lang="en-US"/>
        </a:p>
      </dgm:t>
    </dgm:pt>
    <dgm:pt modelId="{41485245-E1EB-4375-B580-6E55140C79C8}" type="sibTrans" cxnId="{D3725DE3-C423-4D30-A13C-4136842ED04D}">
      <dgm:prSet/>
      <dgm:spPr/>
      <dgm:t>
        <a:bodyPr/>
        <a:lstStyle/>
        <a:p>
          <a:endParaRPr lang="en-US"/>
        </a:p>
      </dgm:t>
    </dgm:pt>
    <dgm:pt modelId="{D3E37D94-C7A5-4CA9-B3C4-D17CCC2D7292}">
      <dgm:prSet/>
      <dgm:spPr/>
      <dgm:t>
        <a:bodyPr/>
        <a:lstStyle/>
        <a:p>
          <a:r>
            <a:rPr lang="en-GB" b="1"/>
            <a:t>Update Regularly</a:t>
          </a:r>
          <a:endParaRPr lang="en-US"/>
        </a:p>
      </dgm:t>
    </dgm:pt>
    <dgm:pt modelId="{D33DBD82-6922-4A91-ADF3-9265E6379B0F}" type="parTrans" cxnId="{6B478928-D812-4C87-930C-B90FF91BE729}">
      <dgm:prSet/>
      <dgm:spPr/>
      <dgm:t>
        <a:bodyPr/>
        <a:lstStyle/>
        <a:p>
          <a:endParaRPr lang="en-US"/>
        </a:p>
      </dgm:t>
    </dgm:pt>
    <dgm:pt modelId="{F7D3A31A-8713-40A3-9FBE-55EE05854C4B}" type="sibTrans" cxnId="{6B478928-D812-4C87-930C-B90FF91BE729}">
      <dgm:prSet/>
      <dgm:spPr/>
      <dgm:t>
        <a:bodyPr/>
        <a:lstStyle/>
        <a:p>
          <a:endParaRPr lang="en-US"/>
        </a:p>
      </dgm:t>
    </dgm:pt>
    <dgm:pt modelId="{3C1C95FF-EBBA-484F-A835-CB8262430455}">
      <dgm:prSet/>
      <dgm:spPr/>
      <dgm:t>
        <a:bodyPr/>
        <a:lstStyle/>
        <a:p>
          <a:r>
            <a:rPr lang="en-GB" b="1"/>
            <a:t>Network Segmentation</a:t>
          </a:r>
          <a:endParaRPr lang="en-US"/>
        </a:p>
      </dgm:t>
    </dgm:pt>
    <dgm:pt modelId="{A57BFC77-500D-480E-B6A6-CE5A97A7DC75}" type="parTrans" cxnId="{10AA35EA-9791-415D-A562-2B49516E0097}">
      <dgm:prSet/>
      <dgm:spPr/>
      <dgm:t>
        <a:bodyPr/>
        <a:lstStyle/>
        <a:p>
          <a:endParaRPr lang="en-US"/>
        </a:p>
      </dgm:t>
    </dgm:pt>
    <dgm:pt modelId="{79EC9F69-78CF-467A-AC65-7FA2C33480AE}" type="sibTrans" cxnId="{10AA35EA-9791-415D-A562-2B49516E0097}">
      <dgm:prSet/>
      <dgm:spPr/>
      <dgm:t>
        <a:bodyPr/>
        <a:lstStyle/>
        <a:p>
          <a:endParaRPr lang="en-US"/>
        </a:p>
      </dgm:t>
    </dgm:pt>
    <dgm:pt modelId="{70F9E358-950F-4410-B911-C95545045F3F}">
      <dgm:prSet/>
      <dgm:spPr/>
      <dgm:t>
        <a:bodyPr/>
        <a:lstStyle/>
        <a:p>
          <a:r>
            <a:rPr lang="en-GB" b="1"/>
            <a:t>Firewall Configuration</a:t>
          </a:r>
          <a:endParaRPr lang="en-US"/>
        </a:p>
      </dgm:t>
    </dgm:pt>
    <dgm:pt modelId="{C3407B25-0189-4538-84F6-D1CE39234F2E}" type="parTrans" cxnId="{97699055-F8F0-4349-B1F4-002F6FD9D2F9}">
      <dgm:prSet/>
      <dgm:spPr/>
      <dgm:t>
        <a:bodyPr/>
        <a:lstStyle/>
        <a:p>
          <a:endParaRPr lang="en-US"/>
        </a:p>
      </dgm:t>
    </dgm:pt>
    <dgm:pt modelId="{446201FE-C69D-46EB-9DD5-5EB6E6F335BF}" type="sibTrans" cxnId="{97699055-F8F0-4349-B1F4-002F6FD9D2F9}">
      <dgm:prSet/>
      <dgm:spPr/>
      <dgm:t>
        <a:bodyPr/>
        <a:lstStyle/>
        <a:p>
          <a:endParaRPr lang="en-US"/>
        </a:p>
      </dgm:t>
    </dgm:pt>
    <dgm:pt modelId="{F45FD56E-BD63-45B6-AE18-9B63C354C758}" type="pres">
      <dgm:prSet presAssocID="{7557A368-9E6B-442E-91DA-8EC3DF9004B6}" presName="root" presStyleCnt="0">
        <dgm:presLayoutVars>
          <dgm:dir/>
          <dgm:resizeHandles val="exact"/>
        </dgm:presLayoutVars>
      </dgm:prSet>
      <dgm:spPr/>
    </dgm:pt>
    <dgm:pt modelId="{00D02E95-136B-4793-A4D3-AEE1801332A0}" type="pres">
      <dgm:prSet presAssocID="{7557A368-9E6B-442E-91DA-8EC3DF9004B6}" presName="container" presStyleCnt="0">
        <dgm:presLayoutVars>
          <dgm:dir/>
          <dgm:resizeHandles val="exact"/>
        </dgm:presLayoutVars>
      </dgm:prSet>
      <dgm:spPr/>
    </dgm:pt>
    <dgm:pt modelId="{055279E1-ACFD-4966-BAB0-6A81316852F1}" type="pres">
      <dgm:prSet presAssocID="{10636BB6-D2F5-4CC4-BD67-144A781D3575}" presName="compNode" presStyleCnt="0"/>
      <dgm:spPr/>
    </dgm:pt>
    <dgm:pt modelId="{FDF60901-9321-4BCC-84D5-8B589F3AFBED}" type="pres">
      <dgm:prSet presAssocID="{10636BB6-D2F5-4CC4-BD67-144A781D3575}" presName="iconBgRect" presStyleLbl="bgShp" presStyleIdx="0" presStyleCnt="4"/>
      <dgm:spPr/>
    </dgm:pt>
    <dgm:pt modelId="{D101C7F0-EFA1-4C09-A0D6-EA77A11BC5D6}" type="pres">
      <dgm:prSet presAssocID="{10636BB6-D2F5-4CC4-BD67-144A781D357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25A0A20D-3EC6-4346-AE6E-EDC02697FDFD}" type="pres">
      <dgm:prSet presAssocID="{10636BB6-D2F5-4CC4-BD67-144A781D3575}" presName="spaceRect" presStyleCnt="0"/>
      <dgm:spPr/>
    </dgm:pt>
    <dgm:pt modelId="{36DD54B6-C76D-4B88-8FEB-52738F1421F9}" type="pres">
      <dgm:prSet presAssocID="{10636BB6-D2F5-4CC4-BD67-144A781D3575}" presName="textRect" presStyleLbl="revTx" presStyleIdx="0" presStyleCnt="4">
        <dgm:presLayoutVars>
          <dgm:chMax val="1"/>
          <dgm:chPref val="1"/>
        </dgm:presLayoutVars>
      </dgm:prSet>
      <dgm:spPr/>
    </dgm:pt>
    <dgm:pt modelId="{FE436687-7515-48DA-954D-2E92BAFB9656}" type="pres">
      <dgm:prSet presAssocID="{41485245-E1EB-4375-B580-6E55140C79C8}" presName="sibTrans" presStyleLbl="sibTrans2D1" presStyleIdx="0" presStyleCnt="0"/>
      <dgm:spPr/>
    </dgm:pt>
    <dgm:pt modelId="{A46CA898-D4FE-4F1E-BCAF-7FBEE6F2BD19}" type="pres">
      <dgm:prSet presAssocID="{D3E37D94-C7A5-4CA9-B3C4-D17CCC2D7292}" presName="compNode" presStyleCnt="0"/>
      <dgm:spPr/>
    </dgm:pt>
    <dgm:pt modelId="{ACF1D8B4-50F8-457C-BC4D-D56FCABB42CC}" type="pres">
      <dgm:prSet presAssocID="{D3E37D94-C7A5-4CA9-B3C4-D17CCC2D7292}" presName="iconBgRect" presStyleLbl="bgShp" presStyleIdx="1" presStyleCnt="4"/>
      <dgm:spPr/>
    </dgm:pt>
    <dgm:pt modelId="{0A28D675-4944-4D95-896A-EFC4601E6902}" type="pres">
      <dgm:prSet presAssocID="{D3E37D94-C7A5-4CA9-B3C4-D17CCC2D729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D277675-FDE2-465C-9A96-CD2B3C05EA33}" type="pres">
      <dgm:prSet presAssocID="{D3E37D94-C7A5-4CA9-B3C4-D17CCC2D7292}" presName="spaceRect" presStyleCnt="0"/>
      <dgm:spPr/>
    </dgm:pt>
    <dgm:pt modelId="{088D8E4D-5723-464A-9CDA-FD746921FF65}" type="pres">
      <dgm:prSet presAssocID="{D3E37D94-C7A5-4CA9-B3C4-D17CCC2D7292}" presName="textRect" presStyleLbl="revTx" presStyleIdx="1" presStyleCnt="4">
        <dgm:presLayoutVars>
          <dgm:chMax val="1"/>
          <dgm:chPref val="1"/>
        </dgm:presLayoutVars>
      </dgm:prSet>
      <dgm:spPr/>
    </dgm:pt>
    <dgm:pt modelId="{27114E1F-5AA1-43FD-90EA-B35EA3DB29B3}" type="pres">
      <dgm:prSet presAssocID="{F7D3A31A-8713-40A3-9FBE-55EE05854C4B}" presName="sibTrans" presStyleLbl="sibTrans2D1" presStyleIdx="0" presStyleCnt="0"/>
      <dgm:spPr/>
    </dgm:pt>
    <dgm:pt modelId="{EC4E5BD5-DC0C-4139-A0D1-D9AC11BC0ABE}" type="pres">
      <dgm:prSet presAssocID="{3C1C95FF-EBBA-484F-A835-CB8262430455}" presName="compNode" presStyleCnt="0"/>
      <dgm:spPr/>
    </dgm:pt>
    <dgm:pt modelId="{0BA1E190-A32A-4119-9DC3-935539F182CF}" type="pres">
      <dgm:prSet presAssocID="{3C1C95FF-EBBA-484F-A835-CB8262430455}" presName="iconBgRect" presStyleLbl="bgShp" presStyleIdx="2" presStyleCnt="4"/>
      <dgm:spPr/>
    </dgm:pt>
    <dgm:pt modelId="{FC02CE42-0C40-4DFB-B8C9-61A763F18C55}" type="pres">
      <dgm:prSet presAssocID="{3C1C95FF-EBBA-484F-A835-CB826243045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9E08DB22-D75E-44B0-9B55-E6FEA775C541}" type="pres">
      <dgm:prSet presAssocID="{3C1C95FF-EBBA-484F-A835-CB8262430455}" presName="spaceRect" presStyleCnt="0"/>
      <dgm:spPr/>
    </dgm:pt>
    <dgm:pt modelId="{84418D89-A842-482D-9A95-DD28CE8ABEDC}" type="pres">
      <dgm:prSet presAssocID="{3C1C95FF-EBBA-484F-A835-CB8262430455}" presName="textRect" presStyleLbl="revTx" presStyleIdx="2" presStyleCnt="4">
        <dgm:presLayoutVars>
          <dgm:chMax val="1"/>
          <dgm:chPref val="1"/>
        </dgm:presLayoutVars>
      </dgm:prSet>
      <dgm:spPr/>
    </dgm:pt>
    <dgm:pt modelId="{9010B77C-3D9A-4AE6-8AE6-C9D5ADDB162C}" type="pres">
      <dgm:prSet presAssocID="{79EC9F69-78CF-467A-AC65-7FA2C33480AE}" presName="sibTrans" presStyleLbl="sibTrans2D1" presStyleIdx="0" presStyleCnt="0"/>
      <dgm:spPr/>
    </dgm:pt>
    <dgm:pt modelId="{0F82E898-A3C6-4A65-B2DA-4C1FACA80EE4}" type="pres">
      <dgm:prSet presAssocID="{70F9E358-950F-4410-B911-C95545045F3F}" presName="compNode" presStyleCnt="0"/>
      <dgm:spPr/>
    </dgm:pt>
    <dgm:pt modelId="{78FF967B-6714-4125-85B5-7170A4AE4253}" type="pres">
      <dgm:prSet presAssocID="{70F9E358-950F-4410-B911-C95545045F3F}" presName="iconBgRect" presStyleLbl="bgShp" presStyleIdx="3" presStyleCnt="4"/>
      <dgm:spPr/>
    </dgm:pt>
    <dgm:pt modelId="{A0024622-7204-441F-A022-513603C9BDB2}" type="pres">
      <dgm:prSet presAssocID="{70F9E358-950F-4410-B911-C95545045F3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A58724ED-4289-4AD9-B51A-9BEC92E3AE7C}" type="pres">
      <dgm:prSet presAssocID="{70F9E358-950F-4410-B911-C95545045F3F}" presName="spaceRect" presStyleCnt="0"/>
      <dgm:spPr/>
    </dgm:pt>
    <dgm:pt modelId="{D730B376-F97A-4708-ADFD-DAE6BD824FD3}" type="pres">
      <dgm:prSet presAssocID="{70F9E358-950F-4410-B911-C95545045F3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5D50E13-F41C-43BA-8DBA-99489608CD43}" type="presOf" srcId="{70F9E358-950F-4410-B911-C95545045F3F}" destId="{D730B376-F97A-4708-ADFD-DAE6BD824FD3}" srcOrd="0" destOrd="0" presId="urn:microsoft.com/office/officeart/2018/2/layout/IconCircleList"/>
    <dgm:cxn modelId="{6B478928-D812-4C87-930C-B90FF91BE729}" srcId="{7557A368-9E6B-442E-91DA-8EC3DF9004B6}" destId="{D3E37D94-C7A5-4CA9-B3C4-D17CCC2D7292}" srcOrd="1" destOrd="0" parTransId="{D33DBD82-6922-4A91-ADF3-9265E6379B0F}" sibTransId="{F7D3A31A-8713-40A3-9FBE-55EE05854C4B}"/>
    <dgm:cxn modelId="{44F47834-49BD-43CD-8C68-0D7C1784CB77}" type="presOf" srcId="{F7D3A31A-8713-40A3-9FBE-55EE05854C4B}" destId="{27114E1F-5AA1-43FD-90EA-B35EA3DB29B3}" srcOrd="0" destOrd="0" presId="urn:microsoft.com/office/officeart/2018/2/layout/IconCircleList"/>
    <dgm:cxn modelId="{6707C342-3236-4803-A26A-5D8E328A1594}" type="presOf" srcId="{3C1C95FF-EBBA-484F-A835-CB8262430455}" destId="{84418D89-A842-482D-9A95-DD28CE8ABEDC}" srcOrd="0" destOrd="0" presId="urn:microsoft.com/office/officeart/2018/2/layout/IconCircleList"/>
    <dgm:cxn modelId="{786AE644-9796-47A8-BBB5-E7C5F2AD43F5}" type="presOf" srcId="{7557A368-9E6B-442E-91DA-8EC3DF9004B6}" destId="{F45FD56E-BD63-45B6-AE18-9B63C354C758}" srcOrd="0" destOrd="0" presId="urn:microsoft.com/office/officeart/2018/2/layout/IconCircleList"/>
    <dgm:cxn modelId="{8484416B-377F-4778-A793-AA7D2A594C30}" type="presOf" srcId="{79EC9F69-78CF-467A-AC65-7FA2C33480AE}" destId="{9010B77C-3D9A-4AE6-8AE6-C9D5ADDB162C}" srcOrd="0" destOrd="0" presId="urn:microsoft.com/office/officeart/2018/2/layout/IconCircleList"/>
    <dgm:cxn modelId="{97699055-F8F0-4349-B1F4-002F6FD9D2F9}" srcId="{7557A368-9E6B-442E-91DA-8EC3DF9004B6}" destId="{70F9E358-950F-4410-B911-C95545045F3F}" srcOrd="3" destOrd="0" parTransId="{C3407B25-0189-4538-84F6-D1CE39234F2E}" sibTransId="{446201FE-C69D-46EB-9DD5-5EB6E6F335BF}"/>
    <dgm:cxn modelId="{27A7E59C-D75A-4BB7-9E9B-90D8A704DA81}" type="presOf" srcId="{10636BB6-D2F5-4CC4-BD67-144A781D3575}" destId="{36DD54B6-C76D-4B88-8FEB-52738F1421F9}" srcOrd="0" destOrd="0" presId="urn:microsoft.com/office/officeart/2018/2/layout/IconCircleList"/>
    <dgm:cxn modelId="{B0AA0CA5-7BAD-47F7-81C7-5D8DB3948FE8}" type="presOf" srcId="{41485245-E1EB-4375-B580-6E55140C79C8}" destId="{FE436687-7515-48DA-954D-2E92BAFB9656}" srcOrd="0" destOrd="0" presId="urn:microsoft.com/office/officeart/2018/2/layout/IconCircleList"/>
    <dgm:cxn modelId="{3A5000BB-74E6-4AFB-9ECE-1C07CE46489F}" type="presOf" srcId="{D3E37D94-C7A5-4CA9-B3C4-D17CCC2D7292}" destId="{088D8E4D-5723-464A-9CDA-FD746921FF65}" srcOrd="0" destOrd="0" presId="urn:microsoft.com/office/officeart/2018/2/layout/IconCircleList"/>
    <dgm:cxn modelId="{D3725DE3-C423-4D30-A13C-4136842ED04D}" srcId="{7557A368-9E6B-442E-91DA-8EC3DF9004B6}" destId="{10636BB6-D2F5-4CC4-BD67-144A781D3575}" srcOrd="0" destOrd="0" parTransId="{F30C53DF-A61B-4E14-A750-5900BFFC2C45}" sibTransId="{41485245-E1EB-4375-B580-6E55140C79C8}"/>
    <dgm:cxn modelId="{10AA35EA-9791-415D-A562-2B49516E0097}" srcId="{7557A368-9E6B-442E-91DA-8EC3DF9004B6}" destId="{3C1C95FF-EBBA-484F-A835-CB8262430455}" srcOrd="2" destOrd="0" parTransId="{A57BFC77-500D-480E-B6A6-CE5A97A7DC75}" sibTransId="{79EC9F69-78CF-467A-AC65-7FA2C33480AE}"/>
    <dgm:cxn modelId="{C8E53682-4665-4C3E-ABDB-D75F4424C487}" type="presParOf" srcId="{F45FD56E-BD63-45B6-AE18-9B63C354C758}" destId="{00D02E95-136B-4793-A4D3-AEE1801332A0}" srcOrd="0" destOrd="0" presId="urn:microsoft.com/office/officeart/2018/2/layout/IconCircleList"/>
    <dgm:cxn modelId="{697377A0-F793-4470-8CB2-ABD0A5E59C54}" type="presParOf" srcId="{00D02E95-136B-4793-A4D3-AEE1801332A0}" destId="{055279E1-ACFD-4966-BAB0-6A81316852F1}" srcOrd="0" destOrd="0" presId="urn:microsoft.com/office/officeart/2018/2/layout/IconCircleList"/>
    <dgm:cxn modelId="{21AB2015-E6D1-4E3B-A285-2E89B4D1ADC3}" type="presParOf" srcId="{055279E1-ACFD-4966-BAB0-6A81316852F1}" destId="{FDF60901-9321-4BCC-84D5-8B589F3AFBED}" srcOrd="0" destOrd="0" presId="urn:microsoft.com/office/officeart/2018/2/layout/IconCircleList"/>
    <dgm:cxn modelId="{F11E9159-6160-4527-8238-3D9AC4270EBE}" type="presParOf" srcId="{055279E1-ACFD-4966-BAB0-6A81316852F1}" destId="{D101C7F0-EFA1-4C09-A0D6-EA77A11BC5D6}" srcOrd="1" destOrd="0" presId="urn:microsoft.com/office/officeart/2018/2/layout/IconCircleList"/>
    <dgm:cxn modelId="{9C98DE31-91AD-4D2F-81D8-4B1256EA8868}" type="presParOf" srcId="{055279E1-ACFD-4966-BAB0-6A81316852F1}" destId="{25A0A20D-3EC6-4346-AE6E-EDC02697FDFD}" srcOrd="2" destOrd="0" presId="urn:microsoft.com/office/officeart/2018/2/layout/IconCircleList"/>
    <dgm:cxn modelId="{189A86E0-7754-4509-A486-89B7D081615B}" type="presParOf" srcId="{055279E1-ACFD-4966-BAB0-6A81316852F1}" destId="{36DD54B6-C76D-4B88-8FEB-52738F1421F9}" srcOrd="3" destOrd="0" presId="urn:microsoft.com/office/officeart/2018/2/layout/IconCircleList"/>
    <dgm:cxn modelId="{550E1978-BF3C-4100-8523-598B8632DB22}" type="presParOf" srcId="{00D02E95-136B-4793-A4D3-AEE1801332A0}" destId="{FE436687-7515-48DA-954D-2E92BAFB9656}" srcOrd="1" destOrd="0" presId="urn:microsoft.com/office/officeart/2018/2/layout/IconCircleList"/>
    <dgm:cxn modelId="{E84F167C-5F47-40D3-83F1-6BA9C5BB0269}" type="presParOf" srcId="{00D02E95-136B-4793-A4D3-AEE1801332A0}" destId="{A46CA898-D4FE-4F1E-BCAF-7FBEE6F2BD19}" srcOrd="2" destOrd="0" presId="urn:microsoft.com/office/officeart/2018/2/layout/IconCircleList"/>
    <dgm:cxn modelId="{1DD281D2-B412-47CA-9530-619DE00FC785}" type="presParOf" srcId="{A46CA898-D4FE-4F1E-BCAF-7FBEE6F2BD19}" destId="{ACF1D8B4-50F8-457C-BC4D-D56FCABB42CC}" srcOrd="0" destOrd="0" presId="urn:microsoft.com/office/officeart/2018/2/layout/IconCircleList"/>
    <dgm:cxn modelId="{BDE8D071-8481-46E7-863F-ED58FE716A29}" type="presParOf" srcId="{A46CA898-D4FE-4F1E-BCAF-7FBEE6F2BD19}" destId="{0A28D675-4944-4D95-896A-EFC4601E6902}" srcOrd="1" destOrd="0" presId="urn:microsoft.com/office/officeart/2018/2/layout/IconCircleList"/>
    <dgm:cxn modelId="{3BCEFAB5-B000-4C6D-8B44-499F353D81CE}" type="presParOf" srcId="{A46CA898-D4FE-4F1E-BCAF-7FBEE6F2BD19}" destId="{CD277675-FDE2-465C-9A96-CD2B3C05EA33}" srcOrd="2" destOrd="0" presId="urn:microsoft.com/office/officeart/2018/2/layout/IconCircleList"/>
    <dgm:cxn modelId="{C287A835-2D4C-4350-A713-6F013CD642A5}" type="presParOf" srcId="{A46CA898-D4FE-4F1E-BCAF-7FBEE6F2BD19}" destId="{088D8E4D-5723-464A-9CDA-FD746921FF65}" srcOrd="3" destOrd="0" presId="urn:microsoft.com/office/officeart/2018/2/layout/IconCircleList"/>
    <dgm:cxn modelId="{8EC64D3A-8AA7-49F4-A31D-D925837146D7}" type="presParOf" srcId="{00D02E95-136B-4793-A4D3-AEE1801332A0}" destId="{27114E1F-5AA1-43FD-90EA-B35EA3DB29B3}" srcOrd="3" destOrd="0" presId="urn:microsoft.com/office/officeart/2018/2/layout/IconCircleList"/>
    <dgm:cxn modelId="{B7C6883F-6F5C-49AF-88E0-B938CCB7EEC9}" type="presParOf" srcId="{00D02E95-136B-4793-A4D3-AEE1801332A0}" destId="{EC4E5BD5-DC0C-4139-A0D1-D9AC11BC0ABE}" srcOrd="4" destOrd="0" presId="urn:microsoft.com/office/officeart/2018/2/layout/IconCircleList"/>
    <dgm:cxn modelId="{8C32BBE1-963E-4E43-80C6-69B355006AE8}" type="presParOf" srcId="{EC4E5BD5-DC0C-4139-A0D1-D9AC11BC0ABE}" destId="{0BA1E190-A32A-4119-9DC3-935539F182CF}" srcOrd="0" destOrd="0" presId="urn:microsoft.com/office/officeart/2018/2/layout/IconCircleList"/>
    <dgm:cxn modelId="{4E22DA33-5467-448B-9E6C-C86AE37791A8}" type="presParOf" srcId="{EC4E5BD5-DC0C-4139-A0D1-D9AC11BC0ABE}" destId="{FC02CE42-0C40-4DFB-B8C9-61A763F18C55}" srcOrd="1" destOrd="0" presId="urn:microsoft.com/office/officeart/2018/2/layout/IconCircleList"/>
    <dgm:cxn modelId="{F90C7FB0-55C8-4CB8-813A-2C55810993E0}" type="presParOf" srcId="{EC4E5BD5-DC0C-4139-A0D1-D9AC11BC0ABE}" destId="{9E08DB22-D75E-44B0-9B55-E6FEA775C541}" srcOrd="2" destOrd="0" presId="urn:microsoft.com/office/officeart/2018/2/layout/IconCircleList"/>
    <dgm:cxn modelId="{E055BD5B-1229-43FE-ADCE-2B76CFEE4FA5}" type="presParOf" srcId="{EC4E5BD5-DC0C-4139-A0D1-D9AC11BC0ABE}" destId="{84418D89-A842-482D-9A95-DD28CE8ABEDC}" srcOrd="3" destOrd="0" presId="urn:microsoft.com/office/officeart/2018/2/layout/IconCircleList"/>
    <dgm:cxn modelId="{09EFFF3F-E5D3-4199-A200-01AAD7AFBA05}" type="presParOf" srcId="{00D02E95-136B-4793-A4D3-AEE1801332A0}" destId="{9010B77C-3D9A-4AE6-8AE6-C9D5ADDB162C}" srcOrd="5" destOrd="0" presId="urn:microsoft.com/office/officeart/2018/2/layout/IconCircleList"/>
    <dgm:cxn modelId="{825E1977-5201-4FC7-8EF6-4858730F5F7D}" type="presParOf" srcId="{00D02E95-136B-4793-A4D3-AEE1801332A0}" destId="{0F82E898-A3C6-4A65-B2DA-4C1FACA80EE4}" srcOrd="6" destOrd="0" presId="urn:microsoft.com/office/officeart/2018/2/layout/IconCircleList"/>
    <dgm:cxn modelId="{3F52C865-5BC4-40B3-9AB4-89A75304E8C0}" type="presParOf" srcId="{0F82E898-A3C6-4A65-B2DA-4C1FACA80EE4}" destId="{78FF967B-6714-4125-85B5-7170A4AE4253}" srcOrd="0" destOrd="0" presId="urn:microsoft.com/office/officeart/2018/2/layout/IconCircleList"/>
    <dgm:cxn modelId="{12AC2165-D78A-4FF3-A5EC-54BD95EE263E}" type="presParOf" srcId="{0F82E898-A3C6-4A65-B2DA-4C1FACA80EE4}" destId="{A0024622-7204-441F-A022-513603C9BDB2}" srcOrd="1" destOrd="0" presId="urn:microsoft.com/office/officeart/2018/2/layout/IconCircleList"/>
    <dgm:cxn modelId="{F0716CFF-F601-4F32-A58A-B591DA3DAE67}" type="presParOf" srcId="{0F82E898-A3C6-4A65-B2DA-4C1FACA80EE4}" destId="{A58724ED-4289-4AD9-B51A-9BEC92E3AE7C}" srcOrd="2" destOrd="0" presId="urn:microsoft.com/office/officeart/2018/2/layout/IconCircleList"/>
    <dgm:cxn modelId="{33DD3DE9-1E43-49F5-9F75-639FAFDC341F}" type="presParOf" srcId="{0F82E898-A3C6-4A65-B2DA-4C1FACA80EE4}" destId="{D730B376-F97A-4708-ADFD-DAE6BD824FD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B5D3E3D-7540-4290-85BE-C7DEF9D8395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210D286-E8D9-445A-9FD1-896D0927369F}">
      <dgm:prSet/>
      <dgm:spPr/>
      <dgm:t>
        <a:bodyPr/>
        <a:lstStyle/>
        <a:p>
          <a:r>
            <a:rPr lang="en-GB" b="1"/>
            <a:t>Open Ports and Exposure</a:t>
          </a:r>
          <a:endParaRPr lang="en-US"/>
        </a:p>
      </dgm:t>
    </dgm:pt>
    <dgm:pt modelId="{AC59F860-BD4D-45EB-84E7-CDA9CD5F25A1}" type="parTrans" cxnId="{774B50EF-1DAA-45DA-A858-62BB4936388E}">
      <dgm:prSet/>
      <dgm:spPr/>
      <dgm:t>
        <a:bodyPr/>
        <a:lstStyle/>
        <a:p>
          <a:endParaRPr lang="en-US"/>
        </a:p>
      </dgm:t>
    </dgm:pt>
    <dgm:pt modelId="{F464F7EC-2265-4E17-BBB6-581C12AD578F}" type="sibTrans" cxnId="{774B50EF-1DAA-45DA-A858-62BB4936388E}">
      <dgm:prSet/>
      <dgm:spPr/>
      <dgm:t>
        <a:bodyPr/>
        <a:lstStyle/>
        <a:p>
          <a:endParaRPr lang="en-US"/>
        </a:p>
      </dgm:t>
    </dgm:pt>
    <dgm:pt modelId="{38E1C5C6-D610-4ECD-9C30-BC1135ECBD4C}">
      <dgm:prSet/>
      <dgm:spPr/>
      <dgm:t>
        <a:bodyPr/>
        <a:lstStyle/>
        <a:p>
          <a:r>
            <a:rPr lang="en-GB" b="1"/>
            <a:t>Unintended Blocking</a:t>
          </a:r>
          <a:endParaRPr lang="en-US"/>
        </a:p>
      </dgm:t>
    </dgm:pt>
    <dgm:pt modelId="{3E53E5BD-612B-4B4E-93EF-5D4F1536E346}" type="parTrans" cxnId="{0EC6512D-62C0-4F96-8217-ED6DD7A58EB8}">
      <dgm:prSet/>
      <dgm:spPr/>
      <dgm:t>
        <a:bodyPr/>
        <a:lstStyle/>
        <a:p>
          <a:endParaRPr lang="en-US"/>
        </a:p>
      </dgm:t>
    </dgm:pt>
    <dgm:pt modelId="{ABEC06F4-C2B7-4A32-A279-7141BA325691}" type="sibTrans" cxnId="{0EC6512D-62C0-4F96-8217-ED6DD7A58EB8}">
      <dgm:prSet/>
      <dgm:spPr/>
      <dgm:t>
        <a:bodyPr/>
        <a:lstStyle/>
        <a:p>
          <a:endParaRPr lang="en-US"/>
        </a:p>
      </dgm:t>
    </dgm:pt>
    <dgm:pt modelId="{E9C4A331-3CA9-4689-A951-4D8C115FF33D}">
      <dgm:prSet/>
      <dgm:spPr/>
      <dgm:t>
        <a:bodyPr/>
        <a:lstStyle/>
        <a:p>
          <a:r>
            <a:rPr lang="en-GB" b="1"/>
            <a:t>Increased Vulnerability</a:t>
          </a:r>
          <a:endParaRPr lang="en-US"/>
        </a:p>
      </dgm:t>
    </dgm:pt>
    <dgm:pt modelId="{6C14717A-B51D-40CF-97CE-408F10417A35}" type="parTrans" cxnId="{D8660C45-FC22-4F63-9702-E2E6DA5C67D7}">
      <dgm:prSet/>
      <dgm:spPr/>
      <dgm:t>
        <a:bodyPr/>
        <a:lstStyle/>
        <a:p>
          <a:endParaRPr lang="en-US"/>
        </a:p>
      </dgm:t>
    </dgm:pt>
    <dgm:pt modelId="{A84AFDDA-933E-4535-A7AC-16FCE565FFAB}" type="sibTrans" cxnId="{D8660C45-FC22-4F63-9702-E2E6DA5C67D7}">
      <dgm:prSet/>
      <dgm:spPr/>
      <dgm:t>
        <a:bodyPr/>
        <a:lstStyle/>
        <a:p>
          <a:endParaRPr lang="en-US"/>
        </a:p>
      </dgm:t>
    </dgm:pt>
    <dgm:pt modelId="{579DF0BC-D5EC-4EC4-9786-C54A887C8ACF}">
      <dgm:prSet/>
      <dgm:spPr/>
      <dgm:t>
        <a:bodyPr/>
        <a:lstStyle/>
        <a:p>
          <a:r>
            <a:rPr lang="en-GB" b="1"/>
            <a:t>Risk of Data Breach</a:t>
          </a:r>
          <a:endParaRPr lang="en-US"/>
        </a:p>
      </dgm:t>
    </dgm:pt>
    <dgm:pt modelId="{A71224D4-D7CA-4B08-A08F-72CE8943AC0F}" type="parTrans" cxnId="{ACBB2BCC-4179-4A59-A2C7-7C6A55835909}">
      <dgm:prSet/>
      <dgm:spPr/>
      <dgm:t>
        <a:bodyPr/>
        <a:lstStyle/>
        <a:p>
          <a:endParaRPr lang="en-US"/>
        </a:p>
      </dgm:t>
    </dgm:pt>
    <dgm:pt modelId="{8146B841-CFDA-4434-83C0-5A4D115C04F8}" type="sibTrans" cxnId="{ACBB2BCC-4179-4A59-A2C7-7C6A55835909}">
      <dgm:prSet/>
      <dgm:spPr/>
      <dgm:t>
        <a:bodyPr/>
        <a:lstStyle/>
        <a:p>
          <a:endParaRPr lang="en-US"/>
        </a:p>
      </dgm:t>
    </dgm:pt>
    <dgm:pt modelId="{94956737-4898-4138-854E-FCF476F58CBE}" type="pres">
      <dgm:prSet presAssocID="{BB5D3E3D-7540-4290-85BE-C7DEF9D83950}" presName="linear" presStyleCnt="0">
        <dgm:presLayoutVars>
          <dgm:animLvl val="lvl"/>
          <dgm:resizeHandles val="exact"/>
        </dgm:presLayoutVars>
      </dgm:prSet>
      <dgm:spPr/>
    </dgm:pt>
    <dgm:pt modelId="{488BE36F-FDD2-44AF-A321-BAD47003305B}" type="pres">
      <dgm:prSet presAssocID="{B210D286-E8D9-445A-9FD1-896D0927369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9FB33CB-F72D-45A5-AB1A-4AEF42770AC2}" type="pres">
      <dgm:prSet presAssocID="{F464F7EC-2265-4E17-BBB6-581C12AD578F}" presName="spacer" presStyleCnt="0"/>
      <dgm:spPr/>
    </dgm:pt>
    <dgm:pt modelId="{75244D04-9CE8-477B-86D3-F30D7BAFF20E}" type="pres">
      <dgm:prSet presAssocID="{38E1C5C6-D610-4ECD-9C30-BC1135ECBD4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EA94CF0-898B-4699-9AB8-309506DDD3E9}" type="pres">
      <dgm:prSet presAssocID="{ABEC06F4-C2B7-4A32-A279-7141BA325691}" presName="spacer" presStyleCnt="0"/>
      <dgm:spPr/>
    </dgm:pt>
    <dgm:pt modelId="{791E8EE6-DFE3-4D28-9119-484E5FAEFD46}" type="pres">
      <dgm:prSet presAssocID="{E9C4A331-3CA9-4689-A951-4D8C115FF33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9968089-E9E6-43C9-BF74-49E76BA29692}" type="pres">
      <dgm:prSet presAssocID="{A84AFDDA-933E-4535-A7AC-16FCE565FFAB}" presName="spacer" presStyleCnt="0"/>
      <dgm:spPr/>
    </dgm:pt>
    <dgm:pt modelId="{A7EBE923-B3E7-45AD-95DB-DC1CCC1B1677}" type="pres">
      <dgm:prSet presAssocID="{579DF0BC-D5EC-4EC4-9786-C54A887C8AC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EC6512D-62C0-4F96-8217-ED6DD7A58EB8}" srcId="{BB5D3E3D-7540-4290-85BE-C7DEF9D83950}" destId="{38E1C5C6-D610-4ECD-9C30-BC1135ECBD4C}" srcOrd="1" destOrd="0" parTransId="{3E53E5BD-612B-4B4E-93EF-5D4F1536E346}" sibTransId="{ABEC06F4-C2B7-4A32-A279-7141BA325691}"/>
    <dgm:cxn modelId="{6467403C-5336-44E4-AA82-6CC7932C62CE}" type="presOf" srcId="{E9C4A331-3CA9-4689-A951-4D8C115FF33D}" destId="{791E8EE6-DFE3-4D28-9119-484E5FAEFD46}" srcOrd="0" destOrd="0" presId="urn:microsoft.com/office/officeart/2005/8/layout/vList2"/>
    <dgm:cxn modelId="{D8660C45-FC22-4F63-9702-E2E6DA5C67D7}" srcId="{BB5D3E3D-7540-4290-85BE-C7DEF9D83950}" destId="{E9C4A331-3CA9-4689-A951-4D8C115FF33D}" srcOrd="2" destOrd="0" parTransId="{6C14717A-B51D-40CF-97CE-408F10417A35}" sibTransId="{A84AFDDA-933E-4535-A7AC-16FCE565FFAB}"/>
    <dgm:cxn modelId="{B16FEE54-4427-47E9-9C6C-75F53109FB22}" type="presOf" srcId="{B210D286-E8D9-445A-9FD1-896D0927369F}" destId="{488BE36F-FDD2-44AF-A321-BAD47003305B}" srcOrd="0" destOrd="0" presId="urn:microsoft.com/office/officeart/2005/8/layout/vList2"/>
    <dgm:cxn modelId="{B3BC57B4-7DB6-456A-A2B0-8BBDB5761332}" type="presOf" srcId="{BB5D3E3D-7540-4290-85BE-C7DEF9D83950}" destId="{94956737-4898-4138-854E-FCF476F58CBE}" srcOrd="0" destOrd="0" presId="urn:microsoft.com/office/officeart/2005/8/layout/vList2"/>
    <dgm:cxn modelId="{ACBB2BCC-4179-4A59-A2C7-7C6A55835909}" srcId="{BB5D3E3D-7540-4290-85BE-C7DEF9D83950}" destId="{579DF0BC-D5EC-4EC4-9786-C54A887C8ACF}" srcOrd="3" destOrd="0" parTransId="{A71224D4-D7CA-4B08-A08F-72CE8943AC0F}" sibTransId="{8146B841-CFDA-4434-83C0-5A4D115C04F8}"/>
    <dgm:cxn modelId="{CD798FD9-82A5-45EB-BEC6-DCA44BD5CB88}" type="presOf" srcId="{38E1C5C6-D610-4ECD-9C30-BC1135ECBD4C}" destId="{75244D04-9CE8-477B-86D3-F30D7BAFF20E}" srcOrd="0" destOrd="0" presId="urn:microsoft.com/office/officeart/2005/8/layout/vList2"/>
    <dgm:cxn modelId="{C2DCF8ED-2641-48D3-B8AE-5F6BEC58B885}" type="presOf" srcId="{579DF0BC-D5EC-4EC4-9786-C54A887C8ACF}" destId="{A7EBE923-B3E7-45AD-95DB-DC1CCC1B1677}" srcOrd="0" destOrd="0" presId="urn:microsoft.com/office/officeart/2005/8/layout/vList2"/>
    <dgm:cxn modelId="{774B50EF-1DAA-45DA-A858-62BB4936388E}" srcId="{BB5D3E3D-7540-4290-85BE-C7DEF9D83950}" destId="{B210D286-E8D9-445A-9FD1-896D0927369F}" srcOrd="0" destOrd="0" parTransId="{AC59F860-BD4D-45EB-84E7-CDA9CD5F25A1}" sibTransId="{F464F7EC-2265-4E17-BBB6-581C12AD578F}"/>
    <dgm:cxn modelId="{468CF3D1-3708-40F9-9BF5-2D854D687F31}" type="presParOf" srcId="{94956737-4898-4138-854E-FCF476F58CBE}" destId="{488BE36F-FDD2-44AF-A321-BAD47003305B}" srcOrd="0" destOrd="0" presId="urn:microsoft.com/office/officeart/2005/8/layout/vList2"/>
    <dgm:cxn modelId="{FE4E3709-B43E-4DD6-83B7-F9A81DABE68D}" type="presParOf" srcId="{94956737-4898-4138-854E-FCF476F58CBE}" destId="{09FB33CB-F72D-45A5-AB1A-4AEF42770AC2}" srcOrd="1" destOrd="0" presId="urn:microsoft.com/office/officeart/2005/8/layout/vList2"/>
    <dgm:cxn modelId="{6DF8EE57-1E78-4996-961E-BDB131C94092}" type="presParOf" srcId="{94956737-4898-4138-854E-FCF476F58CBE}" destId="{75244D04-9CE8-477B-86D3-F30D7BAFF20E}" srcOrd="2" destOrd="0" presId="urn:microsoft.com/office/officeart/2005/8/layout/vList2"/>
    <dgm:cxn modelId="{4859C5DE-590B-40F9-A702-0D23A1D51B83}" type="presParOf" srcId="{94956737-4898-4138-854E-FCF476F58CBE}" destId="{2EA94CF0-898B-4699-9AB8-309506DDD3E9}" srcOrd="3" destOrd="0" presId="urn:microsoft.com/office/officeart/2005/8/layout/vList2"/>
    <dgm:cxn modelId="{2F22A36B-0E65-465F-9094-1C93E25D36F3}" type="presParOf" srcId="{94956737-4898-4138-854E-FCF476F58CBE}" destId="{791E8EE6-DFE3-4D28-9119-484E5FAEFD46}" srcOrd="4" destOrd="0" presId="urn:microsoft.com/office/officeart/2005/8/layout/vList2"/>
    <dgm:cxn modelId="{4144AC1E-131C-4B5A-8E3D-73A88234F5C5}" type="presParOf" srcId="{94956737-4898-4138-854E-FCF476F58CBE}" destId="{89968089-E9E6-43C9-BF74-49E76BA29692}" srcOrd="5" destOrd="0" presId="urn:microsoft.com/office/officeart/2005/8/layout/vList2"/>
    <dgm:cxn modelId="{21CCC13C-7F3C-4E74-ADB6-1127DED573C8}" type="presParOf" srcId="{94956737-4898-4138-854E-FCF476F58CBE}" destId="{A7EBE923-B3E7-45AD-95DB-DC1CCC1B167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9E4C53-3DFC-4A87-9A37-D34BD3AAB732}">
      <dsp:nvSpPr>
        <dsp:cNvPr id="0" name=""/>
        <dsp:cNvSpPr/>
      </dsp:nvSpPr>
      <dsp:spPr>
        <a:xfrm>
          <a:off x="0" y="4592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0463ED-F579-4EDA-8F37-47B55401D279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F77FB9-4066-424E-9E43-0BCB3E7C1BF7}">
      <dsp:nvSpPr>
        <dsp:cNvPr id="0" name=""/>
        <dsp:cNvSpPr/>
      </dsp:nvSpPr>
      <dsp:spPr>
        <a:xfrm>
          <a:off x="1129902" y="4592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Packet-Filtering Firewall</a:t>
          </a:r>
          <a:endParaRPr lang="en-US" sz="1900" kern="1200"/>
        </a:p>
      </dsp:txBody>
      <dsp:txXfrm>
        <a:off x="1129902" y="4592"/>
        <a:ext cx="5171698" cy="978270"/>
      </dsp:txXfrm>
    </dsp:sp>
    <dsp:sp modelId="{F75D11B1-8D06-425F-8AE1-981DB97EC0D7}">
      <dsp:nvSpPr>
        <dsp:cNvPr id="0" name=""/>
        <dsp:cNvSpPr/>
      </dsp:nvSpPr>
      <dsp:spPr>
        <a:xfrm>
          <a:off x="0" y="1227431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CFBD3D-0391-44B6-BE0A-5E9E5D7C032B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8B7418-EA49-414D-986A-3E7F10408405}">
      <dsp:nvSpPr>
        <dsp:cNvPr id="0" name=""/>
        <dsp:cNvSpPr/>
      </dsp:nvSpPr>
      <dsp:spPr>
        <a:xfrm>
          <a:off x="1129902" y="1227431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Stateful Inspection Firewall</a:t>
          </a:r>
          <a:endParaRPr lang="en-US" sz="1900" kern="1200"/>
        </a:p>
      </dsp:txBody>
      <dsp:txXfrm>
        <a:off x="1129902" y="1227431"/>
        <a:ext cx="5171698" cy="978270"/>
      </dsp:txXfrm>
    </dsp:sp>
    <dsp:sp modelId="{450C588A-C876-4B86-83FC-1DF37E12CB93}">
      <dsp:nvSpPr>
        <dsp:cNvPr id="0" name=""/>
        <dsp:cNvSpPr/>
      </dsp:nvSpPr>
      <dsp:spPr>
        <a:xfrm>
          <a:off x="0" y="2450269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AD5957-70FC-4411-9758-4FEBFE8CE397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3A35C9-1D58-4A28-988A-77AD453BD7D1}">
      <dsp:nvSpPr>
        <dsp:cNvPr id="0" name=""/>
        <dsp:cNvSpPr/>
      </dsp:nvSpPr>
      <dsp:spPr>
        <a:xfrm>
          <a:off x="1129902" y="2450269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Proxy Firewall</a:t>
          </a:r>
          <a:endParaRPr lang="en-US" sz="1900" kern="1200"/>
        </a:p>
      </dsp:txBody>
      <dsp:txXfrm>
        <a:off x="1129902" y="2450269"/>
        <a:ext cx="5171698" cy="978270"/>
      </dsp:txXfrm>
    </dsp:sp>
    <dsp:sp modelId="{2BB9902B-E652-4662-B6C2-8DCAFC0FDA33}">
      <dsp:nvSpPr>
        <dsp:cNvPr id="0" name=""/>
        <dsp:cNvSpPr/>
      </dsp:nvSpPr>
      <dsp:spPr>
        <a:xfrm>
          <a:off x="0" y="3673107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AF7D07-CD7C-435E-95A9-0217BE84108F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86F1CB-72F1-45B4-A52C-A9DF8C65DEB4}">
      <dsp:nvSpPr>
        <dsp:cNvPr id="0" name=""/>
        <dsp:cNvSpPr/>
      </dsp:nvSpPr>
      <dsp:spPr>
        <a:xfrm>
          <a:off x="1129902" y="3673107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Next-Generation Firewall (NGFW)</a:t>
          </a:r>
          <a:endParaRPr lang="en-US" sz="1900" kern="1200"/>
        </a:p>
      </dsp:txBody>
      <dsp:txXfrm>
        <a:off x="1129902" y="3673107"/>
        <a:ext cx="5171698" cy="978270"/>
      </dsp:txXfrm>
    </dsp:sp>
    <dsp:sp modelId="{A044023F-DD4A-4DA2-B412-017F496AEBC2}">
      <dsp:nvSpPr>
        <dsp:cNvPr id="0" name=""/>
        <dsp:cNvSpPr/>
      </dsp:nvSpPr>
      <dsp:spPr>
        <a:xfrm>
          <a:off x="0" y="4895945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077FF4-E25D-4473-B323-6C43DE5F4417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C31C32-2966-4F0B-AE51-0836E5928FAD}">
      <dsp:nvSpPr>
        <dsp:cNvPr id="0" name=""/>
        <dsp:cNvSpPr/>
      </dsp:nvSpPr>
      <dsp:spPr>
        <a:xfrm>
          <a:off x="1129902" y="4895945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Unified Threat Management (UTM)</a:t>
          </a:r>
          <a:endParaRPr lang="en-US" sz="1900" kern="1200"/>
        </a:p>
      </dsp:txBody>
      <dsp:txXfrm>
        <a:off x="1129902" y="4895945"/>
        <a:ext cx="5171698" cy="9782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2A04AB-480B-48C1-A419-DC13173AE2E3}">
      <dsp:nvSpPr>
        <dsp:cNvPr id="0" name=""/>
        <dsp:cNvSpPr/>
      </dsp:nvSpPr>
      <dsp:spPr>
        <a:xfrm>
          <a:off x="562927" y="536506"/>
          <a:ext cx="1445998" cy="1445998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56DD89-3A4B-4C7F-A14F-6F556E47423C}">
      <dsp:nvSpPr>
        <dsp:cNvPr id="0" name=""/>
        <dsp:cNvSpPr/>
      </dsp:nvSpPr>
      <dsp:spPr>
        <a:xfrm>
          <a:off x="871091" y="8446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9E2C63-B618-4C62-8357-61E8EBCB0922}">
      <dsp:nvSpPr>
        <dsp:cNvPr id="0" name=""/>
        <dsp:cNvSpPr/>
      </dsp:nvSpPr>
      <dsp:spPr>
        <a:xfrm>
          <a:off x="100682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900" b="1" kern="1200"/>
            <a:t>Network Security</a:t>
          </a:r>
          <a:endParaRPr lang="en-US" sz="1900" kern="1200"/>
        </a:p>
      </dsp:txBody>
      <dsp:txXfrm>
        <a:off x="100682" y="2432898"/>
        <a:ext cx="2370489" cy="720000"/>
      </dsp:txXfrm>
    </dsp:sp>
    <dsp:sp modelId="{6B1D26D4-7907-4B99-8ED3-5DD9E3BF6ACE}">
      <dsp:nvSpPr>
        <dsp:cNvPr id="0" name=""/>
        <dsp:cNvSpPr/>
      </dsp:nvSpPr>
      <dsp:spPr>
        <a:xfrm>
          <a:off x="3348252" y="536506"/>
          <a:ext cx="1445998" cy="1445998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36F499-8028-4BBC-A464-5B5B94417283}">
      <dsp:nvSpPr>
        <dsp:cNvPr id="0" name=""/>
        <dsp:cNvSpPr/>
      </dsp:nvSpPr>
      <dsp:spPr>
        <a:xfrm>
          <a:off x="3656416" y="8446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29F9F1-1F95-42C5-8DDC-92E0B3D7518D}">
      <dsp:nvSpPr>
        <dsp:cNvPr id="0" name=""/>
        <dsp:cNvSpPr/>
      </dsp:nvSpPr>
      <dsp:spPr>
        <a:xfrm>
          <a:off x="2886007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900" b="1" kern="1200"/>
            <a:t>Traffic Monitoring</a:t>
          </a:r>
          <a:endParaRPr lang="en-US" sz="1900" kern="1200"/>
        </a:p>
      </dsp:txBody>
      <dsp:txXfrm>
        <a:off x="2886007" y="2432898"/>
        <a:ext cx="2370489" cy="720000"/>
      </dsp:txXfrm>
    </dsp:sp>
    <dsp:sp modelId="{D240FB5B-DD91-4DD8-97C9-5F74DEE382E9}">
      <dsp:nvSpPr>
        <dsp:cNvPr id="0" name=""/>
        <dsp:cNvSpPr/>
      </dsp:nvSpPr>
      <dsp:spPr>
        <a:xfrm>
          <a:off x="6133577" y="536506"/>
          <a:ext cx="1445998" cy="1445998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1518E1-BF46-4D8E-AF41-4704C3E4D2F3}">
      <dsp:nvSpPr>
        <dsp:cNvPr id="0" name=""/>
        <dsp:cNvSpPr/>
      </dsp:nvSpPr>
      <dsp:spPr>
        <a:xfrm>
          <a:off x="6441741" y="8446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624217-8174-487D-8B0A-FF400E4D2D7A}">
      <dsp:nvSpPr>
        <dsp:cNvPr id="0" name=""/>
        <dsp:cNvSpPr/>
      </dsp:nvSpPr>
      <dsp:spPr>
        <a:xfrm>
          <a:off x="5671332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900" b="1" kern="1200"/>
            <a:t>Prevention of Malicious Activity</a:t>
          </a:r>
          <a:endParaRPr lang="en-US" sz="1900" kern="1200"/>
        </a:p>
      </dsp:txBody>
      <dsp:txXfrm>
        <a:off x="5671332" y="2432898"/>
        <a:ext cx="2370489" cy="720000"/>
      </dsp:txXfrm>
    </dsp:sp>
    <dsp:sp modelId="{2537479E-A0FE-49BC-BE19-F6FA55D8B1F3}">
      <dsp:nvSpPr>
        <dsp:cNvPr id="0" name=""/>
        <dsp:cNvSpPr/>
      </dsp:nvSpPr>
      <dsp:spPr>
        <a:xfrm>
          <a:off x="8918902" y="536506"/>
          <a:ext cx="1445998" cy="1445998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61C84D-2DB1-4C37-8030-049151C0B28B}">
      <dsp:nvSpPr>
        <dsp:cNvPr id="0" name=""/>
        <dsp:cNvSpPr/>
      </dsp:nvSpPr>
      <dsp:spPr>
        <a:xfrm>
          <a:off x="9227066" y="8446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8BCC44-BF7D-4B9B-9CB7-4B611198D945}">
      <dsp:nvSpPr>
        <dsp:cNvPr id="0" name=""/>
        <dsp:cNvSpPr/>
      </dsp:nvSpPr>
      <dsp:spPr>
        <a:xfrm>
          <a:off x="8456657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900" b="1" kern="1200"/>
            <a:t>Customizable Rules</a:t>
          </a:r>
          <a:endParaRPr lang="en-US" sz="1900" kern="1200"/>
        </a:p>
      </dsp:txBody>
      <dsp:txXfrm>
        <a:off x="8456657" y="2432898"/>
        <a:ext cx="2370489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1F277A-C82E-44E5-9DBF-3D094527F4D6}">
      <dsp:nvSpPr>
        <dsp:cNvPr id="0" name=""/>
        <dsp:cNvSpPr/>
      </dsp:nvSpPr>
      <dsp:spPr>
        <a:xfrm>
          <a:off x="562927" y="5365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3D40A9-BDD4-42F0-8CFD-0CC85BC1CD77}">
      <dsp:nvSpPr>
        <dsp:cNvPr id="0" name=""/>
        <dsp:cNvSpPr/>
      </dsp:nvSpPr>
      <dsp:spPr>
        <a:xfrm>
          <a:off x="871091" y="8446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C76991-FA82-4A33-AA6E-89DCA82A9D89}">
      <dsp:nvSpPr>
        <dsp:cNvPr id="0" name=""/>
        <dsp:cNvSpPr/>
      </dsp:nvSpPr>
      <dsp:spPr>
        <a:xfrm>
          <a:off x="100682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300" b="1" kern="1200"/>
            <a:t>Performance Issues</a:t>
          </a:r>
          <a:endParaRPr lang="en-US" sz="2300" kern="1200"/>
        </a:p>
      </dsp:txBody>
      <dsp:txXfrm>
        <a:off x="100682" y="2432898"/>
        <a:ext cx="2370489" cy="720000"/>
      </dsp:txXfrm>
    </dsp:sp>
    <dsp:sp modelId="{442B297F-DDBC-4D7B-AFCC-A9CD75BE117F}">
      <dsp:nvSpPr>
        <dsp:cNvPr id="0" name=""/>
        <dsp:cNvSpPr/>
      </dsp:nvSpPr>
      <dsp:spPr>
        <a:xfrm>
          <a:off x="3348252" y="5365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2BD4B7-9B55-4ACB-B123-BCACFCC1F2BE}">
      <dsp:nvSpPr>
        <dsp:cNvPr id="0" name=""/>
        <dsp:cNvSpPr/>
      </dsp:nvSpPr>
      <dsp:spPr>
        <a:xfrm>
          <a:off x="3656416" y="8446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D6096C-E105-47E3-B19E-5A866AE5C4E1}">
      <dsp:nvSpPr>
        <dsp:cNvPr id="0" name=""/>
        <dsp:cNvSpPr/>
      </dsp:nvSpPr>
      <dsp:spPr>
        <a:xfrm>
          <a:off x="2886007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300" b="1" kern="1200"/>
            <a:t>Complex Configuration</a:t>
          </a:r>
          <a:endParaRPr lang="en-US" sz="2300" kern="1200"/>
        </a:p>
      </dsp:txBody>
      <dsp:txXfrm>
        <a:off x="2886007" y="2432898"/>
        <a:ext cx="2370489" cy="720000"/>
      </dsp:txXfrm>
    </dsp:sp>
    <dsp:sp modelId="{629DB939-3E00-4052-B88B-AF95A1212D00}">
      <dsp:nvSpPr>
        <dsp:cNvPr id="0" name=""/>
        <dsp:cNvSpPr/>
      </dsp:nvSpPr>
      <dsp:spPr>
        <a:xfrm>
          <a:off x="6133577" y="5365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B4D916-1743-4B15-9879-85BE40CA49BA}">
      <dsp:nvSpPr>
        <dsp:cNvPr id="0" name=""/>
        <dsp:cNvSpPr/>
      </dsp:nvSpPr>
      <dsp:spPr>
        <a:xfrm>
          <a:off x="6441741" y="8446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A2C538-2DE1-4576-AEFC-991C5A21ED6C}">
      <dsp:nvSpPr>
        <dsp:cNvPr id="0" name=""/>
        <dsp:cNvSpPr/>
      </dsp:nvSpPr>
      <dsp:spPr>
        <a:xfrm>
          <a:off x="5671332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300" b="1" kern="1200"/>
            <a:t>Limited Protection</a:t>
          </a:r>
          <a:endParaRPr lang="en-US" sz="2300" kern="1200"/>
        </a:p>
      </dsp:txBody>
      <dsp:txXfrm>
        <a:off x="5671332" y="2432898"/>
        <a:ext cx="2370489" cy="720000"/>
      </dsp:txXfrm>
    </dsp:sp>
    <dsp:sp modelId="{C5A7FE10-7EEB-446A-955C-E7C344AC9CF4}">
      <dsp:nvSpPr>
        <dsp:cNvPr id="0" name=""/>
        <dsp:cNvSpPr/>
      </dsp:nvSpPr>
      <dsp:spPr>
        <a:xfrm>
          <a:off x="8918902" y="5365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C08A92-464F-4DDA-B3CB-F505866A447B}">
      <dsp:nvSpPr>
        <dsp:cNvPr id="0" name=""/>
        <dsp:cNvSpPr/>
      </dsp:nvSpPr>
      <dsp:spPr>
        <a:xfrm>
          <a:off x="9227066" y="8446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4A6351-C55E-444A-9670-CC5D03626704}">
      <dsp:nvSpPr>
        <dsp:cNvPr id="0" name=""/>
        <dsp:cNvSpPr/>
      </dsp:nvSpPr>
      <dsp:spPr>
        <a:xfrm>
          <a:off x="8456657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300" b="1" kern="1200"/>
            <a:t>Costs</a:t>
          </a:r>
          <a:endParaRPr lang="en-US" sz="2300" kern="1200"/>
        </a:p>
      </dsp:txBody>
      <dsp:txXfrm>
        <a:off x="8456657" y="2432898"/>
        <a:ext cx="2370489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F60901-9321-4BCC-84D5-8B589F3AFBED}">
      <dsp:nvSpPr>
        <dsp:cNvPr id="0" name=""/>
        <dsp:cNvSpPr/>
      </dsp:nvSpPr>
      <dsp:spPr>
        <a:xfrm>
          <a:off x="189082" y="8195"/>
          <a:ext cx="1323913" cy="13239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01C7F0-EFA1-4C09-A0D6-EA77A11BC5D6}">
      <dsp:nvSpPr>
        <dsp:cNvPr id="0" name=""/>
        <dsp:cNvSpPr/>
      </dsp:nvSpPr>
      <dsp:spPr>
        <a:xfrm>
          <a:off x="467104" y="286217"/>
          <a:ext cx="767869" cy="7678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DD54B6-C76D-4B88-8FEB-52738F1421F9}">
      <dsp:nvSpPr>
        <dsp:cNvPr id="0" name=""/>
        <dsp:cNvSpPr/>
      </dsp:nvSpPr>
      <dsp:spPr>
        <a:xfrm>
          <a:off x="1796691" y="8195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/>
            <a:t>Log Monitoring</a:t>
          </a:r>
          <a:endParaRPr lang="en-US" sz="2400" kern="1200"/>
        </a:p>
      </dsp:txBody>
      <dsp:txXfrm>
        <a:off x="1796691" y="8195"/>
        <a:ext cx="3120653" cy="1323913"/>
      </dsp:txXfrm>
    </dsp:sp>
    <dsp:sp modelId="{ACF1D8B4-50F8-457C-BC4D-D56FCABB42CC}">
      <dsp:nvSpPr>
        <dsp:cNvPr id="0" name=""/>
        <dsp:cNvSpPr/>
      </dsp:nvSpPr>
      <dsp:spPr>
        <a:xfrm>
          <a:off x="5461095" y="8195"/>
          <a:ext cx="1323913" cy="13239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28D675-4944-4D95-896A-EFC4601E6902}">
      <dsp:nvSpPr>
        <dsp:cNvPr id="0" name=""/>
        <dsp:cNvSpPr/>
      </dsp:nvSpPr>
      <dsp:spPr>
        <a:xfrm>
          <a:off x="5739116" y="286217"/>
          <a:ext cx="767869" cy="7678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8D8E4D-5723-464A-9CDA-FD746921FF65}">
      <dsp:nvSpPr>
        <dsp:cNvPr id="0" name=""/>
        <dsp:cNvSpPr/>
      </dsp:nvSpPr>
      <dsp:spPr>
        <a:xfrm>
          <a:off x="7068704" y="8195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/>
            <a:t>Update Regularly</a:t>
          </a:r>
          <a:endParaRPr lang="en-US" sz="2400" kern="1200"/>
        </a:p>
      </dsp:txBody>
      <dsp:txXfrm>
        <a:off x="7068704" y="8195"/>
        <a:ext cx="3120653" cy="1323913"/>
      </dsp:txXfrm>
    </dsp:sp>
    <dsp:sp modelId="{0BA1E190-A32A-4119-9DC3-935539F182CF}">
      <dsp:nvSpPr>
        <dsp:cNvPr id="0" name=""/>
        <dsp:cNvSpPr/>
      </dsp:nvSpPr>
      <dsp:spPr>
        <a:xfrm>
          <a:off x="189082" y="1877792"/>
          <a:ext cx="1323913" cy="13239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02CE42-0C40-4DFB-B8C9-61A763F18C55}">
      <dsp:nvSpPr>
        <dsp:cNvPr id="0" name=""/>
        <dsp:cNvSpPr/>
      </dsp:nvSpPr>
      <dsp:spPr>
        <a:xfrm>
          <a:off x="467104" y="2155814"/>
          <a:ext cx="767869" cy="7678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418D89-A842-482D-9A95-DD28CE8ABEDC}">
      <dsp:nvSpPr>
        <dsp:cNvPr id="0" name=""/>
        <dsp:cNvSpPr/>
      </dsp:nvSpPr>
      <dsp:spPr>
        <a:xfrm>
          <a:off x="1796691" y="1877792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/>
            <a:t>Network Segmentation</a:t>
          </a:r>
          <a:endParaRPr lang="en-US" sz="2400" kern="1200"/>
        </a:p>
      </dsp:txBody>
      <dsp:txXfrm>
        <a:off x="1796691" y="1877792"/>
        <a:ext cx="3120653" cy="1323913"/>
      </dsp:txXfrm>
    </dsp:sp>
    <dsp:sp modelId="{78FF967B-6714-4125-85B5-7170A4AE4253}">
      <dsp:nvSpPr>
        <dsp:cNvPr id="0" name=""/>
        <dsp:cNvSpPr/>
      </dsp:nvSpPr>
      <dsp:spPr>
        <a:xfrm>
          <a:off x="5461095" y="1877792"/>
          <a:ext cx="1323913" cy="13239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024622-7204-441F-A022-513603C9BDB2}">
      <dsp:nvSpPr>
        <dsp:cNvPr id="0" name=""/>
        <dsp:cNvSpPr/>
      </dsp:nvSpPr>
      <dsp:spPr>
        <a:xfrm>
          <a:off x="5739116" y="2155814"/>
          <a:ext cx="767869" cy="76786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30B376-F97A-4708-ADFD-DAE6BD824FD3}">
      <dsp:nvSpPr>
        <dsp:cNvPr id="0" name=""/>
        <dsp:cNvSpPr/>
      </dsp:nvSpPr>
      <dsp:spPr>
        <a:xfrm>
          <a:off x="7068704" y="1877792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/>
            <a:t>Firewall Configuration</a:t>
          </a:r>
          <a:endParaRPr lang="en-US" sz="2400" kern="1200"/>
        </a:p>
      </dsp:txBody>
      <dsp:txXfrm>
        <a:off x="7068704" y="1877792"/>
        <a:ext cx="3120653" cy="132391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8BE36F-FDD2-44AF-A321-BAD47003305B}">
      <dsp:nvSpPr>
        <dsp:cNvPr id="0" name=""/>
        <dsp:cNvSpPr/>
      </dsp:nvSpPr>
      <dsp:spPr>
        <a:xfrm>
          <a:off x="0" y="37268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b="1" kern="1200"/>
            <a:t>Open Ports and Exposure</a:t>
          </a:r>
          <a:endParaRPr lang="en-US" sz="4000" kern="1200"/>
        </a:p>
      </dsp:txBody>
      <dsp:txXfrm>
        <a:off x="47976" y="85244"/>
        <a:ext cx="10419648" cy="886848"/>
      </dsp:txXfrm>
    </dsp:sp>
    <dsp:sp modelId="{75244D04-9CE8-477B-86D3-F30D7BAFF20E}">
      <dsp:nvSpPr>
        <dsp:cNvPr id="0" name=""/>
        <dsp:cNvSpPr/>
      </dsp:nvSpPr>
      <dsp:spPr>
        <a:xfrm>
          <a:off x="0" y="1135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b="1" kern="1200"/>
            <a:t>Unintended Blocking</a:t>
          </a:r>
          <a:endParaRPr lang="en-US" sz="4000" kern="1200"/>
        </a:p>
      </dsp:txBody>
      <dsp:txXfrm>
        <a:off x="47976" y="1183245"/>
        <a:ext cx="10419648" cy="886848"/>
      </dsp:txXfrm>
    </dsp:sp>
    <dsp:sp modelId="{791E8EE6-DFE3-4D28-9119-484E5FAEFD46}">
      <dsp:nvSpPr>
        <dsp:cNvPr id="0" name=""/>
        <dsp:cNvSpPr/>
      </dsp:nvSpPr>
      <dsp:spPr>
        <a:xfrm>
          <a:off x="0" y="2233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b="1" kern="1200"/>
            <a:t>Increased Vulnerability</a:t>
          </a:r>
          <a:endParaRPr lang="en-US" sz="4000" kern="1200"/>
        </a:p>
      </dsp:txBody>
      <dsp:txXfrm>
        <a:off x="47976" y="2281245"/>
        <a:ext cx="10419648" cy="886848"/>
      </dsp:txXfrm>
    </dsp:sp>
    <dsp:sp modelId="{A7EBE923-B3E7-45AD-95DB-DC1CCC1B1677}">
      <dsp:nvSpPr>
        <dsp:cNvPr id="0" name=""/>
        <dsp:cNvSpPr/>
      </dsp:nvSpPr>
      <dsp:spPr>
        <a:xfrm>
          <a:off x="0" y="3331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b="1" kern="1200"/>
            <a:t>Risk of Data Breach</a:t>
          </a:r>
          <a:endParaRPr lang="en-US" sz="4000" kern="1200"/>
        </a:p>
      </dsp:txBody>
      <dsp:txXfrm>
        <a:off x="47976" y="3379245"/>
        <a:ext cx="10419648" cy="8868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41F7AD-E8CF-4FCF-B81B-E0A696429DDB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35F778-0CAD-47CC-AEE2-99CB027F2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654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Firewalls act as a barrier between trusted and untrusted networks (e.g., internal networks and the internet) to prevent unauthorized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35F778-0CAD-47CC-AEE2-99CB027F2B8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330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35F778-0CAD-47CC-AEE2-99CB027F2B8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057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Packet-Filtering Firewall</a:t>
            </a:r>
            <a:r>
              <a:rPr lang="en-GB" dirty="0"/>
              <a:t>: Examines packets individually and allows or blocks them based on source/destination IP addresses, protocols, and port numbers.</a:t>
            </a:r>
          </a:p>
          <a:p>
            <a:r>
              <a:rPr lang="en-GB" b="1" dirty="0"/>
              <a:t>Stateful Inspection Firewall</a:t>
            </a:r>
            <a:r>
              <a:rPr lang="en-GB" dirty="0"/>
              <a:t>: Tracks the state of active connections and makes decisions based on the state and context of the traffic.</a:t>
            </a:r>
          </a:p>
          <a:p>
            <a:r>
              <a:rPr lang="en-GB" b="1" dirty="0"/>
              <a:t>Proxy Firewall</a:t>
            </a:r>
            <a:r>
              <a:rPr lang="en-GB" dirty="0"/>
              <a:t>: Intercepts traffic between sender and receiver, acting as an intermediary.</a:t>
            </a:r>
          </a:p>
          <a:p>
            <a:r>
              <a:rPr lang="en-GB" b="1" dirty="0"/>
              <a:t>Next-Generation Firewall (NGFW)</a:t>
            </a:r>
            <a:r>
              <a:rPr lang="en-GB" dirty="0"/>
              <a:t>: Offers deeper inspection by integrating additional features like intrusion prevention and encrypted traffic analysis.</a:t>
            </a:r>
          </a:p>
          <a:p>
            <a:r>
              <a:rPr lang="en-GB" b="1" dirty="0"/>
              <a:t>Unified Threat Management (UTM)</a:t>
            </a:r>
            <a:r>
              <a:rPr lang="en-GB" dirty="0"/>
              <a:t>: Combines firewall functions with other security services like antivirus, content filtering, and data loss prevention.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35F778-0CAD-47CC-AEE2-99CB027F2B8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16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Network Security</a:t>
            </a:r>
            <a:r>
              <a:rPr lang="en-GB" dirty="0"/>
              <a:t>: Protects against external threats by blocking unauthorized access.</a:t>
            </a:r>
          </a:p>
          <a:p>
            <a:r>
              <a:rPr lang="en-GB" b="1" dirty="0"/>
              <a:t>Traffic Monitoring</a:t>
            </a:r>
            <a:r>
              <a:rPr lang="en-GB" dirty="0"/>
              <a:t>: Provides the ability to log and audit network traffic.</a:t>
            </a:r>
          </a:p>
          <a:p>
            <a:r>
              <a:rPr lang="en-GB" b="1" dirty="0"/>
              <a:t>Prevention of Malicious Activity</a:t>
            </a:r>
            <a:r>
              <a:rPr lang="en-GB" dirty="0"/>
              <a:t>: Can block viruses, malware, and harmful applications.</a:t>
            </a:r>
          </a:p>
          <a:p>
            <a:r>
              <a:rPr lang="en-GB" b="1" dirty="0"/>
              <a:t>Customizable Rules</a:t>
            </a:r>
            <a:r>
              <a:rPr lang="en-GB" dirty="0"/>
              <a:t>: Security policies can be tailored based on organizational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35F778-0CAD-47CC-AEE2-99CB027F2B8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6059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Performance Issues</a:t>
            </a:r>
            <a:r>
              <a:rPr lang="en-GB" dirty="0"/>
              <a:t>: Can slow down network traffic if not configured or managed properly.</a:t>
            </a:r>
          </a:p>
          <a:p>
            <a:r>
              <a:rPr lang="en-GB" b="1" dirty="0"/>
              <a:t>Complex Configuration</a:t>
            </a:r>
            <a:r>
              <a:rPr lang="en-GB" dirty="0"/>
              <a:t>: Requires expertise to set up properly; misconfiguration can leave vulnerabilities.</a:t>
            </a:r>
          </a:p>
          <a:p>
            <a:r>
              <a:rPr lang="en-GB" b="1" dirty="0"/>
              <a:t>Limited Protection</a:t>
            </a:r>
            <a:r>
              <a:rPr lang="en-GB" dirty="0"/>
              <a:t>: Firewalls alone cannot protect against internal threats or sophisticated attacks like phishing or social engineering.</a:t>
            </a:r>
          </a:p>
          <a:p>
            <a:r>
              <a:rPr lang="en-GB" b="1" dirty="0"/>
              <a:t>Costs</a:t>
            </a:r>
            <a:r>
              <a:rPr lang="en-GB" dirty="0"/>
              <a:t>: High-end firewalls and maintenance can be expensive for organizations.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35F778-0CAD-47CC-AEE2-99CB027F2B8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599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Firewall Configuration</a:t>
            </a:r>
            <a:r>
              <a:rPr lang="en-GB" dirty="0"/>
              <a:t>: Define security rules, such as which traffic to allow or block based on IP, port, or protocol.</a:t>
            </a:r>
          </a:p>
          <a:p>
            <a:r>
              <a:rPr lang="en-GB" b="1" dirty="0"/>
              <a:t>Network Segmentation</a:t>
            </a:r>
            <a:r>
              <a:rPr lang="en-GB" dirty="0"/>
              <a:t>: Separate internal networks into different segments to limit access.</a:t>
            </a:r>
          </a:p>
          <a:p>
            <a:r>
              <a:rPr lang="en-GB" b="1" dirty="0"/>
              <a:t>Update Regularly</a:t>
            </a:r>
            <a:r>
              <a:rPr lang="en-GB" dirty="0"/>
              <a:t>: Ensure the firewall software is updated to include the latest security patches and threat intelligence.</a:t>
            </a:r>
          </a:p>
          <a:p>
            <a:r>
              <a:rPr lang="en-GB" b="1" dirty="0"/>
              <a:t>Log Monitoring</a:t>
            </a:r>
            <a:r>
              <a:rPr lang="en-GB" dirty="0"/>
              <a:t>: Regularly monitor firewall logs to detect suspicious activity.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35F778-0CAD-47CC-AEE2-99CB027F2B8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945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Open Ports and Exposure</a:t>
            </a:r>
            <a:r>
              <a:rPr lang="en-GB" dirty="0"/>
              <a:t>: Misconfiguration could leave ports open, allowing unauthorized access.</a:t>
            </a:r>
          </a:p>
          <a:p>
            <a:r>
              <a:rPr lang="en-GB" b="1" dirty="0"/>
              <a:t>Unintended Blocking</a:t>
            </a:r>
            <a:r>
              <a:rPr lang="en-GB" dirty="0"/>
              <a:t>: Essential services or legitimate traffic could be blocked, disrupting business operations.</a:t>
            </a:r>
          </a:p>
          <a:p>
            <a:r>
              <a:rPr lang="en-GB" b="1" dirty="0"/>
              <a:t>Increased Vulnerability</a:t>
            </a:r>
            <a:r>
              <a:rPr lang="en-GB" dirty="0"/>
              <a:t>: Weak or incorrect rules might leave the network susceptible to attacks.</a:t>
            </a:r>
          </a:p>
          <a:p>
            <a:r>
              <a:rPr lang="en-GB" b="1" dirty="0"/>
              <a:t>Risk of Data Breach</a:t>
            </a:r>
            <a:r>
              <a:rPr lang="en-GB" dirty="0"/>
              <a:t>: Sensitive data could be exposed if firewall rules fail to block malicious traffic.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35F778-0CAD-47CC-AEE2-99CB027F2B8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6057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E8E8E8"/>
                </a:solidFill>
                <a:effectLst/>
                <a:latin typeface="Google Sans"/>
              </a:rPr>
              <a:t>In the realm of network security, </a:t>
            </a:r>
            <a:r>
              <a:rPr lang="en-GB" b="0" i="0" dirty="0">
                <a:solidFill>
                  <a:srgbClr val="FFFFFF"/>
                </a:solidFill>
                <a:effectLst/>
                <a:latin typeface="Google Sans"/>
              </a:rPr>
              <a:t>firewalls are indispensable tools that act as a frontline defence against cyber threats</a:t>
            </a:r>
            <a:r>
              <a:rPr lang="en-GB" b="0" i="0" dirty="0">
                <a:solidFill>
                  <a:srgbClr val="E8E8E8"/>
                </a:solidFill>
                <a:effectLst/>
                <a:latin typeface="Google Sans"/>
              </a:rPr>
              <a:t>. By implementing appropriate firewall technologies, organizations can effectively protect their networks from unauthorized access, malicious attacks, and data breaches.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35F778-0CAD-47CC-AEE2-99CB027F2B8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785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95F1F-1C31-1FA4-C0DF-A6355952D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5DD4A6-5300-6667-9537-EE4CD991B5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FEB3B-C20A-C082-C4B8-BF26310BF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11930-317B-4E6C-8A07-7F6F6251DDA3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F9A3C-B670-3C80-1C25-17561F26B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CD368-DA45-D4B8-72A7-2417CE0D6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6F2A2-F445-4B1E-89BE-B69E46E43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149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D01B1-96AC-9B34-28CE-07F8BC162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D30E9-DF8B-FEF9-4E5C-EC0202012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21B35-5492-D30B-38A5-C152E69A8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11930-317B-4E6C-8A07-7F6F6251DDA3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454C3-5B02-1046-0E8D-DD77E640A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BA366-EC2A-0E98-67A6-F76EE09D1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6F2A2-F445-4B1E-89BE-B69E46E43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292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835DE-7D75-6527-8CC2-50C200866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FF6512-C904-42CC-66FA-0F9FF9629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403B0-2A1D-8C5B-A7A6-C931C18CC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11930-317B-4E6C-8A07-7F6F6251DDA3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AEA57-BBB8-AC8D-5050-E2CA9255F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0AC46-142B-A4F0-D3CF-893F6E148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6F2A2-F445-4B1E-89BE-B69E46E43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964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57094-49B7-297B-7E69-B90BCC629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073C2-40FC-C8CA-0721-E7200D8193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3888EC-9142-E7B9-1B71-7620E094D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7ECD06-4503-B06F-ACB5-837C9E63B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11930-317B-4E6C-8A07-7F6F6251DDA3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85E1E2-6A99-8EC6-00DD-2920EAE93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ED2AD-8353-D50D-5AFF-C6008C8CC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6F2A2-F445-4B1E-89BE-B69E46E43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774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19375-271C-CDCB-C7E2-5AAE6DFCE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6B71EC-EF5B-242B-3183-CB3E38626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917BFA-AFC5-7BBE-5C66-618134B0A1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5793F6-E2E4-8535-0FD3-7F2CC04277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3BD7C9-A7C0-41F0-4215-D7518FFB84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C3EDA9-D2AA-9E6E-30C6-66783A88F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11930-317B-4E6C-8A07-7F6F6251DDA3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37CE93-C285-052C-66A3-E00B1DC2D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2D0FC0-09D5-CD82-4F02-A8F38803B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6F2A2-F445-4B1E-89BE-B69E46E43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348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27035-7109-52A1-65D9-4F4DD0923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89B649-0A17-F45F-D474-CF1C63BCE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11930-317B-4E6C-8A07-7F6F6251DDA3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384AD1-7CBF-65FD-941F-51A3FD6FB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3660F-B2C6-8A9D-D4C5-1BB1AC4B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6F2A2-F445-4B1E-89BE-B69E46E43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652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66AA7C-3697-2811-36B9-792C359D5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11930-317B-4E6C-8A07-7F6F6251DDA3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CB1E73-3559-2FA4-27FB-22D5074F3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7C024-AD31-9EAC-75CF-1DDB045A8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6F2A2-F445-4B1E-89BE-B69E46E43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128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7C5A7-F388-5A72-7B70-35530D440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5CA8E-4848-640B-AE07-A936DC90B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A6E6E0-8D5D-E173-5E93-5A2AE30BF6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F2A889-6FBF-6DC3-350D-445E6BE68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11930-317B-4E6C-8A07-7F6F6251DDA3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9F7DF-44A3-1C7F-E96A-756AE327E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552FD-70B0-5083-624A-3BE9BE690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6F2A2-F445-4B1E-89BE-B69E46E43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405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6EFB9-1252-7C00-BB78-E1D07BF15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CB950D-91BC-B3B3-748D-EE97729951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D1B180-F315-B100-A93B-0E9E58A86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768525-A521-72DB-EDB7-8526F6C0F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11930-317B-4E6C-8A07-7F6F6251DDA3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26F3A-2C7D-7DDD-C0F2-61042D650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D9C86-492B-8722-AE4A-45F30EFE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6F2A2-F445-4B1E-89BE-B69E46E43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506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CD795-6947-8E15-2429-664662648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51E627-1841-9534-37ED-F6CDD11D28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5AF73-7AB1-254F-2148-A9B922909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11930-317B-4E6C-8A07-7F6F6251DDA3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1896B-7EC6-8AEA-69A3-219582C5A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96BCF-97DE-20C9-3CC1-0C76839B1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6F2A2-F445-4B1E-89BE-B69E46E43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669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110BA7-6FAD-5EA6-9712-6489CD226D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F851AD-D014-23ED-D497-295559136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104E5-C365-140F-F63C-FB129A7B4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11930-317B-4E6C-8A07-7F6F6251DDA3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674DB-EF8B-212A-D5A9-A1F83D0DF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43219-1B78-717B-D0DD-410025968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6F2A2-F445-4B1E-89BE-B69E46E43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478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67811F-A246-663C-4004-05191A3E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80435-5463-A9FC-F80F-07F7D0844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8521E-8ABB-DFC5-06D0-0880BF8676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811930-317B-4E6C-8A07-7F6F6251DDA3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03BA4-566D-B725-5450-916DF110AE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12D4F-3FBC-5AE7-F985-314CFBEFC1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56F2A2-F445-4B1E-89BE-B69E46E43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4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4" name="Rectangle 223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Freeform: Shape 22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FB659-2D3F-864D-A63B-87CF078DA0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GB" sz="48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Firewall</a:t>
            </a:r>
            <a:endParaRPr lang="en-US" sz="48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A4C34D-BB9C-CC33-AF70-0B0388A51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GB"/>
              <a:t>Presenter: MN. Sihanas</a:t>
            </a:r>
          </a:p>
          <a:p>
            <a:pPr algn="l"/>
            <a:r>
              <a:rPr lang="en-GB"/>
              <a:t>Lecturer: Mr. Mohamed Nismy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2657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D91AEA-C852-F342-5DC9-F980D45C6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B" sz="4800" dirty="0"/>
              <a:t>What is </a:t>
            </a:r>
            <a:r>
              <a:rPr lang="en-GB" sz="4800" b="1" dirty="0"/>
              <a:t>Firewall?</a:t>
            </a:r>
            <a:endParaRPr lang="en-US" sz="4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F89AA-4418-29D0-DACC-5FE650C9A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 sz="2400" dirty="0"/>
              <a:t>A firewall is a network security device that monitors and controls   incoming and outgoing network traffic based on predetermined security rules.</a:t>
            </a:r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7512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2F53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98DECF-D20E-97D5-81BD-A9392B4BC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How it works?</a:t>
            </a:r>
          </a:p>
        </p:txBody>
      </p:sp>
      <p:pic>
        <p:nvPicPr>
          <p:cNvPr id="5" name="Content Placeholder 4" descr="A diagram of a firewall&#10;&#10;Description automatically generated">
            <a:extLst>
              <a:ext uri="{FF2B5EF4-FFF2-40B4-BE49-F238E27FC236}">
                <a16:creationId xmlns:a16="http://schemas.microsoft.com/office/drawing/2014/main" id="{F51D7F40-81E2-17D6-DBC9-9A07D7315A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630256"/>
            <a:ext cx="7188199" cy="3594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7251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B24D96-E111-9440-8887-03D8853C1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bg1"/>
                </a:solidFill>
              </a:rPr>
              <a:t>Types of Firewall</a:t>
            </a: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3CB4937B-CB3F-FA22-BC92-F20DBE80E4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8489734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858541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FEFCC3-90BB-B230-010E-D5A4571F8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Advantages of Firewall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F0C8C24-39B5-CFEC-5389-68FC2DE33F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222056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307340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1525BB-34CC-6032-F3E7-06A83B98A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Disadvantages of Firewall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229E50-D17B-C05E-C009-B77D0F9610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301021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153466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C32062-E996-4B5D-2F64-51DF83A1E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GB" sz="4800"/>
              <a:t>How to use Firewall</a:t>
            </a:r>
            <a:endParaRPr lang="en-US" sz="48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22E435-D478-BD23-5FDC-E377F5832A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9498044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312631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14B92-1C04-EF30-CC92-FE7D94D95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Happens if a Firewall is Configured Wrongly?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687D292-CFFF-4C0A-E0BC-4D7F41316CD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618553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9456D3A-CB86-0E6A-AFD1-4393D8BB2B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639" r="27986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3D0784-8CF6-1E18-CAF4-1F1D4C7D2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GB" sz="4000" dirty="0"/>
              <a:t>Conclusion</a:t>
            </a:r>
            <a:endParaRPr lang="en-US" sz="4000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E781DDCA-23BC-AE9F-42B7-EE9A7B8FC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dirty="0"/>
              <a:t>In the realm of network security, firewalls are indispensable tools that act as a frontline defence against cyber threats.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By implementing appropriate firewall technologies, organizations can effectively protect their networks from unauthorized access, malicious attacks, and data breaches.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639403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850474-CCE3-7718-A3F2-541103911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46" y="838829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CE681-5E1E-DA6E-D065-3D650F81F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8136" y="2368684"/>
            <a:ext cx="4805691" cy="8388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32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Any questions?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Help">
            <a:extLst>
              <a:ext uri="{FF2B5EF4-FFF2-40B4-BE49-F238E27FC236}">
                <a16:creationId xmlns:a16="http://schemas.microsoft.com/office/drawing/2014/main" id="{7C07706A-7513-7B32-E287-2C9D16E52C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21136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601</Words>
  <Application>Microsoft Office PowerPoint</Application>
  <PresentationFormat>Widescreen</PresentationFormat>
  <Paragraphs>69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Google Sans</vt:lpstr>
      <vt:lpstr>Wingdings</vt:lpstr>
      <vt:lpstr>Office Theme</vt:lpstr>
      <vt:lpstr>Firewall</vt:lpstr>
      <vt:lpstr>What is Firewall?</vt:lpstr>
      <vt:lpstr>How it works?</vt:lpstr>
      <vt:lpstr>Types of Firewall</vt:lpstr>
      <vt:lpstr>Advantages of Firewall</vt:lpstr>
      <vt:lpstr>Disadvantages of Firewall</vt:lpstr>
      <vt:lpstr>How to use Firewall</vt:lpstr>
      <vt:lpstr>What Happens if a Firewall is Configured Wrongly?</vt:lpstr>
      <vt:lpstr>Conclusion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Naseer Sihanas</dc:creator>
  <cp:lastModifiedBy>Mohammed Naseer Sihanas</cp:lastModifiedBy>
  <cp:revision>1</cp:revision>
  <dcterms:created xsi:type="dcterms:W3CDTF">2024-10-15T05:22:32Z</dcterms:created>
  <dcterms:modified xsi:type="dcterms:W3CDTF">2024-10-15T05:56:50Z</dcterms:modified>
</cp:coreProperties>
</file>