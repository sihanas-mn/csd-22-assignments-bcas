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Lst>
  <p:sldSz cx="12192000" cy="6858000"/>
  <p:notesSz cx="9309100" cy="7053263"/>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33" autoAdjust="0"/>
  </p:normalViewPr>
  <p:slideViewPr>
    <p:cSldViewPr>
      <p:cViewPr varScale="1">
        <p:scale>
          <a:sx n="64" d="100"/>
          <a:sy n="64" d="100"/>
        </p:scale>
        <p:origin x="954" y="6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Nismy" userId="S::nismy@bcas.lk::504480ca-6d25-4834-8e0b-0cc50939bf23" providerId="AD" clId="Web-{98274E21-688E-733C-23D0-AF411C143C90}"/>
    <pc:docChg chg="mod modSld modMainMaster setSldSz">
      <pc:chgData name="Mohamed Nismy" userId="S::nismy@bcas.lk::504480ca-6d25-4834-8e0b-0cc50939bf23" providerId="AD" clId="Web-{98274E21-688E-733C-23D0-AF411C143C90}" dt="2023-04-17T14:54:55.269" v="8" actId="20577"/>
      <pc:docMkLst>
        <pc:docMk/>
      </pc:docMkLst>
      <pc:sldChg chg="modSp">
        <pc:chgData name="Mohamed Nismy" userId="S::nismy@bcas.lk::504480ca-6d25-4834-8e0b-0cc50939bf23" providerId="AD" clId="Web-{98274E21-688E-733C-23D0-AF411C143C90}" dt="2023-04-17T14:54:55.269" v="8" actId="20577"/>
        <pc:sldMkLst>
          <pc:docMk/>
          <pc:sldMk cId="0" sldId="256"/>
        </pc:sldMkLst>
        <pc:spChg chg="mod">
          <ac:chgData name="Mohamed Nismy" userId="S::nismy@bcas.lk::504480ca-6d25-4834-8e0b-0cc50939bf23" providerId="AD" clId="Web-{98274E21-688E-733C-23D0-AF411C143C90}" dt="2023-04-17T14:54:46.175" v="0"/>
          <ac:spMkLst>
            <pc:docMk/>
            <pc:sldMk cId="0" sldId="256"/>
            <ac:spMk id="2050" creationId="{E831B90F-0BB6-6C35-9033-CA7F285BA340}"/>
          </ac:spMkLst>
        </pc:spChg>
        <pc:spChg chg="mod">
          <ac:chgData name="Mohamed Nismy" userId="S::nismy@bcas.lk::504480ca-6d25-4834-8e0b-0cc50939bf23" providerId="AD" clId="Web-{98274E21-688E-733C-23D0-AF411C143C90}" dt="2023-04-17T14:54:55.269" v="8" actId="20577"/>
          <ac:spMkLst>
            <pc:docMk/>
            <pc:sldMk cId="0" sldId="256"/>
            <ac:spMk id="2051" creationId="{FC142A68-AB23-3507-7AB0-6430600182CA}"/>
          </ac:spMkLst>
        </pc:spChg>
      </pc:sldChg>
      <pc:sldChg chg="modSp">
        <pc:chgData name="Mohamed Nismy" userId="S::nismy@bcas.lk::504480ca-6d25-4834-8e0b-0cc50939bf23" providerId="AD" clId="Web-{98274E21-688E-733C-23D0-AF411C143C90}" dt="2023-04-17T14:54:46.175" v="0"/>
        <pc:sldMkLst>
          <pc:docMk/>
          <pc:sldMk cId="0" sldId="258"/>
        </pc:sldMkLst>
        <pc:spChg chg="mod">
          <ac:chgData name="Mohamed Nismy" userId="S::nismy@bcas.lk::504480ca-6d25-4834-8e0b-0cc50939bf23" providerId="AD" clId="Web-{98274E21-688E-733C-23D0-AF411C143C90}" dt="2023-04-17T14:54:46.175" v="0"/>
          <ac:spMkLst>
            <pc:docMk/>
            <pc:sldMk cId="0" sldId="258"/>
            <ac:spMk id="3074" creationId="{EDFDCEB4-0BA1-9C86-7C53-640C16200731}"/>
          </ac:spMkLst>
        </pc:spChg>
        <pc:spChg chg="mod">
          <ac:chgData name="Mohamed Nismy" userId="S::nismy@bcas.lk::504480ca-6d25-4834-8e0b-0cc50939bf23" providerId="AD" clId="Web-{98274E21-688E-733C-23D0-AF411C143C90}" dt="2023-04-17T14:54:46.175" v="0"/>
          <ac:spMkLst>
            <pc:docMk/>
            <pc:sldMk cId="0" sldId="258"/>
            <ac:spMk id="6147" creationId="{9186F214-DCFC-BC04-F810-A0BB256C9ED5}"/>
          </ac:spMkLst>
        </pc:spChg>
      </pc:sldChg>
      <pc:sldChg chg="modSp">
        <pc:chgData name="Mohamed Nismy" userId="S::nismy@bcas.lk::504480ca-6d25-4834-8e0b-0cc50939bf23" providerId="AD" clId="Web-{98274E21-688E-733C-23D0-AF411C143C90}" dt="2023-04-17T14:54:46.175" v="0"/>
        <pc:sldMkLst>
          <pc:docMk/>
          <pc:sldMk cId="0" sldId="259"/>
        </pc:sldMkLst>
        <pc:spChg chg="mod">
          <ac:chgData name="Mohamed Nismy" userId="S::nismy@bcas.lk::504480ca-6d25-4834-8e0b-0cc50939bf23" providerId="AD" clId="Web-{98274E21-688E-733C-23D0-AF411C143C90}" dt="2023-04-17T14:54:46.175" v="0"/>
          <ac:spMkLst>
            <pc:docMk/>
            <pc:sldMk cId="0" sldId="259"/>
            <ac:spMk id="4098" creationId="{293217DC-CFD4-23B8-FF97-A43D94618D05}"/>
          </ac:spMkLst>
        </pc:spChg>
        <pc:spChg chg="mod">
          <ac:chgData name="Mohamed Nismy" userId="S::nismy@bcas.lk::504480ca-6d25-4834-8e0b-0cc50939bf23" providerId="AD" clId="Web-{98274E21-688E-733C-23D0-AF411C143C90}" dt="2023-04-17T14:54:46.175" v="0"/>
          <ac:spMkLst>
            <pc:docMk/>
            <pc:sldMk cId="0" sldId="259"/>
            <ac:spMk id="4099" creationId="{86713706-965D-C8DA-122D-F457E9D62B27}"/>
          </ac:spMkLst>
        </pc:spChg>
      </pc:sldChg>
      <pc:sldChg chg="modSp">
        <pc:chgData name="Mohamed Nismy" userId="S::nismy@bcas.lk::504480ca-6d25-4834-8e0b-0cc50939bf23" providerId="AD" clId="Web-{98274E21-688E-733C-23D0-AF411C143C90}" dt="2023-04-17T14:54:46.175" v="0"/>
        <pc:sldMkLst>
          <pc:docMk/>
          <pc:sldMk cId="0" sldId="261"/>
        </pc:sldMkLst>
        <pc:spChg chg="mod">
          <ac:chgData name="Mohamed Nismy" userId="S::nismy@bcas.lk::504480ca-6d25-4834-8e0b-0cc50939bf23" providerId="AD" clId="Web-{98274E21-688E-733C-23D0-AF411C143C90}" dt="2023-04-17T14:54:46.175" v="0"/>
          <ac:spMkLst>
            <pc:docMk/>
            <pc:sldMk cId="0" sldId="261"/>
            <ac:spMk id="5122" creationId="{231F3A82-E7C9-72F7-C78A-1C74789B6F73}"/>
          </ac:spMkLst>
        </pc:spChg>
        <pc:spChg chg="mod">
          <ac:chgData name="Mohamed Nismy" userId="S::nismy@bcas.lk::504480ca-6d25-4834-8e0b-0cc50939bf23" providerId="AD" clId="Web-{98274E21-688E-733C-23D0-AF411C143C90}" dt="2023-04-17T14:54:46.175" v="0"/>
          <ac:spMkLst>
            <pc:docMk/>
            <pc:sldMk cId="0" sldId="261"/>
            <ac:spMk id="5123" creationId="{469B56B9-04C4-2F6B-98B9-9D0F261BCC75}"/>
          </ac:spMkLst>
        </pc:spChg>
      </pc:sldChg>
      <pc:sldChg chg="modSp">
        <pc:chgData name="Mohamed Nismy" userId="S::nismy@bcas.lk::504480ca-6d25-4834-8e0b-0cc50939bf23" providerId="AD" clId="Web-{98274E21-688E-733C-23D0-AF411C143C90}" dt="2023-04-17T14:54:46.175" v="0"/>
        <pc:sldMkLst>
          <pc:docMk/>
          <pc:sldMk cId="0" sldId="263"/>
        </pc:sldMkLst>
        <pc:spChg chg="mod">
          <ac:chgData name="Mohamed Nismy" userId="S::nismy@bcas.lk::504480ca-6d25-4834-8e0b-0cc50939bf23" providerId="AD" clId="Web-{98274E21-688E-733C-23D0-AF411C143C90}" dt="2023-04-17T14:54:46.175" v="0"/>
          <ac:spMkLst>
            <pc:docMk/>
            <pc:sldMk cId="0" sldId="263"/>
            <ac:spMk id="6146" creationId="{EBF5B8A1-A636-C929-F6B9-639230305890}"/>
          </ac:spMkLst>
        </pc:spChg>
        <pc:spChg chg="mod">
          <ac:chgData name="Mohamed Nismy" userId="S::nismy@bcas.lk::504480ca-6d25-4834-8e0b-0cc50939bf23" providerId="AD" clId="Web-{98274E21-688E-733C-23D0-AF411C143C90}" dt="2023-04-17T14:54:46.175" v="0"/>
          <ac:spMkLst>
            <pc:docMk/>
            <pc:sldMk cId="0" sldId="263"/>
            <ac:spMk id="6147" creationId="{EF161BF2-519D-A717-58A5-EE3C28F04862}"/>
          </ac:spMkLst>
        </pc:spChg>
      </pc:sldChg>
      <pc:sldChg chg="modSp">
        <pc:chgData name="Mohamed Nismy" userId="S::nismy@bcas.lk::504480ca-6d25-4834-8e0b-0cc50939bf23" providerId="AD" clId="Web-{98274E21-688E-733C-23D0-AF411C143C90}" dt="2023-04-17T14:54:46.175" v="0"/>
        <pc:sldMkLst>
          <pc:docMk/>
          <pc:sldMk cId="0" sldId="264"/>
        </pc:sldMkLst>
        <pc:spChg chg="mod">
          <ac:chgData name="Mohamed Nismy" userId="S::nismy@bcas.lk::504480ca-6d25-4834-8e0b-0cc50939bf23" providerId="AD" clId="Web-{98274E21-688E-733C-23D0-AF411C143C90}" dt="2023-04-17T14:54:46.175" v="0"/>
          <ac:spMkLst>
            <pc:docMk/>
            <pc:sldMk cId="0" sldId="264"/>
            <ac:spMk id="7170" creationId="{A65F02B7-F5FE-1E11-691D-E6A614553500}"/>
          </ac:spMkLst>
        </pc:spChg>
        <pc:spChg chg="mod">
          <ac:chgData name="Mohamed Nismy" userId="S::nismy@bcas.lk::504480ca-6d25-4834-8e0b-0cc50939bf23" providerId="AD" clId="Web-{98274E21-688E-733C-23D0-AF411C143C90}" dt="2023-04-17T14:54:46.175" v="0"/>
          <ac:spMkLst>
            <pc:docMk/>
            <pc:sldMk cId="0" sldId="264"/>
            <ac:spMk id="7171" creationId="{1ED38DD3-539D-A16F-C933-D26DDBEF287F}"/>
          </ac:spMkLst>
        </pc:spChg>
      </pc:sldChg>
      <pc:sldChg chg="modSp">
        <pc:chgData name="Mohamed Nismy" userId="S::nismy@bcas.lk::504480ca-6d25-4834-8e0b-0cc50939bf23" providerId="AD" clId="Web-{98274E21-688E-733C-23D0-AF411C143C90}" dt="2023-04-17T14:54:46.175" v="0"/>
        <pc:sldMkLst>
          <pc:docMk/>
          <pc:sldMk cId="0" sldId="265"/>
        </pc:sldMkLst>
        <pc:spChg chg="mod">
          <ac:chgData name="Mohamed Nismy" userId="S::nismy@bcas.lk::504480ca-6d25-4834-8e0b-0cc50939bf23" providerId="AD" clId="Web-{98274E21-688E-733C-23D0-AF411C143C90}" dt="2023-04-17T14:54:46.175" v="0"/>
          <ac:spMkLst>
            <pc:docMk/>
            <pc:sldMk cId="0" sldId="265"/>
            <ac:spMk id="8194" creationId="{AE33DFB7-93E4-4FEA-27D2-E9EB51D4B154}"/>
          </ac:spMkLst>
        </pc:spChg>
        <pc:spChg chg="mod">
          <ac:chgData name="Mohamed Nismy" userId="S::nismy@bcas.lk::504480ca-6d25-4834-8e0b-0cc50939bf23" providerId="AD" clId="Web-{98274E21-688E-733C-23D0-AF411C143C90}" dt="2023-04-17T14:54:46.175" v="0"/>
          <ac:spMkLst>
            <pc:docMk/>
            <pc:sldMk cId="0" sldId="265"/>
            <ac:spMk id="8195" creationId="{CA05ACA5-AB39-4D44-7DE0-C02F760BBA37}"/>
          </ac:spMkLst>
        </pc:spChg>
      </pc:sldChg>
      <pc:sldChg chg="modSp">
        <pc:chgData name="Mohamed Nismy" userId="S::nismy@bcas.lk::504480ca-6d25-4834-8e0b-0cc50939bf23" providerId="AD" clId="Web-{98274E21-688E-733C-23D0-AF411C143C90}" dt="2023-04-17T14:54:46.175" v="0"/>
        <pc:sldMkLst>
          <pc:docMk/>
          <pc:sldMk cId="0" sldId="266"/>
        </pc:sldMkLst>
        <pc:spChg chg="mod">
          <ac:chgData name="Mohamed Nismy" userId="S::nismy@bcas.lk::504480ca-6d25-4834-8e0b-0cc50939bf23" providerId="AD" clId="Web-{98274E21-688E-733C-23D0-AF411C143C90}" dt="2023-04-17T14:54:46.175" v="0"/>
          <ac:spMkLst>
            <pc:docMk/>
            <pc:sldMk cId="0" sldId="266"/>
            <ac:spMk id="9218" creationId="{088B434C-971D-70C6-E9BF-014F7AA8205D}"/>
          </ac:spMkLst>
        </pc:spChg>
        <pc:spChg chg="mod">
          <ac:chgData name="Mohamed Nismy" userId="S::nismy@bcas.lk::504480ca-6d25-4834-8e0b-0cc50939bf23" providerId="AD" clId="Web-{98274E21-688E-733C-23D0-AF411C143C90}" dt="2023-04-17T14:54:46.175" v="0"/>
          <ac:spMkLst>
            <pc:docMk/>
            <pc:sldMk cId="0" sldId="266"/>
            <ac:spMk id="9219" creationId="{60E34765-1471-AE98-E994-01A5B84984F6}"/>
          </ac:spMkLst>
        </pc:spChg>
      </pc:sldChg>
      <pc:sldChg chg="modSp">
        <pc:chgData name="Mohamed Nismy" userId="S::nismy@bcas.lk::504480ca-6d25-4834-8e0b-0cc50939bf23" providerId="AD" clId="Web-{98274E21-688E-733C-23D0-AF411C143C90}" dt="2023-04-17T14:54:46.175" v="0"/>
        <pc:sldMkLst>
          <pc:docMk/>
          <pc:sldMk cId="0" sldId="267"/>
        </pc:sldMkLst>
        <pc:spChg chg="mod">
          <ac:chgData name="Mohamed Nismy" userId="S::nismy@bcas.lk::504480ca-6d25-4834-8e0b-0cc50939bf23" providerId="AD" clId="Web-{98274E21-688E-733C-23D0-AF411C143C90}" dt="2023-04-17T14:54:46.175" v="0"/>
          <ac:spMkLst>
            <pc:docMk/>
            <pc:sldMk cId="0" sldId="267"/>
            <ac:spMk id="10242" creationId="{2EF192FA-DBA6-E43B-410B-77823CB3BBCB}"/>
          </ac:spMkLst>
        </pc:spChg>
        <pc:spChg chg="mod">
          <ac:chgData name="Mohamed Nismy" userId="S::nismy@bcas.lk::504480ca-6d25-4834-8e0b-0cc50939bf23" providerId="AD" clId="Web-{98274E21-688E-733C-23D0-AF411C143C90}" dt="2023-04-17T14:54:46.175" v="0"/>
          <ac:spMkLst>
            <pc:docMk/>
            <pc:sldMk cId="0" sldId="267"/>
            <ac:spMk id="10243" creationId="{42FAA5CA-DF3E-8237-4B11-C3510CB48DDA}"/>
          </ac:spMkLst>
        </pc:spChg>
      </pc:sldChg>
      <pc:sldChg chg="modSp">
        <pc:chgData name="Mohamed Nismy" userId="S::nismy@bcas.lk::504480ca-6d25-4834-8e0b-0cc50939bf23" providerId="AD" clId="Web-{98274E21-688E-733C-23D0-AF411C143C90}" dt="2023-04-17T14:54:46.175" v="0"/>
        <pc:sldMkLst>
          <pc:docMk/>
          <pc:sldMk cId="0" sldId="268"/>
        </pc:sldMkLst>
        <pc:spChg chg="mod">
          <ac:chgData name="Mohamed Nismy" userId="S::nismy@bcas.lk::504480ca-6d25-4834-8e0b-0cc50939bf23" providerId="AD" clId="Web-{98274E21-688E-733C-23D0-AF411C143C90}" dt="2023-04-17T14:54:46.175" v="0"/>
          <ac:spMkLst>
            <pc:docMk/>
            <pc:sldMk cId="0" sldId="268"/>
            <ac:spMk id="11266" creationId="{68FBB8E2-2D73-1B1E-523E-C3C209FCD78A}"/>
          </ac:spMkLst>
        </pc:spChg>
        <pc:spChg chg="mod">
          <ac:chgData name="Mohamed Nismy" userId="S::nismy@bcas.lk::504480ca-6d25-4834-8e0b-0cc50939bf23" providerId="AD" clId="Web-{98274E21-688E-733C-23D0-AF411C143C90}" dt="2023-04-17T14:54:46.175" v="0"/>
          <ac:spMkLst>
            <pc:docMk/>
            <pc:sldMk cId="0" sldId="268"/>
            <ac:spMk id="11267" creationId="{340DF633-F5BA-0631-F75F-DB9896E7FD12}"/>
          </ac:spMkLst>
        </pc:spChg>
      </pc:sldChg>
      <pc:sldChg chg="modSp">
        <pc:chgData name="Mohamed Nismy" userId="S::nismy@bcas.lk::504480ca-6d25-4834-8e0b-0cc50939bf23" providerId="AD" clId="Web-{98274E21-688E-733C-23D0-AF411C143C90}" dt="2023-04-17T14:54:46.175" v="0"/>
        <pc:sldMkLst>
          <pc:docMk/>
          <pc:sldMk cId="0" sldId="269"/>
        </pc:sldMkLst>
        <pc:picChg chg="mod">
          <ac:chgData name="Mohamed Nismy" userId="S::nismy@bcas.lk::504480ca-6d25-4834-8e0b-0cc50939bf23" providerId="AD" clId="Web-{98274E21-688E-733C-23D0-AF411C143C90}" dt="2023-04-17T14:54:46.175" v="0"/>
          <ac:picMkLst>
            <pc:docMk/>
            <pc:sldMk cId="0" sldId="269"/>
            <ac:picMk id="12290" creationId="{9DDC36AC-57C0-8FA4-F003-507670E704BD}"/>
          </ac:picMkLst>
        </pc:picChg>
      </pc:sldChg>
      <pc:sldChg chg="modSp">
        <pc:chgData name="Mohamed Nismy" userId="S::nismy@bcas.lk::504480ca-6d25-4834-8e0b-0cc50939bf23" providerId="AD" clId="Web-{98274E21-688E-733C-23D0-AF411C143C90}" dt="2023-04-17T14:54:46.175" v="0"/>
        <pc:sldMkLst>
          <pc:docMk/>
          <pc:sldMk cId="0" sldId="270"/>
        </pc:sldMkLst>
        <pc:spChg chg="mod">
          <ac:chgData name="Mohamed Nismy" userId="S::nismy@bcas.lk::504480ca-6d25-4834-8e0b-0cc50939bf23" providerId="AD" clId="Web-{98274E21-688E-733C-23D0-AF411C143C90}" dt="2023-04-17T14:54:46.175" v="0"/>
          <ac:spMkLst>
            <pc:docMk/>
            <pc:sldMk cId="0" sldId="270"/>
            <ac:spMk id="13314" creationId="{6628D031-E43B-1012-5618-731366B18C40}"/>
          </ac:spMkLst>
        </pc:spChg>
        <pc:spChg chg="mod">
          <ac:chgData name="Mohamed Nismy" userId="S::nismy@bcas.lk::504480ca-6d25-4834-8e0b-0cc50939bf23" providerId="AD" clId="Web-{98274E21-688E-733C-23D0-AF411C143C90}" dt="2023-04-17T14:54:46.175" v="0"/>
          <ac:spMkLst>
            <pc:docMk/>
            <pc:sldMk cId="0" sldId="270"/>
            <ac:spMk id="13315" creationId="{416F3C72-50AE-59A7-BF74-5581D700F38C}"/>
          </ac:spMkLst>
        </pc:spChg>
      </pc:sldChg>
      <pc:sldChg chg="modSp">
        <pc:chgData name="Mohamed Nismy" userId="S::nismy@bcas.lk::504480ca-6d25-4834-8e0b-0cc50939bf23" providerId="AD" clId="Web-{98274E21-688E-733C-23D0-AF411C143C90}" dt="2023-04-17T14:54:46.175" v="0"/>
        <pc:sldMkLst>
          <pc:docMk/>
          <pc:sldMk cId="0" sldId="271"/>
        </pc:sldMkLst>
        <pc:spChg chg="mod">
          <ac:chgData name="Mohamed Nismy" userId="S::nismy@bcas.lk::504480ca-6d25-4834-8e0b-0cc50939bf23" providerId="AD" clId="Web-{98274E21-688E-733C-23D0-AF411C143C90}" dt="2023-04-17T14:54:46.175" v="0"/>
          <ac:spMkLst>
            <pc:docMk/>
            <pc:sldMk cId="0" sldId="271"/>
            <ac:spMk id="14338" creationId="{0E5F50A3-D77D-21F4-63C8-9E672864CAEB}"/>
          </ac:spMkLst>
        </pc:spChg>
        <pc:spChg chg="mod">
          <ac:chgData name="Mohamed Nismy" userId="S::nismy@bcas.lk::504480ca-6d25-4834-8e0b-0cc50939bf23" providerId="AD" clId="Web-{98274E21-688E-733C-23D0-AF411C143C90}" dt="2023-04-17T14:54:46.175" v="0"/>
          <ac:spMkLst>
            <pc:docMk/>
            <pc:sldMk cId="0" sldId="271"/>
            <ac:spMk id="14339" creationId="{E55A4A87-2BC4-3FA3-DEA6-D83A8D2DDCE3}"/>
          </ac:spMkLst>
        </pc:spChg>
        <pc:picChg chg="mod">
          <ac:chgData name="Mohamed Nismy" userId="S::nismy@bcas.lk::504480ca-6d25-4834-8e0b-0cc50939bf23" providerId="AD" clId="Web-{98274E21-688E-733C-23D0-AF411C143C90}" dt="2023-04-17T14:54:46.175" v="0"/>
          <ac:picMkLst>
            <pc:docMk/>
            <pc:sldMk cId="0" sldId="271"/>
            <ac:picMk id="14340" creationId="{9869EE25-F2D9-3642-1BE4-18CDE53C97CD}"/>
          </ac:picMkLst>
        </pc:picChg>
      </pc:sldChg>
      <pc:sldChg chg="modSp">
        <pc:chgData name="Mohamed Nismy" userId="S::nismy@bcas.lk::504480ca-6d25-4834-8e0b-0cc50939bf23" providerId="AD" clId="Web-{98274E21-688E-733C-23D0-AF411C143C90}" dt="2023-04-17T14:54:46.175" v="0"/>
        <pc:sldMkLst>
          <pc:docMk/>
          <pc:sldMk cId="0" sldId="272"/>
        </pc:sldMkLst>
        <pc:spChg chg="mod">
          <ac:chgData name="Mohamed Nismy" userId="S::nismy@bcas.lk::504480ca-6d25-4834-8e0b-0cc50939bf23" providerId="AD" clId="Web-{98274E21-688E-733C-23D0-AF411C143C90}" dt="2023-04-17T14:54:46.175" v="0"/>
          <ac:spMkLst>
            <pc:docMk/>
            <pc:sldMk cId="0" sldId="272"/>
            <ac:spMk id="15362" creationId="{C57D9B6E-AD9B-0268-FE6E-284027E0089D}"/>
          </ac:spMkLst>
        </pc:spChg>
        <pc:spChg chg="mod">
          <ac:chgData name="Mohamed Nismy" userId="S::nismy@bcas.lk::504480ca-6d25-4834-8e0b-0cc50939bf23" providerId="AD" clId="Web-{98274E21-688E-733C-23D0-AF411C143C90}" dt="2023-04-17T14:54:46.175" v="0"/>
          <ac:spMkLst>
            <pc:docMk/>
            <pc:sldMk cId="0" sldId="272"/>
            <ac:spMk id="15363" creationId="{C15F48F8-2138-D077-5488-6CFFA6EAF714}"/>
          </ac:spMkLst>
        </pc:spChg>
      </pc:sldChg>
      <pc:sldChg chg="modSp">
        <pc:chgData name="Mohamed Nismy" userId="S::nismy@bcas.lk::504480ca-6d25-4834-8e0b-0cc50939bf23" providerId="AD" clId="Web-{98274E21-688E-733C-23D0-AF411C143C90}" dt="2023-04-17T14:54:46.175" v="0"/>
        <pc:sldMkLst>
          <pc:docMk/>
          <pc:sldMk cId="0" sldId="273"/>
        </pc:sldMkLst>
        <pc:spChg chg="mod">
          <ac:chgData name="Mohamed Nismy" userId="S::nismy@bcas.lk::504480ca-6d25-4834-8e0b-0cc50939bf23" providerId="AD" clId="Web-{98274E21-688E-733C-23D0-AF411C143C90}" dt="2023-04-17T14:54:46.175" v="0"/>
          <ac:spMkLst>
            <pc:docMk/>
            <pc:sldMk cId="0" sldId="273"/>
            <ac:spMk id="16386" creationId="{8B506BC0-976F-B294-66C5-2C734FCEBE58}"/>
          </ac:spMkLst>
        </pc:spChg>
        <pc:spChg chg="mod">
          <ac:chgData name="Mohamed Nismy" userId="S::nismy@bcas.lk::504480ca-6d25-4834-8e0b-0cc50939bf23" providerId="AD" clId="Web-{98274E21-688E-733C-23D0-AF411C143C90}" dt="2023-04-17T14:54:46.175" v="0"/>
          <ac:spMkLst>
            <pc:docMk/>
            <pc:sldMk cId="0" sldId="273"/>
            <ac:spMk id="16387" creationId="{C355C67B-4EC5-9160-0AA7-80468ED1CDC2}"/>
          </ac:spMkLst>
        </pc:spChg>
      </pc:sldChg>
      <pc:sldChg chg="modSp">
        <pc:chgData name="Mohamed Nismy" userId="S::nismy@bcas.lk::504480ca-6d25-4834-8e0b-0cc50939bf23" providerId="AD" clId="Web-{98274E21-688E-733C-23D0-AF411C143C90}" dt="2023-04-17T14:54:46.175" v="0"/>
        <pc:sldMkLst>
          <pc:docMk/>
          <pc:sldMk cId="0" sldId="274"/>
        </pc:sldMkLst>
        <pc:picChg chg="mod">
          <ac:chgData name="Mohamed Nismy" userId="S::nismy@bcas.lk::504480ca-6d25-4834-8e0b-0cc50939bf23" providerId="AD" clId="Web-{98274E21-688E-733C-23D0-AF411C143C90}" dt="2023-04-17T14:54:46.175" v="0"/>
          <ac:picMkLst>
            <pc:docMk/>
            <pc:sldMk cId="0" sldId="274"/>
            <ac:picMk id="17411" creationId="{B6DE8175-EE14-18DC-4CE6-51C264036BA2}"/>
          </ac:picMkLst>
        </pc:picChg>
      </pc:sldChg>
      <pc:sldChg chg="modSp">
        <pc:chgData name="Mohamed Nismy" userId="S::nismy@bcas.lk::504480ca-6d25-4834-8e0b-0cc50939bf23" providerId="AD" clId="Web-{98274E21-688E-733C-23D0-AF411C143C90}" dt="2023-04-17T14:54:46.175" v="0"/>
        <pc:sldMkLst>
          <pc:docMk/>
          <pc:sldMk cId="0" sldId="275"/>
        </pc:sldMkLst>
        <pc:spChg chg="mod">
          <ac:chgData name="Mohamed Nismy" userId="S::nismy@bcas.lk::504480ca-6d25-4834-8e0b-0cc50939bf23" providerId="AD" clId="Web-{98274E21-688E-733C-23D0-AF411C143C90}" dt="2023-04-17T14:54:46.175" v="0"/>
          <ac:spMkLst>
            <pc:docMk/>
            <pc:sldMk cId="0" sldId="275"/>
            <ac:spMk id="18434" creationId="{E366AA98-A7A1-B5B3-4C19-B8BA13773D6F}"/>
          </ac:spMkLst>
        </pc:spChg>
        <pc:spChg chg="mod">
          <ac:chgData name="Mohamed Nismy" userId="S::nismy@bcas.lk::504480ca-6d25-4834-8e0b-0cc50939bf23" providerId="AD" clId="Web-{98274E21-688E-733C-23D0-AF411C143C90}" dt="2023-04-17T14:54:46.175" v="0"/>
          <ac:spMkLst>
            <pc:docMk/>
            <pc:sldMk cId="0" sldId="275"/>
            <ac:spMk id="18435" creationId="{335E1824-55E5-34A2-47EF-0122F325A6ED}"/>
          </ac:spMkLst>
        </pc:spChg>
      </pc:sldChg>
      <pc:sldChg chg="modSp">
        <pc:chgData name="Mohamed Nismy" userId="S::nismy@bcas.lk::504480ca-6d25-4834-8e0b-0cc50939bf23" providerId="AD" clId="Web-{98274E21-688E-733C-23D0-AF411C143C90}" dt="2023-04-17T14:54:46.175" v="0"/>
        <pc:sldMkLst>
          <pc:docMk/>
          <pc:sldMk cId="0" sldId="276"/>
        </pc:sldMkLst>
        <pc:picChg chg="mod">
          <ac:chgData name="Mohamed Nismy" userId="S::nismy@bcas.lk::504480ca-6d25-4834-8e0b-0cc50939bf23" providerId="AD" clId="Web-{98274E21-688E-733C-23D0-AF411C143C90}" dt="2023-04-17T14:54:46.175" v="0"/>
          <ac:picMkLst>
            <pc:docMk/>
            <pc:sldMk cId="0" sldId="276"/>
            <ac:picMk id="19459" creationId="{E6F10A52-907E-5035-7335-989D4E791821}"/>
          </ac:picMkLst>
        </pc:picChg>
      </pc:sldChg>
      <pc:sldChg chg="modSp">
        <pc:chgData name="Mohamed Nismy" userId="S::nismy@bcas.lk::504480ca-6d25-4834-8e0b-0cc50939bf23" providerId="AD" clId="Web-{98274E21-688E-733C-23D0-AF411C143C90}" dt="2023-04-17T14:54:46.175" v="0"/>
        <pc:sldMkLst>
          <pc:docMk/>
          <pc:sldMk cId="0" sldId="277"/>
        </pc:sldMkLst>
        <pc:spChg chg="mod">
          <ac:chgData name="Mohamed Nismy" userId="S::nismy@bcas.lk::504480ca-6d25-4834-8e0b-0cc50939bf23" providerId="AD" clId="Web-{98274E21-688E-733C-23D0-AF411C143C90}" dt="2023-04-17T14:54:46.175" v="0"/>
          <ac:spMkLst>
            <pc:docMk/>
            <pc:sldMk cId="0" sldId="277"/>
            <ac:spMk id="20482" creationId="{219CFB93-E11E-F25E-585A-F0E8170CDA4A}"/>
          </ac:spMkLst>
        </pc:spChg>
        <pc:spChg chg="mod">
          <ac:chgData name="Mohamed Nismy" userId="S::nismy@bcas.lk::504480ca-6d25-4834-8e0b-0cc50939bf23" providerId="AD" clId="Web-{98274E21-688E-733C-23D0-AF411C143C90}" dt="2023-04-17T14:54:46.175" v="0"/>
          <ac:spMkLst>
            <pc:docMk/>
            <pc:sldMk cId="0" sldId="277"/>
            <ac:spMk id="20483" creationId="{537B0A48-6008-B243-A906-3483E51C9B7A}"/>
          </ac:spMkLst>
        </pc:spChg>
      </pc:sldChg>
      <pc:sldChg chg="modSp">
        <pc:chgData name="Mohamed Nismy" userId="S::nismy@bcas.lk::504480ca-6d25-4834-8e0b-0cc50939bf23" providerId="AD" clId="Web-{98274E21-688E-733C-23D0-AF411C143C90}" dt="2023-04-17T14:54:46.175" v="0"/>
        <pc:sldMkLst>
          <pc:docMk/>
          <pc:sldMk cId="0" sldId="278"/>
        </pc:sldMkLst>
        <pc:picChg chg="mod">
          <ac:chgData name="Mohamed Nismy" userId="S::nismy@bcas.lk::504480ca-6d25-4834-8e0b-0cc50939bf23" providerId="AD" clId="Web-{98274E21-688E-733C-23D0-AF411C143C90}" dt="2023-04-17T14:54:46.175" v="0"/>
          <ac:picMkLst>
            <pc:docMk/>
            <pc:sldMk cId="0" sldId="278"/>
            <ac:picMk id="21506" creationId="{7F23AE7E-0348-CFDD-725E-91261830FF66}"/>
          </ac:picMkLst>
        </pc:picChg>
      </pc:sldChg>
      <pc:sldChg chg="modSp">
        <pc:chgData name="Mohamed Nismy" userId="S::nismy@bcas.lk::504480ca-6d25-4834-8e0b-0cc50939bf23" providerId="AD" clId="Web-{98274E21-688E-733C-23D0-AF411C143C90}" dt="2023-04-17T14:54:46.175" v="0"/>
        <pc:sldMkLst>
          <pc:docMk/>
          <pc:sldMk cId="0" sldId="279"/>
        </pc:sldMkLst>
        <pc:spChg chg="mod">
          <ac:chgData name="Mohamed Nismy" userId="S::nismy@bcas.lk::504480ca-6d25-4834-8e0b-0cc50939bf23" providerId="AD" clId="Web-{98274E21-688E-733C-23D0-AF411C143C90}" dt="2023-04-17T14:54:46.175" v="0"/>
          <ac:spMkLst>
            <pc:docMk/>
            <pc:sldMk cId="0" sldId="279"/>
            <ac:spMk id="22530" creationId="{B42F2389-28E1-2E70-D289-510697A631EF}"/>
          </ac:spMkLst>
        </pc:spChg>
        <pc:spChg chg="mod">
          <ac:chgData name="Mohamed Nismy" userId="S::nismy@bcas.lk::504480ca-6d25-4834-8e0b-0cc50939bf23" providerId="AD" clId="Web-{98274E21-688E-733C-23D0-AF411C143C90}" dt="2023-04-17T14:54:46.175" v="0"/>
          <ac:spMkLst>
            <pc:docMk/>
            <pc:sldMk cId="0" sldId="279"/>
            <ac:spMk id="22531" creationId="{D9C71810-56D4-BF8A-63D2-C3A80CB2068C}"/>
          </ac:spMkLst>
        </pc:spChg>
      </pc:sldChg>
      <pc:sldMasterChg chg="modSp modSldLayout">
        <pc:chgData name="Mohamed Nismy" userId="S::nismy@bcas.lk::504480ca-6d25-4834-8e0b-0cc50939bf23" providerId="AD" clId="Web-{98274E21-688E-733C-23D0-AF411C143C90}" dt="2023-04-17T14:54:46.175" v="0"/>
        <pc:sldMasterMkLst>
          <pc:docMk/>
          <pc:sldMasterMk cId="0" sldId="2147483648"/>
        </pc:sldMasterMkLst>
        <pc:spChg chg="mod">
          <ac:chgData name="Mohamed Nismy" userId="S::nismy@bcas.lk::504480ca-6d25-4834-8e0b-0cc50939bf23" providerId="AD" clId="Web-{98274E21-688E-733C-23D0-AF411C143C90}" dt="2023-04-17T14:54:46.175" v="0"/>
          <ac:spMkLst>
            <pc:docMk/>
            <pc:sldMasterMk cId="0" sldId="2147483648"/>
            <ac:spMk id="1026" creationId="{1E88A247-4373-EC8E-27A7-61F06CCCFEB6}"/>
          </ac:spMkLst>
        </pc:spChg>
        <pc:spChg chg="mod">
          <ac:chgData name="Mohamed Nismy" userId="S::nismy@bcas.lk::504480ca-6d25-4834-8e0b-0cc50939bf23" providerId="AD" clId="Web-{98274E21-688E-733C-23D0-AF411C143C90}" dt="2023-04-17T14:54:46.175" v="0"/>
          <ac:spMkLst>
            <pc:docMk/>
            <pc:sldMasterMk cId="0" sldId="2147483648"/>
            <ac:spMk id="1027" creationId="{02B26901-89A3-4F12-4410-2629F690FE79}"/>
          </ac:spMkLst>
        </pc:spChg>
        <pc:spChg chg="mod">
          <ac:chgData name="Mohamed Nismy" userId="S::nismy@bcas.lk::504480ca-6d25-4834-8e0b-0cc50939bf23" providerId="AD" clId="Web-{98274E21-688E-733C-23D0-AF411C143C90}" dt="2023-04-17T14:54:46.175" v="0"/>
          <ac:spMkLst>
            <pc:docMk/>
            <pc:sldMasterMk cId="0" sldId="2147483648"/>
            <ac:spMk id="1028" creationId="{95115CD2-DD88-2809-0DC8-DCA3069701FC}"/>
          </ac:spMkLst>
        </pc:spChg>
        <pc:spChg chg="mod">
          <ac:chgData name="Mohamed Nismy" userId="S::nismy@bcas.lk::504480ca-6d25-4834-8e0b-0cc50939bf23" providerId="AD" clId="Web-{98274E21-688E-733C-23D0-AF411C143C90}" dt="2023-04-17T14:54:46.175" v="0"/>
          <ac:spMkLst>
            <pc:docMk/>
            <pc:sldMasterMk cId="0" sldId="2147483648"/>
            <ac:spMk id="1029" creationId="{16C6731A-7C99-60D8-F562-E383DABFF467}"/>
          </ac:spMkLst>
        </pc:spChg>
        <pc:spChg chg="mod">
          <ac:chgData name="Mohamed Nismy" userId="S::nismy@bcas.lk::504480ca-6d25-4834-8e0b-0cc50939bf23" providerId="AD" clId="Web-{98274E21-688E-733C-23D0-AF411C143C90}" dt="2023-04-17T14:54:46.175" v="0"/>
          <ac:spMkLst>
            <pc:docMk/>
            <pc:sldMasterMk cId="0" sldId="2147483648"/>
            <ac:spMk id="1030" creationId="{B652C908-E809-9CDA-5EFA-C871AA5B4C49}"/>
          </ac:spMkLst>
        </pc:spChg>
        <pc:sldLayoutChg chg="modSp">
          <pc:chgData name="Mohamed Nismy" userId="S::nismy@bcas.lk::504480ca-6d25-4834-8e0b-0cc50939bf23" providerId="AD" clId="Web-{98274E21-688E-733C-23D0-AF411C143C90}" dt="2023-04-17T14:54:46.175" v="0"/>
          <pc:sldLayoutMkLst>
            <pc:docMk/>
            <pc:sldMasterMk cId="0" sldId="2147483648"/>
            <pc:sldLayoutMk cId="4190341612" sldId="2147483649"/>
          </pc:sldLayoutMkLst>
          <pc:spChg chg="mod">
            <ac:chgData name="Mohamed Nismy" userId="S::nismy@bcas.lk::504480ca-6d25-4834-8e0b-0cc50939bf23" providerId="AD" clId="Web-{98274E21-688E-733C-23D0-AF411C143C90}" dt="2023-04-17T14:54:46.175" v="0"/>
            <ac:spMkLst>
              <pc:docMk/>
              <pc:sldMasterMk cId="0" sldId="2147483648"/>
              <pc:sldLayoutMk cId="4190341612" sldId="2147483649"/>
              <ac:spMk id="2"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4190341612" sldId="2147483649"/>
              <ac:spMk id="3" creationId="{00000000-0000-0000-0000-000000000000}"/>
            </ac:spMkLst>
          </pc:spChg>
        </pc:sldLayoutChg>
        <pc:sldLayoutChg chg="modSp">
          <pc:chgData name="Mohamed Nismy" userId="S::nismy@bcas.lk::504480ca-6d25-4834-8e0b-0cc50939bf23" providerId="AD" clId="Web-{98274E21-688E-733C-23D0-AF411C143C90}" dt="2023-04-17T14:54:46.175" v="0"/>
          <pc:sldLayoutMkLst>
            <pc:docMk/>
            <pc:sldMasterMk cId="0" sldId="2147483648"/>
            <pc:sldLayoutMk cId="1988753272" sldId="2147483651"/>
          </pc:sldLayoutMkLst>
          <pc:spChg chg="mod">
            <ac:chgData name="Mohamed Nismy" userId="S::nismy@bcas.lk::504480ca-6d25-4834-8e0b-0cc50939bf23" providerId="AD" clId="Web-{98274E21-688E-733C-23D0-AF411C143C90}" dt="2023-04-17T14:54:46.175" v="0"/>
            <ac:spMkLst>
              <pc:docMk/>
              <pc:sldMasterMk cId="0" sldId="2147483648"/>
              <pc:sldLayoutMk cId="1988753272" sldId="2147483651"/>
              <ac:spMk id="2"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1988753272" sldId="2147483651"/>
              <ac:spMk id="3" creationId="{00000000-0000-0000-0000-000000000000}"/>
            </ac:spMkLst>
          </pc:spChg>
        </pc:sldLayoutChg>
        <pc:sldLayoutChg chg="modSp">
          <pc:chgData name="Mohamed Nismy" userId="S::nismy@bcas.lk::504480ca-6d25-4834-8e0b-0cc50939bf23" providerId="AD" clId="Web-{98274E21-688E-733C-23D0-AF411C143C90}" dt="2023-04-17T14:54:46.175" v="0"/>
          <pc:sldLayoutMkLst>
            <pc:docMk/>
            <pc:sldMasterMk cId="0" sldId="2147483648"/>
            <pc:sldLayoutMk cId="1441547387" sldId="2147483652"/>
          </pc:sldLayoutMkLst>
          <pc:spChg chg="mod">
            <ac:chgData name="Mohamed Nismy" userId="S::nismy@bcas.lk::504480ca-6d25-4834-8e0b-0cc50939bf23" providerId="AD" clId="Web-{98274E21-688E-733C-23D0-AF411C143C90}" dt="2023-04-17T14:54:46.175" v="0"/>
            <ac:spMkLst>
              <pc:docMk/>
              <pc:sldMasterMk cId="0" sldId="2147483648"/>
              <pc:sldLayoutMk cId="1441547387" sldId="2147483652"/>
              <ac:spMk id="3"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1441547387" sldId="2147483652"/>
              <ac:spMk id="4" creationId="{00000000-0000-0000-0000-000000000000}"/>
            </ac:spMkLst>
          </pc:spChg>
        </pc:sldLayoutChg>
        <pc:sldLayoutChg chg="modSp">
          <pc:chgData name="Mohamed Nismy" userId="S::nismy@bcas.lk::504480ca-6d25-4834-8e0b-0cc50939bf23" providerId="AD" clId="Web-{98274E21-688E-733C-23D0-AF411C143C90}" dt="2023-04-17T14:54:46.175" v="0"/>
          <pc:sldLayoutMkLst>
            <pc:docMk/>
            <pc:sldMasterMk cId="0" sldId="2147483648"/>
            <pc:sldLayoutMk cId="376104874" sldId="2147483653"/>
          </pc:sldLayoutMkLst>
          <pc:spChg chg="mod">
            <ac:chgData name="Mohamed Nismy" userId="S::nismy@bcas.lk::504480ca-6d25-4834-8e0b-0cc50939bf23" providerId="AD" clId="Web-{98274E21-688E-733C-23D0-AF411C143C90}" dt="2023-04-17T14:54:46.175" v="0"/>
            <ac:spMkLst>
              <pc:docMk/>
              <pc:sldMasterMk cId="0" sldId="2147483648"/>
              <pc:sldLayoutMk cId="376104874" sldId="2147483653"/>
              <ac:spMk id="3"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376104874" sldId="2147483653"/>
              <ac:spMk id="4"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376104874" sldId="2147483653"/>
              <ac:spMk id="5"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376104874" sldId="2147483653"/>
              <ac:spMk id="6" creationId="{00000000-0000-0000-0000-000000000000}"/>
            </ac:spMkLst>
          </pc:spChg>
        </pc:sldLayoutChg>
        <pc:sldLayoutChg chg="modSp">
          <pc:chgData name="Mohamed Nismy" userId="S::nismy@bcas.lk::504480ca-6d25-4834-8e0b-0cc50939bf23" providerId="AD" clId="Web-{98274E21-688E-733C-23D0-AF411C143C90}" dt="2023-04-17T14:54:46.175" v="0"/>
          <pc:sldLayoutMkLst>
            <pc:docMk/>
            <pc:sldMasterMk cId="0" sldId="2147483648"/>
            <pc:sldLayoutMk cId="1204350242" sldId="2147483656"/>
          </pc:sldLayoutMkLst>
          <pc:spChg chg="mod">
            <ac:chgData name="Mohamed Nismy" userId="S::nismy@bcas.lk::504480ca-6d25-4834-8e0b-0cc50939bf23" providerId="AD" clId="Web-{98274E21-688E-733C-23D0-AF411C143C90}" dt="2023-04-17T14:54:46.175" v="0"/>
            <ac:spMkLst>
              <pc:docMk/>
              <pc:sldMasterMk cId="0" sldId="2147483648"/>
              <pc:sldLayoutMk cId="1204350242" sldId="2147483656"/>
              <ac:spMk id="2"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1204350242" sldId="2147483656"/>
              <ac:spMk id="3"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1204350242" sldId="2147483656"/>
              <ac:spMk id="4" creationId="{00000000-0000-0000-0000-000000000000}"/>
            </ac:spMkLst>
          </pc:spChg>
        </pc:sldLayoutChg>
        <pc:sldLayoutChg chg="modSp">
          <pc:chgData name="Mohamed Nismy" userId="S::nismy@bcas.lk::504480ca-6d25-4834-8e0b-0cc50939bf23" providerId="AD" clId="Web-{98274E21-688E-733C-23D0-AF411C143C90}" dt="2023-04-17T14:54:46.175" v="0"/>
          <pc:sldLayoutMkLst>
            <pc:docMk/>
            <pc:sldMasterMk cId="0" sldId="2147483648"/>
            <pc:sldLayoutMk cId="2619147472" sldId="2147483657"/>
          </pc:sldLayoutMkLst>
          <pc:spChg chg="mod">
            <ac:chgData name="Mohamed Nismy" userId="S::nismy@bcas.lk::504480ca-6d25-4834-8e0b-0cc50939bf23" providerId="AD" clId="Web-{98274E21-688E-733C-23D0-AF411C143C90}" dt="2023-04-17T14:54:46.175" v="0"/>
            <ac:spMkLst>
              <pc:docMk/>
              <pc:sldMasterMk cId="0" sldId="2147483648"/>
              <pc:sldLayoutMk cId="2619147472" sldId="2147483657"/>
              <ac:spMk id="2"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2619147472" sldId="2147483657"/>
              <ac:spMk id="3"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2619147472" sldId="2147483657"/>
              <ac:spMk id="4" creationId="{00000000-0000-0000-0000-000000000000}"/>
            </ac:spMkLst>
          </pc:spChg>
        </pc:sldLayoutChg>
        <pc:sldLayoutChg chg="modSp">
          <pc:chgData name="Mohamed Nismy" userId="S::nismy@bcas.lk::504480ca-6d25-4834-8e0b-0cc50939bf23" providerId="AD" clId="Web-{98274E21-688E-733C-23D0-AF411C143C90}" dt="2023-04-17T14:54:46.175" v="0"/>
          <pc:sldLayoutMkLst>
            <pc:docMk/>
            <pc:sldMasterMk cId="0" sldId="2147483648"/>
            <pc:sldLayoutMk cId="4200804397" sldId="2147483659"/>
          </pc:sldLayoutMkLst>
          <pc:spChg chg="mod">
            <ac:chgData name="Mohamed Nismy" userId="S::nismy@bcas.lk::504480ca-6d25-4834-8e0b-0cc50939bf23" providerId="AD" clId="Web-{98274E21-688E-733C-23D0-AF411C143C90}" dt="2023-04-17T14:54:46.175" v="0"/>
            <ac:spMkLst>
              <pc:docMk/>
              <pc:sldMasterMk cId="0" sldId="2147483648"/>
              <pc:sldLayoutMk cId="4200804397" sldId="2147483659"/>
              <ac:spMk id="2" creationId="{00000000-0000-0000-0000-000000000000}"/>
            </ac:spMkLst>
          </pc:spChg>
          <pc:spChg chg="mod">
            <ac:chgData name="Mohamed Nismy" userId="S::nismy@bcas.lk::504480ca-6d25-4834-8e0b-0cc50939bf23" providerId="AD" clId="Web-{98274E21-688E-733C-23D0-AF411C143C90}" dt="2023-04-17T14:54:46.175" v="0"/>
            <ac:spMkLst>
              <pc:docMk/>
              <pc:sldMasterMk cId="0" sldId="2147483648"/>
              <pc:sldLayoutMk cId="4200804397" sldId="2147483659"/>
              <ac:spMk id="3" creationId="{00000000-0000-0000-0000-000000000000}"/>
            </ac:spMkLst>
          </pc:spChg>
        </pc:sldLayoutChg>
      </pc:sldMasterChg>
    </pc:docChg>
  </pc:docChgLst>
  <pc:docChgLst>
    <pc:chgData name="Mohamed Nismy" userId="504480ca-6d25-4834-8e0b-0cc50939bf23" providerId="ADAL" clId="{E5903420-549F-40E0-9263-98994F05D37D}"/>
    <pc:docChg chg="modSld">
      <pc:chgData name="Mohamed Nismy" userId="504480ca-6d25-4834-8e0b-0cc50939bf23" providerId="ADAL" clId="{E5903420-549F-40E0-9263-98994F05D37D}" dt="2024-04-27T03:36:08.040" v="10" actId="14100"/>
      <pc:docMkLst>
        <pc:docMk/>
      </pc:docMkLst>
      <pc:sldChg chg="modSp">
        <pc:chgData name="Mohamed Nismy" userId="504480ca-6d25-4834-8e0b-0cc50939bf23" providerId="ADAL" clId="{E5903420-549F-40E0-9263-98994F05D37D}" dt="2024-04-27T03:35:14.888" v="1" actId="14100"/>
        <pc:sldMkLst>
          <pc:docMk/>
          <pc:sldMk cId="0" sldId="267"/>
        </pc:sldMkLst>
        <pc:spChg chg="mod">
          <ac:chgData name="Mohamed Nismy" userId="504480ca-6d25-4834-8e0b-0cc50939bf23" providerId="ADAL" clId="{E5903420-549F-40E0-9263-98994F05D37D}" dt="2024-04-27T03:35:14.888" v="1" actId="14100"/>
          <ac:spMkLst>
            <pc:docMk/>
            <pc:sldMk cId="0" sldId="267"/>
            <ac:spMk id="10243" creationId="{42FAA5CA-DF3E-8237-4B11-C3510CB48DDA}"/>
          </ac:spMkLst>
        </pc:spChg>
      </pc:sldChg>
      <pc:sldChg chg="modSp">
        <pc:chgData name="Mohamed Nismy" userId="504480ca-6d25-4834-8e0b-0cc50939bf23" providerId="ADAL" clId="{E5903420-549F-40E0-9263-98994F05D37D}" dt="2024-04-27T03:35:30.829" v="3" actId="14100"/>
        <pc:sldMkLst>
          <pc:docMk/>
          <pc:sldMk cId="0" sldId="268"/>
        </pc:sldMkLst>
        <pc:spChg chg="mod">
          <ac:chgData name="Mohamed Nismy" userId="504480ca-6d25-4834-8e0b-0cc50939bf23" providerId="ADAL" clId="{E5903420-549F-40E0-9263-98994F05D37D}" dt="2024-04-27T03:35:30.829" v="3" actId="14100"/>
          <ac:spMkLst>
            <pc:docMk/>
            <pc:sldMk cId="0" sldId="268"/>
            <ac:spMk id="11267" creationId="{340DF633-F5BA-0631-F75F-DB9896E7FD12}"/>
          </ac:spMkLst>
        </pc:spChg>
      </pc:sldChg>
      <pc:sldChg chg="modSp">
        <pc:chgData name="Mohamed Nismy" userId="504480ca-6d25-4834-8e0b-0cc50939bf23" providerId="ADAL" clId="{E5903420-549F-40E0-9263-98994F05D37D}" dt="2024-04-27T03:35:44.352" v="6" actId="404"/>
        <pc:sldMkLst>
          <pc:docMk/>
          <pc:sldMk cId="0" sldId="270"/>
        </pc:sldMkLst>
        <pc:spChg chg="mod">
          <ac:chgData name="Mohamed Nismy" userId="504480ca-6d25-4834-8e0b-0cc50939bf23" providerId="ADAL" clId="{E5903420-549F-40E0-9263-98994F05D37D}" dt="2024-04-27T03:35:44.352" v="6" actId="404"/>
          <ac:spMkLst>
            <pc:docMk/>
            <pc:sldMk cId="0" sldId="270"/>
            <ac:spMk id="13315" creationId="{416F3C72-50AE-59A7-BF74-5581D700F38C}"/>
          </ac:spMkLst>
        </pc:spChg>
      </pc:sldChg>
      <pc:sldChg chg="modSp">
        <pc:chgData name="Mohamed Nismy" userId="504480ca-6d25-4834-8e0b-0cc50939bf23" providerId="ADAL" clId="{E5903420-549F-40E0-9263-98994F05D37D}" dt="2024-04-27T03:36:01.118" v="8" actId="14100"/>
        <pc:sldMkLst>
          <pc:docMk/>
          <pc:sldMk cId="0" sldId="272"/>
        </pc:sldMkLst>
        <pc:spChg chg="mod">
          <ac:chgData name="Mohamed Nismy" userId="504480ca-6d25-4834-8e0b-0cc50939bf23" providerId="ADAL" clId="{E5903420-549F-40E0-9263-98994F05D37D}" dt="2024-04-27T03:36:01.118" v="8" actId="14100"/>
          <ac:spMkLst>
            <pc:docMk/>
            <pc:sldMk cId="0" sldId="272"/>
            <ac:spMk id="15363" creationId="{C15F48F8-2138-D077-5488-6CFFA6EAF714}"/>
          </ac:spMkLst>
        </pc:spChg>
      </pc:sldChg>
      <pc:sldChg chg="modSp">
        <pc:chgData name="Mohamed Nismy" userId="504480ca-6d25-4834-8e0b-0cc50939bf23" providerId="ADAL" clId="{E5903420-549F-40E0-9263-98994F05D37D}" dt="2024-04-27T03:36:08.040" v="10" actId="14100"/>
        <pc:sldMkLst>
          <pc:docMk/>
          <pc:sldMk cId="0" sldId="273"/>
        </pc:sldMkLst>
        <pc:spChg chg="mod">
          <ac:chgData name="Mohamed Nismy" userId="504480ca-6d25-4834-8e0b-0cc50939bf23" providerId="ADAL" clId="{E5903420-549F-40E0-9263-98994F05D37D}" dt="2024-04-27T03:36:08.040" v="10" actId="14100"/>
          <ac:spMkLst>
            <pc:docMk/>
            <pc:sldMk cId="0" sldId="273"/>
            <ac:spMk id="16387" creationId="{C355C67B-4EC5-9160-0AA7-80468ED1CDC2}"/>
          </ac:spMkLst>
        </pc:spChg>
      </pc:sldChg>
    </pc:docChg>
  </pc:docChgLst>
  <pc:docChgLst>
    <pc:chgData name="Mohamed Nismy" userId="S::nismy@bcas.lk::504480ca-6d25-4834-8e0b-0cc50939bf23" providerId="AD" clId="Web-{002E9ADE-30AA-8CD7-5AC9-5F87ABE6864C}"/>
    <pc:docChg chg="delSld modSld">
      <pc:chgData name="Mohamed Nismy" userId="S::nismy@bcas.lk::504480ca-6d25-4834-8e0b-0cc50939bf23" providerId="AD" clId="Web-{002E9ADE-30AA-8CD7-5AC9-5F87ABE6864C}" dt="2023-08-04T18:11:00.634" v="13"/>
      <pc:docMkLst>
        <pc:docMk/>
      </pc:docMkLst>
      <pc:sldChg chg="del">
        <pc:chgData name="Mohamed Nismy" userId="S::nismy@bcas.lk::504480ca-6d25-4834-8e0b-0cc50939bf23" providerId="AD" clId="Web-{002E9ADE-30AA-8CD7-5AC9-5F87ABE6864C}" dt="2023-08-04T18:01:07.151" v="5"/>
        <pc:sldMkLst>
          <pc:docMk/>
          <pc:sldMk cId="0" sldId="258"/>
        </pc:sldMkLst>
      </pc:sldChg>
      <pc:sldChg chg="del">
        <pc:chgData name="Mohamed Nismy" userId="S::nismy@bcas.lk::504480ca-6d25-4834-8e0b-0cc50939bf23" providerId="AD" clId="Web-{002E9ADE-30AA-8CD7-5AC9-5F87ABE6864C}" dt="2023-08-04T18:00:53.666" v="4"/>
        <pc:sldMkLst>
          <pc:docMk/>
          <pc:sldMk cId="0" sldId="259"/>
        </pc:sldMkLst>
      </pc:sldChg>
      <pc:sldChg chg="del">
        <pc:chgData name="Mohamed Nismy" userId="S::nismy@bcas.lk::504480ca-6d25-4834-8e0b-0cc50939bf23" providerId="AD" clId="Web-{002E9ADE-30AA-8CD7-5AC9-5F87ABE6864C}" dt="2023-08-04T18:00:53.666" v="3"/>
        <pc:sldMkLst>
          <pc:docMk/>
          <pc:sldMk cId="0" sldId="261"/>
        </pc:sldMkLst>
      </pc:sldChg>
      <pc:sldChg chg="del">
        <pc:chgData name="Mohamed Nismy" userId="S::nismy@bcas.lk::504480ca-6d25-4834-8e0b-0cc50939bf23" providerId="AD" clId="Web-{002E9ADE-30AA-8CD7-5AC9-5F87ABE6864C}" dt="2023-08-04T18:00:53.666" v="2"/>
        <pc:sldMkLst>
          <pc:docMk/>
          <pc:sldMk cId="0" sldId="263"/>
        </pc:sldMkLst>
      </pc:sldChg>
      <pc:sldChg chg="del">
        <pc:chgData name="Mohamed Nismy" userId="S::nismy@bcas.lk::504480ca-6d25-4834-8e0b-0cc50939bf23" providerId="AD" clId="Web-{002E9ADE-30AA-8CD7-5AC9-5F87ABE6864C}" dt="2023-08-04T18:00:53.666" v="1"/>
        <pc:sldMkLst>
          <pc:docMk/>
          <pc:sldMk cId="0" sldId="264"/>
        </pc:sldMkLst>
      </pc:sldChg>
      <pc:sldChg chg="del">
        <pc:chgData name="Mohamed Nismy" userId="S::nismy@bcas.lk::504480ca-6d25-4834-8e0b-0cc50939bf23" providerId="AD" clId="Web-{002E9ADE-30AA-8CD7-5AC9-5F87ABE6864C}" dt="2023-08-04T18:00:53.666" v="0"/>
        <pc:sldMkLst>
          <pc:docMk/>
          <pc:sldMk cId="0" sldId="265"/>
        </pc:sldMkLst>
      </pc:sldChg>
      <pc:sldChg chg="del">
        <pc:chgData name="Mohamed Nismy" userId="S::nismy@bcas.lk::504480ca-6d25-4834-8e0b-0cc50939bf23" providerId="AD" clId="Web-{002E9ADE-30AA-8CD7-5AC9-5F87ABE6864C}" dt="2023-08-04T18:01:51.200" v="6"/>
        <pc:sldMkLst>
          <pc:docMk/>
          <pc:sldMk cId="0" sldId="266"/>
        </pc:sldMkLst>
      </pc:sldChg>
      <pc:sldChg chg="modNotes">
        <pc:chgData name="Mohamed Nismy" userId="S::nismy@bcas.lk::504480ca-6d25-4834-8e0b-0cc50939bf23" providerId="AD" clId="Web-{002E9ADE-30AA-8CD7-5AC9-5F87ABE6864C}" dt="2023-08-04T18:11:00.634" v="13"/>
        <pc:sldMkLst>
          <pc:docMk/>
          <pc:sldMk cId="0" sldId="2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325B78-8A7E-DFB0-6779-D1C09FF237DC}"/>
              </a:ext>
            </a:extLst>
          </p:cNvPr>
          <p:cNvSpPr>
            <a:spLocks noGrp="1"/>
          </p:cNvSpPr>
          <p:nvPr>
            <p:ph type="hdr" sz="quarter"/>
          </p:nvPr>
        </p:nvSpPr>
        <p:spPr>
          <a:xfrm>
            <a:off x="0" y="0"/>
            <a:ext cx="4033838" cy="352425"/>
          </a:xfrm>
          <a:prstGeom prst="rect">
            <a:avLst/>
          </a:prstGeom>
        </p:spPr>
        <p:txBody>
          <a:bodyPr vert="horz" lIns="93497" tIns="46749" rIns="93497" bIns="46749" rtlCol="0"/>
          <a:lstStyle>
            <a:lvl1pPr algn="l">
              <a:defRPr sz="1200" smtClean="0">
                <a:latin typeface="Arial" charset="0"/>
                <a:cs typeface="Arial" charset="0"/>
              </a:defRPr>
            </a:lvl1pPr>
          </a:lstStyle>
          <a:p>
            <a:pPr>
              <a:defRPr/>
            </a:pPr>
            <a:r>
              <a:rPr lang="en-US"/>
              <a:t>HND in CSD - Security - Introduction to IS</a:t>
            </a:r>
          </a:p>
        </p:txBody>
      </p:sp>
      <p:sp>
        <p:nvSpPr>
          <p:cNvPr id="3" name="Date Placeholder 2">
            <a:extLst>
              <a:ext uri="{FF2B5EF4-FFF2-40B4-BE49-F238E27FC236}">
                <a16:creationId xmlns:a16="http://schemas.microsoft.com/office/drawing/2014/main" id="{0909B38A-9E7B-08ED-9824-9481BDD353F3}"/>
              </a:ext>
            </a:extLst>
          </p:cNvPr>
          <p:cNvSpPr>
            <a:spLocks noGrp="1"/>
          </p:cNvSpPr>
          <p:nvPr>
            <p:ph type="dt" sz="quarter" idx="1"/>
          </p:nvPr>
        </p:nvSpPr>
        <p:spPr>
          <a:xfrm>
            <a:off x="5273675" y="0"/>
            <a:ext cx="4033838" cy="352425"/>
          </a:xfrm>
          <a:prstGeom prst="rect">
            <a:avLst/>
          </a:prstGeom>
        </p:spPr>
        <p:txBody>
          <a:bodyPr vert="horz" lIns="93497" tIns="46749" rIns="93497" bIns="46749" rtlCol="0"/>
          <a:lstStyle>
            <a:lvl1pPr algn="r">
              <a:defRPr sz="1200" smtClean="0">
                <a:latin typeface="Arial" charset="0"/>
                <a:cs typeface="Arial" charset="0"/>
              </a:defRPr>
            </a:lvl1pPr>
          </a:lstStyle>
          <a:p>
            <a:pPr>
              <a:defRPr/>
            </a:pPr>
            <a:r>
              <a:rPr lang="en-US"/>
              <a:t>Batch 03</a:t>
            </a:r>
          </a:p>
        </p:txBody>
      </p:sp>
      <p:sp>
        <p:nvSpPr>
          <p:cNvPr id="4" name="Footer Placeholder 3">
            <a:extLst>
              <a:ext uri="{FF2B5EF4-FFF2-40B4-BE49-F238E27FC236}">
                <a16:creationId xmlns:a16="http://schemas.microsoft.com/office/drawing/2014/main" id="{A627982C-F3B6-C0C5-C782-A419F70CE130}"/>
              </a:ext>
            </a:extLst>
          </p:cNvPr>
          <p:cNvSpPr>
            <a:spLocks noGrp="1"/>
          </p:cNvSpPr>
          <p:nvPr>
            <p:ph type="ftr" sz="quarter" idx="2"/>
          </p:nvPr>
        </p:nvSpPr>
        <p:spPr>
          <a:xfrm>
            <a:off x="0" y="6699250"/>
            <a:ext cx="4033838" cy="352425"/>
          </a:xfrm>
          <a:prstGeom prst="rect">
            <a:avLst/>
          </a:prstGeom>
        </p:spPr>
        <p:txBody>
          <a:bodyPr vert="horz" lIns="93497" tIns="46749" rIns="93497" bIns="46749" rtlCol="0" anchor="b"/>
          <a:lstStyle>
            <a:lvl1pPr algn="l">
              <a:defRPr sz="1200">
                <a:latin typeface="Arial" charset="0"/>
                <a:cs typeface="Arial" charset="0"/>
              </a:defRPr>
            </a:lvl1pPr>
          </a:lstStyle>
          <a:p>
            <a:pPr>
              <a:defRPr/>
            </a:pPr>
            <a:r>
              <a:rPr lang="en-US"/>
              <a:t>Mohamed Ishraque</a:t>
            </a:r>
          </a:p>
        </p:txBody>
      </p:sp>
      <p:sp>
        <p:nvSpPr>
          <p:cNvPr id="5" name="Slide Number Placeholder 4">
            <a:extLst>
              <a:ext uri="{FF2B5EF4-FFF2-40B4-BE49-F238E27FC236}">
                <a16:creationId xmlns:a16="http://schemas.microsoft.com/office/drawing/2014/main" id="{67771471-8EE7-07CB-BECF-1299AB7B823F}"/>
              </a:ext>
            </a:extLst>
          </p:cNvPr>
          <p:cNvSpPr>
            <a:spLocks noGrp="1"/>
          </p:cNvSpPr>
          <p:nvPr>
            <p:ph type="sldNum" sz="quarter" idx="3"/>
          </p:nvPr>
        </p:nvSpPr>
        <p:spPr>
          <a:xfrm>
            <a:off x="5273675" y="6699250"/>
            <a:ext cx="4033838" cy="352425"/>
          </a:xfrm>
          <a:prstGeom prst="rect">
            <a:avLst/>
          </a:prstGeom>
        </p:spPr>
        <p:txBody>
          <a:bodyPr vert="horz" wrap="square" lIns="93497" tIns="46749" rIns="93497" bIns="46749" numCol="1" anchor="b" anchorCtr="0" compatLnSpc="1">
            <a:prstTxWarp prst="textNoShape">
              <a:avLst/>
            </a:prstTxWarp>
          </a:bodyPr>
          <a:lstStyle>
            <a:lvl1pPr algn="r">
              <a:defRPr sz="1200"/>
            </a:lvl1pPr>
          </a:lstStyle>
          <a:p>
            <a:fld id="{06101507-6228-4A63-A3FA-AA8419C7C95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9F94A42-DE73-017B-6465-E4E77D0BFAEC}"/>
              </a:ext>
            </a:extLst>
          </p:cNvPr>
          <p:cNvSpPr>
            <a:spLocks noGrp="1" noChangeArrowheads="1"/>
          </p:cNvSpPr>
          <p:nvPr>
            <p:ph type="hdr" sz="quarter"/>
          </p:nvPr>
        </p:nvSpPr>
        <p:spPr bwMode="auto">
          <a:xfrm>
            <a:off x="0" y="0"/>
            <a:ext cx="4033838"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97" tIns="46749" rIns="93497" bIns="46749" numCol="1" anchor="t" anchorCtr="0" compatLnSpc="1">
            <a:prstTxWarp prst="textNoShape">
              <a:avLst/>
            </a:prstTxWarp>
          </a:bodyPr>
          <a:lstStyle>
            <a:lvl1pPr>
              <a:defRPr sz="1200" smtClean="0">
                <a:latin typeface="Arial" charset="0"/>
                <a:cs typeface="Arial" charset="0"/>
              </a:defRPr>
            </a:lvl1pPr>
          </a:lstStyle>
          <a:p>
            <a:pPr>
              <a:defRPr/>
            </a:pPr>
            <a:r>
              <a:rPr lang="en-US" altLang="en-US"/>
              <a:t>HND in CSD - Security - Introduction to IS</a:t>
            </a:r>
          </a:p>
        </p:txBody>
      </p:sp>
      <p:sp>
        <p:nvSpPr>
          <p:cNvPr id="4099" name="Rectangle 3">
            <a:extLst>
              <a:ext uri="{FF2B5EF4-FFF2-40B4-BE49-F238E27FC236}">
                <a16:creationId xmlns:a16="http://schemas.microsoft.com/office/drawing/2014/main" id="{9A0641FD-4AAA-7425-70DF-A64676618137}"/>
              </a:ext>
            </a:extLst>
          </p:cNvPr>
          <p:cNvSpPr>
            <a:spLocks noGrp="1" noChangeArrowheads="1"/>
          </p:cNvSpPr>
          <p:nvPr>
            <p:ph type="dt" idx="1"/>
          </p:nvPr>
        </p:nvSpPr>
        <p:spPr bwMode="auto">
          <a:xfrm>
            <a:off x="5273675" y="0"/>
            <a:ext cx="4033838"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97" tIns="46749" rIns="93497" bIns="46749" numCol="1" anchor="t" anchorCtr="0" compatLnSpc="1">
            <a:prstTxWarp prst="textNoShape">
              <a:avLst/>
            </a:prstTxWarp>
          </a:bodyPr>
          <a:lstStyle>
            <a:lvl1pPr algn="r">
              <a:defRPr sz="1200" smtClean="0">
                <a:latin typeface="Arial" charset="0"/>
                <a:cs typeface="Arial" charset="0"/>
              </a:defRPr>
            </a:lvl1pPr>
          </a:lstStyle>
          <a:p>
            <a:pPr>
              <a:defRPr/>
            </a:pPr>
            <a:r>
              <a:rPr lang="en-US" altLang="en-US"/>
              <a:t>Batch 03</a:t>
            </a:r>
          </a:p>
        </p:txBody>
      </p:sp>
      <p:sp>
        <p:nvSpPr>
          <p:cNvPr id="23556" name="Rectangle 4">
            <a:extLst>
              <a:ext uri="{FF2B5EF4-FFF2-40B4-BE49-F238E27FC236}">
                <a16:creationId xmlns:a16="http://schemas.microsoft.com/office/drawing/2014/main" id="{F639B998-3581-1A95-3F75-98909CA0CA7F}"/>
              </a:ext>
            </a:extLst>
          </p:cNvPr>
          <p:cNvSpPr>
            <a:spLocks noGrp="1" noRot="1" noChangeAspect="1" noChangeArrowheads="1" noTextEdit="1"/>
          </p:cNvSpPr>
          <p:nvPr>
            <p:ph type="sldImg" idx="2"/>
          </p:nvPr>
        </p:nvSpPr>
        <p:spPr bwMode="auto">
          <a:xfrm>
            <a:off x="2892425" y="528638"/>
            <a:ext cx="3525838" cy="26447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DDAE135A-D027-95A6-20F2-8709C0F2C7A4}"/>
              </a:ext>
            </a:extLst>
          </p:cNvPr>
          <p:cNvSpPr>
            <a:spLocks noGrp="1" noChangeArrowheads="1"/>
          </p:cNvSpPr>
          <p:nvPr>
            <p:ph type="body" sz="quarter" idx="3"/>
          </p:nvPr>
        </p:nvSpPr>
        <p:spPr bwMode="auto">
          <a:xfrm>
            <a:off x="930275" y="3349625"/>
            <a:ext cx="7448550" cy="317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97" tIns="46749" rIns="93497" bIns="4674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a:extLst>
              <a:ext uri="{FF2B5EF4-FFF2-40B4-BE49-F238E27FC236}">
                <a16:creationId xmlns:a16="http://schemas.microsoft.com/office/drawing/2014/main" id="{1C550109-7653-22AA-377E-414C54F4D179}"/>
              </a:ext>
            </a:extLst>
          </p:cNvPr>
          <p:cNvSpPr>
            <a:spLocks noGrp="1" noChangeArrowheads="1"/>
          </p:cNvSpPr>
          <p:nvPr>
            <p:ph type="ftr" sz="quarter" idx="4"/>
          </p:nvPr>
        </p:nvSpPr>
        <p:spPr bwMode="auto">
          <a:xfrm>
            <a:off x="0" y="6699250"/>
            <a:ext cx="4033838"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97" tIns="46749" rIns="93497" bIns="46749" numCol="1" anchor="b" anchorCtr="0" compatLnSpc="1">
            <a:prstTxWarp prst="textNoShape">
              <a:avLst/>
            </a:prstTxWarp>
          </a:bodyPr>
          <a:lstStyle>
            <a:lvl1pPr>
              <a:defRPr sz="1200">
                <a:latin typeface="Arial" charset="0"/>
                <a:cs typeface="Arial" charset="0"/>
              </a:defRPr>
            </a:lvl1pPr>
          </a:lstStyle>
          <a:p>
            <a:pPr>
              <a:defRPr/>
            </a:pPr>
            <a:r>
              <a:rPr lang="en-US" altLang="en-US"/>
              <a:t>Mohamed Ishraque</a:t>
            </a:r>
          </a:p>
        </p:txBody>
      </p:sp>
      <p:sp>
        <p:nvSpPr>
          <p:cNvPr id="4103" name="Rectangle 7">
            <a:extLst>
              <a:ext uri="{FF2B5EF4-FFF2-40B4-BE49-F238E27FC236}">
                <a16:creationId xmlns:a16="http://schemas.microsoft.com/office/drawing/2014/main" id="{8C420893-DDEC-DA7F-5552-C8527AA9821B}"/>
              </a:ext>
            </a:extLst>
          </p:cNvPr>
          <p:cNvSpPr>
            <a:spLocks noGrp="1" noChangeArrowheads="1"/>
          </p:cNvSpPr>
          <p:nvPr>
            <p:ph type="sldNum" sz="quarter" idx="5"/>
          </p:nvPr>
        </p:nvSpPr>
        <p:spPr bwMode="auto">
          <a:xfrm>
            <a:off x="5273675" y="6699250"/>
            <a:ext cx="4033838"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97" tIns="46749" rIns="93497" bIns="46749" numCol="1" anchor="b" anchorCtr="0" compatLnSpc="1">
            <a:prstTxWarp prst="textNoShape">
              <a:avLst/>
            </a:prstTxWarp>
          </a:bodyPr>
          <a:lstStyle>
            <a:lvl1pPr algn="r">
              <a:defRPr sz="1200"/>
            </a:lvl1pPr>
          </a:lstStyle>
          <a:p>
            <a:fld id="{B3C120E7-0E3E-41B2-963C-571BD5F9B1D0}" type="slidenum">
              <a:rPr lang="en-US" altLang="en-US"/>
              <a:pPr/>
              <a:t>‹#›</a:t>
            </a:fld>
            <a:endParaRPr lang="en-US"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2E507B2C-91E7-2397-53B2-36924EE89193}"/>
              </a:ext>
            </a:extLst>
          </p:cNvPr>
          <p:cNvSpPr>
            <a:spLocks noGrp="1" noRot="1" noChangeAspect="1" noTextEdit="1"/>
          </p:cNvSpPr>
          <p:nvPr>
            <p:ph type="sldImg"/>
          </p:nvPr>
        </p:nvSpPr>
        <p:spPr>
          <a:xfrm>
            <a:off x="2305050" y="528638"/>
            <a:ext cx="4700588" cy="2644775"/>
          </a:xfrm>
          <a:ln/>
        </p:spPr>
      </p:sp>
      <p:sp>
        <p:nvSpPr>
          <p:cNvPr id="24579" name="Notes Placeholder 2">
            <a:extLst>
              <a:ext uri="{FF2B5EF4-FFF2-40B4-BE49-F238E27FC236}">
                <a16:creationId xmlns:a16="http://schemas.microsoft.com/office/drawing/2014/main" id="{9817CED9-D183-FDC9-C499-E6ED90C8A1EA}"/>
              </a:ext>
            </a:extLst>
          </p:cNvPr>
          <p:cNvSpPr>
            <a:spLocks noGrp="1"/>
          </p:cNvSpPr>
          <p:nvPr>
            <p:ph type="body" idx="1"/>
          </p:nvPr>
        </p:nvSpPr>
        <p:spPr>
          <a:noFill/>
        </p:spPr>
        <p:txBody>
          <a:bodyPr/>
          <a:lstStyle/>
          <a:p>
            <a:endParaRPr lang="en-US" altLang="en-US">
              <a:latin typeface="Arial" panose="020B0604020202020204" pitchFamily="34" charset="0"/>
              <a:cs typeface="Arial" panose="020B0604020202020204" pitchFamily="34" charset="0"/>
            </a:endParaRPr>
          </a:p>
        </p:txBody>
      </p:sp>
      <p:sp>
        <p:nvSpPr>
          <p:cNvPr id="24580" name="Slide Number Placeholder 3">
            <a:extLst>
              <a:ext uri="{FF2B5EF4-FFF2-40B4-BE49-F238E27FC236}">
                <a16:creationId xmlns:a16="http://schemas.microsoft.com/office/drawing/2014/main" id="{3FE7589C-C118-41C8-0555-D542112873A9}"/>
              </a:ext>
            </a:extLst>
          </p:cNvPr>
          <p:cNvSpPr>
            <a:spLocks noGrp="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A95C8C64-AB03-4BAC-B23E-D2760038AB75}" type="slidenum">
              <a:rPr lang="en-US" altLang="en-US"/>
              <a:pPr eaLnBrk="1" hangingPunct="1">
                <a:spcBef>
                  <a:spcPct val="0"/>
                </a:spcBef>
              </a:pPr>
              <a:t>1</a:t>
            </a:fld>
            <a:endParaRPr lang="en-US" altLang="en-US"/>
          </a:p>
        </p:txBody>
      </p:sp>
      <p:sp>
        <p:nvSpPr>
          <p:cNvPr id="24581" name="Date Placeholder 4">
            <a:extLst>
              <a:ext uri="{FF2B5EF4-FFF2-40B4-BE49-F238E27FC236}">
                <a16:creationId xmlns:a16="http://schemas.microsoft.com/office/drawing/2014/main" id="{84771965-CFC0-4000-E0C0-6737174DF226}"/>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24582" name="Footer Placeholder 5">
            <a:extLst>
              <a:ext uri="{FF2B5EF4-FFF2-40B4-BE49-F238E27FC236}">
                <a16:creationId xmlns:a16="http://schemas.microsoft.com/office/drawing/2014/main" id="{4FD03D0D-E4E3-4B48-598E-A61DBB97D440}"/>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24583" name="Header Placeholder 6">
            <a:extLst>
              <a:ext uri="{FF2B5EF4-FFF2-40B4-BE49-F238E27FC236}">
                <a16:creationId xmlns:a16="http://schemas.microsoft.com/office/drawing/2014/main" id="{BB9795B5-193F-1638-026A-DE3473E38065}"/>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2E5D14D-7A50-DA6C-8D50-88E3D5F5BD90}"/>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A4BD22A1-0087-43B9-8002-4B2D48DA6401}" type="slidenum">
              <a:rPr lang="en-US" altLang="en-US"/>
              <a:pPr eaLnBrk="1" hangingPunct="1">
                <a:spcBef>
                  <a:spcPct val="0"/>
                </a:spcBef>
              </a:pPr>
              <a:t>2</a:t>
            </a:fld>
            <a:endParaRPr lang="en-US" altLang="en-US"/>
          </a:p>
        </p:txBody>
      </p:sp>
      <p:sp>
        <p:nvSpPr>
          <p:cNvPr id="32771" name="Rectangle 2">
            <a:extLst>
              <a:ext uri="{FF2B5EF4-FFF2-40B4-BE49-F238E27FC236}">
                <a16:creationId xmlns:a16="http://schemas.microsoft.com/office/drawing/2014/main" id="{115661F5-877A-0240-0C40-BF7EC6A11B51}"/>
              </a:ext>
            </a:extLst>
          </p:cNvPr>
          <p:cNvSpPr>
            <a:spLocks noGrp="1" noRot="1" noChangeAspect="1" noChangeArrowheads="1" noTextEdit="1"/>
          </p:cNvSpPr>
          <p:nvPr>
            <p:ph type="sldImg"/>
          </p:nvPr>
        </p:nvSpPr>
        <p:spPr>
          <a:xfrm>
            <a:off x="2305050" y="528638"/>
            <a:ext cx="4700588" cy="2644775"/>
          </a:xfrm>
          <a:ln/>
        </p:spPr>
      </p:sp>
      <p:sp>
        <p:nvSpPr>
          <p:cNvPr id="32772" name="Rectangle 3">
            <a:extLst>
              <a:ext uri="{FF2B5EF4-FFF2-40B4-BE49-F238E27FC236}">
                <a16:creationId xmlns:a16="http://schemas.microsoft.com/office/drawing/2014/main" id="{3ECD9E0F-910F-260D-C16C-49155DFDE00F}"/>
              </a:ext>
            </a:extLst>
          </p:cNvPr>
          <p:cNvSpPr>
            <a:spLocks noGrp="1" noChangeArrowheads="1"/>
          </p:cNvSpPr>
          <p:nvPr>
            <p:ph type="body" idx="1"/>
          </p:nvPr>
        </p:nvSpPr>
        <p:spPr>
          <a:xfrm>
            <a:off x="1241425" y="3349625"/>
            <a:ext cx="6826250" cy="3175000"/>
          </a:xfrm>
          <a:noFill/>
        </p:spPr>
        <p:txBody>
          <a:bodyPr/>
          <a:lstStyle/>
          <a:p>
            <a:pPr eaLnBrk="1" hangingPunct="1"/>
            <a:r>
              <a:rPr lang="en-US" altLang="en-US" b="1">
                <a:latin typeface="Arial" panose="020B0604020202020204" pitchFamily="34" charset="0"/>
                <a:cs typeface="Arial" panose="020B0604020202020204" pitchFamily="34" charset="0"/>
              </a:rPr>
              <a:t>What Is Security?</a:t>
            </a:r>
          </a:p>
          <a:p>
            <a:pPr eaLnBrk="1" hangingPunct="1"/>
            <a:r>
              <a:rPr lang="en-US" altLang="en-US">
                <a:latin typeface="Arial" panose="020B0604020202020204" pitchFamily="34" charset="0"/>
                <a:cs typeface="Arial" panose="020B0604020202020204" pitchFamily="34" charset="0"/>
              </a:rPr>
              <a:t>In general, security is “the quality or state of being secure--to be free from danger.”  </a:t>
            </a:r>
          </a:p>
          <a:p>
            <a:pPr eaLnBrk="1" hangingPunct="1"/>
            <a:r>
              <a:rPr lang="en-US" altLang="en-US">
                <a:latin typeface="Arial" panose="020B0604020202020204" pitchFamily="34" charset="0"/>
                <a:cs typeface="Arial" panose="020B0604020202020204" pitchFamily="34" charset="0"/>
              </a:rPr>
              <a:t>It means to be protected from adversaries--from those who would do harm, intentionally or otherwise.  </a:t>
            </a:r>
          </a:p>
          <a:p>
            <a:pPr eaLnBrk="1" hangingPunct="1"/>
            <a:r>
              <a:rPr lang="en-US" altLang="en-US">
                <a:latin typeface="Arial" panose="020B0604020202020204" pitchFamily="34" charset="0"/>
                <a:cs typeface="Arial" panose="020B0604020202020204" pitchFamily="34" charset="0"/>
              </a:rPr>
              <a:t>What Is Security?</a:t>
            </a:r>
          </a:p>
          <a:p>
            <a:pPr eaLnBrk="1" hangingPunct="1"/>
            <a:r>
              <a:rPr lang="en-US" altLang="en-US" sz="900">
                <a:latin typeface="Arial" panose="020B0604020202020204" pitchFamily="34" charset="0"/>
                <a:cs typeface="Arial" panose="020B0604020202020204" pitchFamily="34" charset="0"/>
              </a:rPr>
              <a:t>	A successful organization should have the following multiple layers of security in place for the protection of its operations: </a:t>
            </a:r>
          </a:p>
          <a:p>
            <a:pPr lvl="1" eaLnBrk="1" hangingPunct="1"/>
            <a:r>
              <a:rPr lang="en-US" altLang="en-US" sz="900">
                <a:latin typeface="Arial" panose="020B0604020202020204" pitchFamily="34" charset="0"/>
                <a:cs typeface="Arial" panose="020B0604020202020204" pitchFamily="34" charset="0"/>
              </a:rPr>
              <a:t>Physical security -  to protect the physical items, objects, or areas of an organization from unauthorized access and misuse.</a:t>
            </a:r>
          </a:p>
          <a:p>
            <a:pPr lvl="1" eaLnBrk="1" hangingPunct="1"/>
            <a:r>
              <a:rPr lang="en-US" altLang="en-US" sz="900">
                <a:latin typeface="Arial" panose="020B0604020202020204" pitchFamily="34" charset="0"/>
                <a:cs typeface="Arial" panose="020B0604020202020204" pitchFamily="34" charset="0"/>
              </a:rPr>
              <a:t>Personal security – to protect the individual or group of individuals who are authorized to access the organization and its operations.</a:t>
            </a:r>
          </a:p>
          <a:p>
            <a:pPr lvl="1" eaLnBrk="1" hangingPunct="1"/>
            <a:r>
              <a:rPr lang="en-US" altLang="en-US" sz="900">
                <a:latin typeface="Arial" panose="020B0604020202020204" pitchFamily="34" charset="0"/>
                <a:cs typeface="Arial" panose="020B0604020202020204" pitchFamily="34" charset="0"/>
              </a:rPr>
              <a:t>Operations security – to protect the details of a particular operation or series of activities.</a:t>
            </a:r>
          </a:p>
          <a:p>
            <a:pPr lvl="1" eaLnBrk="1" hangingPunct="1"/>
            <a:r>
              <a:rPr lang="en-US" altLang="en-US" sz="900">
                <a:latin typeface="Arial" panose="020B0604020202020204" pitchFamily="34" charset="0"/>
                <a:cs typeface="Arial" panose="020B0604020202020204" pitchFamily="34" charset="0"/>
              </a:rPr>
              <a:t>Communications security – to protect an organization’s communications media, technology, and content.</a:t>
            </a:r>
          </a:p>
          <a:p>
            <a:pPr lvl="1" eaLnBrk="1" hangingPunct="1"/>
            <a:r>
              <a:rPr lang="en-US" altLang="en-US" sz="900">
                <a:latin typeface="Arial" panose="020B0604020202020204" pitchFamily="34" charset="0"/>
                <a:cs typeface="Arial" panose="020B0604020202020204" pitchFamily="34" charset="0"/>
              </a:rPr>
              <a:t>Network security – to protect networking components, connections, and contents.</a:t>
            </a:r>
          </a:p>
          <a:p>
            <a:pPr eaLnBrk="1" hangingPunct="1"/>
            <a:endParaRPr lang="en-US" altLang="en-US">
              <a:latin typeface="Arial" panose="020B0604020202020204" pitchFamily="34" charset="0"/>
              <a:cs typeface="Arial" panose="020B0604020202020204" pitchFamily="34" charset="0"/>
            </a:endParaRPr>
          </a:p>
        </p:txBody>
      </p:sp>
      <p:sp>
        <p:nvSpPr>
          <p:cNvPr id="32773" name="Date Placeholder 1">
            <a:extLst>
              <a:ext uri="{FF2B5EF4-FFF2-40B4-BE49-F238E27FC236}">
                <a16:creationId xmlns:a16="http://schemas.microsoft.com/office/drawing/2014/main" id="{CAD30E16-0752-E1AC-C679-DF85CB3AB043}"/>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2774" name="Footer Placeholder 2">
            <a:extLst>
              <a:ext uri="{FF2B5EF4-FFF2-40B4-BE49-F238E27FC236}">
                <a16:creationId xmlns:a16="http://schemas.microsoft.com/office/drawing/2014/main" id="{1B1FF36D-0325-3059-FB9A-BB96593FDD09}"/>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2775" name="Header Placeholder 3">
            <a:extLst>
              <a:ext uri="{FF2B5EF4-FFF2-40B4-BE49-F238E27FC236}">
                <a16:creationId xmlns:a16="http://schemas.microsoft.com/office/drawing/2014/main" id="{E04F0B05-5FD1-9206-30C3-2383782019B6}"/>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B1AD391-446E-F0B0-F504-DB9FB3F80C94}"/>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B0D6A9F1-24EE-452C-BC43-87858FE364BC}" type="slidenum">
              <a:rPr lang="en-US" altLang="en-US"/>
              <a:pPr eaLnBrk="1" hangingPunct="1">
                <a:spcBef>
                  <a:spcPct val="0"/>
                </a:spcBef>
              </a:pPr>
              <a:t>3</a:t>
            </a:fld>
            <a:endParaRPr lang="en-US" altLang="en-US"/>
          </a:p>
        </p:txBody>
      </p:sp>
      <p:sp>
        <p:nvSpPr>
          <p:cNvPr id="33795" name="Rectangle 2">
            <a:extLst>
              <a:ext uri="{FF2B5EF4-FFF2-40B4-BE49-F238E27FC236}">
                <a16:creationId xmlns:a16="http://schemas.microsoft.com/office/drawing/2014/main" id="{455A0EB9-96B8-E52E-1DA1-31DEE5E4D9A3}"/>
              </a:ext>
            </a:extLst>
          </p:cNvPr>
          <p:cNvSpPr>
            <a:spLocks noGrp="1" noRot="1" noChangeAspect="1" noChangeArrowheads="1" noTextEdit="1"/>
          </p:cNvSpPr>
          <p:nvPr>
            <p:ph type="sldImg"/>
          </p:nvPr>
        </p:nvSpPr>
        <p:spPr>
          <a:xfrm>
            <a:off x="2305050" y="528638"/>
            <a:ext cx="4700588" cy="2644775"/>
          </a:xfrm>
          <a:ln/>
        </p:spPr>
      </p:sp>
      <p:sp>
        <p:nvSpPr>
          <p:cNvPr id="33796" name="Rectangle 3">
            <a:extLst>
              <a:ext uri="{FF2B5EF4-FFF2-40B4-BE49-F238E27FC236}">
                <a16:creationId xmlns:a16="http://schemas.microsoft.com/office/drawing/2014/main" id="{0260300E-C8E2-23E9-2C77-72D556DC04BB}"/>
              </a:ext>
            </a:extLst>
          </p:cNvPr>
          <p:cNvSpPr>
            <a:spLocks noGrp="1" noChangeArrowheads="1"/>
          </p:cNvSpPr>
          <p:nvPr>
            <p:ph type="body" idx="1"/>
          </p:nvPr>
        </p:nvSpPr>
        <p:spPr>
          <a:xfrm>
            <a:off x="1241425" y="3349625"/>
            <a:ext cx="6826250" cy="3175000"/>
          </a:xfrm>
          <a:noFill/>
        </p:spPr>
        <p:txBody>
          <a:bodyPr/>
          <a:lstStyle/>
          <a:p>
            <a:pPr eaLnBrk="1" hangingPunct="1"/>
            <a:r>
              <a:rPr lang="en-US" altLang="en-US" b="1">
                <a:latin typeface="Arial" panose="020B0604020202020204" pitchFamily="34" charset="0"/>
                <a:cs typeface="Arial" panose="020B0604020202020204" pitchFamily="34" charset="0"/>
              </a:rPr>
              <a:t>What Is Information Security?</a:t>
            </a:r>
          </a:p>
          <a:p>
            <a:pPr eaLnBrk="1" hangingPunct="1"/>
            <a:r>
              <a:rPr lang="en-US" altLang="en-US" sz="1000">
                <a:latin typeface="Arial" panose="020B0604020202020204" pitchFamily="34" charset="0"/>
                <a:cs typeface="Arial" panose="020B0604020202020204" pitchFamily="34" charset="0"/>
              </a:rPr>
              <a:t>Information security, therefore, is the protection of information and its critical elements, including the systems and hardware that use, store, and transmit that information.   </a:t>
            </a:r>
          </a:p>
          <a:p>
            <a:pPr eaLnBrk="1" hangingPunct="1"/>
            <a:r>
              <a:rPr lang="en-US" altLang="en-US" sz="1000">
                <a:latin typeface="Arial" panose="020B0604020202020204" pitchFamily="34" charset="0"/>
                <a:cs typeface="Arial" panose="020B0604020202020204" pitchFamily="34" charset="0"/>
              </a:rPr>
              <a:t>But to protect the information and its related systems from danger, tools, such as policy, awareness, training, education, and technology are necessary. </a:t>
            </a:r>
          </a:p>
          <a:p>
            <a:pPr eaLnBrk="1" hangingPunct="1"/>
            <a:r>
              <a:rPr lang="en-US" altLang="en-US" sz="1000">
                <a:latin typeface="Arial" panose="020B0604020202020204" pitchFamily="34" charset="0"/>
                <a:cs typeface="Arial" panose="020B0604020202020204" pitchFamily="34" charset="0"/>
              </a:rPr>
              <a:t>The C.I.A. triangle has been considered the industry standard for computer security since the development of the mainframe. It was solely based on three characteristics that described the utility of information: confidentiality, integrity, and availability.  </a:t>
            </a:r>
          </a:p>
          <a:p>
            <a:pPr eaLnBrk="1" hangingPunct="1"/>
            <a:r>
              <a:rPr lang="en-US" altLang="en-US" sz="1000">
                <a:latin typeface="Arial" panose="020B0604020202020204" pitchFamily="34" charset="0"/>
                <a:cs typeface="Arial" panose="020B0604020202020204" pitchFamily="34" charset="0"/>
              </a:rPr>
              <a:t>The C.I.A. triangle has expanded into a list of critical characteristics of information.</a:t>
            </a:r>
          </a:p>
          <a:p>
            <a:pPr eaLnBrk="1" hangingPunct="1"/>
            <a:endParaRPr lang="en-US" altLang="en-US">
              <a:latin typeface="Arial" panose="020B0604020202020204" pitchFamily="34" charset="0"/>
              <a:cs typeface="Arial" panose="020B0604020202020204" pitchFamily="34" charset="0"/>
            </a:endParaRPr>
          </a:p>
        </p:txBody>
      </p:sp>
      <p:sp>
        <p:nvSpPr>
          <p:cNvPr id="33797" name="Date Placeholder 1">
            <a:extLst>
              <a:ext uri="{FF2B5EF4-FFF2-40B4-BE49-F238E27FC236}">
                <a16:creationId xmlns:a16="http://schemas.microsoft.com/office/drawing/2014/main" id="{909650ED-A99C-6E6A-33B6-E1573FF4F823}"/>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3798" name="Footer Placeholder 2">
            <a:extLst>
              <a:ext uri="{FF2B5EF4-FFF2-40B4-BE49-F238E27FC236}">
                <a16:creationId xmlns:a16="http://schemas.microsoft.com/office/drawing/2014/main" id="{E32BACF5-A5D5-EC6F-D522-1484AE855626}"/>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3799" name="Header Placeholder 3">
            <a:extLst>
              <a:ext uri="{FF2B5EF4-FFF2-40B4-BE49-F238E27FC236}">
                <a16:creationId xmlns:a16="http://schemas.microsoft.com/office/drawing/2014/main" id="{DCCB5105-8695-FFE3-CA9F-87A89ADF0FBE}"/>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7CA9F6F-9D57-C88F-DE22-AFCA53C5A5D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0F521C47-3C99-4776-94EB-21245B2A99B5}" type="slidenum">
              <a:rPr lang="en-US" altLang="en-US"/>
              <a:pPr eaLnBrk="1" hangingPunct="1">
                <a:spcBef>
                  <a:spcPct val="0"/>
                </a:spcBef>
              </a:pPr>
              <a:t>5</a:t>
            </a:fld>
            <a:endParaRPr lang="en-US" altLang="en-US"/>
          </a:p>
        </p:txBody>
      </p:sp>
      <p:sp>
        <p:nvSpPr>
          <p:cNvPr id="34819" name="Rectangle 2">
            <a:extLst>
              <a:ext uri="{FF2B5EF4-FFF2-40B4-BE49-F238E27FC236}">
                <a16:creationId xmlns:a16="http://schemas.microsoft.com/office/drawing/2014/main" id="{59FB60AE-2379-FFD8-A164-69AF64DBE493}"/>
              </a:ext>
            </a:extLst>
          </p:cNvPr>
          <p:cNvSpPr>
            <a:spLocks noGrp="1" noRot="1" noChangeAspect="1" noChangeArrowheads="1" noTextEdit="1"/>
          </p:cNvSpPr>
          <p:nvPr>
            <p:ph type="sldImg"/>
          </p:nvPr>
        </p:nvSpPr>
        <p:spPr>
          <a:xfrm>
            <a:off x="2305050" y="528638"/>
            <a:ext cx="4700588" cy="2644775"/>
          </a:xfrm>
          <a:ln/>
        </p:spPr>
      </p:sp>
      <p:sp>
        <p:nvSpPr>
          <p:cNvPr id="34820" name="Rectangle 3">
            <a:extLst>
              <a:ext uri="{FF2B5EF4-FFF2-40B4-BE49-F238E27FC236}">
                <a16:creationId xmlns:a16="http://schemas.microsoft.com/office/drawing/2014/main" id="{6684D3A3-2D58-ADB7-D365-E90429FF44C1}"/>
              </a:ext>
            </a:extLst>
          </p:cNvPr>
          <p:cNvSpPr>
            <a:spLocks noGrp="1" noChangeArrowheads="1"/>
          </p:cNvSpPr>
          <p:nvPr>
            <p:ph type="body" idx="1"/>
          </p:nvPr>
        </p:nvSpPr>
        <p:spPr>
          <a:xfrm>
            <a:off x="1241425" y="3349625"/>
            <a:ext cx="6826250" cy="3175000"/>
          </a:xfrm>
          <a:noFill/>
        </p:spPr>
        <p:txBody>
          <a:bodyPr/>
          <a:lstStyle/>
          <a:p>
            <a:pPr eaLnBrk="1" hangingPunct="1"/>
            <a:r>
              <a:rPr lang="en-US" altLang="en-US" sz="1000" b="1">
                <a:latin typeface="Arial" panose="020B0604020202020204" pitchFamily="34" charset="0"/>
                <a:cs typeface="Arial" panose="020B0604020202020204" pitchFamily="34" charset="0"/>
              </a:rPr>
              <a:t>Critical Characteristics Of Information</a:t>
            </a:r>
          </a:p>
          <a:p>
            <a:pPr eaLnBrk="1" hangingPunct="1"/>
            <a:r>
              <a:rPr lang="en-US" altLang="en-US" sz="1000">
                <a:latin typeface="Arial" panose="020B0604020202020204" pitchFamily="34" charset="0"/>
                <a:cs typeface="Arial" panose="020B0604020202020204" pitchFamily="34" charset="0"/>
              </a:rPr>
              <a:t>The value of information comes from the characteristics it possesses. </a:t>
            </a:r>
          </a:p>
          <a:p>
            <a:pPr eaLnBrk="1" hangingPunct="1"/>
            <a:endParaRPr lang="en-US" altLang="en-US" sz="1000" dirty="0">
              <a:latin typeface="Arial"/>
              <a:cs typeface="Arial"/>
            </a:endParaRPr>
          </a:p>
          <a:p>
            <a:r>
              <a:rPr lang="en-US" altLang="en-US" sz="1000">
                <a:latin typeface="Arial"/>
                <a:cs typeface="Arial"/>
              </a:rPr>
              <a:t>Availability - enables users who need to access information to do so without interference or obstruction and in the required format. The information is said to be available to an authorized user when and where needed and in the correct format.  </a:t>
            </a:r>
            <a:endParaRPr lang="en-US"/>
          </a:p>
          <a:p>
            <a:pPr eaLnBrk="1" hangingPunct="1"/>
            <a:endParaRPr lang="en-US" altLang="en-US" sz="1000" dirty="0">
              <a:latin typeface="Arial"/>
              <a:cs typeface="Arial"/>
            </a:endParaRPr>
          </a:p>
          <a:p>
            <a:r>
              <a:rPr lang="en-US" altLang="en-US" sz="1000">
                <a:latin typeface="Arial"/>
                <a:cs typeface="Arial"/>
              </a:rPr>
              <a:t>Accuracy- free from mistake or error and having the value that the end-user expects. If information contains a value different from the user’s expectations due to the intentional or unintentional modification of its content, it is no longer accurate.</a:t>
            </a:r>
            <a:endParaRPr lang="en-US">
              <a:latin typeface="Arial"/>
              <a:cs typeface="Arial"/>
            </a:endParaRPr>
          </a:p>
          <a:p>
            <a:pPr eaLnBrk="1" hangingPunct="1"/>
            <a:endParaRPr lang="en-US" altLang="en-US" sz="1000" dirty="0">
              <a:latin typeface="Arial"/>
              <a:cs typeface="Arial"/>
            </a:endParaRPr>
          </a:p>
          <a:p>
            <a:r>
              <a:rPr lang="en-US" altLang="en-US" sz="1000">
                <a:latin typeface="Arial"/>
                <a:cs typeface="Arial"/>
              </a:rPr>
              <a:t>Authenticity - the quality or state of being genuine or original, rather than a reproduction or fabrication.  Information is authentic when it is the information that was originally created, placed, stored, or transferred.  </a:t>
            </a:r>
            <a:endParaRPr lang="en-US"/>
          </a:p>
          <a:p>
            <a:pPr eaLnBrk="1" hangingPunct="1"/>
            <a:endParaRPr lang="en-US" altLang="en-US" sz="1000" dirty="0">
              <a:latin typeface="Arial"/>
              <a:cs typeface="Arial"/>
            </a:endParaRPr>
          </a:p>
          <a:p>
            <a:r>
              <a:rPr lang="en-US" altLang="en-US" sz="1000">
                <a:latin typeface="Arial"/>
                <a:cs typeface="Arial"/>
              </a:rPr>
              <a:t>Confidentiality - the quality or state of preventing disclosure or exposure to unauthorized individuals or systems.  </a:t>
            </a:r>
            <a:endParaRPr lang="en-US"/>
          </a:p>
          <a:p>
            <a:pPr eaLnBrk="1" hangingPunct="1"/>
            <a:endParaRPr lang="en-US" altLang="en-US" sz="1000" dirty="0">
              <a:latin typeface="Arial"/>
              <a:cs typeface="Arial"/>
            </a:endParaRPr>
          </a:p>
          <a:p>
            <a:r>
              <a:rPr lang="en-US" altLang="en-US" sz="1000">
                <a:latin typeface="Arial"/>
                <a:cs typeface="Arial"/>
              </a:rPr>
              <a:t>Integrity - the quality or state of being whole, complete, and uncorrupted.  The integrity of information is threatened when the information is exposed to corruption, damage, destruction, or other disruption of its authentic state. </a:t>
            </a:r>
            <a:endParaRPr lang="en-US"/>
          </a:p>
          <a:p>
            <a:pPr eaLnBrk="1" hangingPunct="1"/>
            <a:endParaRPr lang="en-US" altLang="en-US" sz="1000" dirty="0">
              <a:latin typeface="Arial"/>
              <a:cs typeface="Arial"/>
            </a:endParaRPr>
          </a:p>
          <a:p>
            <a:r>
              <a:rPr lang="en-US" altLang="en-US" sz="1000">
                <a:latin typeface="Arial"/>
                <a:cs typeface="Arial"/>
              </a:rPr>
              <a:t>Utility - the quality or state of having value for some purpose or end. Information has value when it serves a particular purpose.  This means that if information is available, but not in a format meaningful to the end-user, it is not useful.</a:t>
            </a:r>
            <a:endParaRPr lang="en-US">
              <a:latin typeface="Arial"/>
              <a:cs typeface="Arial"/>
            </a:endParaRPr>
          </a:p>
          <a:p>
            <a:pPr eaLnBrk="1" hangingPunct="1"/>
            <a:endParaRPr lang="en-US" altLang="en-US" sz="1000" dirty="0">
              <a:latin typeface="Arial"/>
              <a:cs typeface="Arial"/>
            </a:endParaRPr>
          </a:p>
          <a:p>
            <a:r>
              <a:rPr lang="en-US" altLang="en-US" sz="1000">
                <a:latin typeface="Arial"/>
                <a:cs typeface="Arial"/>
              </a:rPr>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endParaRPr lang="en-US">
              <a:latin typeface="Arial"/>
              <a:cs typeface="Arial"/>
            </a:endParaRPr>
          </a:p>
        </p:txBody>
      </p:sp>
      <p:sp>
        <p:nvSpPr>
          <p:cNvPr id="34821" name="Date Placeholder 1">
            <a:extLst>
              <a:ext uri="{FF2B5EF4-FFF2-40B4-BE49-F238E27FC236}">
                <a16:creationId xmlns:a16="http://schemas.microsoft.com/office/drawing/2014/main" id="{65F582B2-45D4-F4EC-9B07-1999C8DB502C}"/>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4822" name="Footer Placeholder 2">
            <a:extLst>
              <a:ext uri="{FF2B5EF4-FFF2-40B4-BE49-F238E27FC236}">
                <a16:creationId xmlns:a16="http://schemas.microsoft.com/office/drawing/2014/main" id="{3B381D1B-4123-9EC5-CE15-DAD7B6BECEEC}"/>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4823" name="Header Placeholder 3">
            <a:extLst>
              <a:ext uri="{FF2B5EF4-FFF2-40B4-BE49-F238E27FC236}">
                <a16:creationId xmlns:a16="http://schemas.microsoft.com/office/drawing/2014/main" id="{EC2AD0F4-565E-93C7-3615-763293379C3A}"/>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B50C7F6-32BB-DD7A-A68F-82A15B0743EA}"/>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C3F3DA49-FE3C-45A9-B740-CDFA60BAC68E}" type="slidenum">
              <a:rPr lang="en-US" altLang="en-US"/>
              <a:pPr eaLnBrk="1" hangingPunct="1">
                <a:spcBef>
                  <a:spcPct val="0"/>
                </a:spcBef>
              </a:pPr>
              <a:t>6</a:t>
            </a:fld>
            <a:endParaRPr lang="en-US" altLang="en-US"/>
          </a:p>
        </p:txBody>
      </p:sp>
      <p:sp>
        <p:nvSpPr>
          <p:cNvPr id="35843" name="Rectangle 2">
            <a:extLst>
              <a:ext uri="{FF2B5EF4-FFF2-40B4-BE49-F238E27FC236}">
                <a16:creationId xmlns:a16="http://schemas.microsoft.com/office/drawing/2014/main" id="{D291CACE-0A0D-6FEE-BD45-625893C08D3C}"/>
              </a:ext>
            </a:extLst>
          </p:cNvPr>
          <p:cNvSpPr>
            <a:spLocks noGrp="1" noRot="1" noChangeAspect="1" noChangeArrowheads="1" noTextEdit="1"/>
          </p:cNvSpPr>
          <p:nvPr>
            <p:ph type="sldImg"/>
          </p:nvPr>
        </p:nvSpPr>
        <p:spPr>
          <a:xfrm>
            <a:off x="2305050" y="528638"/>
            <a:ext cx="4700588" cy="2644775"/>
          </a:xfrm>
          <a:ln/>
        </p:spPr>
      </p:sp>
      <p:sp>
        <p:nvSpPr>
          <p:cNvPr id="35844" name="Rectangle 3">
            <a:extLst>
              <a:ext uri="{FF2B5EF4-FFF2-40B4-BE49-F238E27FC236}">
                <a16:creationId xmlns:a16="http://schemas.microsoft.com/office/drawing/2014/main" id="{DBE0C94B-8DEA-D401-384E-7E1F02BD904B}"/>
              </a:ext>
            </a:extLst>
          </p:cNvPr>
          <p:cNvSpPr>
            <a:spLocks noGrp="1" noChangeArrowheads="1"/>
          </p:cNvSpPr>
          <p:nvPr>
            <p:ph type="body" idx="1"/>
          </p:nvPr>
        </p:nvSpPr>
        <p:spPr>
          <a:xfrm>
            <a:off x="1241425" y="3349625"/>
            <a:ext cx="6826250" cy="3175000"/>
          </a:xfrm>
          <a:noFill/>
        </p:spPr>
        <p:txBody>
          <a:bodyPr/>
          <a:lstStyle/>
          <a:p>
            <a:pPr eaLnBrk="1" hangingPunct="1"/>
            <a:r>
              <a:rPr lang="en-US" altLang="en-US">
                <a:latin typeface="Arial" panose="020B0604020202020204" pitchFamily="34" charset="0"/>
                <a:cs typeface="Arial" panose="020B0604020202020204" pitchFamily="34" charset="0"/>
              </a:rPr>
              <a:t>This graphic informs the fundamental approach of the chapter and can be used to illustrate the intersection of information states (x-axis), key objectives of C.I.A. (y-axis) and the three primary means to implement (policy, education and technology).</a:t>
            </a:r>
          </a:p>
        </p:txBody>
      </p:sp>
      <p:sp>
        <p:nvSpPr>
          <p:cNvPr id="35845" name="Date Placeholder 1">
            <a:extLst>
              <a:ext uri="{FF2B5EF4-FFF2-40B4-BE49-F238E27FC236}">
                <a16:creationId xmlns:a16="http://schemas.microsoft.com/office/drawing/2014/main" id="{D185336A-49C8-FD8B-E6DB-8B5CA58660D1}"/>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5846" name="Footer Placeholder 2">
            <a:extLst>
              <a:ext uri="{FF2B5EF4-FFF2-40B4-BE49-F238E27FC236}">
                <a16:creationId xmlns:a16="http://schemas.microsoft.com/office/drawing/2014/main" id="{A75D349A-CD55-6890-4EDF-A6387FAAA188}"/>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5847" name="Header Placeholder 3">
            <a:extLst>
              <a:ext uri="{FF2B5EF4-FFF2-40B4-BE49-F238E27FC236}">
                <a16:creationId xmlns:a16="http://schemas.microsoft.com/office/drawing/2014/main" id="{A1D58D57-41A6-D504-BD27-C3181732FAC7}"/>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6B8116D-9CA9-5E6F-BC69-DEBA408D1B0B}"/>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A6335345-9E8A-48C1-BC36-10BD4EA1ACF9}" type="slidenum">
              <a:rPr lang="en-US" altLang="en-US"/>
              <a:pPr eaLnBrk="1" hangingPunct="1">
                <a:spcBef>
                  <a:spcPct val="0"/>
                </a:spcBef>
              </a:pPr>
              <a:t>7</a:t>
            </a:fld>
            <a:endParaRPr lang="en-US" altLang="en-US"/>
          </a:p>
        </p:txBody>
      </p:sp>
      <p:sp>
        <p:nvSpPr>
          <p:cNvPr id="36867" name="Rectangle 2">
            <a:extLst>
              <a:ext uri="{FF2B5EF4-FFF2-40B4-BE49-F238E27FC236}">
                <a16:creationId xmlns:a16="http://schemas.microsoft.com/office/drawing/2014/main" id="{0F02C57C-5DD6-5740-7536-071F3F95D575}"/>
              </a:ext>
            </a:extLst>
          </p:cNvPr>
          <p:cNvSpPr>
            <a:spLocks noGrp="1" noRot="1" noChangeAspect="1" noChangeArrowheads="1" noTextEdit="1"/>
          </p:cNvSpPr>
          <p:nvPr>
            <p:ph type="sldImg"/>
          </p:nvPr>
        </p:nvSpPr>
        <p:spPr>
          <a:xfrm>
            <a:off x="2305050" y="528638"/>
            <a:ext cx="4700588" cy="2644775"/>
          </a:xfrm>
          <a:ln/>
        </p:spPr>
      </p:sp>
      <p:sp>
        <p:nvSpPr>
          <p:cNvPr id="36868" name="Rectangle 3">
            <a:extLst>
              <a:ext uri="{FF2B5EF4-FFF2-40B4-BE49-F238E27FC236}">
                <a16:creationId xmlns:a16="http://schemas.microsoft.com/office/drawing/2014/main" id="{513E0CE7-6906-FAE8-04D7-E1246072365A}"/>
              </a:ext>
            </a:extLst>
          </p:cNvPr>
          <p:cNvSpPr>
            <a:spLocks noGrp="1" noChangeArrowheads="1"/>
          </p:cNvSpPr>
          <p:nvPr>
            <p:ph type="body" idx="1"/>
          </p:nvPr>
        </p:nvSpPr>
        <p:spPr>
          <a:xfrm>
            <a:off x="1241425" y="3349625"/>
            <a:ext cx="6826250" cy="3175000"/>
          </a:xfrm>
          <a:noFill/>
        </p:spPr>
        <p:txBody>
          <a:bodyPr/>
          <a:lstStyle/>
          <a:p>
            <a:pPr eaLnBrk="1" hangingPunct="1"/>
            <a:r>
              <a:rPr lang="en-US" altLang="en-US" sz="1000" b="1">
                <a:latin typeface="Arial" panose="020B0604020202020204" pitchFamily="34" charset="0"/>
                <a:cs typeface="Arial" panose="020B0604020202020204" pitchFamily="34" charset="0"/>
              </a:rPr>
              <a:t>Components Of An Information System</a:t>
            </a:r>
          </a:p>
          <a:p>
            <a:pPr eaLnBrk="1" hangingPunct="1"/>
            <a:r>
              <a:rPr lang="en-US" altLang="en-US" sz="1000">
                <a:latin typeface="Arial" panose="020B0604020202020204" pitchFamily="34" charset="0"/>
                <a:cs typeface="Arial" panose="020B0604020202020204" pitchFamily="34" charset="0"/>
              </a:rPr>
              <a:t>To fully understand the importance of information security, it is necessary to briefly review the elements of an information system. </a:t>
            </a:r>
          </a:p>
          <a:p>
            <a:pPr eaLnBrk="1" hangingPunct="1"/>
            <a:r>
              <a:rPr lang="en-US" altLang="en-US" sz="1000">
                <a:latin typeface="Arial" panose="020B0604020202020204" pitchFamily="34" charset="0"/>
                <a:cs typeface="Arial" panose="020B0604020202020204" pitchFamily="34" charset="0"/>
              </a:rPr>
              <a:t>An Information System (IS) is much more than computer hardware; it is the entire set of software, hardware, data, people, and procedures necessary to use information as a resource in the organization. </a:t>
            </a:r>
          </a:p>
          <a:p>
            <a:pPr eaLnBrk="1" hangingPunct="1"/>
            <a:endParaRPr lang="en-US" altLang="en-US">
              <a:latin typeface="Arial" panose="020B0604020202020204" pitchFamily="34" charset="0"/>
              <a:cs typeface="Arial" panose="020B0604020202020204" pitchFamily="34" charset="0"/>
            </a:endParaRPr>
          </a:p>
        </p:txBody>
      </p:sp>
      <p:sp>
        <p:nvSpPr>
          <p:cNvPr id="36869" name="Date Placeholder 1">
            <a:extLst>
              <a:ext uri="{FF2B5EF4-FFF2-40B4-BE49-F238E27FC236}">
                <a16:creationId xmlns:a16="http://schemas.microsoft.com/office/drawing/2014/main" id="{8AA4E1BE-F826-F16B-1EC0-D84F614F3C35}"/>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6870" name="Footer Placeholder 2">
            <a:extLst>
              <a:ext uri="{FF2B5EF4-FFF2-40B4-BE49-F238E27FC236}">
                <a16:creationId xmlns:a16="http://schemas.microsoft.com/office/drawing/2014/main" id="{CF2A7AB5-B9C3-2782-A145-D4464FFACA5B}"/>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6871" name="Header Placeholder 3">
            <a:extLst>
              <a:ext uri="{FF2B5EF4-FFF2-40B4-BE49-F238E27FC236}">
                <a16:creationId xmlns:a16="http://schemas.microsoft.com/office/drawing/2014/main" id="{2E377D23-54DD-C164-26AD-279BFCA77A12}"/>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78D73885-FB68-1F5D-FDA4-16B9618F5936}"/>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48D98035-F0FE-42D3-A08F-E83B4A040B40}" type="slidenum">
              <a:rPr lang="en-US" altLang="en-US"/>
              <a:pPr eaLnBrk="1" hangingPunct="1">
                <a:spcBef>
                  <a:spcPct val="0"/>
                </a:spcBef>
              </a:pPr>
              <a:t>8</a:t>
            </a:fld>
            <a:endParaRPr lang="en-US" altLang="en-US"/>
          </a:p>
        </p:txBody>
      </p:sp>
      <p:sp>
        <p:nvSpPr>
          <p:cNvPr id="37891" name="Rectangle 2">
            <a:extLst>
              <a:ext uri="{FF2B5EF4-FFF2-40B4-BE49-F238E27FC236}">
                <a16:creationId xmlns:a16="http://schemas.microsoft.com/office/drawing/2014/main" id="{E72BF068-C11C-5E8D-D8BE-5E0152F5977D}"/>
              </a:ext>
            </a:extLst>
          </p:cNvPr>
          <p:cNvSpPr>
            <a:spLocks noGrp="1" noRot="1" noChangeAspect="1" noChangeArrowheads="1" noTextEdit="1"/>
          </p:cNvSpPr>
          <p:nvPr>
            <p:ph type="sldImg"/>
          </p:nvPr>
        </p:nvSpPr>
        <p:spPr>
          <a:xfrm>
            <a:off x="2305050" y="528638"/>
            <a:ext cx="4700588" cy="2644775"/>
          </a:xfrm>
          <a:ln/>
        </p:spPr>
      </p:sp>
      <p:sp>
        <p:nvSpPr>
          <p:cNvPr id="37892" name="Rectangle 3">
            <a:extLst>
              <a:ext uri="{FF2B5EF4-FFF2-40B4-BE49-F238E27FC236}">
                <a16:creationId xmlns:a16="http://schemas.microsoft.com/office/drawing/2014/main" id="{D497B735-FBC6-31CF-7213-900D98B820B8}"/>
              </a:ext>
            </a:extLst>
          </p:cNvPr>
          <p:cNvSpPr>
            <a:spLocks noGrp="1" noChangeArrowheads="1"/>
          </p:cNvSpPr>
          <p:nvPr>
            <p:ph type="body" idx="1"/>
          </p:nvPr>
        </p:nvSpPr>
        <p:spPr>
          <a:xfrm>
            <a:off x="1241425" y="3349625"/>
            <a:ext cx="6826250" cy="3175000"/>
          </a:xfrm>
          <a:noFill/>
        </p:spPr>
        <p:txBody>
          <a:bodyPr/>
          <a:lstStyle/>
          <a:p>
            <a:pPr eaLnBrk="1" hangingPunct="1"/>
            <a:r>
              <a:rPr lang="en-US" altLang="en-US" b="1">
                <a:latin typeface="Arial" panose="020B0604020202020204" pitchFamily="34" charset="0"/>
                <a:cs typeface="Arial" panose="020B0604020202020204" pitchFamily="34" charset="0"/>
              </a:rPr>
              <a:t>Securing The Components</a:t>
            </a:r>
          </a:p>
          <a:p>
            <a:pPr eaLnBrk="1" hangingPunct="1"/>
            <a:r>
              <a:rPr lang="en-US" altLang="en-US">
                <a:latin typeface="Arial" panose="020B0604020202020204" pitchFamily="34" charset="0"/>
                <a:cs typeface="Arial" panose="020B0604020202020204" pitchFamily="34" charset="0"/>
              </a:rPr>
              <a:t>When considering the security of information systems components, it is important to understand the concept of the computer as the subject of an attack as opposed to the computer as the object of an attack.  </a:t>
            </a:r>
          </a:p>
          <a:p>
            <a:pPr eaLnBrk="1" hangingPunct="1"/>
            <a:r>
              <a:rPr lang="en-US" altLang="en-US">
                <a:latin typeface="Arial" panose="020B0604020202020204" pitchFamily="34" charset="0"/>
                <a:cs typeface="Arial" panose="020B0604020202020204" pitchFamily="34" charset="0"/>
              </a:rPr>
              <a:t>When a computer is the subject of an attack, it is used as an active tool to conduct the attack. When a computer is the object of an attack, it is the entity being attacked. </a:t>
            </a:r>
          </a:p>
          <a:p>
            <a:pPr eaLnBrk="1" hangingPunct="1"/>
            <a:endParaRPr lang="en-US" altLang="en-US">
              <a:latin typeface="Arial" panose="020B0604020202020204" pitchFamily="34" charset="0"/>
              <a:cs typeface="Arial" panose="020B0604020202020204" pitchFamily="34" charset="0"/>
            </a:endParaRPr>
          </a:p>
        </p:txBody>
      </p:sp>
      <p:sp>
        <p:nvSpPr>
          <p:cNvPr id="37893" name="Date Placeholder 1">
            <a:extLst>
              <a:ext uri="{FF2B5EF4-FFF2-40B4-BE49-F238E27FC236}">
                <a16:creationId xmlns:a16="http://schemas.microsoft.com/office/drawing/2014/main" id="{06527EC2-EE05-99C8-7472-67CA198E7522}"/>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7894" name="Footer Placeholder 2">
            <a:extLst>
              <a:ext uri="{FF2B5EF4-FFF2-40B4-BE49-F238E27FC236}">
                <a16:creationId xmlns:a16="http://schemas.microsoft.com/office/drawing/2014/main" id="{5E163C71-641C-5E95-EED2-03559A898BBE}"/>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7895" name="Header Placeholder 3">
            <a:extLst>
              <a:ext uri="{FF2B5EF4-FFF2-40B4-BE49-F238E27FC236}">
                <a16:creationId xmlns:a16="http://schemas.microsoft.com/office/drawing/2014/main" id="{F6D6E750-3B3D-DF66-E4AA-0CB8E03C9093}"/>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F2A23C5F-B557-D554-932F-CAB3F0D77FF1}"/>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D0C35BF3-52B8-4D4A-89B2-8536E672DFB1}" type="slidenum">
              <a:rPr lang="en-US" altLang="en-US"/>
              <a:pPr eaLnBrk="1" hangingPunct="1">
                <a:spcBef>
                  <a:spcPct val="0"/>
                </a:spcBef>
              </a:pPr>
              <a:t>9</a:t>
            </a:fld>
            <a:endParaRPr lang="en-US" altLang="en-US"/>
          </a:p>
        </p:txBody>
      </p:sp>
      <p:sp>
        <p:nvSpPr>
          <p:cNvPr id="38915" name="Rectangle 2">
            <a:extLst>
              <a:ext uri="{FF2B5EF4-FFF2-40B4-BE49-F238E27FC236}">
                <a16:creationId xmlns:a16="http://schemas.microsoft.com/office/drawing/2014/main" id="{B89B644F-60E1-BF60-199E-4547BD6CF22F}"/>
              </a:ext>
            </a:extLst>
          </p:cNvPr>
          <p:cNvSpPr>
            <a:spLocks noGrp="1" noRot="1" noChangeAspect="1" noChangeArrowheads="1" noTextEdit="1"/>
          </p:cNvSpPr>
          <p:nvPr>
            <p:ph type="sldImg"/>
          </p:nvPr>
        </p:nvSpPr>
        <p:spPr>
          <a:xfrm>
            <a:off x="2305050" y="528638"/>
            <a:ext cx="4700588" cy="2644775"/>
          </a:xfrm>
          <a:ln/>
        </p:spPr>
      </p:sp>
      <p:sp>
        <p:nvSpPr>
          <p:cNvPr id="38916" name="Rectangle 3">
            <a:extLst>
              <a:ext uri="{FF2B5EF4-FFF2-40B4-BE49-F238E27FC236}">
                <a16:creationId xmlns:a16="http://schemas.microsoft.com/office/drawing/2014/main" id="{DB593839-33C9-A99D-DB93-5531305B918C}"/>
              </a:ext>
            </a:extLst>
          </p:cNvPr>
          <p:cNvSpPr>
            <a:spLocks noGrp="1" noChangeArrowheads="1"/>
          </p:cNvSpPr>
          <p:nvPr>
            <p:ph type="body" idx="1"/>
          </p:nvPr>
        </p:nvSpPr>
        <p:spPr>
          <a:xfrm>
            <a:off x="1241425" y="3349625"/>
            <a:ext cx="6826250" cy="3175000"/>
          </a:xfrm>
          <a:noFill/>
        </p:spPr>
        <p:txBody>
          <a:bodyPr/>
          <a:lstStyle/>
          <a:p>
            <a:pPr eaLnBrk="1" hangingPunct="1"/>
            <a:r>
              <a:rPr lang="en-US" altLang="en-US">
                <a:latin typeface="Arial" panose="020B0604020202020204" pitchFamily="34" charset="0"/>
                <a:cs typeface="Arial" panose="020B0604020202020204" pitchFamily="34" charset="0"/>
              </a:rPr>
              <a:t>It is important to note that the same computer can be both the subject and object of an attack, especially in multi-user systems.</a:t>
            </a:r>
          </a:p>
        </p:txBody>
      </p:sp>
      <p:sp>
        <p:nvSpPr>
          <p:cNvPr id="38917" name="Date Placeholder 1">
            <a:extLst>
              <a:ext uri="{FF2B5EF4-FFF2-40B4-BE49-F238E27FC236}">
                <a16:creationId xmlns:a16="http://schemas.microsoft.com/office/drawing/2014/main" id="{0DDD4D88-2D9E-2498-F571-591D23A2955A}"/>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8918" name="Footer Placeholder 2">
            <a:extLst>
              <a:ext uri="{FF2B5EF4-FFF2-40B4-BE49-F238E27FC236}">
                <a16:creationId xmlns:a16="http://schemas.microsoft.com/office/drawing/2014/main" id="{9CEB0C19-41DD-7E7B-DBAA-F7A6D186B21A}"/>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8919" name="Header Placeholder 3">
            <a:extLst>
              <a:ext uri="{FF2B5EF4-FFF2-40B4-BE49-F238E27FC236}">
                <a16:creationId xmlns:a16="http://schemas.microsoft.com/office/drawing/2014/main" id="{BCA14DE4-155A-7B7C-E60E-741044B5CF80}"/>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31241B74-893F-92BA-2945-D67620F12D76}"/>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C37BDCF8-CE03-430E-BEFD-4611066D469E}" type="slidenum">
              <a:rPr lang="en-US" altLang="en-US"/>
              <a:pPr eaLnBrk="1" hangingPunct="1">
                <a:spcBef>
                  <a:spcPct val="0"/>
                </a:spcBef>
              </a:pPr>
              <a:t>10</a:t>
            </a:fld>
            <a:endParaRPr lang="en-US" altLang="en-US"/>
          </a:p>
        </p:txBody>
      </p:sp>
      <p:sp>
        <p:nvSpPr>
          <p:cNvPr id="39939" name="Rectangle 2">
            <a:extLst>
              <a:ext uri="{FF2B5EF4-FFF2-40B4-BE49-F238E27FC236}">
                <a16:creationId xmlns:a16="http://schemas.microsoft.com/office/drawing/2014/main" id="{6F87DEB7-B0E3-79F3-84B5-E8572CBB28DD}"/>
              </a:ext>
            </a:extLst>
          </p:cNvPr>
          <p:cNvSpPr>
            <a:spLocks noGrp="1" noRot="1" noChangeAspect="1" noChangeArrowheads="1" noTextEdit="1"/>
          </p:cNvSpPr>
          <p:nvPr>
            <p:ph type="sldImg"/>
          </p:nvPr>
        </p:nvSpPr>
        <p:spPr>
          <a:xfrm>
            <a:off x="2305050" y="528638"/>
            <a:ext cx="4700588" cy="2644775"/>
          </a:xfrm>
          <a:ln/>
        </p:spPr>
      </p:sp>
      <p:sp>
        <p:nvSpPr>
          <p:cNvPr id="39940" name="Rectangle 3">
            <a:extLst>
              <a:ext uri="{FF2B5EF4-FFF2-40B4-BE49-F238E27FC236}">
                <a16:creationId xmlns:a16="http://schemas.microsoft.com/office/drawing/2014/main" id="{7EA39114-C281-BB4F-2ADE-5C3E8CF683E9}"/>
              </a:ext>
            </a:extLst>
          </p:cNvPr>
          <p:cNvSpPr>
            <a:spLocks noGrp="1" noChangeArrowheads="1"/>
          </p:cNvSpPr>
          <p:nvPr>
            <p:ph type="body" idx="1"/>
          </p:nvPr>
        </p:nvSpPr>
        <p:spPr>
          <a:xfrm>
            <a:off x="1241425" y="3349625"/>
            <a:ext cx="6826250" cy="3175000"/>
          </a:xfrm>
          <a:noFill/>
        </p:spPr>
        <p:txBody>
          <a:bodyPr/>
          <a:lstStyle/>
          <a:p>
            <a:pPr eaLnBrk="1" hangingPunct="1"/>
            <a:r>
              <a:rPr lang="en-US" altLang="en-US" sz="1000" b="1">
                <a:latin typeface="Arial" panose="020B0604020202020204" pitchFamily="34" charset="0"/>
                <a:cs typeface="Arial" panose="020B0604020202020204" pitchFamily="34" charset="0"/>
              </a:rPr>
              <a:t>Security And Access Balancing</a:t>
            </a:r>
          </a:p>
          <a:p>
            <a:pPr eaLnBrk="1" hangingPunct="1"/>
            <a:r>
              <a:rPr lang="en-US" altLang="en-US">
                <a:latin typeface="Arial" panose="020B0604020202020204" pitchFamily="34" charset="0"/>
                <a:cs typeface="Arial" panose="020B0604020202020204" pitchFamily="34" charset="0"/>
              </a:rPr>
              <a:t>When considering information security, it is important to realize that it is impossible to obtain perfect security. Security is not an absolute; it is a process not a goal. </a:t>
            </a:r>
          </a:p>
          <a:p>
            <a:pPr eaLnBrk="1" hangingPunct="1"/>
            <a:r>
              <a:rPr lang="en-US" altLang="en-US">
                <a:latin typeface="Arial" panose="020B0604020202020204" pitchFamily="34" charset="0"/>
                <a:cs typeface="Arial" panose="020B0604020202020204" pitchFamily="34" charset="0"/>
              </a:rPr>
              <a:t>Security should be considered a balance between protection and availability. </a:t>
            </a:r>
          </a:p>
          <a:p>
            <a:pPr eaLnBrk="1" hangingPunct="1"/>
            <a:r>
              <a:rPr lang="en-US" altLang="en-US">
                <a:latin typeface="Arial" panose="020B0604020202020204" pitchFamily="34" charset="0"/>
                <a:cs typeface="Arial" panose="020B0604020202020204" pitchFamily="34" charset="0"/>
              </a:rPr>
              <a:t>To achieve balance the level of security must allow reasonable access, yet protect against threats. </a:t>
            </a:r>
          </a:p>
          <a:p>
            <a:pPr eaLnBrk="1" hangingPunct="1"/>
            <a:endParaRPr lang="en-US" altLang="en-US">
              <a:latin typeface="Arial" panose="020B0604020202020204" pitchFamily="34" charset="0"/>
              <a:cs typeface="Arial" panose="020B0604020202020204" pitchFamily="34" charset="0"/>
            </a:endParaRPr>
          </a:p>
        </p:txBody>
      </p:sp>
      <p:sp>
        <p:nvSpPr>
          <p:cNvPr id="39941" name="Date Placeholder 1">
            <a:extLst>
              <a:ext uri="{FF2B5EF4-FFF2-40B4-BE49-F238E27FC236}">
                <a16:creationId xmlns:a16="http://schemas.microsoft.com/office/drawing/2014/main" id="{8B51E52F-71F3-7D4A-B6AD-C4EC72BA487D}"/>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39942" name="Footer Placeholder 2">
            <a:extLst>
              <a:ext uri="{FF2B5EF4-FFF2-40B4-BE49-F238E27FC236}">
                <a16:creationId xmlns:a16="http://schemas.microsoft.com/office/drawing/2014/main" id="{2F733A7E-FEDC-76F6-7244-D08A8040836C}"/>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39943" name="Header Placeholder 3">
            <a:extLst>
              <a:ext uri="{FF2B5EF4-FFF2-40B4-BE49-F238E27FC236}">
                <a16:creationId xmlns:a16="http://schemas.microsoft.com/office/drawing/2014/main" id="{CA355FE7-91AF-5B4B-7520-FB273E7AE682}"/>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FE1E95F-3B9F-CD9F-A418-A7E4F40EF47D}"/>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EA3BEBBB-FF3C-4F7B-9B03-02D9DE042C44}" type="slidenum">
              <a:rPr lang="en-US" altLang="en-US"/>
              <a:pPr eaLnBrk="1" hangingPunct="1">
                <a:spcBef>
                  <a:spcPct val="0"/>
                </a:spcBef>
              </a:pPr>
              <a:t>11</a:t>
            </a:fld>
            <a:endParaRPr lang="en-US" altLang="en-US"/>
          </a:p>
        </p:txBody>
      </p:sp>
      <p:sp>
        <p:nvSpPr>
          <p:cNvPr id="40963" name="Rectangle 2">
            <a:extLst>
              <a:ext uri="{FF2B5EF4-FFF2-40B4-BE49-F238E27FC236}">
                <a16:creationId xmlns:a16="http://schemas.microsoft.com/office/drawing/2014/main" id="{F1B8041F-2624-ADCC-16A6-5B343FBAD1FA}"/>
              </a:ext>
            </a:extLst>
          </p:cNvPr>
          <p:cNvSpPr>
            <a:spLocks noGrp="1" noRot="1" noChangeAspect="1" noChangeArrowheads="1" noTextEdit="1"/>
          </p:cNvSpPr>
          <p:nvPr>
            <p:ph type="sldImg"/>
          </p:nvPr>
        </p:nvSpPr>
        <p:spPr>
          <a:xfrm>
            <a:off x="2305050" y="528638"/>
            <a:ext cx="4700588" cy="2644775"/>
          </a:xfrm>
          <a:ln/>
        </p:spPr>
      </p:sp>
      <p:sp>
        <p:nvSpPr>
          <p:cNvPr id="40964" name="Rectangle 3">
            <a:extLst>
              <a:ext uri="{FF2B5EF4-FFF2-40B4-BE49-F238E27FC236}">
                <a16:creationId xmlns:a16="http://schemas.microsoft.com/office/drawing/2014/main" id="{5EF96F7F-08FF-BAC9-85C4-FBFF0C629A6E}"/>
              </a:ext>
            </a:extLst>
          </p:cNvPr>
          <p:cNvSpPr>
            <a:spLocks noGrp="1" noChangeArrowheads="1"/>
          </p:cNvSpPr>
          <p:nvPr>
            <p:ph type="body" idx="1"/>
          </p:nvPr>
        </p:nvSpPr>
        <p:spPr>
          <a:xfrm>
            <a:off x="1241425" y="3349625"/>
            <a:ext cx="6826250" cy="3175000"/>
          </a:xfrm>
          <a:noFill/>
        </p:spPr>
        <p:txBody>
          <a:bodyPr/>
          <a:lstStyle/>
          <a:p>
            <a:pPr eaLnBrk="1" hangingPunct="1"/>
            <a:r>
              <a:rPr lang="en-US" altLang="en-US">
                <a:latin typeface="Arial" panose="020B0604020202020204" pitchFamily="34" charset="0"/>
                <a:cs typeface="Arial" panose="020B0604020202020204" pitchFamily="34" charset="0"/>
              </a:rPr>
              <a:t>This graphic intends to show that tradeoffs between security and access.</a:t>
            </a:r>
          </a:p>
        </p:txBody>
      </p:sp>
      <p:sp>
        <p:nvSpPr>
          <p:cNvPr id="40965" name="Date Placeholder 1">
            <a:extLst>
              <a:ext uri="{FF2B5EF4-FFF2-40B4-BE49-F238E27FC236}">
                <a16:creationId xmlns:a16="http://schemas.microsoft.com/office/drawing/2014/main" id="{310CCA4A-434B-BE95-2B25-4A949961FE52}"/>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40966" name="Footer Placeholder 2">
            <a:extLst>
              <a:ext uri="{FF2B5EF4-FFF2-40B4-BE49-F238E27FC236}">
                <a16:creationId xmlns:a16="http://schemas.microsoft.com/office/drawing/2014/main" id="{7E63E081-2FF4-BE74-A833-EED75984DD15}"/>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40967" name="Header Placeholder 3">
            <a:extLst>
              <a:ext uri="{FF2B5EF4-FFF2-40B4-BE49-F238E27FC236}">
                <a16:creationId xmlns:a16="http://schemas.microsoft.com/office/drawing/2014/main" id="{5150BC01-080C-D730-872B-FDA207131634}"/>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58942F7-4380-9A30-CDC1-6442986E8368}"/>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F5D65F97-DE2B-40F8-9811-96852B1011F2}" type="slidenum">
              <a:rPr lang="en-US" altLang="en-US"/>
              <a:pPr eaLnBrk="1" hangingPunct="1">
                <a:spcBef>
                  <a:spcPct val="0"/>
                </a:spcBef>
              </a:pPr>
              <a:t>12</a:t>
            </a:fld>
            <a:endParaRPr lang="en-US" altLang="en-US"/>
          </a:p>
        </p:txBody>
      </p:sp>
      <p:sp>
        <p:nvSpPr>
          <p:cNvPr id="41987" name="Rectangle 2">
            <a:extLst>
              <a:ext uri="{FF2B5EF4-FFF2-40B4-BE49-F238E27FC236}">
                <a16:creationId xmlns:a16="http://schemas.microsoft.com/office/drawing/2014/main" id="{F6C67C48-ED36-F4A2-EAAE-E3B5ABC72C37}"/>
              </a:ext>
            </a:extLst>
          </p:cNvPr>
          <p:cNvSpPr>
            <a:spLocks noGrp="1" noRot="1" noChangeAspect="1" noChangeArrowheads="1" noTextEdit="1"/>
          </p:cNvSpPr>
          <p:nvPr>
            <p:ph type="sldImg"/>
          </p:nvPr>
        </p:nvSpPr>
        <p:spPr>
          <a:xfrm>
            <a:off x="2305050" y="528638"/>
            <a:ext cx="4700588" cy="2644775"/>
          </a:xfrm>
          <a:ln/>
        </p:spPr>
      </p:sp>
      <p:sp>
        <p:nvSpPr>
          <p:cNvPr id="41988" name="Rectangle 3">
            <a:extLst>
              <a:ext uri="{FF2B5EF4-FFF2-40B4-BE49-F238E27FC236}">
                <a16:creationId xmlns:a16="http://schemas.microsoft.com/office/drawing/2014/main" id="{8BAD5BF1-5A02-B977-F5EB-E5AA9BB81F5F}"/>
              </a:ext>
            </a:extLst>
          </p:cNvPr>
          <p:cNvSpPr>
            <a:spLocks noGrp="1" noChangeArrowheads="1"/>
          </p:cNvSpPr>
          <p:nvPr>
            <p:ph type="body" idx="1"/>
          </p:nvPr>
        </p:nvSpPr>
        <p:spPr>
          <a:xfrm>
            <a:off x="1241425" y="3349625"/>
            <a:ext cx="6826250" cy="3175000"/>
          </a:xfrm>
          <a:noFill/>
        </p:spPr>
        <p:txBody>
          <a:bodyPr/>
          <a:lstStyle/>
          <a:p>
            <a:pPr eaLnBrk="1" hangingPunct="1"/>
            <a:r>
              <a:rPr lang="en-US" altLang="en-US" sz="1000" b="1">
                <a:latin typeface="Arial" panose="020B0604020202020204" pitchFamily="34" charset="0"/>
                <a:cs typeface="Arial" panose="020B0604020202020204" pitchFamily="34" charset="0"/>
              </a:rPr>
              <a:t>Bottom Up Approach To Security Implementation</a:t>
            </a:r>
          </a:p>
          <a:p>
            <a:pPr eaLnBrk="1" hangingPunct="1"/>
            <a:r>
              <a:rPr lang="en-US" altLang="en-US" sz="1000">
                <a:latin typeface="Arial" panose="020B0604020202020204" pitchFamily="34" charset="0"/>
                <a:cs typeface="Arial" panose="020B0604020202020204" pitchFamily="34" charset="0"/>
              </a:rPr>
              <a:t>Security can begin as a grass-roots effort when systems administrators attempt to improve the security of their systems.  This is referred to as the bottom-up approach.  </a:t>
            </a:r>
          </a:p>
          <a:p>
            <a:pPr eaLnBrk="1" hangingPunct="1"/>
            <a:r>
              <a:rPr lang="en-US" altLang="en-US" sz="1000">
                <a:latin typeface="Arial" panose="020B0604020202020204" pitchFamily="34" charset="0"/>
                <a:cs typeface="Arial" panose="020B0604020202020204" pitchFamily="34" charset="0"/>
              </a:rPr>
              <a:t>The key advantage of the bottom-up approach is the technical expertise of the individual administrators. </a:t>
            </a:r>
          </a:p>
          <a:p>
            <a:pPr eaLnBrk="1" hangingPunct="1"/>
            <a:r>
              <a:rPr lang="en-US" altLang="en-US" sz="1000">
                <a:latin typeface="Arial" panose="020B0604020202020204" pitchFamily="34" charset="0"/>
                <a:cs typeface="Arial" panose="020B0604020202020204" pitchFamily="34" charset="0"/>
              </a:rPr>
              <a:t>Unfortunately, this approach seldom works, as it lacks a number of critical features, such as participant support and organizational staying power. </a:t>
            </a:r>
          </a:p>
          <a:p>
            <a:pPr eaLnBrk="1" hangingPunct="1"/>
            <a:endParaRPr lang="en-US" altLang="en-US" sz="1000">
              <a:latin typeface="Arial" panose="020B0604020202020204" pitchFamily="34" charset="0"/>
              <a:cs typeface="Arial" panose="020B0604020202020204" pitchFamily="34" charset="0"/>
            </a:endParaRPr>
          </a:p>
        </p:txBody>
      </p:sp>
      <p:sp>
        <p:nvSpPr>
          <p:cNvPr id="41989" name="Date Placeholder 1">
            <a:extLst>
              <a:ext uri="{FF2B5EF4-FFF2-40B4-BE49-F238E27FC236}">
                <a16:creationId xmlns:a16="http://schemas.microsoft.com/office/drawing/2014/main" id="{4FE8D38F-CE1E-30C9-34F7-26FB853BD893}"/>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41990" name="Footer Placeholder 2">
            <a:extLst>
              <a:ext uri="{FF2B5EF4-FFF2-40B4-BE49-F238E27FC236}">
                <a16:creationId xmlns:a16="http://schemas.microsoft.com/office/drawing/2014/main" id="{9E6B3E3F-99DE-49E2-B36A-FA9954FCB417}"/>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41991" name="Header Placeholder 3">
            <a:extLst>
              <a:ext uri="{FF2B5EF4-FFF2-40B4-BE49-F238E27FC236}">
                <a16:creationId xmlns:a16="http://schemas.microsoft.com/office/drawing/2014/main" id="{4FEF1D3C-07DB-202B-68D4-442E4C97DC12}"/>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1B0D90D-3650-B4E0-97DA-36DE0FA276B3}"/>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AEED4BEB-EC0C-4B26-A9FC-4D4A91092FD6}" type="slidenum">
              <a:rPr lang="en-US" altLang="en-US"/>
              <a:pPr eaLnBrk="1" hangingPunct="1">
                <a:spcBef>
                  <a:spcPct val="0"/>
                </a:spcBef>
              </a:pPr>
              <a:t>13</a:t>
            </a:fld>
            <a:endParaRPr lang="en-US" altLang="en-US"/>
          </a:p>
        </p:txBody>
      </p:sp>
      <p:sp>
        <p:nvSpPr>
          <p:cNvPr id="43011" name="Rectangle 2">
            <a:extLst>
              <a:ext uri="{FF2B5EF4-FFF2-40B4-BE49-F238E27FC236}">
                <a16:creationId xmlns:a16="http://schemas.microsoft.com/office/drawing/2014/main" id="{F51BADBB-1B46-BFDE-239D-FB770CDEDB7D}"/>
              </a:ext>
            </a:extLst>
          </p:cNvPr>
          <p:cNvSpPr>
            <a:spLocks noGrp="1" noRot="1" noChangeAspect="1" noChangeArrowheads="1" noTextEdit="1"/>
          </p:cNvSpPr>
          <p:nvPr>
            <p:ph type="sldImg"/>
          </p:nvPr>
        </p:nvSpPr>
        <p:spPr>
          <a:xfrm>
            <a:off x="2305050" y="528638"/>
            <a:ext cx="4700588" cy="2644775"/>
          </a:xfrm>
          <a:ln/>
        </p:spPr>
      </p:sp>
      <p:sp>
        <p:nvSpPr>
          <p:cNvPr id="43012" name="Rectangle 3">
            <a:extLst>
              <a:ext uri="{FF2B5EF4-FFF2-40B4-BE49-F238E27FC236}">
                <a16:creationId xmlns:a16="http://schemas.microsoft.com/office/drawing/2014/main" id="{02292AD4-EA50-DD3B-F845-A74F85158F41}"/>
              </a:ext>
            </a:extLst>
          </p:cNvPr>
          <p:cNvSpPr>
            <a:spLocks noGrp="1" noChangeArrowheads="1"/>
          </p:cNvSpPr>
          <p:nvPr>
            <p:ph type="body" idx="1"/>
          </p:nvPr>
        </p:nvSpPr>
        <p:spPr>
          <a:xfrm>
            <a:off x="1241425" y="3349625"/>
            <a:ext cx="6826250" cy="3175000"/>
          </a:xfrm>
          <a:noFill/>
        </p:spPr>
        <p:txBody>
          <a:bodyPr/>
          <a:lstStyle/>
          <a:p>
            <a:pPr eaLnBrk="1" hangingPunct="1"/>
            <a:r>
              <a:rPr lang="en-US" altLang="en-US">
                <a:latin typeface="Arial" panose="020B0604020202020204" pitchFamily="34" charset="0"/>
                <a:cs typeface="Arial" panose="020B0604020202020204" pitchFamily="34" charset="0"/>
              </a:rPr>
              <a:t>Key concept here is the direction of the left and right side arrows to show where planning is sourced and from which direction the pressure for success if driven.</a:t>
            </a:r>
          </a:p>
        </p:txBody>
      </p:sp>
      <p:sp>
        <p:nvSpPr>
          <p:cNvPr id="43013" name="Date Placeholder 1">
            <a:extLst>
              <a:ext uri="{FF2B5EF4-FFF2-40B4-BE49-F238E27FC236}">
                <a16:creationId xmlns:a16="http://schemas.microsoft.com/office/drawing/2014/main" id="{65720390-87DD-F525-5CC1-E387C7F2D646}"/>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43014" name="Footer Placeholder 2">
            <a:extLst>
              <a:ext uri="{FF2B5EF4-FFF2-40B4-BE49-F238E27FC236}">
                <a16:creationId xmlns:a16="http://schemas.microsoft.com/office/drawing/2014/main" id="{20E4A651-4D7A-4384-9F30-D698D5A5E639}"/>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43015" name="Header Placeholder 3">
            <a:extLst>
              <a:ext uri="{FF2B5EF4-FFF2-40B4-BE49-F238E27FC236}">
                <a16:creationId xmlns:a16="http://schemas.microsoft.com/office/drawing/2014/main" id="{DA7CF298-0F7A-5C31-1363-EF65EE75C0FE}"/>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73843A81-0D77-45FC-8C48-FB5181D0F5C2}"/>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58825" indent="-29210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68400" indent="-233363"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35125" indent="-233363"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103438" indent="-233363"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606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30178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750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932238" indent="-233363"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04169409-DF47-42B4-9228-075203CD1315}" type="slidenum">
              <a:rPr lang="en-US" altLang="en-US"/>
              <a:pPr eaLnBrk="1" hangingPunct="1">
                <a:spcBef>
                  <a:spcPct val="0"/>
                </a:spcBef>
              </a:pPr>
              <a:t>14</a:t>
            </a:fld>
            <a:endParaRPr lang="en-US" altLang="en-US"/>
          </a:p>
        </p:txBody>
      </p:sp>
      <p:sp>
        <p:nvSpPr>
          <p:cNvPr id="44035" name="Rectangle 2">
            <a:extLst>
              <a:ext uri="{FF2B5EF4-FFF2-40B4-BE49-F238E27FC236}">
                <a16:creationId xmlns:a16="http://schemas.microsoft.com/office/drawing/2014/main" id="{FDB002C7-3DA9-0AE2-EC3F-D3FEADB890A7}"/>
              </a:ext>
            </a:extLst>
          </p:cNvPr>
          <p:cNvSpPr>
            <a:spLocks noGrp="1" noRot="1" noChangeAspect="1" noChangeArrowheads="1" noTextEdit="1"/>
          </p:cNvSpPr>
          <p:nvPr>
            <p:ph type="sldImg"/>
          </p:nvPr>
        </p:nvSpPr>
        <p:spPr>
          <a:xfrm>
            <a:off x="2305050" y="528638"/>
            <a:ext cx="4700588" cy="2644775"/>
          </a:xfrm>
          <a:ln/>
        </p:spPr>
      </p:sp>
      <p:sp>
        <p:nvSpPr>
          <p:cNvPr id="44036" name="Rectangle 3">
            <a:extLst>
              <a:ext uri="{FF2B5EF4-FFF2-40B4-BE49-F238E27FC236}">
                <a16:creationId xmlns:a16="http://schemas.microsoft.com/office/drawing/2014/main" id="{6E466431-A173-AF7D-3438-D8D8EED5382B}"/>
              </a:ext>
            </a:extLst>
          </p:cNvPr>
          <p:cNvSpPr>
            <a:spLocks noGrp="1" noChangeArrowheads="1"/>
          </p:cNvSpPr>
          <p:nvPr>
            <p:ph type="body" idx="1"/>
          </p:nvPr>
        </p:nvSpPr>
        <p:spPr>
          <a:xfrm>
            <a:off x="1241425" y="3349625"/>
            <a:ext cx="6826250" cy="3175000"/>
          </a:xfrm>
          <a:noFill/>
        </p:spPr>
        <p:txBody>
          <a:bodyPr/>
          <a:lstStyle/>
          <a:p>
            <a:pPr eaLnBrk="1" hangingPunct="1"/>
            <a:r>
              <a:rPr lang="en-US" altLang="en-US" sz="1000" b="1">
                <a:latin typeface="Arial" panose="020B0604020202020204" pitchFamily="34" charset="0"/>
                <a:cs typeface="Arial" panose="020B0604020202020204" pitchFamily="34" charset="0"/>
              </a:rPr>
              <a:t>Top-down Approach to Security Implementation</a:t>
            </a:r>
          </a:p>
          <a:p>
            <a:pPr eaLnBrk="1" hangingPunct="1"/>
            <a:r>
              <a:rPr lang="en-US" altLang="en-US" sz="1000">
                <a:latin typeface="Arial" panose="020B0604020202020204" pitchFamily="34" charset="0"/>
                <a:cs typeface="Arial" panose="020B0604020202020204" pitchFamily="34" charset="0"/>
              </a:rPr>
              <a:t>An alternative approach, which has a higher probability of success, is called the top-down approach. The project is initiated by upper management who issue policy, procedures and processes, dictate the goals and expected outcomes of the project, and determine who is accountable for each of the required actions.  </a:t>
            </a:r>
          </a:p>
          <a:p>
            <a:pPr eaLnBrk="1" hangingPunct="1"/>
            <a:r>
              <a:rPr lang="en-US" altLang="en-US" sz="1000">
                <a:latin typeface="Arial" panose="020B0604020202020204" pitchFamily="34" charset="0"/>
                <a:cs typeface="Arial" panose="020B0604020202020204" pitchFamily="34" charset="0"/>
              </a:rPr>
              <a:t>The top-down approach has strong upper management support, a dedicated champion, dedicated funding, clear planning and the opportunity to influence organizational culture.  </a:t>
            </a:r>
          </a:p>
          <a:p>
            <a:pPr eaLnBrk="1" hangingPunct="1"/>
            <a:r>
              <a:rPr lang="en-US" altLang="en-US" sz="1000">
                <a:latin typeface="Arial" panose="020B0604020202020204" pitchFamily="34" charset="0"/>
                <a:cs typeface="Arial" panose="020B0604020202020204" pitchFamily="34" charset="0"/>
              </a:rPr>
              <a:t>The most successful top-down approach also involves a formal development strategy referred to as a systems development life cycle.</a:t>
            </a:r>
          </a:p>
          <a:p>
            <a:pPr eaLnBrk="1" hangingPunct="1"/>
            <a:endParaRPr lang="en-US" altLang="en-US" sz="1000">
              <a:latin typeface="Arial" panose="020B0604020202020204" pitchFamily="34" charset="0"/>
              <a:cs typeface="Arial" panose="020B0604020202020204" pitchFamily="34" charset="0"/>
            </a:endParaRPr>
          </a:p>
        </p:txBody>
      </p:sp>
      <p:sp>
        <p:nvSpPr>
          <p:cNvPr id="44037" name="Date Placeholder 1">
            <a:extLst>
              <a:ext uri="{FF2B5EF4-FFF2-40B4-BE49-F238E27FC236}">
                <a16:creationId xmlns:a16="http://schemas.microsoft.com/office/drawing/2014/main" id="{6C74629C-D679-AD21-611D-10E67A366525}"/>
              </a:ext>
            </a:extLst>
          </p:cNvPr>
          <p:cNvSpPr>
            <a:spLocks noGrp="1"/>
          </p:cNvSpPr>
          <p:nvPr>
            <p:ph type="dt" sz="quarter" idx="1"/>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Batch 03</a:t>
            </a:r>
          </a:p>
        </p:txBody>
      </p:sp>
      <p:sp>
        <p:nvSpPr>
          <p:cNvPr id="44038" name="Footer Placeholder 2">
            <a:extLst>
              <a:ext uri="{FF2B5EF4-FFF2-40B4-BE49-F238E27FC236}">
                <a16:creationId xmlns:a16="http://schemas.microsoft.com/office/drawing/2014/main" id="{6ABFDE88-659A-F66C-60E9-138E2B7C6E08}"/>
              </a:ext>
            </a:extLst>
          </p:cNvPr>
          <p:cNvSpPr>
            <a:spLocks noGrp="1"/>
          </p:cNvSpPr>
          <p:nvPr>
            <p:ph type="ftr" sz="quarter" idx="4"/>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Mohamed Ishraque</a:t>
            </a:r>
          </a:p>
        </p:txBody>
      </p:sp>
      <p:sp>
        <p:nvSpPr>
          <p:cNvPr id="44039" name="Header Placeholder 3">
            <a:extLst>
              <a:ext uri="{FF2B5EF4-FFF2-40B4-BE49-F238E27FC236}">
                <a16:creationId xmlns:a16="http://schemas.microsoft.com/office/drawing/2014/main" id="{E1B57CFA-34D1-0DEB-8CB3-0D46BCAF5EFF}"/>
              </a:ext>
            </a:extLst>
          </p:cNvPr>
          <p:cNvSpPr>
            <a:spLocks noGrp="1"/>
          </p:cNvSpPr>
          <p:nvPr>
            <p:ph type="hdr" sz="quarter"/>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t>HND in CSD - Security - Introduction to IS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ED82843-879C-7C8F-04B1-A603AC69939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7EA2DEA4-D38B-1ADD-4D37-FB25927625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12439B0-BD4C-531F-6342-E085D4D3A174}"/>
              </a:ext>
            </a:extLst>
          </p:cNvPr>
          <p:cNvSpPr>
            <a:spLocks noGrp="1" noChangeArrowheads="1"/>
          </p:cNvSpPr>
          <p:nvPr>
            <p:ph type="sldNum" sz="quarter" idx="12"/>
          </p:nvPr>
        </p:nvSpPr>
        <p:spPr>
          <a:ln/>
        </p:spPr>
        <p:txBody>
          <a:bodyPr/>
          <a:lstStyle>
            <a:lvl1pPr>
              <a:defRPr/>
            </a:lvl1pPr>
          </a:lstStyle>
          <a:p>
            <a:fld id="{31383545-3C8B-4DB3-A151-8C60C2E54E84}" type="slidenum">
              <a:rPr lang="en-US" altLang="en-US"/>
              <a:pPr/>
              <a:t>‹#›</a:t>
            </a:fld>
            <a:endParaRPr lang="en-US" altLang="en-US"/>
          </a:p>
        </p:txBody>
      </p:sp>
    </p:spTree>
    <p:extLst>
      <p:ext uri="{BB962C8B-B14F-4D97-AF65-F5344CB8AC3E}">
        <p14:creationId xmlns:p14="http://schemas.microsoft.com/office/powerpoint/2010/main" val="419034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5D138D0-EF83-A3B0-C5FB-9DB5E5A842E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5C59A5AD-4C25-3400-1BE0-1465E475DDA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202CFBDE-6D04-493B-33B1-48C6C881985D}"/>
              </a:ext>
            </a:extLst>
          </p:cNvPr>
          <p:cNvSpPr>
            <a:spLocks noGrp="1" noChangeArrowheads="1"/>
          </p:cNvSpPr>
          <p:nvPr>
            <p:ph type="sldNum" sz="quarter" idx="12"/>
          </p:nvPr>
        </p:nvSpPr>
        <p:spPr>
          <a:ln/>
        </p:spPr>
        <p:txBody>
          <a:bodyPr/>
          <a:lstStyle>
            <a:lvl1pPr>
              <a:defRPr/>
            </a:lvl1pPr>
          </a:lstStyle>
          <a:p>
            <a:fld id="{DF45D511-D16C-4D0B-9C3F-E43B65EBDE88}" type="slidenum">
              <a:rPr lang="en-US" altLang="en-US"/>
              <a:pPr/>
              <a:t>‹#›</a:t>
            </a:fld>
            <a:endParaRPr lang="en-US" altLang="en-US"/>
          </a:p>
        </p:txBody>
      </p:sp>
    </p:spTree>
    <p:extLst>
      <p:ext uri="{BB962C8B-B14F-4D97-AF65-F5344CB8AC3E}">
        <p14:creationId xmlns:p14="http://schemas.microsoft.com/office/powerpoint/2010/main" val="4201343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D49E55F-6736-D54D-DD5C-1D41B1B837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33F15BBA-DEEE-6281-17AE-A60046D278D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0A525AD-1492-7275-BCE2-88393BE8F487}"/>
              </a:ext>
            </a:extLst>
          </p:cNvPr>
          <p:cNvSpPr>
            <a:spLocks noGrp="1" noChangeArrowheads="1"/>
          </p:cNvSpPr>
          <p:nvPr>
            <p:ph type="sldNum" sz="quarter" idx="12"/>
          </p:nvPr>
        </p:nvSpPr>
        <p:spPr>
          <a:ln/>
        </p:spPr>
        <p:txBody>
          <a:bodyPr/>
          <a:lstStyle>
            <a:lvl1pPr>
              <a:defRPr/>
            </a:lvl1pPr>
          </a:lstStyle>
          <a:p>
            <a:fld id="{5ACBFF8C-AD72-49A0-B60E-6486FA5219FD}" type="slidenum">
              <a:rPr lang="en-US" altLang="en-US"/>
              <a:pPr/>
              <a:t>‹#›</a:t>
            </a:fld>
            <a:endParaRPr lang="en-US" altLang="en-US"/>
          </a:p>
        </p:txBody>
      </p:sp>
    </p:spTree>
    <p:extLst>
      <p:ext uri="{BB962C8B-B14F-4D97-AF65-F5344CB8AC3E}">
        <p14:creationId xmlns:p14="http://schemas.microsoft.com/office/powerpoint/2010/main" val="1988753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E96119D-031B-78D7-2698-B531322BE24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44DE523-5530-A8FE-B551-37D0B3884A7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3802315F-410C-4B59-BA11-AD72141BE530}"/>
              </a:ext>
            </a:extLst>
          </p:cNvPr>
          <p:cNvSpPr>
            <a:spLocks noGrp="1" noChangeArrowheads="1"/>
          </p:cNvSpPr>
          <p:nvPr>
            <p:ph type="sldNum" sz="quarter" idx="12"/>
          </p:nvPr>
        </p:nvSpPr>
        <p:spPr>
          <a:ln/>
        </p:spPr>
        <p:txBody>
          <a:bodyPr/>
          <a:lstStyle>
            <a:lvl1pPr>
              <a:defRPr/>
            </a:lvl1pPr>
          </a:lstStyle>
          <a:p>
            <a:fld id="{2F352D9D-17C1-4719-9DFE-5D4F280328FD}" type="slidenum">
              <a:rPr lang="en-US" altLang="en-US"/>
              <a:pPr/>
              <a:t>‹#›</a:t>
            </a:fld>
            <a:endParaRPr lang="en-US" altLang="en-US"/>
          </a:p>
        </p:txBody>
      </p:sp>
    </p:spTree>
    <p:extLst>
      <p:ext uri="{BB962C8B-B14F-4D97-AF65-F5344CB8AC3E}">
        <p14:creationId xmlns:p14="http://schemas.microsoft.com/office/powerpoint/2010/main" val="144154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3AFF6F7-3E6E-9DC6-0B1E-E6488A76191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9E006A70-0246-EF67-E515-61B97001530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DA3A6813-4584-7CB5-4391-A453C669A271}"/>
              </a:ext>
            </a:extLst>
          </p:cNvPr>
          <p:cNvSpPr>
            <a:spLocks noGrp="1" noChangeArrowheads="1"/>
          </p:cNvSpPr>
          <p:nvPr>
            <p:ph type="sldNum" sz="quarter" idx="12"/>
          </p:nvPr>
        </p:nvSpPr>
        <p:spPr>
          <a:ln/>
        </p:spPr>
        <p:txBody>
          <a:bodyPr/>
          <a:lstStyle>
            <a:lvl1pPr>
              <a:defRPr/>
            </a:lvl1pPr>
          </a:lstStyle>
          <a:p>
            <a:fld id="{D0E28448-2633-470F-9B7F-DD8E17C72B6E}" type="slidenum">
              <a:rPr lang="en-US" altLang="en-US"/>
              <a:pPr/>
              <a:t>‹#›</a:t>
            </a:fld>
            <a:endParaRPr lang="en-US" altLang="en-US"/>
          </a:p>
        </p:txBody>
      </p:sp>
    </p:spTree>
    <p:extLst>
      <p:ext uri="{BB962C8B-B14F-4D97-AF65-F5344CB8AC3E}">
        <p14:creationId xmlns:p14="http://schemas.microsoft.com/office/powerpoint/2010/main" val="376104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169B05E-2431-7037-DE34-EAD80523FB2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C2E6EA62-D70D-A0BB-7DAA-1B22457EE3A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0318704-A993-F60A-F23E-F81A058E0695}"/>
              </a:ext>
            </a:extLst>
          </p:cNvPr>
          <p:cNvSpPr>
            <a:spLocks noGrp="1" noChangeArrowheads="1"/>
          </p:cNvSpPr>
          <p:nvPr>
            <p:ph type="sldNum" sz="quarter" idx="12"/>
          </p:nvPr>
        </p:nvSpPr>
        <p:spPr>
          <a:ln/>
        </p:spPr>
        <p:txBody>
          <a:bodyPr/>
          <a:lstStyle>
            <a:lvl1pPr>
              <a:defRPr/>
            </a:lvl1pPr>
          </a:lstStyle>
          <a:p>
            <a:fld id="{B87C41C9-9DC7-4D06-B912-DD5D9876EBFB}" type="slidenum">
              <a:rPr lang="en-US" altLang="en-US"/>
              <a:pPr/>
              <a:t>‹#›</a:t>
            </a:fld>
            <a:endParaRPr lang="en-US" altLang="en-US"/>
          </a:p>
        </p:txBody>
      </p:sp>
    </p:spTree>
    <p:extLst>
      <p:ext uri="{BB962C8B-B14F-4D97-AF65-F5344CB8AC3E}">
        <p14:creationId xmlns:p14="http://schemas.microsoft.com/office/powerpoint/2010/main" val="1268181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0491A5C-1BCA-C90A-84A6-F5C19C990AB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8099CA1A-19DE-E071-123B-177E45BA586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82AB082A-1CAE-221C-3FEF-F2E4630B8011}"/>
              </a:ext>
            </a:extLst>
          </p:cNvPr>
          <p:cNvSpPr>
            <a:spLocks noGrp="1" noChangeArrowheads="1"/>
          </p:cNvSpPr>
          <p:nvPr>
            <p:ph type="sldNum" sz="quarter" idx="12"/>
          </p:nvPr>
        </p:nvSpPr>
        <p:spPr>
          <a:ln/>
        </p:spPr>
        <p:txBody>
          <a:bodyPr/>
          <a:lstStyle>
            <a:lvl1pPr>
              <a:defRPr/>
            </a:lvl1pPr>
          </a:lstStyle>
          <a:p>
            <a:fld id="{9FEFFE3C-F0C4-444C-86E0-7E413CED8A97}" type="slidenum">
              <a:rPr lang="en-US" altLang="en-US"/>
              <a:pPr/>
              <a:t>‹#›</a:t>
            </a:fld>
            <a:endParaRPr lang="en-US" altLang="en-US"/>
          </a:p>
        </p:txBody>
      </p:sp>
    </p:spTree>
    <p:extLst>
      <p:ext uri="{BB962C8B-B14F-4D97-AF65-F5344CB8AC3E}">
        <p14:creationId xmlns:p14="http://schemas.microsoft.com/office/powerpoint/2010/main" val="1867522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9530051-BA86-2830-29BF-E37987E51DB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25CAEEA9-21D6-AD2B-B2CC-528B9FACB1B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5869A0A8-B521-0B00-49FC-856C5A38B170}"/>
              </a:ext>
            </a:extLst>
          </p:cNvPr>
          <p:cNvSpPr>
            <a:spLocks noGrp="1" noChangeArrowheads="1"/>
          </p:cNvSpPr>
          <p:nvPr>
            <p:ph type="sldNum" sz="quarter" idx="12"/>
          </p:nvPr>
        </p:nvSpPr>
        <p:spPr>
          <a:ln/>
        </p:spPr>
        <p:txBody>
          <a:bodyPr/>
          <a:lstStyle>
            <a:lvl1pPr>
              <a:defRPr/>
            </a:lvl1pPr>
          </a:lstStyle>
          <a:p>
            <a:fld id="{FAA7821A-793A-414C-B7E9-7CE96C95433D}" type="slidenum">
              <a:rPr lang="en-US" altLang="en-US"/>
              <a:pPr/>
              <a:t>‹#›</a:t>
            </a:fld>
            <a:endParaRPr lang="en-US" altLang="en-US"/>
          </a:p>
        </p:txBody>
      </p:sp>
    </p:spTree>
    <p:extLst>
      <p:ext uri="{BB962C8B-B14F-4D97-AF65-F5344CB8AC3E}">
        <p14:creationId xmlns:p14="http://schemas.microsoft.com/office/powerpoint/2010/main" val="1204350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3FEB50D-2B51-612D-A435-2BFA2026347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80293E27-5F75-FC43-5C1A-7E8FBC2363A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5175223-6861-95FD-27B2-FB21B371B1F8}"/>
              </a:ext>
            </a:extLst>
          </p:cNvPr>
          <p:cNvSpPr>
            <a:spLocks noGrp="1" noChangeArrowheads="1"/>
          </p:cNvSpPr>
          <p:nvPr>
            <p:ph type="sldNum" sz="quarter" idx="12"/>
          </p:nvPr>
        </p:nvSpPr>
        <p:spPr>
          <a:ln/>
        </p:spPr>
        <p:txBody>
          <a:bodyPr/>
          <a:lstStyle>
            <a:lvl1pPr>
              <a:defRPr/>
            </a:lvl1pPr>
          </a:lstStyle>
          <a:p>
            <a:fld id="{02EC19B9-CE01-4E21-9A7E-F1B4B7C3DC1A}" type="slidenum">
              <a:rPr lang="en-US" altLang="en-US"/>
              <a:pPr/>
              <a:t>‹#›</a:t>
            </a:fld>
            <a:endParaRPr lang="en-US" altLang="en-US"/>
          </a:p>
        </p:txBody>
      </p:sp>
    </p:spTree>
    <p:extLst>
      <p:ext uri="{BB962C8B-B14F-4D97-AF65-F5344CB8AC3E}">
        <p14:creationId xmlns:p14="http://schemas.microsoft.com/office/powerpoint/2010/main" val="2619147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9882F5F-BC71-4728-AA5B-27EFD9EA7FC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3777B4EC-2751-815D-97E4-A62FD0AF428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9327041-60A6-5BBE-DB55-243C48C32BCC}"/>
              </a:ext>
            </a:extLst>
          </p:cNvPr>
          <p:cNvSpPr>
            <a:spLocks noGrp="1" noChangeArrowheads="1"/>
          </p:cNvSpPr>
          <p:nvPr>
            <p:ph type="sldNum" sz="quarter" idx="12"/>
          </p:nvPr>
        </p:nvSpPr>
        <p:spPr>
          <a:ln/>
        </p:spPr>
        <p:txBody>
          <a:bodyPr/>
          <a:lstStyle>
            <a:lvl1pPr>
              <a:defRPr/>
            </a:lvl1pPr>
          </a:lstStyle>
          <a:p>
            <a:fld id="{75103D65-73B3-468F-BE89-5D46C2DE7678}" type="slidenum">
              <a:rPr lang="en-US" altLang="en-US"/>
              <a:pPr/>
              <a:t>‹#›</a:t>
            </a:fld>
            <a:endParaRPr lang="en-US" altLang="en-US"/>
          </a:p>
        </p:txBody>
      </p:sp>
    </p:spTree>
    <p:extLst>
      <p:ext uri="{BB962C8B-B14F-4D97-AF65-F5344CB8AC3E}">
        <p14:creationId xmlns:p14="http://schemas.microsoft.com/office/powerpoint/2010/main" val="3851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B9FA6E-B8C4-060C-3ECB-358C03EFD68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DCA3045-7B4E-4D92-A1D5-1C9CE27E350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616B366-15F6-4A15-E716-BC473D662AB8}"/>
              </a:ext>
            </a:extLst>
          </p:cNvPr>
          <p:cNvSpPr>
            <a:spLocks noGrp="1" noChangeArrowheads="1"/>
          </p:cNvSpPr>
          <p:nvPr>
            <p:ph type="sldNum" sz="quarter" idx="12"/>
          </p:nvPr>
        </p:nvSpPr>
        <p:spPr>
          <a:ln/>
        </p:spPr>
        <p:txBody>
          <a:bodyPr/>
          <a:lstStyle>
            <a:lvl1pPr>
              <a:defRPr/>
            </a:lvl1pPr>
          </a:lstStyle>
          <a:p>
            <a:fld id="{4C2AA8F8-A79A-41B7-A3D8-5A72B6979808}" type="slidenum">
              <a:rPr lang="en-US" altLang="en-US"/>
              <a:pPr/>
              <a:t>‹#›</a:t>
            </a:fld>
            <a:endParaRPr lang="en-US" altLang="en-US"/>
          </a:p>
        </p:txBody>
      </p:sp>
    </p:spTree>
    <p:extLst>
      <p:ext uri="{BB962C8B-B14F-4D97-AF65-F5344CB8AC3E}">
        <p14:creationId xmlns:p14="http://schemas.microsoft.com/office/powerpoint/2010/main" val="4200804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E88A247-4373-EC8E-27A7-61F06CCCFEB6}"/>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2B26901-89A3-4F12-4410-2629F690FE79}"/>
              </a:ext>
            </a:extLst>
          </p:cNvPr>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5115CD2-DD88-2809-0DC8-DCA3069701FC}"/>
              </a:ext>
            </a:extLst>
          </p:cNvPr>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cs typeface="Arial" charset="0"/>
              </a:defRPr>
            </a:lvl1pPr>
          </a:lstStyle>
          <a:p>
            <a:pPr>
              <a:defRPr/>
            </a:pPr>
            <a:endParaRPr lang="en-US" altLang="en-US"/>
          </a:p>
        </p:txBody>
      </p:sp>
      <p:sp>
        <p:nvSpPr>
          <p:cNvPr id="1029" name="Rectangle 5">
            <a:extLst>
              <a:ext uri="{FF2B5EF4-FFF2-40B4-BE49-F238E27FC236}">
                <a16:creationId xmlns:a16="http://schemas.microsoft.com/office/drawing/2014/main" id="{16C6731A-7C99-60D8-F562-E383DABFF467}"/>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endParaRPr lang="en-US" altLang="en-US"/>
          </a:p>
        </p:txBody>
      </p:sp>
      <p:sp>
        <p:nvSpPr>
          <p:cNvPr id="1030" name="Rectangle 6">
            <a:extLst>
              <a:ext uri="{FF2B5EF4-FFF2-40B4-BE49-F238E27FC236}">
                <a16:creationId xmlns:a16="http://schemas.microsoft.com/office/drawing/2014/main" id="{B652C908-E809-9CDA-5EFA-C871AA5B4C49}"/>
              </a:ext>
            </a:extLst>
          </p:cNvPr>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749714AD-7D6B-4D48-896F-E0CC20CD4DB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831B90F-0BB6-6C35-9033-CA7F285BA340}"/>
              </a:ext>
            </a:extLst>
          </p:cNvPr>
          <p:cNvSpPr>
            <a:spLocks noGrp="1" noChangeArrowheads="1"/>
          </p:cNvSpPr>
          <p:nvPr>
            <p:ph type="ctrTitle"/>
          </p:nvPr>
        </p:nvSpPr>
        <p:spPr>
          <a:xfrm>
            <a:off x="2209800" y="1752601"/>
            <a:ext cx="7772400" cy="1470025"/>
          </a:xfrm>
        </p:spPr>
        <p:txBody>
          <a:bodyPr/>
          <a:lstStyle/>
          <a:p>
            <a:pPr eaLnBrk="1" hangingPunct="1"/>
            <a:r>
              <a:rPr lang="en-US" altLang="en-US" b="1"/>
              <a:t>Introduction </a:t>
            </a:r>
            <a:br>
              <a:rPr lang="en-US" altLang="en-US" b="1"/>
            </a:br>
            <a:r>
              <a:rPr lang="en-US" altLang="en-US" b="1"/>
              <a:t>to </a:t>
            </a:r>
            <a:br>
              <a:rPr lang="en-US" altLang="en-US" b="1"/>
            </a:br>
            <a:r>
              <a:rPr lang="en-US" altLang="en-US" b="1"/>
              <a:t>Information Security</a:t>
            </a:r>
          </a:p>
        </p:txBody>
      </p:sp>
      <p:sp>
        <p:nvSpPr>
          <p:cNvPr id="2051" name="Rectangle 3">
            <a:extLst>
              <a:ext uri="{FF2B5EF4-FFF2-40B4-BE49-F238E27FC236}">
                <a16:creationId xmlns:a16="http://schemas.microsoft.com/office/drawing/2014/main" id="{FC142A68-AB23-3507-7AB0-6430600182CA}"/>
              </a:ext>
            </a:extLst>
          </p:cNvPr>
          <p:cNvSpPr>
            <a:spLocks noGrp="1" noChangeArrowheads="1"/>
          </p:cNvSpPr>
          <p:nvPr>
            <p:ph type="subTitle" idx="1"/>
          </p:nvPr>
        </p:nvSpPr>
        <p:spPr/>
        <p:txBody>
          <a:bodyPr/>
          <a:lstStyle/>
          <a:p>
            <a:pPr eaLnBrk="1" hangingPunct="1"/>
            <a:r>
              <a:rPr lang="en-US" altLang="en-US" sz="1800" dirty="0"/>
              <a:t>By: Mohamed </a:t>
            </a:r>
            <a:r>
              <a:rPr lang="en-US" altLang="en-US" sz="1800" dirty="0" err="1"/>
              <a:t>Nismy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EF192FA-DBA6-E43B-410B-77823CB3BBCB}"/>
              </a:ext>
            </a:extLst>
          </p:cNvPr>
          <p:cNvSpPr>
            <a:spLocks noGrp="1" noChangeArrowheads="1"/>
          </p:cNvSpPr>
          <p:nvPr>
            <p:ph type="title"/>
          </p:nvPr>
        </p:nvSpPr>
        <p:spPr/>
        <p:txBody>
          <a:bodyPr/>
          <a:lstStyle/>
          <a:p>
            <a:pPr eaLnBrk="1" hangingPunct="1"/>
            <a:r>
              <a:rPr lang="en-US" altLang="en-US" sz="3600"/>
              <a:t>What is Security?</a:t>
            </a:r>
          </a:p>
        </p:txBody>
      </p:sp>
      <p:sp>
        <p:nvSpPr>
          <p:cNvPr id="10243" name="Rectangle 3">
            <a:extLst>
              <a:ext uri="{FF2B5EF4-FFF2-40B4-BE49-F238E27FC236}">
                <a16:creationId xmlns:a16="http://schemas.microsoft.com/office/drawing/2014/main" id="{42FAA5CA-DF3E-8237-4B11-C3510CB48DDA}"/>
              </a:ext>
            </a:extLst>
          </p:cNvPr>
          <p:cNvSpPr>
            <a:spLocks noGrp="1" noChangeArrowheads="1"/>
          </p:cNvSpPr>
          <p:nvPr>
            <p:ph type="body" idx="1"/>
          </p:nvPr>
        </p:nvSpPr>
        <p:spPr>
          <a:xfrm>
            <a:off x="914400" y="1219200"/>
            <a:ext cx="10210799" cy="4648200"/>
          </a:xfrm>
        </p:spPr>
        <p:txBody>
          <a:bodyPr/>
          <a:lstStyle/>
          <a:p>
            <a:pPr eaLnBrk="1" hangingPunct="1"/>
            <a:r>
              <a:rPr lang="en-US" altLang="en-US" sz="2800" dirty="0"/>
              <a:t>“The quality or state of being secure—to be free from danger”  </a:t>
            </a:r>
          </a:p>
          <a:p>
            <a:pPr eaLnBrk="1" hangingPunct="1"/>
            <a:r>
              <a:rPr lang="en-US" altLang="en-US" sz="2800" dirty="0"/>
              <a:t>A successful organization should have multiple layers of security in place: </a:t>
            </a:r>
          </a:p>
          <a:p>
            <a:pPr lvl="1" eaLnBrk="1" hangingPunct="1"/>
            <a:r>
              <a:rPr lang="en-US" altLang="en-US" sz="2600" dirty="0"/>
              <a:t>Physical security</a:t>
            </a:r>
          </a:p>
          <a:p>
            <a:pPr lvl="1" eaLnBrk="1" hangingPunct="1"/>
            <a:r>
              <a:rPr lang="en-US" altLang="en-US" sz="2600" dirty="0"/>
              <a:t>Personal security </a:t>
            </a:r>
          </a:p>
          <a:p>
            <a:pPr lvl="1" eaLnBrk="1" hangingPunct="1"/>
            <a:r>
              <a:rPr lang="en-US" altLang="en-US" sz="2600" dirty="0"/>
              <a:t>Operations security </a:t>
            </a:r>
          </a:p>
          <a:p>
            <a:pPr lvl="1" eaLnBrk="1" hangingPunct="1"/>
            <a:r>
              <a:rPr lang="en-US" altLang="en-US" sz="2600" dirty="0"/>
              <a:t>Communications security </a:t>
            </a:r>
          </a:p>
          <a:p>
            <a:pPr lvl="1" eaLnBrk="1" hangingPunct="1"/>
            <a:r>
              <a:rPr lang="en-US" altLang="en-US" sz="2600" dirty="0"/>
              <a:t>Network security</a:t>
            </a:r>
          </a:p>
          <a:p>
            <a:pPr lvl="1" eaLnBrk="1" hangingPunct="1"/>
            <a:r>
              <a:rPr lang="en-US" altLang="en-US" sz="2600" dirty="0"/>
              <a:t>Information security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8FBB8E2-2D73-1B1E-523E-C3C209FCD78A}"/>
              </a:ext>
            </a:extLst>
          </p:cNvPr>
          <p:cNvSpPr>
            <a:spLocks noGrp="1" noChangeArrowheads="1"/>
          </p:cNvSpPr>
          <p:nvPr>
            <p:ph type="title"/>
          </p:nvPr>
        </p:nvSpPr>
        <p:spPr/>
        <p:txBody>
          <a:bodyPr/>
          <a:lstStyle/>
          <a:p>
            <a:pPr eaLnBrk="1" hangingPunct="1"/>
            <a:r>
              <a:rPr lang="en-US" altLang="en-US" sz="3600"/>
              <a:t>What is Information Security?</a:t>
            </a:r>
          </a:p>
        </p:txBody>
      </p:sp>
      <p:sp>
        <p:nvSpPr>
          <p:cNvPr id="11267" name="Rectangle 3">
            <a:extLst>
              <a:ext uri="{FF2B5EF4-FFF2-40B4-BE49-F238E27FC236}">
                <a16:creationId xmlns:a16="http://schemas.microsoft.com/office/drawing/2014/main" id="{340DF633-F5BA-0631-F75F-DB9896E7FD12}"/>
              </a:ext>
            </a:extLst>
          </p:cNvPr>
          <p:cNvSpPr>
            <a:spLocks noGrp="1" noChangeArrowheads="1"/>
          </p:cNvSpPr>
          <p:nvPr>
            <p:ph type="body" idx="1"/>
          </p:nvPr>
        </p:nvSpPr>
        <p:spPr>
          <a:xfrm>
            <a:off x="609600" y="1600201"/>
            <a:ext cx="11125200" cy="4525963"/>
          </a:xfrm>
        </p:spPr>
        <p:txBody>
          <a:bodyPr/>
          <a:lstStyle/>
          <a:p>
            <a:pPr eaLnBrk="1" hangingPunct="1">
              <a:spcBef>
                <a:spcPct val="40000"/>
              </a:spcBef>
            </a:pPr>
            <a:r>
              <a:rPr lang="en-US" altLang="en-US" sz="2800" b="1" dirty="0"/>
              <a:t>The protection of information and its critical elements, including systems and hardware that use, store, and transmit that information </a:t>
            </a:r>
          </a:p>
          <a:p>
            <a:pPr eaLnBrk="1" hangingPunct="1">
              <a:spcBef>
                <a:spcPct val="40000"/>
              </a:spcBef>
            </a:pPr>
            <a:r>
              <a:rPr lang="en-US" altLang="en-US" sz="2800" dirty="0"/>
              <a:t>Necessary tools: policy, awareness, training, education, technology</a:t>
            </a:r>
          </a:p>
          <a:p>
            <a:pPr eaLnBrk="1" hangingPunct="1">
              <a:spcBef>
                <a:spcPct val="40000"/>
              </a:spcBef>
            </a:pPr>
            <a:r>
              <a:rPr lang="en-US" altLang="en-US" sz="2800" dirty="0"/>
              <a:t>C.I.A. triangle was standard based on </a:t>
            </a:r>
            <a:r>
              <a:rPr lang="en-US" altLang="en-US" sz="2800" b="1" dirty="0"/>
              <a:t>confidentiality, integrity, and availability</a:t>
            </a:r>
          </a:p>
          <a:p>
            <a:pPr eaLnBrk="1" hangingPunct="1">
              <a:spcBef>
                <a:spcPct val="40000"/>
              </a:spcBef>
            </a:pPr>
            <a:r>
              <a:rPr lang="en-US" altLang="en-US" sz="2800" dirty="0"/>
              <a:t>C.I.A. triangle now expanded into list of critical characteristics of 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a:extLst>
              <a:ext uri="{FF2B5EF4-FFF2-40B4-BE49-F238E27FC236}">
                <a16:creationId xmlns:a16="http://schemas.microsoft.com/office/drawing/2014/main" id="{9DDC36AC-57C0-8FA4-F003-507670E704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968375"/>
            <a:ext cx="8153400" cy="487045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628D031-E43B-1012-5618-731366B18C40}"/>
              </a:ext>
            </a:extLst>
          </p:cNvPr>
          <p:cNvSpPr>
            <a:spLocks noGrp="1" noChangeArrowheads="1"/>
          </p:cNvSpPr>
          <p:nvPr>
            <p:ph type="title"/>
          </p:nvPr>
        </p:nvSpPr>
        <p:spPr>
          <a:xfrm>
            <a:off x="2209800" y="304800"/>
            <a:ext cx="8229600" cy="838200"/>
          </a:xfrm>
        </p:spPr>
        <p:txBody>
          <a:bodyPr/>
          <a:lstStyle/>
          <a:p>
            <a:pPr eaLnBrk="1" hangingPunct="1"/>
            <a:r>
              <a:rPr lang="en-US" altLang="en-US" sz="3600"/>
              <a:t>Critical Characteristics of Information</a:t>
            </a:r>
          </a:p>
        </p:txBody>
      </p:sp>
      <p:sp>
        <p:nvSpPr>
          <p:cNvPr id="13315" name="Rectangle 3">
            <a:extLst>
              <a:ext uri="{FF2B5EF4-FFF2-40B4-BE49-F238E27FC236}">
                <a16:creationId xmlns:a16="http://schemas.microsoft.com/office/drawing/2014/main" id="{416F3C72-50AE-59A7-BF74-5581D700F38C}"/>
              </a:ext>
            </a:extLst>
          </p:cNvPr>
          <p:cNvSpPr>
            <a:spLocks noGrp="1" noChangeArrowheads="1"/>
          </p:cNvSpPr>
          <p:nvPr>
            <p:ph type="body" idx="1"/>
          </p:nvPr>
        </p:nvSpPr>
        <p:spPr>
          <a:xfrm>
            <a:off x="609600" y="1600201"/>
            <a:ext cx="10972800" cy="4525963"/>
          </a:xfrm>
        </p:spPr>
        <p:txBody>
          <a:bodyPr/>
          <a:lstStyle/>
          <a:p>
            <a:pPr eaLnBrk="1" hangingPunct="1">
              <a:spcBef>
                <a:spcPct val="30000"/>
              </a:spcBef>
            </a:pPr>
            <a:r>
              <a:rPr lang="en-US" altLang="en-US" sz="2400" dirty="0"/>
              <a:t>The value of information comes from the characteristics it possesses: </a:t>
            </a:r>
          </a:p>
          <a:p>
            <a:pPr lvl="1" eaLnBrk="1" hangingPunct="1">
              <a:spcBef>
                <a:spcPct val="30000"/>
              </a:spcBef>
            </a:pPr>
            <a:r>
              <a:rPr lang="en-US" altLang="en-US" sz="2400" dirty="0"/>
              <a:t>Availability</a:t>
            </a:r>
          </a:p>
          <a:p>
            <a:pPr lvl="1" eaLnBrk="1" hangingPunct="1">
              <a:spcBef>
                <a:spcPct val="30000"/>
              </a:spcBef>
            </a:pPr>
            <a:r>
              <a:rPr lang="en-US" altLang="en-US" sz="2400" dirty="0"/>
              <a:t>Accuracy</a:t>
            </a:r>
          </a:p>
          <a:p>
            <a:pPr lvl="1" eaLnBrk="1" hangingPunct="1">
              <a:spcBef>
                <a:spcPct val="30000"/>
              </a:spcBef>
            </a:pPr>
            <a:r>
              <a:rPr lang="en-US" altLang="en-US" sz="2400" dirty="0"/>
              <a:t>Authenticity</a:t>
            </a:r>
          </a:p>
          <a:p>
            <a:pPr lvl="1" eaLnBrk="1" hangingPunct="1">
              <a:spcBef>
                <a:spcPct val="30000"/>
              </a:spcBef>
            </a:pPr>
            <a:r>
              <a:rPr lang="en-US" altLang="en-US" sz="2400" dirty="0"/>
              <a:t>Confidentiality</a:t>
            </a:r>
          </a:p>
          <a:p>
            <a:pPr lvl="1" eaLnBrk="1" hangingPunct="1">
              <a:spcBef>
                <a:spcPct val="30000"/>
              </a:spcBef>
            </a:pPr>
            <a:r>
              <a:rPr lang="en-US" altLang="en-US" sz="2400" dirty="0"/>
              <a:t>Integrity</a:t>
            </a:r>
          </a:p>
          <a:p>
            <a:pPr lvl="1" eaLnBrk="1" hangingPunct="1">
              <a:spcBef>
                <a:spcPct val="30000"/>
              </a:spcBef>
            </a:pPr>
            <a:r>
              <a:rPr lang="en-US" altLang="en-US" sz="2400" dirty="0"/>
              <a:t>Utility</a:t>
            </a:r>
          </a:p>
          <a:p>
            <a:pPr lvl="1" eaLnBrk="1" hangingPunct="1">
              <a:spcBef>
                <a:spcPct val="30000"/>
              </a:spcBef>
            </a:pPr>
            <a:r>
              <a:rPr lang="en-US" altLang="en-US" sz="2400" dirty="0"/>
              <a:t>Possession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E5F50A3-D77D-21F4-63C8-9E672864CAEB}"/>
              </a:ext>
            </a:extLst>
          </p:cNvPr>
          <p:cNvSpPr>
            <a:spLocks noGrp="1" noChangeArrowheads="1"/>
          </p:cNvSpPr>
          <p:nvPr>
            <p:ph type="title"/>
          </p:nvPr>
        </p:nvSpPr>
        <p:spPr>
          <a:xfrm>
            <a:off x="1981200" y="533400"/>
            <a:ext cx="8229600" cy="1143000"/>
          </a:xfrm>
        </p:spPr>
        <p:txBody>
          <a:bodyPr/>
          <a:lstStyle/>
          <a:p>
            <a:pPr eaLnBrk="1" hangingPunct="1"/>
            <a:r>
              <a:rPr lang="en-US" altLang="en-US">
                <a:solidFill>
                  <a:srgbClr val="FFFFFF"/>
                </a:solidFill>
              </a:rPr>
              <a:t>Figure 1-4 – NSTISSC Secu</a:t>
            </a:r>
            <a:br>
              <a:rPr lang="en-US" altLang="en-US">
                <a:solidFill>
                  <a:srgbClr val="FFFFFF"/>
                </a:solidFill>
              </a:rPr>
            </a:br>
            <a:r>
              <a:rPr lang="en-US" altLang="en-US" sz="1800"/>
              <a:t>National Security Telecommunications and Information Systems Security Committee </a:t>
            </a:r>
            <a:endParaRPr lang="en-US" altLang="en-US" sz="1800">
              <a:solidFill>
                <a:srgbClr val="FFFFFF"/>
              </a:solidFill>
            </a:endParaRPr>
          </a:p>
        </p:txBody>
      </p:sp>
      <p:sp>
        <p:nvSpPr>
          <p:cNvPr id="14339" name="Rectangle 4">
            <a:extLst>
              <a:ext uri="{FF2B5EF4-FFF2-40B4-BE49-F238E27FC236}">
                <a16:creationId xmlns:a16="http://schemas.microsoft.com/office/drawing/2014/main" id="{E55A4A87-2BC4-3FA3-DEA6-D83A8D2DDCE3}"/>
              </a:ext>
            </a:extLst>
          </p:cNvPr>
          <p:cNvSpPr>
            <a:spLocks noChangeArrowheads="1"/>
          </p:cNvSpPr>
          <p:nvPr/>
        </p:nvSpPr>
        <p:spPr bwMode="auto">
          <a:xfrm>
            <a:off x="2209800" y="152400"/>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3600">
                <a:solidFill>
                  <a:schemeClr val="tx2"/>
                </a:solidFill>
              </a:rPr>
              <a:t>NSTISSC Security Model</a:t>
            </a:r>
          </a:p>
        </p:txBody>
      </p:sp>
      <p:pic>
        <p:nvPicPr>
          <p:cNvPr id="14340" name="Picture 6">
            <a:extLst>
              <a:ext uri="{FF2B5EF4-FFF2-40B4-BE49-F238E27FC236}">
                <a16:creationId xmlns:a16="http://schemas.microsoft.com/office/drawing/2014/main" id="{9869EE25-F2D9-3642-1BE4-18CDE53C97C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81200" y="1768476"/>
            <a:ext cx="8229600" cy="4327525"/>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57D9B6E-AD9B-0268-FE6E-284027E0089D}"/>
              </a:ext>
            </a:extLst>
          </p:cNvPr>
          <p:cNvSpPr>
            <a:spLocks noGrp="1" noChangeArrowheads="1"/>
          </p:cNvSpPr>
          <p:nvPr>
            <p:ph type="title"/>
          </p:nvPr>
        </p:nvSpPr>
        <p:spPr>
          <a:xfrm>
            <a:off x="2209800" y="304800"/>
            <a:ext cx="8229600" cy="838200"/>
          </a:xfrm>
        </p:spPr>
        <p:txBody>
          <a:bodyPr/>
          <a:lstStyle/>
          <a:p>
            <a:pPr eaLnBrk="1" hangingPunct="1"/>
            <a:r>
              <a:rPr lang="en-US" altLang="en-US" sz="3600"/>
              <a:t>Components of an Information System</a:t>
            </a:r>
          </a:p>
        </p:txBody>
      </p:sp>
      <p:sp>
        <p:nvSpPr>
          <p:cNvPr id="15363" name="Rectangle 3">
            <a:extLst>
              <a:ext uri="{FF2B5EF4-FFF2-40B4-BE49-F238E27FC236}">
                <a16:creationId xmlns:a16="http://schemas.microsoft.com/office/drawing/2014/main" id="{C15F48F8-2138-D077-5488-6CFFA6EAF714}"/>
              </a:ext>
            </a:extLst>
          </p:cNvPr>
          <p:cNvSpPr>
            <a:spLocks noGrp="1" noChangeArrowheads="1"/>
          </p:cNvSpPr>
          <p:nvPr>
            <p:ph type="body" idx="1"/>
          </p:nvPr>
        </p:nvSpPr>
        <p:spPr>
          <a:xfrm>
            <a:off x="762000" y="1600201"/>
            <a:ext cx="10668000" cy="4525963"/>
          </a:xfrm>
        </p:spPr>
        <p:txBody>
          <a:bodyPr/>
          <a:lstStyle/>
          <a:p>
            <a:pPr eaLnBrk="1" hangingPunct="1">
              <a:spcBef>
                <a:spcPct val="100000"/>
              </a:spcBef>
            </a:pPr>
            <a:r>
              <a:rPr lang="en-US" altLang="en-US" sz="2800" dirty="0"/>
              <a:t>Information System (IS) is entire set of </a:t>
            </a:r>
            <a:r>
              <a:rPr lang="en-US" altLang="en-US" sz="2800" b="1" dirty="0"/>
              <a:t>software, hardware, data, people, procedures, and networks necessary to use information as a resource in the organization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B506BC0-976F-B294-66C5-2C734FCEBE58}"/>
              </a:ext>
            </a:extLst>
          </p:cNvPr>
          <p:cNvSpPr>
            <a:spLocks noGrp="1" noChangeArrowheads="1"/>
          </p:cNvSpPr>
          <p:nvPr>
            <p:ph type="title"/>
          </p:nvPr>
        </p:nvSpPr>
        <p:spPr/>
        <p:txBody>
          <a:bodyPr/>
          <a:lstStyle/>
          <a:p>
            <a:pPr eaLnBrk="1" hangingPunct="1"/>
            <a:r>
              <a:rPr lang="en-US" altLang="en-US" sz="3600"/>
              <a:t>Securing Components</a:t>
            </a:r>
          </a:p>
        </p:txBody>
      </p:sp>
      <p:sp>
        <p:nvSpPr>
          <p:cNvPr id="16387" name="Rectangle 3">
            <a:extLst>
              <a:ext uri="{FF2B5EF4-FFF2-40B4-BE49-F238E27FC236}">
                <a16:creationId xmlns:a16="http://schemas.microsoft.com/office/drawing/2014/main" id="{C355C67B-4EC5-9160-0AA7-80468ED1CDC2}"/>
              </a:ext>
            </a:extLst>
          </p:cNvPr>
          <p:cNvSpPr>
            <a:spLocks noGrp="1" noChangeArrowheads="1"/>
          </p:cNvSpPr>
          <p:nvPr>
            <p:ph type="body" idx="1"/>
          </p:nvPr>
        </p:nvSpPr>
        <p:spPr>
          <a:xfrm>
            <a:off x="914400" y="1600201"/>
            <a:ext cx="10287000" cy="4525963"/>
          </a:xfrm>
        </p:spPr>
        <p:txBody>
          <a:bodyPr/>
          <a:lstStyle/>
          <a:p>
            <a:pPr eaLnBrk="1" hangingPunct="1">
              <a:spcBef>
                <a:spcPct val="100000"/>
              </a:spcBef>
            </a:pPr>
            <a:r>
              <a:rPr lang="en-US" altLang="en-US" sz="2800" dirty="0"/>
              <a:t>Computer can be subject of an attack and/or the object of an attack</a:t>
            </a:r>
          </a:p>
          <a:p>
            <a:pPr lvl="1" eaLnBrk="1" hangingPunct="1">
              <a:spcBef>
                <a:spcPct val="100000"/>
              </a:spcBef>
            </a:pPr>
            <a:r>
              <a:rPr lang="en-US" altLang="en-US" sz="2600" dirty="0"/>
              <a:t>When the subject of an attack, computer is used as an active tool to conduct attack</a:t>
            </a:r>
          </a:p>
          <a:p>
            <a:pPr lvl="1" eaLnBrk="1" hangingPunct="1">
              <a:spcBef>
                <a:spcPct val="100000"/>
              </a:spcBef>
            </a:pPr>
            <a:r>
              <a:rPr lang="en-US" altLang="en-US" sz="2600" dirty="0"/>
              <a:t>When the object of an attack, computer is the entity being attacked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B41F65C-4DB6-7BEE-10C0-DCB45AAF0AAA}"/>
              </a:ext>
            </a:extLst>
          </p:cNvPr>
          <p:cNvSpPr>
            <a:spLocks noGrp="1" noChangeArrowheads="1"/>
          </p:cNvSpPr>
          <p:nvPr>
            <p:ph type="title"/>
          </p:nvPr>
        </p:nvSpPr>
        <p:spPr/>
        <p:txBody>
          <a:bodyPr/>
          <a:lstStyle/>
          <a:p>
            <a:pPr eaLnBrk="1" hangingPunct="1"/>
            <a:r>
              <a:rPr lang="en-US" altLang="en-US">
                <a:solidFill>
                  <a:srgbClr val="FFFFFF"/>
                </a:solidFill>
              </a:rPr>
              <a:t>Figure 1-5 – Subject and Object of Attack</a:t>
            </a:r>
          </a:p>
        </p:txBody>
      </p:sp>
      <p:pic>
        <p:nvPicPr>
          <p:cNvPr id="17411" name="Picture 5">
            <a:extLst>
              <a:ext uri="{FF2B5EF4-FFF2-40B4-BE49-F238E27FC236}">
                <a16:creationId xmlns:a16="http://schemas.microsoft.com/office/drawing/2014/main" id="{B6DE8175-EE14-18DC-4CE6-51C264036BA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22501" y="1295401"/>
            <a:ext cx="7745413" cy="4443413"/>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366AA98-A7A1-B5B3-4C19-B8BA13773D6F}"/>
              </a:ext>
            </a:extLst>
          </p:cNvPr>
          <p:cNvSpPr>
            <a:spLocks noGrp="1" noChangeArrowheads="1"/>
          </p:cNvSpPr>
          <p:nvPr>
            <p:ph type="title"/>
          </p:nvPr>
        </p:nvSpPr>
        <p:spPr/>
        <p:txBody>
          <a:bodyPr/>
          <a:lstStyle/>
          <a:p>
            <a:pPr eaLnBrk="1" hangingPunct="1"/>
            <a:r>
              <a:rPr lang="en-US" altLang="en-US" sz="3600"/>
              <a:t>Balancing Information Security and Access</a:t>
            </a:r>
          </a:p>
        </p:txBody>
      </p:sp>
      <p:sp>
        <p:nvSpPr>
          <p:cNvPr id="18435" name="Rectangle 3">
            <a:extLst>
              <a:ext uri="{FF2B5EF4-FFF2-40B4-BE49-F238E27FC236}">
                <a16:creationId xmlns:a16="http://schemas.microsoft.com/office/drawing/2014/main" id="{335E1824-55E5-34A2-47EF-0122F325A6ED}"/>
              </a:ext>
            </a:extLst>
          </p:cNvPr>
          <p:cNvSpPr>
            <a:spLocks noGrp="1" noChangeArrowheads="1"/>
          </p:cNvSpPr>
          <p:nvPr>
            <p:ph type="body" idx="1"/>
          </p:nvPr>
        </p:nvSpPr>
        <p:spPr>
          <a:xfrm>
            <a:off x="2135188" y="1600201"/>
            <a:ext cx="8075612" cy="4525963"/>
          </a:xfrm>
        </p:spPr>
        <p:txBody>
          <a:bodyPr/>
          <a:lstStyle/>
          <a:p>
            <a:pPr eaLnBrk="1" hangingPunct="1">
              <a:spcBef>
                <a:spcPct val="100000"/>
              </a:spcBef>
            </a:pPr>
            <a:r>
              <a:rPr lang="en-US" altLang="en-US" sz="2800" dirty="0"/>
              <a:t>Impossible to obtain perfect security—it is a process, not an absolute</a:t>
            </a:r>
          </a:p>
          <a:p>
            <a:pPr eaLnBrk="1" hangingPunct="1">
              <a:spcBef>
                <a:spcPct val="100000"/>
              </a:spcBef>
            </a:pPr>
            <a:r>
              <a:rPr lang="en-US" altLang="en-US" sz="2800" dirty="0"/>
              <a:t>Security should be considered balance between </a:t>
            </a:r>
            <a:r>
              <a:rPr lang="en-US" altLang="en-US" sz="2800" b="1" dirty="0"/>
              <a:t>protection and availability</a:t>
            </a:r>
          </a:p>
          <a:p>
            <a:pPr eaLnBrk="1" hangingPunct="1">
              <a:spcBef>
                <a:spcPct val="100000"/>
              </a:spcBef>
            </a:pPr>
            <a:r>
              <a:rPr lang="en-US" altLang="en-US" sz="2800"/>
              <a:t>To achieve balance, level of security must allow reasonable access, yet protect against threats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6B2CB4C-896F-E887-5D8E-E41B3416353A}"/>
              </a:ext>
            </a:extLst>
          </p:cNvPr>
          <p:cNvSpPr>
            <a:spLocks noGrp="1" noChangeArrowheads="1"/>
          </p:cNvSpPr>
          <p:nvPr>
            <p:ph type="title"/>
          </p:nvPr>
        </p:nvSpPr>
        <p:spPr/>
        <p:txBody>
          <a:bodyPr/>
          <a:lstStyle/>
          <a:p>
            <a:pPr eaLnBrk="1" hangingPunct="1"/>
            <a:r>
              <a:rPr lang="en-US" altLang="en-US">
                <a:solidFill>
                  <a:srgbClr val="FFFFFF"/>
                </a:solidFill>
              </a:rPr>
              <a:t>Figure 1-6 – Balancing Security and Access</a:t>
            </a:r>
          </a:p>
        </p:txBody>
      </p:sp>
      <p:pic>
        <p:nvPicPr>
          <p:cNvPr id="19459" name="Picture 5">
            <a:extLst>
              <a:ext uri="{FF2B5EF4-FFF2-40B4-BE49-F238E27FC236}">
                <a16:creationId xmlns:a16="http://schemas.microsoft.com/office/drawing/2014/main" id="{E6F10A52-907E-5035-7335-989D4E7918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33600" y="685801"/>
            <a:ext cx="7653338" cy="5307013"/>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19CFB93-E11E-F25E-585A-F0E8170CDA4A}"/>
              </a:ext>
            </a:extLst>
          </p:cNvPr>
          <p:cNvSpPr>
            <a:spLocks noGrp="1" noChangeArrowheads="1"/>
          </p:cNvSpPr>
          <p:nvPr>
            <p:ph type="title"/>
          </p:nvPr>
        </p:nvSpPr>
        <p:spPr/>
        <p:txBody>
          <a:bodyPr/>
          <a:lstStyle/>
          <a:p>
            <a:pPr eaLnBrk="1" hangingPunct="1"/>
            <a:r>
              <a:rPr lang="en-US" altLang="en-US" sz="3600"/>
              <a:t>Approaches to Information Security Implementation: Bottom-Up Approach</a:t>
            </a:r>
          </a:p>
        </p:txBody>
      </p:sp>
      <p:sp>
        <p:nvSpPr>
          <p:cNvPr id="20483" name="Rectangle 3">
            <a:extLst>
              <a:ext uri="{FF2B5EF4-FFF2-40B4-BE49-F238E27FC236}">
                <a16:creationId xmlns:a16="http://schemas.microsoft.com/office/drawing/2014/main" id="{537B0A48-6008-B243-A906-3483E51C9B7A}"/>
              </a:ext>
            </a:extLst>
          </p:cNvPr>
          <p:cNvSpPr>
            <a:spLocks noGrp="1" noChangeArrowheads="1"/>
          </p:cNvSpPr>
          <p:nvPr>
            <p:ph type="body" idx="1"/>
          </p:nvPr>
        </p:nvSpPr>
        <p:spPr>
          <a:xfrm>
            <a:off x="2057400" y="1600201"/>
            <a:ext cx="8153400" cy="4525963"/>
          </a:xfrm>
        </p:spPr>
        <p:txBody>
          <a:bodyPr/>
          <a:lstStyle/>
          <a:p>
            <a:pPr eaLnBrk="1" hangingPunct="1">
              <a:spcBef>
                <a:spcPct val="50000"/>
              </a:spcBef>
            </a:pPr>
            <a:r>
              <a:rPr lang="en-US" altLang="en-US" sz="2800"/>
              <a:t>Grassroots effort: systems administrators attempt to improve security of their systems</a:t>
            </a:r>
          </a:p>
          <a:p>
            <a:pPr eaLnBrk="1" hangingPunct="1">
              <a:spcBef>
                <a:spcPct val="50000"/>
              </a:spcBef>
            </a:pPr>
            <a:r>
              <a:rPr lang="en-US" altLang="en-US" sz="2800"/>
              <a:t>Key advantage: technical expertise of individual administrators</a:t>
            </a:r>
          </a:p>
          <a:p>
            <a:pPr eaLnBrk="1" hangingPunct="1">
              <a:spcBef>
                <a:spcPct val="50000"/>
              </a:spcBef>
            </a:pPr>
            <a:r>
              <a:rPr lang="en-US" altLang="en-US" sz="2800"/>
              <a:t>Seldom works, as it lacks a number of critical features:</a:t>
            </a:r>
          </a:p>
          <a:p>
            <a:pPr lvl="1" eaLnBrk="1" hangingPunct="1">
              <a:spcBef>
                <a:spcPct val="50000"/>
              </a:spcBef>
            </a:pPr>
            <a:r>
              <a:rPr lang="en-US" altLang="en-US" sz="2600"/>
              <a:t>Participant support </a:t>
            </a:r>
          </a:p>
          <a:p>
            <a:pPr lvl="1" eaLnBrk="1" hangingPunct="1">
              <a:spcBef>
                <a:spcPct val="50000"/>
              </a:spcBef>
            </a:pPr>
            <a:r>
              <a:rPr lang="en-US" altLang="en-US" sz="2600"/>
              <a:t>Organizational staying power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4">
            <a:extLst>
              <a:ext uri="{FF2B5EF4-FFF2-40B4-BE49-F238E27FC236}">
                <a16:creationId xmlns:a16="http://schemas.microsoft.com/office/drawing/2014/main" id="{7F23AE7E-0348-CFDD-725E-91261830FF6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09801" y="914401"/>
            <a:ext cx="7705725" cy="5084763"/>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42F2389-28E1-2E70-D289-510697A631EF}"/>
              </a:ext>
            </a:extLst>
          </p:cNvPr>
          <p:cNvSpPr>
            <a:spLocks noGrp="1" noChangeArrowheads="1"/>
          </p:cNvSpPr>
          <p:nvPr>
            <p:ph type="title"/>
          </p:nvPr>
        </p:nvSpPr>
        <p:spPr/>
        <p:txBody>
          <a:bodyPr/>
          <a:lstStyle/>
          <a:p>
            <a:pPr eaLnBrk="1" hangingPunct="1"/>
            <a:r>
              <a:rPr lang="en-US" altLang="en-US" sz="3600"/>
              <a:t>Approaches to Information Security Implementation: Top-Down Approach</a:t>
            </a:r>
          </a:p>
        </p:txBody>
      </p:sp>
      <p:sp>
        <p:nvSpPr>
          <p:cNvPr id="22531" name="Rectangle 3">
            <a:extLst>
              <a:ext uri="{FF2B5EF4-FFF2-40B4-BE49-F238E27FC236}">
                <a16:creationId xmlns:a16="http://schemas.microsoft.com/office/drawing/2014/main" id="{D9C71810-56D4-BF8A-63D2-C3A80CB2068C}"/>
              </a:ext>
            </a:extLst>
          </p:cNvPr>
          <p:cNvSpPr>
            <a:spLocks noGrp="1" noChangeArrowheads="1"/>
          </p:cNvSpPr>
          <p:nvPr>
            <p:ph type="body" idx="1"/>
          </p:nvPr>
        </p:nvSpPr>
        <p:spPr>
          <a:xfrm>
            <a:off x="2133601" y="1828801"/>
            <a:ext cx="8075613" cy="4310063"/>
          </a:xfrm>
        </p:spPr>
        <p:txBody>
          <a:bodyPr/>
          <a:lstStyle/>
          <a:p>
            <a:pPr eaLnBrk="1" hangingPunct="1">
              <a:lnSpc>
                <a:spcPct val="85000"/>
              </a:lnSpc>
              <a:spcBef>
                <a:spcPct val="50000"/>
              </a:spcBef>
            </a:pPr>
            <a:r>
              <a:rPr lang="en-US" altLang="en-US" sz="2800"/>
              <a:t>Initiated by upper management</a:t>
            </a:r>
          </a:p>
          <a:p>
            <a:pPr lvl="1" eaLnBrk="1" hangingPunct="1">
              <a:lnSpc>
                <a:spcPct val="85000"/>
              </a:lnSpc>
              <a:spcBef>
                <a:spcPct val="50000"/>
              </a:spcBef>
            </a:pPr>
            <a:r>
              <a:rPr lang="en-US" altLang="en-US" sz="2600"/>
              <a:t>Issue policy, procedures and processes</a:t>
            </a:r>
          </a:p>
          <a:p>
            <a:pPr lvl="1" eaLnBrk="1" hangingPunct="1">
              <a:lnSpc>
                <a:spcPct val="85000"/>
              </a:lnSpc>
              <a:spcBef>
                <a:spcPct val="50000"/>
              </a:spcBef>
            </a:pPr>
            <a:r>
              <a:rPr lang="en-US" altLang="en-US" sz="2600"/>
              <a:t>Dictate goals and expected outcomes of project</a:t>
            </a:r>
          </a:p>
          <a:p>
            <a:pPr lvl="1" eaLnBrk="1" hangingPunct="1">
              <a:lnSpc>
                <a:spcPct val="85000"/>
              </a:lnSpc>
              <a:spcBef>
                <a:spcPct val="50000"/>
              </a:spcBef>
            </a:pPr>
            <a:r>
              <a:rPr lang="en-US" altLang="en-US" sz="2600"/>
              <a:t>Determine accountability for each required action</a:t>
            </a:r>
          </a:p>
          <a:p>
            <a:pPr eaLnBrk="1" hangingPunct="1">
              <a:lnSpc>
                <a:spcPct val="85000"/>
              </a:lnSpc>
              <a:spcBef>
                <a:spcPct val="50000"/>
              </a:spcBef>
            </a:pPr>
            <a:r>
              <a:rPr lang="en-US" altLang="en-US" sz="2800"/>
              <a:t>The most successful also involve formal development strategy referred to as systems development life cycle</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1679</Words>
  <Application>Microsoft Office PowerPoint</Application>
  <PresentationFormat>Widescreen</PresentationFormat>
  <Paragraphs>156</Paragraphs>
  <Slides>14</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Default Design</vt:lpstr>
      <vt:lpstr>Introduction  to  Information Security</vt:lpstr>
      <vt:lpstr>What is Security?</vt:lpstr>
      <vt:lpstr>What is Information Security?</vt:lpstr>
      <vt:lpstr>PowerPoint Presentation</vt:lpstr>
      <vt:lpstr>Critical Characteristics of Information</vt:lpstr>
      <vt:lpstr>Figure 1-4 – NSTISSC Secu National Security Telecommunications and Information Systems Security Committee </vt:lpstr>
      <vt:lpstr>Components of an Information System</vt:lpstr>
      <vt:lpstr>Securing Components</vt:lpstr>
      <vt:lpstr>Figure 1-5 – Subject and Object of Attack</vt:lpstr>
      <vt:lpstr>Balancing Information Security and Access</vt:lpstr>
      <vt:lpstr>Figure 1-6 – Balancing Security and Access</vt:lpstr>
      <vt:lpstr>Approaches to Information Security Implementation: Bottom-Up Approach</vt:lpstr>
      <vt:lpstr>PowerPoint Presentation</vt:lpstr>
      <vt:lpstr>Approaches to Information Security Implementation: Top-Down Approach</vt:lpstr>
    </vt:vector>
  </TitlesOfParts>
  <Company>AIU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Security</dc:title>
  <dc:creator>meyadat</dc:creator>
  <cp:lastModifiedBy>Mohamed Nismy</cp:lastModifiedBy>
  <cp:revision>23</cp:revision>
  <cp:lastPrinted>2017-12-27T04:14:33Z</cp:lastPrinted>
  <dcterms:created xsi:type="dcterms:W3CDTF">2006-01-20T00:47:10Z</dcterms:created>
  <dcterms:modified xsi:type="dcterms:W3CDTF">2024-04-27T03:36:14Z</dcterms:modified>
</cp:coreProperties>
</file>