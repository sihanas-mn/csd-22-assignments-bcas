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A629BA-05DB-4B4C-9A1D-1AA1358FEB4C}" v="65" dt="2024-10-28T15:25:47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Naseer Sihanas" userId="baf10d46-ca0e-4f93-8b9a-bd1fa4bc7e8f" providerId="ADAL" clId="{EFA629BA-05DB-4B4C-9A1D-1AA1358FEB4C}"/>
    <pc:docChg chg="undo redo custSel addSld delSld modSld addMainMaster delMainMaster">
      <pc:chgData name="Mohammed Naseer Sihanas" userId="baf10d46-ca0e-4f93-8b9a-bd1fa4bc7e8f" providerId="ADAL" clId="{EFA629BA-05DB-4B4C-9A1D-1AA1358FEB4C}" dt="2024-10-28T15:27:54.399" v="604" actId="14100"/>
      <pc:docMkLst>
        <pc:docMk/>
      </pc:docMkLst>
      <pc:sldChg chg="addSp delSp modSp new mod setBg modClrScheme chgLayout">
        <pc:chgData name="Mohammed Naseer Sihanas" userId="baf10d46-ca0e-4f93-8b9a-bd1fa4bc7e8f" providerId="ADAL" clId="{EFA629BA-05DB-4B4C-9A1D-1AA1358FEB4C}" dt="2024-10-28T14:51:08.169" v="118" actId="27614"/>
        <pc:sldMkLst>
          <pc:docMk/>
          <pc:sldMk cId="2431830836" sldId="256"/>
        </pc:sldMkLst>
        <pc:spChg chg="mod">
          <ac:chgData name="Mohammed Naseer Sihanas" userId="baf10d46-ca0e-4f93-8b9a-bd1fa4bc7e8f" providerId="ADAL" clId="{EFA629BA-05DB-4B4C-9A1D-1AA1358FEB4C}" dt="2024-10-28T14:50:43.128" v="117" actId="26606"/>
          <ac:spMkLst>
            <pc:docMk/>
            <pc:sldMk cId="2431830836" sldId="256"/>
            <ac:spMk id="2" creationId="{88CE68B8-09C1-2BBF-0258-F0D8EAD9AB93}"/>
          </ac:spMkLst>
        </pc:spChg>
        <pc:spChg chg="mod">
          <ac:chgData name="Mohammed Naseer Sihanas" userId="baf10d46-ca0e-4f93-8b9a-bd1fa4bc7e8f" providerId="ADAL" clId="{EFA629BA-05DB-4B4C-9A1D-1AA1358FEB4C}" dt="2024-10-28T14:50:43.128" v="117" actId="26606"/>
          <ac:spMkLst>
            <pc:docMk/>
            <pc:sldMk cId="2431830836" sldId="256"/>
            <ac:spMk id="3" creationId="{5650AD5E-661B-2D8B-9E95-7EBCD5C54A3A}"/>
          </ac:spMkLst>
        </pc:spChg>
        <pc:spChg chg="add del">
          <ac:chgData name="Mohammed Naseer Sihanas" userId="baf10d46-ca0e-4f93-8b9a-bd1fa4bc7e8f" providerId="ADAL" clId="{EFA629BA-05DB-4B4C-9A1D-1AA1358FEB4C}" dt="2024-10-28T14:50:43.098" v="116" actId="26606"/>
          <ac:spMkLst>
            <pc:docMk/>
            <pc:sldMk cId="2431830836" sldId="256"/>
            <ac:spMk id="9" creationId="{3CE54A2A-DF49-4800-82E7-3AF9353F8110}"/>
          </ac:spMkLst>
        </pc:spChg>
        <pc:spChg chg="add del">
          <ac:chgData name="Mohammed Naseer Sihanas" userId="baf10d46-ca0e-4f93-8b9a-bd1fa4bc7e8f" providerId="ADAL" clId="{EFA629BA-05DB-4B4C-9A1D-1AA1358FEB4C}" dt="2024-10-28T14:50:43.098" v="116" actId="26606"/>
          <ac:spMkLst>
            <pc:docMk/>
            <pc:sldMk cId="2431830836" sldId="256"/>
            <ac:spMk id="11" creationId="{96125ED7-F0CF-40D9-8C60-51E1880536B3}"/>
          </ac:spMkLst>
        </pc:spChg>
        <pc:spChg chg="add">
          <ac:chgData name="Mohammed Naseer Sihanas" userId="baf10d46-ca0e-4f93-8b9a-bd1fa4bc7e8f" providerId="ADAL" clId="{EFA629BA-05DB-4B4C-9A1D-1AA1358FEB4C}" dt="2024-10-28T14:50:43.128" v="117" actId="26606"/>
          <ac:spMkLst>
            <pc:docMk/>
            <pc:sldMk cId="2431830836" sldId="256"/>
            <ac:spMk id="15" creationId="{7A18C9FB-EC4C-4DAE-8F7D-C6E5AF607958}"/>
          </ac:spMkLst>
        </pc:spChg>
        <pc:spChg chg="add">
          <ac:chgData name="Mohammed Naseer Sihanas" userId="baf10d46-ca0e-4f93-8b9a-bd1fa4bc7e8f" providerId="ADAL" clId="{EFA629BA-05DB-4B4C-9A1D-1AA1358FEB4C}" dt="2024-10-28T14:50:43.128" v="117" actId="26606"/>
          <ac:spMkLst>
            <pc:docMk/>
            <pc:sldMk cId="2431830836" sldId="256"/>
            <ac:spMk id="17" creationId="{B47A9921-6509-49C2-BEBF-924F28066091}"/>
          </ac:spMkLst>
        </pc:spChg>
        <pc:picChg chg="add del">
          <ac:chgData name="Mohammed Naseer Sihanas" userId="baf10d46-ca0e-4f93-8b9a-bd1fa4bc7e8f" providerId="ADAL" clId="{EFA629BA-05DB-4B4C-9A1D-1AA1358FEB4C}" dt="2024-10-28T14:50:43.098" v="116" actId="26606"/>
          <ac:picMkLst>
            <pc:docMk/>
            <pc:sldMk cId="2431830836" sldId="256"/>
            <ac:picMk id="4" creationId="{91700277-7613-A309-CDA7-5A463756B1C1}"/>
          </ac:picMkLst>
        </pc:picChg>
        <pc:picChg chg="add mod">
          <ac:chgData name="Mohammed Naseer Sihanas" userId="baf10d46-ca0e-4f93-8b9a-bd1fa4bc7e8f" providerId="ADAL" clId="{EFA629BA-05DB-4B4C-9A1D-1AA1358FEB4C}" dt="2024-10-28T14:51:08.169" v="118" actId="27614"/>
          <ac:picMkLst>
            <pc:docMk/>
            <pc:sldMk cId="2431830836" sldId="256"/>
            <ac:picMk id="16" creationId="{C3BAEFB9-5518-90DB-0D22-5075EF271E83}"/>
          </ac:picMkLst>
        </pc:picChg>
        <pc:cxnChg chg="add del">
          <ac:chgData name="Mohammed Naseer Sihanas" userId="baf10d46-ca0e-4f93-8b9a-bd1fa4bc7e8f" providerId="ADAL" clId="{EFA629BA-05DB-4B4C-9A1D-1AA1358FEB4C}" dt="2024-10-28T14:50:43.098" v="116" actId="26606"/>
          <ac:cxnSpMkLst>
            <pc:docMk/>
            <pc:sldMk cId="2431830836" sldId="256"/>
            <ac:cxnSpMk id="13" creationId="{B0AA360F-DECB-4836-8FB6-22C4BC3FB02D}"/>
          </ac:cxnSpMkLst>
        </pc:cxnChg>
      </pc:sldChg>
      <pc:sldChg chg="addSp delSp modSp new mod setBg">
        <pc:chgData name="Mohammed Naseer Sihanas" userId="baf10d46-ca0e-4f93-8b9a-bd1fa4bc7e8f" providerId="ADAL" clId="{EFA629BA-05DB-4B4C-9A1D-1AA1358FEB4C}" dt="2024-10-28T14:55:13.448" v="183" actId="26606"/>
        <pc:sldMkLst>
          <pc:docMk/>
          <pc:sldMk cId="2668110821" sldId="257"/>
        </pc:sldMkLst>
        <pc:spChg chg="mod">
          <ac:chgData name="Mohammed Naseer Sihanas" userId="baf10d46-ca0e-4f93-8b9a-bd1fa4bc7e8f" providerId="ADAL" clId="{EFA629BA-05DB-4B4C-9A1D-1AA1358FEB4C}" dt="2024-10-28T14:55:13.448" v="183" actId="26606"/>
          <ac:spMkLst>
            <pc:docMk/>
            <pc:sldMk cId="2668110821" sldId="257"/>
            <ac:spMk id="2" creationId="{E24937B5-22D4-BD47-BD91-DA147CE710D5}"/>
          </ac:spMkLst>
        </pc:spChg>
        <pc:spChg chg="del mod">
          <ac:chgData name="Mohammed Naseer Sihanas" userId="baf10d46-ca0e-4f93-8b9a-bd1fa4bc7e8f" providerId="ADAL" clId="{EFA629BA-05DB-4B4C-9A1D-1AA1358FEB4C}" dt="2024-10-28T14:53:36.832" v="163" actId="26606"/>
          <ac:spMkLst>
            <pc:docMk/>
            <pc:sldMk cId="2668110821" sldId="257"/>
            <ac:spMk id="3" creationId="{7064E7B8-135F-31C0-4EB9-BF6764D03BD6}"/>
          </ac:spMkLst>
        </pc:spChg>
        <pc:spChg chg="add del">
          <ac:chgData name="Mohammed Naseer Sihanas" userId="baf10d46-ca0e-4f93-8b9a-bd1fa4bc7e8f" providerId="ADAL" clId="{EFA629BA-05DB-4B4C-9A1D-1AA1358FEB4C}" dt="2024-10-28T14:55:13.448" v="183" actId="26606"/>
          <ac:spMkLst>
            <pc:docMk/>
            <pc:sldMk cId="2668110821" sldId="257"/>
            <ac:spMk id="9" creationId="{987A0FBA-CC04-4256-A8EB-BB3C543E989C}"/>
          </ac:spMkLst>
        </pc:spChg>
        <pc:spChg chg="add del">
          <ac:chgData name="Mohammed Naseer Sihanas" userId="baf10d46-ca0e-4f93-8b9a-bd1fa4bc7e8f" providerId="ADAL" clId="{EFA629BA-05DB-4B4C-9A1D-1AA1358FEB4C}" dt="2024-10-28T14:55:13.448" v="183" actId="26606"/>
          <ac:spMkLst>
            <pc:docMk/>
            <pc:sldMk cId="2668110821" sldId="257"/>
            <ac:spMk id="11" creationId="{3F3A0F6C-EB8F-4A4C-8258-23F6D815E0E0}"/>
          </ac:spMkLst>
        </pc:spChg>
        <pc:spChg chg="add del">
          <ac:chgData name="Mohammed Naseer Sihanas" userId="baf10d46-ca0e-4f93-8b9a-bd1fa4bc7e8f" providerId="ADAL" clId="{EFA629BA-05DB-4B4C-9A1D-1AA1358FEB4C}" dt="2024-10-28T14:55:13.448" v="183" actId="26606"/>
          <ac:spMkLst>
            <pc:docMk/>
            <pc:sldMk cId="2668110821" sldId="257"/>
            <ac:spMk id="13" creationId="{6A9C92F4-A4A4-42E0-9391-C666AAED1E6A}"/>
          </ac:spMkLst>
        </pc:spChg>
        <pc:spChg chg="add">
          <ac:chgData name="Mohammed Naseer Sihanas" userId="baf10d46-ca0e-4f93-8b9a-bd1fa4bc7e8f" providerId="ADAL" clId="{EFA629BA-05DB-4B4C-9A1D-1AA1358FEB4C}" dt="2024-10-28T14:55:13.448" v="183" actId="26606"/>
          <ac:spMkLst>
            <pc:docMk/>
            <pc:sldMk cId="2668110821" sldId="257"/>
            <ac:spMk id="18" creationId="{987A0FBA-CC04-4256-A8EB-BB3C543E989C}"/>
          </ac:spMkLst>
        </pc:spChg>
        <pc:spChg chg="add">
          <ac:chgData name="Mohammed Naseer Sihanas" userId="baf10d46-ca0e-4f93-8b9a-bd1fa4bc7e8f" providerId="ADAL" clId="{EFA629BA-05DB-4B4C-9A1D-1AA1358FEB4C}" dt="2024-10-28T14:55:13.448" v="183" actId="26606"/>
          <ac:spMkLst>
            <pc:docMk/>
            <pc:sldMk cId="2668110821" sldId="257"/>
            <ac:spMk id="20" creationId="{E861A6E4-CB70-4D29-87D4-AD020035F920}"/>
          </ac:spMkLst>
        </pc:spChg>
        <pc:spChg chg="add">
          <ac:chgData name="Mohammed Naseer Sihanas" userId="baf10d46-ca0e-4f93-8b9a-bd1fa4bc7e8f" providerId="ADAL" clId="{EFA629BA-05DB-4B4C-9A1D-1AA1358FEB4C}" dt="2024-10-28T14:55:13.448" v="183" actId="26606"/>
          <ac:spMkLst>
            <pc:docMk/>
            <pc:sldMk cId="2668110821" sldId="257"/>
            <ac:spMk id="22" creationId="{BFE67A51-A6D2-4F56-B718-2BF4AD24E756}"/>
          </ac:spMkLst>
        </pc:spChg>
        <pc:graphicFrameChg chg="add mod modGraphic">
          <ac:chgData name="Mohammed Naseer Sihanas" userId="baf10d46-ca0e-4f93-8b9a-bd1fa4bc7e8f" providerId="ADAL" clId="{EFA629BA-05DB-4B4C-9A1D-1AA1358FEB4C}" dt="2024-10-28T14:55:13.448" v="183" actId="26606"/>
          <ac:graphicFrameMkLst>
            <pc:docMk/>
            <pc:sldMk cId="2668110821" sldId="257"/>
            <ac:graphicFrameMk id="5" creationId="{D53747D2-1181-9ED1-FEF6-BC251EF64482}"/>
          </ac:graphicFrameMkLst>
        </pc:graphicFrameChg>
      </pc:sldChg>
      <pc:sldChg chg="new del">
        <pc:chgData name="Mohammed Naseer Sihanas" userId="baf10d46-ca0e-4f93-8b9a-bd1fa4bc7e8f" providerId="ADAL" clId="{EFA629BA-05DB-4B4C-9A1D-1AA1358FEB4C}" dt="2024-10-28T14:55:22.150" v="184" actId="47"/>
        <pc:sldMkLst>
          <pc:docMk/>
          <pc:sldMk cId="3262175801" sldId="258"/>
        </pc:sldMkLst>
      </pc:sldChg>
      <pc:sldChg chg="addSp delSp modSp new mod setBg">
        <pc:chgData name="Mohammed Naseer Sihanas" userId="baf10d46-ca0e-4f93-8b9a-bd1fa4bc7e8f" providerId="ADAL" clId="{EFA629BA-05DB-4B4C-9A1D-1AA1358FEB4C}" dt="2024-10-28T15:24:30.785" v="551" actId="1076"/>
        <pc:sldMkLst>
          <pc:docMk/>
          <pc:sldMk cId="4215735425" sldId="258"/>
        </pc:sldMkLst>
        <pc:spChg chg="mod">
          <ac:chgData name="Mohammed Naseer Sihanas" userId="baf10d46-ca0e-4f93-8b9a-bd1fa4bc7e8f" providerId="ADAL" clId="{EFA629BA-05DB-4B4C-9A1D-1AA1358FEB4C}" dt="2024-10-28T15:24:30.785" v="551" actId="1076"/>
          <ac:spMkLst>
            <pc:docMk/>
            <pc:sldMk cId="4215735425" sldId="258"/>
            <ac:spMk id="2" creationId="{F1BD5BC6-8401-3EA6-FA23-04D60EC8141B}"/>
          </ac:spMkLst>
        </pc:spChg>
        <pc:spChg chg="del mod">
          <ac:chgData name="Mohammed Naseer Sihanas" userId="baf10d46-ca0e-4f93-8b9a-bd1fa4bc7e8f" providerId="ADAL" clId="{EFA629BA-05DB-4B4C-9A1D-1AA1358FEB4C}" dt="2024-10-28T14:56:57.642" v="214" actId="26606"/>
          <ac:spMkLst>
            <pc:docMk/>
            <pc:sldMk cId="4215735425" sldId="258"/>
            <ac:spMk id="3" creationId="{B26F4B71-D75A-3337-5CA4-BBED0EED0660}"/>
          </ac:spMkLst>
        </pc:spChg>
        <pc:spChg chg="add">
          <ac:chgData name="Mohammed Naseer Sihanas" userId="baf10d46-ca0e-4f93-8b9a-bd1fa4bc7e8f" providerId="ADAL" clId="{EFA629BA-05DB-4B4C-9A1D-1AA1358FEB4C}" dt="2024-10-28T14:56:06.956" v="202"/>
          <ac:spMkLst>
            <pc:docMk/>
            <pc:sldMk cId="4215735425" sldId="258"/>
            <ac:spMk id="4" creationId="{9441BC28-B42D-5098-76A0-00C90C834BB8}"/>
          </ac:spMkLst>
        </pc:spChg>
        <pc:spChg chg="add">
          <ac:chgData name="Mohammed Naseer Sihanas" userId="baf10d46-ca0e-4f93-8b9a-bd1fa4bc7e8f" providerId="ADAL" clId="{EFA629BA-05DB-4B4C-9A1D-1AA1358FEB4C}" dt="2024-10-28T14:56:08.661" v="203"/>
          <ac:spMkLst>
            <pc:docMk/>
            <pc:sldMk cId="4215735425" sldId="258"/>
            <ac:spMk id="5" creationId="{FB839AD6-5BA4-DFDB-2D01-829E0BC9DB1D}"/>
          </ac:spMkLst>
        </pc:spChg>
        <pc:spChg chg="add">
          <ac:chgData name="Mohammed Naseer Sihanas" userId="baf10d46-ca0e-4f93-8b9a-bd1fa4bc7e8f" providerId="ADAL" clId="{EFA629BA-05DB-4B4C-9A1D-1AA1358FEB4C}" dt="2024-10-28T14:56:10.308" v="205"/>
          <ac:spMkLst>
            <pc:docMk/>
            <pc:sldMk cId="4215735425" sldId="258"/>
            <ac:spMk id="6" creationId="{2C8C780F-2ECF-6042-239A-D9C5150F8224}"/>
          </ac:spMkLst>
        </pc:spChg>
        <pc:spChg chg="add">
          <ac:chgData name="Mohammed Naseer Sihanas" userId="baf10d46-ca0e-4f93-8b9a-bd1fa4bc7e8f" providerId="ADAL" clId="{EFA629BA-05DB-4B4C-9A1D-1AA1358FEB4C}" dt="2024-10-28T14:56:17.253" v="207"/>
          <ac:spMkLst>
            <pc:docMk/>
            <pc:sldMk cId="4215735425" sldId="258"/>
            <ac:spMk id="7" creationId="{ECA1434F-03E7-09E7-8D4A-D927F2763CD8}"/>
          </ac:spMkLst>
        </pc:spChg>
        <pc:spChg chg="add">
          <ac:chgData name="Mohammed Naseer Sihanas" userId="baf10d46-ca0e-4f93-8b9a-bd1fa4bc7e8f" providerId="ADAL" clId="{EFA629BA-05DB-4B4C-9A1D-1AA1358FEB4C}" dt="2024-10-28T14:56:57.642" v="214" actId="26606"/>
          <ac:spMkLst>
            <pc:docMk/>
            <pc:sldMk cId="4215735425" sldId="258"/>
            <ac:spMk id="9" creationId="{987A0FBA-CC04-4256-A8EB-BB3C543E989C}"/>
          </ac:spMkLst>
        </pc:spChg>
        <pc:spChg chg="add">
          <ac:chgData name="Mohammed Naseer Sihanas" userId="baf10d46-ca0e-4f93-8b9a-bd1fa4bc7e8f" providerId="ADAL" clId="{EFA629BA-05DB-4B4C-9A1D-1AA1358FEB4C}" dt="2024-10-28T14:56:57.642" v="214" actId="26606"/>
          <ac:spMkLst>
            <pc:docMk/>
            <pc:sldMk cId="4215735425" sldId="258"/>
            <ac:spMk id="11" creationId="{3F3A0F6C-EB8F-4A4C-8258-23F6D815E0E0}"/>
          </ac:spMkLst>
        </pc:spChg>
        <pc:spChg chg="add">
          <ac:chgData name="Mohammed Naseer Sihanas" userId="baf10d46-ca0e-4f93-8b9a-bd1fa4bc7e8f" providerId="ADAL" clId="{EFA629BA-05DB-4B4C-9A1D-1AA1358FEB4C}" dt="2024-10-28T14:56:57.642" v="214" actId="26606"/>
          <ac:spMkLst>
            <pc:docMk/>
            <pc:sldMk cId="4215735425" sldId="258"/>
            <ac:spMk id="13" creationId="{6A9C92F4-A4A4-42E0-9391-C666AAED1E6A}"/>
          </ac:spMkLst>
        </pc:spChg>
        <pc:graphicFrameChg chg="add">
          <ac:chgData name="Mohammed Naseer Sihanas" userId="baf10d46-ca0e-4f93-8b9a-bd1fa4bc7e8f" providerId="ADAL" clId="{EFA629BA-05DB-4B4C-9A1D-1AA1358FEB4C}" dt="2024-10-28T14:56:57.642" v="214" actId="26606"/>
          <ac:graphicFrameMkLst>
            <pc:docMk/>
            <pc:sldMk cId="4215735425" sldId="258"/>
            <ac:graphicFrameMk id="8" creationId="{E7E77261-BBD8-AA3F-E059-86C9D78AA91A}"/>
          </ac:graphicFrameMkLst>
        </pc:graphicFrameChg>
      </pc:sldChg>
      <pc:sldChg chg="addSp delSp modSp new mod setBg">
        <pc:chgData name="Mohammed Naseer Sihanas" userId="baf10d46-ca0e-4f93-8b9a-bd1fa4bc7e8f" providerId="ADAL" clId="{EFA629BA-05DB-4B4C-9A1D-1AA1358FEB4C}" dt="2024-10-28T15:24:20.902" v="544" actId="1076"/>
        <pc:sldMkLst>
          <pc:docMk/>
          <pc:sldMk cId="4066215620" sldId="259"/>
        </pc:sldMkLst>
        <pc:spChg chg="mod">
          <ac:chgData name="Mohammed Naseer Sihanas" userId="baf10d46-ca0e-4f93-8b9a-bd1fa4bc7e8f" providerId="ADAL" clId="{EFA629BA-05DB-4B4C-9A1D-1AA1358FEB4C}" dt="2024-10-28T15:24:20.902" v="544" actId="1076"/>
          <ac:spMkLst>
            <pc:docMk/>
            <pc:sldMk cId="4066215620" sldId="259"/>
            <ac:spMk id="2" creationId="{B435D6E7-3213-4C02-19CF-0109902A2F31}"/>
          </ac:spMkLst>
        </pc:spChg>
        <pc:spChg chg="del">
          <ac:chgData name="Mohammed Naseer Sihanas" userId="baf10d46-ca0e-4f93-8b9a-bd1fa4bc7e8f" providerId="ADAL" clId="{EFA629BA-05DB-4B4C-9A1D-1AA1358FEB4C}" dt="2024-10-28T14:58:10.884" v="220"/>
          <ac:spMkLst>
            <pc:docMk/>
            <pc:sldMk cId="4066215620" sldId="259"/>
            <ac:spMk id="3" creationId="{B014AFDE-60D8-60D4-4386-8DDC693B156D}"/>
          </ac:spMkLst>
        </pc:spChg>
        <pc:spChg chg="add del mod">
          <ac:chgData name="Mohammed Naseer Sihanas" userId="baf10d46-ca0e-4f93-8b9a-bd1fa4bc7e8f" providerId="ADAL" clId="{EFA629BA-05DB-4B4C-9A1D-1AA1358FEB4C}" dt="2024-10-28T14:58:18.352" v="221" actId="26606"/>
          <ac:spMkLst>
            <pc:docMk/>
            <pc:sldMk cId="4066215620" sldId="259"/>
            <ac:spMk id="4" creationId="{E532F3A2-7289-5B8C-06F8-8CFAEDCBA3FA}"/>
          </ac:spMkLst>
        </pc:spChg>
        <pc:spChg chg="add">
          <ac:chgData name="Mohammed Naseer Sihanas" userId="baf10d46-ca0e-4f93-8b9a-bd1fa4bc7e8f" providerId="ADAL" clId="{EFA629BA-05DB-4B4C-9A1D-1AA1358FEB4C}" dt="2024-10-28T14:58:18.352" v="221" actId="26606"/>
          <ac:spMkLst>
            <pc:docMk/>
            <pc:sldMk cId="4066215620" sldId="259"/>
            <ac:spMk id="10" creationId="{987A0FBA-CC04-4256-A8EB-BB3C543E989C}"/>
          </ac:spMkLst>
        </pc:spChg>
        <pc:spChg chg="add">
          <ac:chgData name="Mohammed Naseer Sihanas" userId="baf10d46-ca0e-4f93-8b9a-bd1fa4bc7e8f" providerId="ADAL" clId="{EFA629BA-05DB-4B4C-9A1D-1AA1358FEB4C}" dt="2024-10-28T14:58:18.352" v="221" actId="26606"/>
          <ac:spMkLst>
            <pc:docMk/>
            <pc:sldMk cId="4066215620" sldId="259"/>
            <ac:spMk id="12" creationId="{3F3A0F6C-EB8F-4A4C-8258-23F6D815E0E0}"/>
          </ac:spMkLst>
        </pc:spChg>
        <pc:spChg chg="add">
          <ac:chgData name="Mohammed Naseer Sihanas" userId="baf10d46-ca0e-4f93-8b9a-bd1fa4bc7e8f" providerId="ADAL" clId="{EFA629BA-05DB-4B4C-9A1D-1AA1358FEB4C}" dt="2024-10-28T14:58:18.352" v="221" actId="26606"/>
          <ac:spMkLst>
            <pc:docMk/>
            <pc:sldMk cId="4066215620" sldId="259"/>
            <ac:spMk id="14" creationId="{6A9C92F4-A4A4-42E0-9391-C666AAED1E6A}"/>
          </ac:spMkLst>
        </pc:spChg>
        <pc:graphicFrameChg chg="add">
          <ac:chgData name="Mohammed Naseer Sihanas" userId="baf10d46-ca0e-4f93-8b9a-bd1fa4bc7e8f" providerId="ADAL" clId="{EFA629BA-05DB-4B4C-9A1D-1AA1358FEB4C}" dt="2024-10-28T14:58:18.352" v="221" actId="26606"/>
          <ac:graphicFrameMkLst>
            <pc:docMk/>
            <pc:sldMk cId="4066215620" sldId="259"/>
            <ac:graphicFrameMk id="6" creationId="{87852538-7EC2-8CAC-360B-7FDE31D9741D}"/>
          </ac:graphicFrameMkLst>
        </pc:graphicFrameChg>
      </pc:sldChg>
      <pc:sldChg chg="addSp delSp modSp new mod setBg">
        <pc:chgData name="Mohammed Naseer Sihanas" userId="baf10d46-ca0e-4f93-8b9a-bd1fa4bc7e8f" providerId="ADAL" clId="{EFA629BA-05DB-4B4C-9A1D-1AA1358FEB4C}" dt="2024-10-28T15:24:05.843" v="539" actId="27636"/>
        <pc:sldMkLst>
          <pc:docMk/>
          <pc:sldMk cId="2003719031" sldId="260"/>
        </pc:sldMkLst>
        <pc:spChg chg="mod ord">
          <ac:chgData name="Mohammed Naseer Sihanas" userId="baf10d46-ca0e-4f93-8b9a-bd1fa4bc7e8f" providerId="ADAL" clId="{EFA629BA-05DB-4B4C-9A1D-1AA1358FEB4C}" dt="2024-10-28T15:24:05.843" v="539" actId="27636"/>
          <ac:spMkLst>
            <pc:docMk/>
            <pc:sldMk cId="2003719031" sldId="260"/>
            <ac:spMk id="2" creationId="{DBE00738-A242-FBE3-0173-B641DA51284C}"/>
          </ac:spMkLst>
        </pc:spChg>
        <pc:spChg chg="add del mod">
          <ac:chgData name="Mohammed Naseer Sihanas" userId="baf10d46-ca0e-4f93-8b9a-bd1fa4bc7e8f" providerId="ADAL" clId="{EFA629BA-05DB-4B4C-9A1D-1AA1358FEB4C}" dt="2024-10-28T15:00:21.437" v="253" actId="26606"/>
          <ac:spMkLst>
            <pc:docMk/>
            <pc:sldMk cId="2003719031" sldId="260"/>
            <ac:spMk id="3" creationId="{C9B4AD22-F525-D983-EF91-FCEE14C92AC7}"/>
          </ac:spMkLst>
        </pc:spChg>
        <pc:spChg chg="add mod">
          <ac:chgData name="Mohammed Naseer Sihanas" userId="baf10d46-ca0e-4f93-8b9a-bd1fa4bc7e8f" providerId="ADAL" clId="{EFA629BA-05DB-4B4C-9A1D-1AA1358FEB4C}" dt="2024-10-28T14:59:16.462" v="228"/>
          <ac:spMkLst>
            <pc:docMk/>
            <pc:sldMk cId="2003719031" sldId="260"/>
            <ac:spMk id="4" creationId="{2FB4926D-37A8-9ADB-519A-02447855E02F}"/>
          </ac:spMkLst>
        </pc:spChg>
        <pc:spChg chg="add mod">
          <ac:chgData name="Mohammed Naseer Sihanas" userId="baf10d46-ca0e-4f93-8b9a-bd1fa4bc7e8f" providerId="ADAL" clId="{EFA629BA-05DB-4B4C-9A1D-1AA1358FEB4C}" dt="2024-10-28T14:59:20.098" v="230"/>
          <ac:spMkLst>
            <pc:docMk/>
            <pc:sldMk cId="2003719031" sldId="260"/>
            <ac:spMk id="5" creationId="{8E26B963-9C32-960A-159A-C069C2BC0D90}"/>
          </ac:spMkLst>
        </pc:spChg>
        <pc:spChg chg="add del">
          <ac:chgData name="Mohammed Naseer Sihanas" userId="baf10d46-ca0e-4f93-8b9a-bd1fa4bc7e8f" providerId="ADAL" clId="{EFA629BA-05DB-4B4C-9A1D-1AA1358FEB4C}" dt="2024-10-28T15:00:20.328" v="250" actId="26606"/>
          <ac:spMkLst>
            <pc:docMk/>
            <pc:sldMk cId="2003719031" sldId="260"/>
            <ac:spMk id="9" creationId="{987A0FBA-CC04-4256-A8EB-BB3C543E989C}"/>
          </ac:spMkLst>
        </pc:spChg>
        <pc:spChg chg="add del">
          <ac:chgData name="Mohammed Naseer Sihanas" userId="baf10d46-ca0e-4f93-8b9a-bd1fa4bc7e8f" providerId="ADAL" clId="{EFA629BA-05DB-4B4C-9A1D-1AA1358FEB4C}" dt="2024-10-28T14:59:41.565" v="236" actId="26606"/>
          <ac:spMkLst>
            <pc:docMk/>
            <pc:sldMk cId="2003719031" sldId="260"/>
            <ac:spMk id="10" creationId="{987A0FBA-CC04-4256-A8EB-BB3C543E989C}"/>
          </ac:spMkLst>
        </pc:spChg>
        <pc:spChg chg="add del">
          <ac:chgData name="Mohammed Naseer Sihanas" userId="baf10d46-ca0e-4f93-8b9a-bd1fa4bc7e8f" providerId="ADAL" clId="{EFA629BA-05DB-4B4C-9A1D-1AA1358FEB4C}" dt="2024-10-28T15:00:20.328" v="250" actId="26606"/>
          <ac:spMkLst>
            <pc:docMk/>
            <pc:sldMk cId="2003719031" sldId="260"/>
            <ac:spMk id="11" creationId="{6A13B60C-56B1-46B4-98A6-1482A52E76C2}"/>
          </ac:spMkLst>
        </pc:spChg>
        <pc:spChg chg="add del">
          <ac:chgData name="Mohammed Naseer Sihanas" userId="baf10d46-ca0e-4f93-8b9a-bd1fa4bc7e8f" providerId="ADAL" clId="{EFA629BA-05DB-4B4C-9A1D-1AA1358FEB4C}" dt="2024-10-28T14:59:41.565" v="236" actId="26606"/>
          <ac:spMkLst>
            <pc:docMk/>
            <pc:sldMk cId="2003719031" sldId="260"/>
            <ac:spMk id="12" creationId="{3D065C6D-EB42-400B-99C4-D0ACE936F6C3}"/>
          </ac:spMkLst>
        </pc:spChg>
        <pc:spChg chg="add del">
          <ac:chgData name="Mohammed Naseer Sihanas" userId="baf10d46-ca0e-4f93-8b9a-bd1fa4bc7e8f" providerId="ADAL" clId="{EFA629BA-05DB-4B4C-9A1D-1AA1358FEB4C}" dt="2024-10-28T15:00:20.328" v="250" actId="26606"/>
          <ac:spMkLst>
            <pc:docMk/>
            <pc:sldMk cId="2003719031" sldId="260"/>
            <ac:spMk id="13" creationId="{F024A8E9-062E-406A-BE10-CED2800110DB}"/>
          </ac:spMkLst>
        </pc:spChg>
        <pc:spChg chg="add del">
          <ac:chgData name="Mohammed Naseer Sihanas" userId="baf10d46-ca0e-4f93-8b9a-bd1fa4bc7e8f" providerId="ADAL" clId="{EFA629BA-05DB-4B4C-9A1D-1AA1358FEB4C}" dt="2024-10-28T14:59:41.565" v="236" actId="26606"/>
          <ac:spMkLst>
            <pc:docMk/>
            <pc:sldMk cId="2003719031" sldId="260"/>
            <ac:spMk id="14" creationId="{3362A0EA-3E81-4464-94B8-70BE5870EDC0}"/>
          </ac:spMkLst>
        </pc:spChg>
        <pc:spChg chg="add del">
          <ac:chgData name="Mohammed Naseer Sihanas" userId="baf10d46-ca0e-4f93-8b9a-bd1fa4bc7e8f" providerId="ADAL" clId="{EFA629BA-05DB-4B4C-9A1D-1AA1358FEB4C}" dt="2024-10-28T15:00:21.421" v="252" actId="26606"/>
          <ac:spMkLst>
            <pc:docMk/>
            <pc:sldMk cId="2003719031" sldId="260"/>
            <ac:spMk id="15" creationId="{F493E929-55A8-46F3-836C-1C37C8975B9D}"/>
          </ac:spMkLst>
        </pc:spChg>
        <pc:spChg chg="add del">
          <ac:chgData name="Mohammed Naseer Sihanas" userId="baf10d46-ca0e-4f93-8b9a-bd1fa4bc7e8f" providerId="ADAL" clId="{EFA629BA-05DB-4B4C-9A1D-1AA1358FEB4C}" dt="2024-10-28T15:00:02.720" v="238" actId="26606"/>
          <ac:spMkLst>
            <pc:docMk/>
            <pc:sldMk cId="2003719031" sldId="260"/>
            <ac:spMk id="16" creationId="{987A0FBA-CC04-4256-A8EB-BB3C543E989C}"/>
          </ac:spMkLst>
        </pc:spChg>
        <pc:spChg chg="add del">
          <ac:chgData name="Mohammed Naseer Sihanas" userId="baf10d46-ca0e-4f93-8b9a-bd1fa4bc7e8f" providerId="ADAL" clId="{EFA629BA-05DB-4B4C-9A1D-1AA1358FEB4C}" dt="2024-10-28T15:00:02.720" v="238" actId="26606"/>
          <ac:spMkLst>
            <pc:docMk/>
            <pc:sldMk cId="2003719031" sldId="260"/>
            <ac:spMk id="17" creationId="{C75CD783-E708-4711-B23C-5B7B72A3D8F0}"/>
          </ac:spMkLst>
        </pc:spChg>
        <pc:spChg chg="add del">
          <ac:chgData name="Mohammed Naseer Sihanas" userId="baf10d46-ca0e-4f93-8b9a-bd1fa4bc7e8f" providerId="ADAL" clId="{EFA629BA-05DB-4B4C-9A1D-1AA1358FEB4C}" dt="2024-10-28T15:00:02.720" v="238" actId="26606"/>
          <ac:spMkLst>
            <pc:docMk/>
            <pc:sldMk cId="2003719031" sldId="260"/>
            <ac:spMk id="18" creationId="{E633B38B-B87A-4288-A20F-0223A6C27A5A}"/>
          </ac:spMkLst>
        </pc:spChg>
        <pc:spChg chg="add del">
          <ac:chgData name="Mohammed Naseer Sihanas" userId="baf10d46-ca0e-4f93-8b9a-bd1fa4bc7e8f" providerId="ADAL" clId="{EFA629BA-05DB-4B4C-9A1D-1AA1358FEB4C}" dt="2024-10-28T15:00:08.344" v="242" actId="26606"/>
          <ac:spMkLst>
            <pc:docMk/>
            <pc:sldMk cId="2003719031" sldId="260"/>
            <ac:spMk id="23" creationId="{987A0FBA-CC04-4256-A8EB-BB3C543E989C}"/>
          </ac:spMkLst>
        </pc:spChg>
        <pc:spChg chg="add del">
          <ac:chgData name="Mohammed Naseer Sihanas" userId="baf10d46-ca0e-4f93-8b9a-bd1fa4bc7e8f" providerId="ADAL" clId="{EFA629BA-05DB-4B4C-9A1D-1AA1358FEB4C}" dt="2024-10-28T15:00:08.344" v="242" actId="26606"/>
          <ac:spMkLst>
            <pc:docMk/>
            <pc:sldMk cId="2003719031" sldId="260"/>
            <ac:spMk id="24" creationId="{C75CD783-E708-4711-B23C-5B7B72A3D8F0}"/>
          </ac:spMkLst>
        </pc:spChg>
        <pc:spChg chg="add del">
          <ac:chgData name="Mohammed Naseer Sihanas" userId="baf10d46-ca0e-4f93-8b9a-bd1fa4bc7e8f" providerId="ADAL" clId="{EFA629BA-05DB-4B4C-9A1D-1AA1358FEB4C}" dt="2024-10-28T15:00:08.344" v="242" actId="26606"/>
          <ac:spMkLst>
            <pc:docMk/>
            <pc:sldMk cId="2003719031" sldId="260"/>
            <ac:spMk id="25" creationId="{E633B38B-B87A-4288-A20F-0223A6C27A5A}"/>
          </ac:spMkLst>
        </pc:spChg>
        <pc:spChg chg="add del">
          <ac:chgData name="Mohammed Naseer Sihanas" userId="baf10d46-ca0e-4f93-8b9a-bd1fa4bc7e8f" providerId="ADAL" clId="{EFA629BA-05DB-4B4C-9A1D-1AA1358FEB4C}" dt="2024-10-28T15:00:08.344" v="242" actId="26606"/>
          <ac:spMkLst>
            <pc:docMk/>
            <pc:sldMk cId="2003719031" sldId="260"/>
            <ac:spMk id="27" creationId="{C9B4AD22-F525-D983-EF91-FCEE14C92AC7}"/>
          </ac:spMkLst>
        </pc:spChg>
        <pc:spChg chg="add del">
          <ac:chgData name="Mohammed Naseer Sihanas" userId="baf10d46-ca0e-4f93-8b9a-bd1fa4bc7e8f" providerId="ADAL" clId="{EFA629BA-05DB-4B4C-9A1D-1AA1358FEB4C}" dt="2024-10-28T15:00:21.421" v="252" actId="26606"/>
          <ac:spMkLst>
            <pc:docMk/>
            <pc:sldMk cId="2003719031" sldId="260"/>
            <ac:spMk id="37" creationId="{987A0FBA-CC04-4256-A8EB-BB3C543E989C}"/>
          </ac:spMkLst>
        </pc:spChg>
        <pc:spChg chg="add del">
          <ac:chgData name="Mohammed Naseer Sihanas" userId="baf10d46-ca0e-4f93-8b9a-bd1fa4bc7e8f" providerId="ADAL" clId="{EFA629BA-05DB-4B4C-9A1D-1AA1358FEB4C}" dt="2024-10-28T15:00:21.421" v="252" actId="26606"/>
          <ac:spMkLst>
            <pc:docMk/>
            <pc:sldMk cId="2003719031" sldId="260"/>
            <ac:spMk id="38" creationId="{F95E8271-D5FF-4A58-A151-6D825CF02D64}"/>
          </ac:spMkLst>
        </pc:spChg>
        <pc:spChg chg="add del">
          <ac:chgData name="Mohammed Naseer Sihanas" userId="baf10d46-ca0e-4f93-8b9a-bd1fa4bc7e8f" providerId="ADAL" clId="{EFA629BA-05DB-4B4C-9A1D-1AA1358FEB4C}" dt="2024-10-28T15:00:21.421" v="252" actId="26606"/>
          <ac:spMkLst>
            <pc:docMk/>
            <pc:sldMk cId="2003719031" sldId="260"/>
            <ac:spMk id="39" creationId="{E65E7DAE-0831-45F9-BBA2-9BBD2E397C0B}"/>
          </ac:spMkLst>
        </pc:spChg>
        <pc:spChg chg="add del">
          <ac:chgData name="Mohammed Naseer Sihanas" userId="baf10d46-ca0e-4f93-8b9a-bd1fa4bc7e8f" providerId="ADAL" clId="{EFA629BA-05DB-4B4C-9A1D-1AA1358FEB4C}" dt="2024-10-28T15:00:49.184" v="254" actId="26606"/>
          <ac:spMkLst>
            <pc:docMk/>
            <pc:sldMk cId="2003719031" sldId="260"/>
            <ac:spMk id="42" creationId="{987A0FBA-CC04-4256-A8EB-BB3C543E989C}"/>
          </ac:spMkLst>
        </pc:spChg>
        <pc:spChg chg="add del">
          <ac:chgData name="Mohammed Naseer Sihanas" userId="baf10d46-ca0e-4f93-8b9a-bd1fa4bc7e8f" providerId="ADAL" clId="{EFA629BA-05DB-4B4C-9A1D-1AA1358FEB4C}" dt="2024-10-28T15:00:49.184" v="254" actId="26606"/>
          <ac:spMkLst>
            <pc:docMk/>
            <pc:sldMk cId="2003719031" sldId="260"/>
            <ac:spMk id="43" creationId="{3F3A0F6C-EB8F-4A4C-8258-23F6D815E0E0}"/>
          </ac:spMkLst>
        </pc:spChg>
        <pc:spChg chg="add del">
          <ac:chgData name="Mohammed Naseer Sihanas" userId="baf10d46-ca0e-4f93-8b9a-bd1fa4bc7e8f" providerId="ADAL" clId="{EFA629BA-05DB-4B4C-9A1D-1AA1358FEB4C}" dt="2024-10-28T15:00:49.184" v="254" actId="26606"/>
          <ac:spMkLst>
            <pc:docMk/>
            <pc:sldMk cId="2003719031" sldId="260"/>
            <ac:spMk id="44" creationId="{6A9C92F4-A4A4-42E0-9391-C666AAED1E6A}"/>
          </ac:spMkLst>
        </pc:spChg>
        <pc:spChg chg="add">
          <ac:chgData name="Mohammed Naseer Sihanas" userId="baf10d46-ca0e-4f93-8b9a-bd1fa4bc7e8f" providerId="ADAL" clId="{EFA629BA-05DB-4B4C-9A1D-1AA1358FEB4C}" dt="2024-10-28T15:00:49.184" v="254" actId="26606"/>
          <ac:spMkLst>
            <pc:docMk/>
            <pc:sldMk cId="2003719031" sldId="260"/>
            <ac:spMk id="50" creationId="{987A0FBA-CC04-4256-A8EB-BB3C543E989C}"/>
          </ac:spMkLst>
        </pc:spChg>
        <pc:spChg chg="add">
          <ac:chgData name="Mohammed Naseer Sihanas" userId="baf10d46-ca0e-4f93-8b9a-bd1fa4bc7e8f" providerId="ADAL" clId="{EFA629BA-05DB-4B4C-9A1D-1AA1358FEB4C}" dt="2024-10-28T15:00:49.184" v="254" actId="26606"/>
          <ac:spMkLst>
            <pc:docMk/>
            <pc:sldMk cId="2003719031" sldId="260"/>
            <ac:spMk id="52" creationId="{3F3A0F6C-EB8F-4A4C-8258-23F6D815E0E0}"/>
          </ac:spMkLst>
        </pc:spChg>
        <pc:spChg chg="add">
          <ac:chgData name="Mohammed Naseer Sihanas" userId="baf10d46-ca0e-4f93-8b9a-bd1fa4bc7e8f" providerId="ADAL" clId="{EFA629BA-05DB-4B4C-9A1D-1AA1358FEB4C}" dt="2024-10-28T15:00:49.184" v="254" actId="26606"/>
          <ac:spMkLst>
            <pc:docMk/>
            <pc:sldMk cId="2003719031" sldId="260"/>
            <ac:spMk id="54" creationId="{6A9C92F4-A4A4-42E0-9391-C666AAED1E6A}"/>
          </ac:spMkLst>
        </pc:spChg>
        <pc:graphicFrameChg chg="add del">
          <ac:chgData name="Mohammed Naseer Sihanas" userId="baf10d46-ca0e-4f93-8b9a-bd1fa4bc7e8f" providerId="ADAL" clId="{EFA629BA-05DB-4B4C-9A1D-1AA1358FEB4C}" dt="2024-10-28T15:00:07.672" v="240" actId="26606"/>
          <ac:graphicFrameMkLst>
            <pc:docMk/>
            <pc:sldMk cId="2003719031" sldId="260"/>
            <ac:graphicFrameMk id="21" creationId="{ABFA22EC-5D63-710F-6196-46CF98686D37}"/>
          </ac:graphicFrameMkLst>
        </pc:graphicFrameChg>
        <pc:graphicFrameChg chg="add del">
          <ac:chgData name="Mohammed Naseer Sihanas" userId="baf10d46-ca0e-4f93-8b9a-bd1fa4bc7e8f" providerId="ADAL" clId="{EFA629BA-05DB-4B4C-9A1D-1AA1358FEB4C}" dt="2024-10-28T15:00:09.844" v="244" actId="26606"/>
          <ac:graphicFrameMkLst>
            <pc:docMk/>
            <pc:sldMk cId="2003719031" sldId="260"/>
            <ac:graphicFrameMk id="29" creationId="{05D96B03-513F-96E5-C487-7C0EEDFD3FDC}"/>
          </ac:graphicFrameMkLst>
        </pc:graphicFrameChg>
        <pc:graphicFrameChg chg="add del">
          <ac:chgData name="Mohammed Naseer Sihanas" userId="baf10d46-ca0e-4f93-8b9a-bd1fa4bc7e8f" providerId="ADAL" clId="{EFA629BA-05DB-4B4C-9A1D-1AA1358FEB4C}" dt="2024-10-28T15:00:13.813" v="246" actId="26606"/>
          <ac:graphicFrameMkLst>
            <pc:docMk/>
            <pc:sldMk cId="2003719031" sldId="260"/>
            <ac:graphicFrameMk id="31" creationId="{ABFA22EC-5D63-710F-6196-46CF98686D37}"/>
          </ac:graphicFrameMkLst>
        </pc:graphicFrameChg>
        <pc:graphicFrameChg chg="add del">
          <ac:chgData name="Mohammed Naseer Sihanas" userId="baf10d46-ca0e-4f93-8b9a-bd1fa4bc7e8f" providerId="ADAL" clId="{EFA629BA-05DB-4B4C-9A1D-1AA1358FEB4C}" dt="2024-10-28T15:00:19.328" v="248" actId="26606"/>
          <ac:graphicFrameMkLst>
            <pc:docMk/>
            <pc:sldMk cId="2003719031" sldId="260"/>
            <ac:graphicFrameMk id="33" creationId="{CD0B8395-626A-9147-2613-EBF81FD94D03}"/>
          </ac:graphicFrameMkLst>
        </pc:graphicFrameChg>
        <pc:graphicFrameChg chg="add del">
          <ac:chgData name="Mohammed Naseer Sihanas" userId="baf10d46-ca0e-4f93-8b9a-bd1fa4bc7e8f" providerId="ADAL" clId="{EFA629BA-05DB-4B4C-9A1D-1AA1358FEB4C}" dt="2024-10-28T15:00:20.328" v="250" actId="26606"/>
          <ac:graphicFrameMkLst>
            <pc:docMk/>
            <pc:sldMk cId="2003719031" sldId="260"/>
            <ac:graphicFrameMk id="35" creationId="{C0C2A061-055D-7B52-5794-7D3A3C4F8AEE}"/>
          </ac:graphicFrameMkLst>
        </pc:graphicFrameChg>
        <pc:graphicFrameChg chg="add del">
          <ac:chgData name="Mohammed Naseer Sihanas" userId="baf10d46-ca0e-4f93-8b9a-bd1fa4bc7e8f" providerId="ADAL" clId="{EFA629BA-05DB-4B4C-9A1D-1AA1358FEB4C}" dt="2024-10-28T15:00:21.421" v="252" actId="26606"/>
          <ac:graphicFrameMkLst>
            <pc:docMk/>
            <pc:sldMk cId="2003719031" sldId="260"/>
            <ac:graphicFrameMk id="40" creationId="{DF83585F-2950-4399-6EC3-A9596B875533}"/>
          </ac:graphicFrameMkLst>
        </pc:graphicFrameChg>
        <pc:graphicFrameChg chg="add mod modGraphic">
          <ac:chgData name="Mohammed Naseer Sihanas" userId="baf10d46-ca0e-4f93-8b9a-bd1fa4bc7e8f" providerId="ADAL" clId="{EFA629BA-05DB-4B4C-9A1D-1AA1358FEB4C}" dt="2024-10-28T15:23:41.287" v="531" actId="207"/>
          <ac:graphicFrameMkLst>
            <pc:docMk/>
            <pc:sldMk cId="2003719031" sldId="260"/>
            <ac:graphicFrameMk id="45" creationId="{C9A1ACC1-FCC1-586B-06ED-42CD65464CFB}"/>
          </ac:graphicFrameMkLst>
        </pc:graphicFrameChg>
        <pc:picChg chg="add del">
          <ac:chgData name="Mohammed Naseer Sihanas" userId="baf10d46-ca0e-4f93-8b9a-bd1fa4bc7e8f" providerId="ADAL" clId="{EFA629BA-05DB-4B4C-9A1D-1AA1358FEB4C}" dt="2024-10-28T14:59:41.565" v="236" actId="26606"/>
          <ac:picMkLst>
            <pc:docMk/>
            <pc:sldMk cId="2003719031" sldId="260"/>
            <ac:picMk id="7" creationId="{DB59E5E5-6EC6-3B63-9D68-04420F33A067}"/>
          </ac:picMkLst>
        </pc:picChg>
        <pc:picChg chg="add del">
          <ac:chgData name="Mohammed Naseer Sihanas" userId="baf10d46-ca0e-4f93-8b9a-bd1fa4bc7e8f" providerId="ADAL" clId="{EFA629BA-05DB-4B4C-9A1D-1AA1358FEB4C}" dt="2024-10-28T15:00:02.720" v="238" actId="26606"/>
          <ac:picMkLst>
            <pc:docMk/>
            <pc:sldMk cId="2003719031" sldId="260"/>
            <ac:picMk id="19" creationId="{889D1D36-20C2-BC6A-8CF5-771EDCBAB18C}"/>
          </ac:picMkLst>
        </pc:picChg>
        <pc:picChg chg="add del">
          <ac:chgData name="Mohammed Naseer Sihanas" userId="baf10d46-ca0e-4f93-8b9a-bd1fa4bc7e8f" providerId="ADAL" clId="{EFA629BA-05DB-4B4C-9A1D-1AA1358FEB4C}" dt="2024-10-28T15:00:08.344" v="242" actId="26606"/>
          <ac:picMkLst>
            <pc:docMk/>
            <pc:sldMk cId="2003719031" sldId="260"/>
            <ac:picMk id="26" creationId="{889D1D36-20C2-BC6A-8CF5-771EDCBAB18C}"/>
          </ac:picMkLst>
        </pc:picChg>
      </pc:sldChg>
      <pc:sldChg chg="addSp delSp modSp new mod setBg">
        <pc:chgData name="Mohammed Naseer Sihanas" userId="baf10d46-ca0e-4f93-8b9a-bd1fa4bc7e8f" providerId="ADAL" clId="{EFA629BA-05DB-4B4C-9A1D-1AA1358FEB4C}" dt="2024-10-28T15:21:07.549" v="492"/>
        <pc:sldMkLst>
          <pc:docMk/>
          <pc:sldMk cId="3456993582" sldId="261"/>
        </pc:sldMkLst>
        <pc:spChg chg="mod">
          <ac:chgData name="Mohammed Naseer Sihanas" userId="baf10d46-ca0e-4f93-8b9a-bd1fa4bc7e8f" providerId="ADAL" clId="{EFA629BA-05DB-4B4C-9A1D-1AA1358FEB4C}" dt="2024-10-28T15:17:47.834" v="464" actId="1076"/>
          <ac:spMkLst>
            <pc:docMk/>
            <pc:sldMk cId="3456993582" sldId="261"/>
            <ac:spMk id="2" creationId="{4CDE585A-73C3-3A80-DEBB-9553AF026307}"/>
          </ac:spMkLst>
        </pc:spChg>
        <pc:spChg chg="del">
          <ac:chgData name="Mohammed Naseer Sihanas" userId="baf10d46-ca0e-4f93-8b9a-bd1fa4bc7e8f" providerId="ADAL" clId="{EFA629BA-05DB-4B4C-9A1D-1AA1358FEB4C}" dt="2024-10-28T15:03:48.228" v="273" actId="3680"/>
          <ac:spMkLst>
            <pc:docMk/>
            <pc:sldMk cId="3456993582" sldId="261"/>
            <ac:spMk id="3" creationId="{00D4328B-1CEF-BACB-14DA-ACC6526CEA4C}"/>
          </ac:spMkLst>
        </pc:spChg>
        <pc:spChg chg="add del mod">
          <ac:chgData name="Mohammed Naseer Sihanas" userId="baf10d46-ca0e-4f93-8b9a-bd1fa4bc7e8f" providerId="ADAL" clId="{EFA629BA-05DB-4B4C-9A1D-1AA1358FEB4C}" dt="2024-10-28T15:04:21.485" v="276"/>
          <ac:spMkLst>
            <pc:docMk/>
            <pc:sldMk cId="3456993582" sldId="261"/>
            <ac:spMk id="6" creationId="{E249FE73-32D1-2921-80E2-DAAAD17A56BF}"/>
          </ac:spMkLst>
        </pc:spChg>
        <pc:spChg chg="add del mod">
          <ac:chgData name="Mohammed Naseer Sihanas" userId="baf10d46-ca0e-4f93-8b9a-bd1fa4bc7e8f" providerId="ADAL" clId="{EFA629BA-05DB-4B4C-9A1D-1AA1358FEB4C}" dt="2024-10-28T15:07:50.231" v="316"/>
          <ac:spMkLst>
            <pc:docMk/>
            <pc:sldMk cId="3456993582" sldId="261"/>
            <ac:spMk id="9" creationId="{5936984B-BC7F-438B-B761-F46EABB9A27D}"/>
          </ac:spMkLst>
        </pc:spChg>
        <pc:spChg chg="add del">
          <ac:chgData name="Mohammed Naseer Sihanas" userId="baf10d46-ca0e-4f93-8b9a-bd1fa4bc7e8f" providerId="ADAL" clId="{EFA629BA-05DB-4B4C-9A1D-1AA1358FEB4C}" dt="2024-10-28T15:05:33.353" v="288" actId="26606"/>
          <ac:spMkLst>
            <pc:docMk/>
            <pc:sldMk cId="3456993582" sldId="261"/>
            <ac:spMk id="12" creationId="{987A0FBA-CC04-4256-A8EB-BB3C543E989C}"/>
          </ac:spMkLst>
        </pc:spChg>
        <pc:spChg chg="add del">
          <ac:chgData name="Mohammed Naseer Sihanas" userId="baf10d46-ca0e-4f93-8b9a-bd1fa4bc7e8f" providerId="ADAL" clId="{EFA629BA-05DB-4B4C-9A1D-1AA1358FEB4C}" dt="2024-10-28T15:11:15.391" v="351" actId="26606"/>
          <ac:spMkLst>
            <pc:docMk/>
            <pc:sldMk cId="3456993582" sldId="261"/>
            <ac:spMk id="13" creationId="{A6EF5A53-0A64-4CA5-B9C7-1CB97CB5CF1C}"/>
          </ac:spMkLst>
        </pc:spChg>
        <pc:spChg chg="add del">
          <ac:chgData name="Mohammed Naseer Sihanas" userId="baf10d46-ca0e-4f93-8b9a-bd1fa4bc7e8f" providerId="ADAL" clId="{EFA629BA-05DB-4B4C-9A1D-1AA1358FEB4C}" dt="2024-10-28T15:05:33.353" v="288" actId="26606"/>
          <ac:spMkLst>
            <pc:docMk/>
            <pc:sldMk cId="3456993582" sldId="261"/>
            <ac:spMk id="14" creationId="{3F3A0F6C-EB8F-4A4C-8258-23F6D815E0E0}"/>
          </ac:spMkLst>
        </pc:spChg>
        <pc:spChg chg="add del mod">
          <ac:chgData name="Mohammed Naseer Sihanas" userId="baf10d46-ca0e-4f93-8b9a-bd1fa4bc7e8f" providerId="ADAL" clId="{EFA629BA-05DB-4B4C-9A1D-1AA1358FEB4C}" dt="2024-10-28T15:09:19.534" v="329" actId="478"/>
          <ac:spMkLst>
            <pc:docMk/>
            <pc:sldMk cId="3456993582" sldId="261"/>
            <ac:spMk id="15" creationId="{87BB4DCB-203B-F00A-A75A-17F0662472B4}"/>
          </ac:spMkLst>
        </pc:spChg>
        <pc:spChg chg="add del">
          <ac:chgData name="Mohammed Naseer Sihanas" userId="baf10d46-ca0e-4f93-8b9a-bd1fa4bc7e8f" providerId="ADAL" clId="{EFA629BA-05DB-4B4C-9A1D-1AA1358FEB4C}" dt="2024-10-28T15:05:33.353" v="288" actId="26606"/>
          <ac:spMkLst>
            <pc:docMk/>
            <pc:sldMk cId="3456993582" sldId="261"/>
            <ac:spMk id="16" creationId="{6A9C92F4-A4A4-42E0-9391-C666AAED1E6A}"/>
          </ac:spMkLst>
        </pc:spChg>
        <pc:spChg chg="add del">
          <ac:chgData name="Mohammed Naseer Sihanas" userId="baf10d46-ca0e-4f93-8b9a-bd1fa4bc7e8f" providerId="ADAL" clId="{EFA629BA-05DB-4B4C-9A1D-1AA1358FEB4C}" dt="2024-10-28T15:05:34.056" v="290" actId="26606"/>
          <ac:spMkLst>
            <pc:docMk/>
            <pc:sldMk cId="3456993582" sldId="261"/>
            <ac:spMk id="18" creationId="{987A0FBA-CC04-4256-A8EB-BB3C543E989C}"/>
          </ac:spMkLst>
        </pc:spChg>
        <pc:spChg chg="add del">
          <ac:chgData name="Mohammed Naseer Sihanas" userId="baf10d46-ca0e-4f93-8b9a-bd1fa4bc7e8f" providerId="ADAL" clId="{EFA629BA-05DB-4B4C-9A1D-1AA1358FEB4C}" dt="2024-10-28T15:05:34.056" v="290" actId="26606"/>
          <ac:spMkLst>
            <pc:docMk/>
            <pc:sldMk cId="3456993582" sldId="261"/>
            <ac:spMk id="19" creationId="{3F3A0F6C-EB8F-4A4C-8258-23F6D815E0E0}"/>
          </ac:spMkLst>
        </pc:spChg>
        <pc:spChg chg="add del">
          <ac:chgData name="Mohammed Naseer Sihanas" userId="baf10d46-ca0e-4f93-8b9a-bd1fa4bc7e8f" providerId="ADAL" clId="{EFA629BA-05DB-4B4C-9A1D-1AA1358FEB4C}" dt="2024-10-28T15:05:34.056" v="290" actId="26606"/>
          <ac:spMkLst>
            <pc:docMk/>
            <pc:sldMk cId="3456993582" sldId="261"/>
            <ac:spMk id="20" creationId="{6A9C92F4-A4A4-42E0-9391-C666AAED1E6A}"/>
          </ac:spMkLst>
        </pc:spChg>
        <pc:spChg chg="add del">
          <ac:chgData name="Mohammed Naseer Sihanas" userId="baf10d46-ca0e-4f93-8b9a-bd1fa4bc7e8f" providerId="ADAL" clId="{EFA629BA-05DB-4B4C-9A1D-1AA1358FEB4C}" dt="2024-10-28T15:05:36.697" v="292" actId="26606"/>
          <ac:spMkLst>
            <pc:docMk/>
            <pc:sldMk cId="3456993582" sldId="261"/>
            <ac:spMk id="22" creationId="{987A0FBA-CC04-4256-A8EB-BB3C543E989C}"/>
          </ac:spMkLst>
        </pc:spChg>
        <pc:spChg chg="add del">
          <ac:chgData name="Mohammed Naseer Sihanas" userId="baf10d46-ca0e-4f93-8b9a-bd1fa4bc7e8f" providerId="ADAL" clId="{EFA629BA-05DB-4B4C-9A1D-1AA1358FEB4C}" dt="2024-10-28T15:05:36.697" v="292" actId="26606"/>
          <ac:spMkLst>
            <pc:docMk/>
            <pc:sldMk cId="3456993582" sldId="261"/>
            <ac:spMk id="23" creationId="{6A13B60C-56B1-46B4-98A6-1482A52E76C2}"/>
          </ac:spMkLst>
        </pc:spChg>
        <pc:spChg chg="add del">
          <ac:chgData name="Mohammed Naseer Sihanas" userId="baf10d46-ca0e-4f93-8b9a-bd1fa4bc7e8f" providerId="ADAL" clId="{EFA629BA-05DB-4B4C-9A1D-1AA1358FEB4C}" dt="2024-10-28T15:05:36.697" v="292" actId="26606"/>
          <ac:spMkLst>
            <pc:docMk/>
            <pc:sldMk cId="3456993582" sldId="261"/>
            <ac:spMk id="24" creationId="{F024A8E9-062E-406A-BE10-CED2800110DB}"/>
          </ac:spMkLst>
        </pc:spChg>
        <pc:spChg chg="add del">
          <ac:chgData name="Mohammed Naseer Sihanas" userId="baf10d46-ca0e-4f93-8b9a-bd1fa4bc7e8f" providerId="ADAL" clId="{EFA629BA-05DB-4B4C-9A1D-1AA1358FEB4C}" dt="2024-10-28T15:11:15.391" v="351" actId="26606"/>
          <ac:spMkLst>
            <pc:docMk/>
            <pc:sldMk cId="3456993582" sldId="261"/>
            <ac:spMk id="25" creationId="{34ABFBEA-4EB0-4D02-A2C0-1733CD3D6F12}"/>
          </ac:spMkLst>
        </pc:spChg>
        <pc:spChg chg="add del">
          <ac:chgData name="Mohammed Naseer Sihanas" userId="baf10d46-ca0e-4f93-8b9a-bd1fa4bc7e8f" providerId="ADAL" clId="{EFA629BA-05DB-4B4C-9A1D-1AA1358FEB4C}" dt="2024-10-28T15:05:39.774" v="294" actId="26606"/>
          <ac:spMkLst>
            <pc:docMk/>
            <pc:sldMk cId="3456993582" sldId="261"/>
            <ac:spMk id="26" creationId="{987A0FBA-CC04-4256-A8EB-BB3C543E989C}"/>
          </ac:spMkLst>
        </pc:spChg>
        <pc:spChg chg="add del">
          <ac:chgData name="Mohammed Naseer Sihanas" userId="baf10d46-ca0e-4f93-8b9a-bd1fa4bc7e8f" providerId="ADAL" clId="{EFA629BA-05DB-4B4C-9A1D-1AA1358FEB4C}" dt="2024-10-28T15:05:39.774" v="294" actId="26606"/>
          <ac:spMkLst>
            <pc:docMk/>
            <pc:sldMk cId="3456993582" sldId="261"/>
            <ac:spMk id="27" creationId="{3F3A0F6C-EB8F-4A4C-8258-23F6D815E0E0}"/>
          </ac:spMkLst>
        </pc:spChg>
        <pc:spChg chg="add del">
          <ac:chgData name="Mohammed Naseer Sihanas" userId="baf10d46-ca0e-4f93-8b9a-bd1fa4bc7e8f" providerId="ADAL" clId="{EFA629BA-05DB-4B4C-9A1D-1AA1358FEB4C}" dt="2024-10-28T15:05:39.774" v="294" actId="26606"/>
          <ac:spMkLst>
            <pc:docMk/>
            <pc:sldMk cId="3456993582" sldId="261"/>
            <ac:spMk id="28" creationId="{6A9C92F4-A4A4-42E0-9391-C666AAED1E6A}"/>
          </ac:spMkLst>
        </pc:spChg>
        <pc:spChg chg="add del">
          <ac:chgData name="Mohammed Naseer Sihanas" userId="baf10d46-ca0e-4f93-8b9a-bd1fa4bc7e8f" providerId="ADAL" clId="{EFA629BA-05DB-4B4C-9A1D-1AA1358FEB4C}" dt="2024-10-28T15:11:15.391" v="351" actId="26606"/>
          <ac:spMkLst>
            <pc:docMk/>
            <pc:sldMk cId="3456993582" sldId="261"/>
            <ac:spMk id="29" creationId="{19E083F6-57F4-487B-A766-EA0462B1EED8}"/>
          </ac:spMkLst>
        </pc:spChg>
        <pc:spChg chg="add del">
          <ac:chgData name="Mohammed Naseer Sihanas" userId="baf10d46-ca0e-4f93-8b9a-bd1fa4bc7e8f" providerId="ADAL" clId="{EFA629BA-05DB-4B4C-9A1D-1AA1358FEB4C}" dt="2024-10-28T15:05:40.665" v="296" actId="26606"/>
          <ac:spMkLst>
            <pc:docMk/>
            <pc:sldMk cId="3456993582" sldId="261"/>
            <ac:spMk id="30" creationId="{A6EF5A53-0A64-4CA5-B9C7-1CB97CB5CF1C}"/>
          </ac:spMkLst>
        </pc:spChg>
        <pc:spChg chg="add del">
          <ac:chgData name="Mohammed Naseer Sihanas" userId="baf10d46-ca0e-4f93-8b9a-bd1fa4bc7e8f" providerId="ADAL" clId="{EFA629BA-05DB-4B4C-9A1D-1AA1358FEB4C}" dt="2024-10-28T15:05:40.665" v="296" actId="26606"/>
          <ac:spMkLst>
            <pc:docMk/>
            <pc:sldMk cId="3456993582" sldId="261"/>
            <ac:spMk id="31" creationId="{34ABFBEA-4EB0-4D02-A2C0-1733CD3D6F12}"/>
          </ac:spMkLst>
        </pc:spChg>
        <pc:spChg chg="add del">
          <ac:chgData name="Mohammed Naseer Sihanas" userId="baf10d46-ca0e-4f93-8b9a-bd1fa4bc7e8f" providerId="ADAL" clId="{EFA629BA-05DB-4B4C-9A1D-1AA1358FEB4C}" dt="2024-10-28T15:05:40.665" v="296" actId="26606"/>
          <ac:spMkLst>
            <pc:docMk/>
            <pc:sldMk cId="3456993582" sldId="261"/>
            <ac:spMk id="32" creationId="{19E083F6-57F4-487B-A766-EA0462B1EED8}"/>
          </ac:spMkLst>
        </pc:spChg>
        <pc:spChg chg="add del">
          <ac:chgData name="Mohammed Naseer Sihanas" userId="baf10d46-ca0e-4f93-8b9a-bd1fa4bc7e8f" providerId="ADAL" clId="{EFA629BA-05DB-4B4C-9A1D-1AA1358FEB4C}" dt="2024-10-28T15:05:40.665" v="296" actId="26606"/>
          <ac:spMkLst>
            <pc:docMk/>
            <pc:sldMk cId="3456993582" sldId="261"/>
            <ac:spMk id="33" creationId="{7A18C9FB-EC4C-4DAE-8F7D-C6E5AF607958}"/>
          </ac:spMkLst>
        </pc:spChg>
        <pc:spChg chg="add del">
          <ac:chgData name="Mohammed Naseer Sihanas" userId="baf10d46-ca0e-4f93-8b9a-bd1fa4bc7e8f" providerId="ADAL" clId="{EFA629BA-05DB-4B4C-9A1D-1AA1358FEB4C}" dt="2024-10-28T15:05:40.665" v="296" actId="26606"/>
          <ac:spMkLst>
            <pc:docMk/>
            <pc:sldMk cId="3456993582" sldId="261"/>
            <ac:spMk id="34" creationId="{4A8FDA66-67B4-4DBE-8354-C26F91ADB665}"/>
          </ac:spMkLst>
        </pc:spChg>
        <pc:spChg chg="add del">
          <ac:chgData name="Mohammed Naseer Sihanas" userId="baf10d46-ca0e-4f93-8b9a-bd1fa4bc7e8f" providerId="ADAL" clId="{EFA629BA-05DB-4B4C-9A1D-1AA1358FEB4C}" dt="2024-10-28T15:05:40.665" v="296" actId="26606"/>
          <ac:spMkLst>
            <pc:docMk/>
            <pc:sldMk cId="3456993582" sldId="261"/>
            <ac:spMk id="35" creationId="{3B2B1500-BB55-471C-8A9E-67288297ECE1}"/>
          </ac:spMkLst>
        </pc:spChg>
        <pc:spChg chg="add del">
          <ac:chgData name="Mohammed Naseer Sihanas" userId="baf10d46-ca0e-4f93-8b9a-bd1fa4bc7e8f" providerId="ADAL" clId="{EFA629BA-05DB-4B4C-9A1D-1AA1358FEB4C}" dt="2024-10-28T15:05:40.665" v="296" actId="26606"/>
          <ac:spMkLst>
            <pc:docMk/>
            <pc:sldMk cId="3456993582" sldId="261"/>
            <ac:spMk id="36" creationId="{3045E22C-A99D-41BB-AF14-EF1B1E745A70}"/>
          </ac:spMkLst>
        </pc:spChg>
        <pc:spChg chg="add del">
          <ac:chgData name="Mohammed Naseer Sihanas" userId="baf10d46-ca0e-4f93-8b9a-bd1fa4bc7e8f" providerId="ADAL" clId="{EFA629BA-05DB-4B4C-9A1D-1AA1358FEB4C}" dt="2024-10-28T15:11:15.391" v="351" actId="26606"/>
          <ac:spMkLst>
            <pc:docMk/>
            <pc:sldMk cId="3456993582" sldId="261"/>
            <ac:spMk id="37" creationId="{7A18C9FB-EC4C-4DAE-8F7D-C6E5AF607958}"/>
          </ac:spMkLst>
        </pc:spChg>
        <pc:spChg chg="add del">
          <ac:chgData name="Mohammed Naseer Sihanas" userId="baf10d46-ca0e-4f93-8b9a-bd1fa4bc7e8f" providerId="ADAL" clId="{EFA629BA-05DB-4B4C-9A1D-1AA1358FEB4C}" dt="2024-10-28T15:05:41.790" v="298" actId="26606"/>
          <ac:spMkLst>
            <pc:docMk/>
            <pc:sldMk cId="3456993582" sldId="261"/>
            <ac:spMk id="38" creationId="{A6EF5A53-0A64-4CA5-B9C7-1CB97CB5CF1C}"/>
          </ac:spMkLst>
        </pc:spChg>
        <pc:spChg chg="add del">
          <ac:chgData name="Mohammed Naseer Sihanas" userId="baf10d46-ca0e-4f93-8b9a-bd1fa4bc7e8f" providerId="ADAL" clId="{EFA629BA-05DB-4B4C-9A1D-1AA1358FEB4C}" dt="2024-10-28T15:05:41.790" v="298" actId="26606"/>
          <ac:spMkLst>
            <pc:docMk/>
            <pc:sldMk cId="3456993582" sldId="261"/>
            <ac:spMk id="39" creationId="{34ABFBEA-4EB0-4D02-A2C0-1733CD3D6F12}"/>
          </ac:spMkLst>
        </pc:spChg>
        <pc:spChg chg="add del">
          <ac:chgData name="Mohammed Naseer Sihanas" userId="baf10d46-ca0e-4f93-8b9a-bd1fa4bc7e8f" providerId="ADAL" clId="{EFA629BA-05DB-4B4C-9A1D-1AA1358FEB4C}" dt="2024-10-28T15:05:41.790" v="298" actId="26606"/>
          <ac:spMkLst>
            <pc:docMk/>
            <pc:sldMk cId="3456993582" sldId="261"/>
            <ac:spMk id="40" creationId="{19E083F6-57F4-487B-A766-EA0462B1EED8}"/>
          </ac:spMkLst>
        </pc:spChg>
        <pc:spChg chg="add del">
          <ac:chgData name="Mohammed Naseer Sihanas" userId="baf10d46-ca0e-4f93-8b9a-bd1fa4bc7e8f" providerId="ADAL" clId="{EFA629BA-05DB-4B4C-9A1D-1AA1358FEB4C}" dt="2024-10-28T15:05:41.790" v="298" actId="26606"/>
          <ac:spMkLst>
            <pc:docMk/>
            <pc:sldMk cId="3456993582" sldId="261"/>
            <ac:spMk id="41" creationId="{7A18C9FB-EC4C-4DAE-8F7D-C6E5AF607958}"/>
          </ac:spMkLst>
        </pc:spChg>
        <pc:spChg chg="add del">
          <ac:chgData name="Mohammed Naseer Sihanas" userId="baf10d46-ca0e-4f93-8b9a-bd1fa4bc7e8f" providerId="ADAL" clId="{EFA629BA-05DB-4B4C-9A1D-1AA1358FEB4C}" dt="2024-10-28T15:05:41.790" v="298" actId="26606"/>
          <ac:spMkLst>
            <pc:docMk/>
            <pc:sldMk cId="3456993582" sldId="261"/>
            <ac:spMk id="42" creationId="{CBD8B1E7-EF0A-4118-A804-D7F559784B00}"/>
          </ac:spMkLst>
        </pc:spChg>
        <pc:spChg chg="add del">
          <ac:chgData name="Mohammed Naseer Sihanas" userId="baf10d46-ca0e-4f93-8b9a-bd1fa4bc7e8f" providerId="ADAL" clId="{EFA629BA-05DB-4B4C-9A1D-1AA1358FEB4C}" dt="2024-10-28T15:05:41.790" v="298" actId="26606"/>
          <ac:spMkLst>
            <pc:docMk/>
            <pc:sldMk cId="3456993582" sldId="261"/>
            <ac:spMk id="43" creationId="{3B2B1500-BB55-471C-8A9E-67288297ECE1}"/>
          </ac:spMkLst>
        </pc:spChg>
        <pc:spChg chg="add del">
          <ac:chgData name="Mohammed Naseer Sihanas" userId="baf10d46-ca0e-4f93-8b9a-bd1fa4bc7e8f" providerId="ADAL" clId="{EFA629BA-05DB-4B4C-9A1D-1AA1358FEB4C}" dt="2024-10-28T15:05:41.790" v="298" actId="26606"/>
          <ac:spMkLst>
            <pc:docMk/>
            <pc:sldMk cId="3456993582" sldId="261"/>
            <ac:spMk id="44" creationId="{3045E22C-A99D-41BB-AF14-EF1B1E745A70}"/>
          </ac:spMkLst>
        </pc:spChg>
        <pc:spChg chg="add del">
          <ac:chgData name="Mohammed Naseer Sihanas" userId="baf10d46-ca0e-4f93-8b9a-bd1fa4bc7e8f" providerId="ADAL" clId="{EFA629BA-05DB-4B4C-9A1D-1AA1358FEB4C}" dt="2024-10-28T15:11:15.391" v="351" actId="26606"/>
          <ac:spMkLst>
            <pc:docMk/>
            <pc:sldMk cId="3456993582" sldId="261"/>
            <ac:spMk id="45" creationId="{8C3ED992-EB89-4C2F-8A9A-947E91BC61F8}"/>
          </ac:spMkLst>
        </pc:spChg>
        <pc:spChg chg="add del">
          <ac:chgData name="Mohammed Naseer Sihanas" userId="baf10d46-ca0e-4f93-8b9a-bd1fa4bc7e8f" providerId="ADAL" clId="{EFA629BA-05DB-4B4C-9A1D-1AA1358FEB4C}" dt="2024-10-28T15:05:44.336" v="300" actId="26606"/>
          <ac:spMkLst>
            <pc:docMk/>
            <pc:sldMk cId="3456993582" sldId="261"/>
            <ac:spMk id="46" creationId="{987A0FBA-CC04-4256-A8EB-BB3C543E989C}"/>
          </ac:spMkLst>
        </pc:spChg>
        <pc:spChg chg="add del">
          <ac:chgData name="Mohammed Naseer Sihanas" userId="baf10d46-ca0e-4f93-8b9a-bd1fa4bc7e8f" providerId="ADAL" clId="{EFA629BA-05DB-4B4C-9A1D-1AA1358FEB4C}" dt="2024-10-28T15:05:44.336" v="300" actId="26606"/>
          <ac:spMkLst>
            <pc:docMk/>
            <pc:sldMk cId="3456993582" sldId="261"/>
            <ac:spMk id="47" creationId="{7699B66A-3779-48B9-9963-C9339B22B0AA}"/>
          </ac:spMkLst>
        </pc:spChg>
        <pc:spChg chg="add del">
          <ac:chgData name="Mohammed Naseer Sihanas" userId="baf10d46-ca0e-4f93-8b9a-bd1fa4bc7e8f" providerId="ADAL" clId="{EFA629BA-05DB-4B4C-9A1D-1AA1358FEB4C}" dt="2024-10-28T15:05:44.336" v="300" actId="26606"/>
          <ac:spMkLst>
            <pc:docMk/>
            <pc:sldMk cId="3456993582" sldId="261"/>
            <ac:spMk id="48" creationId="{5D2088EB-F82A-4CF7-A658-5EB0B344D7F6}"/>
          </ac:spMkLst>
        </pc:spChg>
        <pc:spChg chg="add del">
          <ac:chgData name="Mohammed Naseer Sihanas" userId="baf10d46-ca0e-4f93-8b9a-bd1fa4bc7e8f" providerId="ADAL" clId="{EFA629BA-05DB-4B4C-9A1D-1AA1358FEB4C}" dt="2024-10-28T15:05:44.336" v="300" actId="26606"/>
          <ac:spMkLst>
            <pc:docMk/>
            <pc:sldMk cId="3456993582" sldId="261"/>
            <ac:spMk id="49" creationId="{EDA32667-BAAD-4252-B7F6-CDABAD11DAEF}"/>
          </ac:spMkLst>
        </pc:spChg>
        <pc:spChg chg="add del">
          <ac:chgData name="Mohammed Naseer Sihanas" userId="baf10d46-ca0e-4f93-8b9a-bd1fa4bc7e8f" providerId="ADAL" clId="{EFA629BA-05DB-4B4C-9A1D-1AA1358FEB4C}" dt="2024-10-28T15:11:15.391" v="351" actId="26606"/>
          <ac:spMkLst>
            <pc:docMk/>
            <pc:sldMk cId="3456993582" sldId="261"/>
            <ac:spMk id="50" creationId="{55F5D1E8-E605-4EFC-8912-6E191F84FE26}"/>
          </ac:spMkLst>
        </pc:spChg>
        <pc:spChg chg="add del">
          <ac:chgData name="Mohammed Naseer Sihanas" userId="baf10d46-ca0e-4f93-8b9a-bd1fa4bc7e8f" providerId="ADAL" clId="{EFA629BA-05DB-4B4C-9A1D-1AA1358FEB4C}" dt="2024-10-28T15:05:45.102" v="302" actId="26606"/>
          <ac:spMkLst>
            <pc:docMk/>
            <pc:sldMk cId="3456993582" sldId="261"/>
            <ac:spMk id="51" creationId="{987A0FBA-CC04-4256-A8EB-BB3C543E989C}"/>
          </ac:spMkLst>
        </pc:spChg>
        <pc:spChg chg="add del">
          <ac:chgData name="Mohammed Naseer Sihanas" userId="baf10d46-ca0e-4f93-8b9a-bd1fa4bc7e8f" providerId="ADAL" clId="{EFA629BA-05DB-4B4C-9A1D-1AA1358FEB4C}" dt="2024-10-28T15:05:45.102" v="302" actId="26606"/>
          <ac:spMkLst>
            <pc:docMk/>
            <pc:sldMk cId="3456993582" sldId="261"/>
            <ac:spMk id="52" creationId="{F95E8271-D5FF-4A58-A151-6D825CF02D64}"/>
          </ac:spMkLst>
        </pc:spChg>
        <pc:spChg chg="add del">
          <ac:chgData name="Mohammed Naseer Sihanas" userId="baf10d46-ca0e-4f93-8b9a-bd1fa4bc7e8f" providerId="ADAL" clId="{EFA629BA-05DB-4B4C-9A1D-1AA1358FEB4C}" dt="2024-10-28T15:05:45.102" v="302" actId="26606"/>
          <ac:spMkLst>
            <pc:docMk/>
            <pc:sldMk cId="3456993582" sldId="261"/>
            <ac:spMk id="53" creationId="{E65E7DAE-0831-45F9-BBA2-9BBD2E397C0B}"/>
          </ac:spMkLst>
        </pc:spChg>
        <pc:spChg chg="add del">
          <ac:chgData name="Mohammed Naseer Sihanas" userId="baf10d46-ca0e-4f93-8b9a-bd1fa4bc7e8f" providerId="ADAL" clId="{EFA629BA-05DB-4B4C-9A1D-1AA1358FEB4C}" dt="2024-10-28T15:05:45.102" v="302" actId="26606"/>
          <ac:spMkLst>
            <pc:docMk/>
            <pc:sldMk cId="3456993582" sldId="261"/>
            <ac:spMk id="54" creationId="{F493E929-55A8-46F3-836C-1C37C8975B9D}"/>
          </ac:spMkLst>
        </pc:spChg>
        <pc:spChg chg="add del">
          <ac:chgData name="Mohammed Naseer Sihanas" userId="baf10d46-ca0e-4f93-8b9a-bd1fa4bc7e8f" providerId="ADAL" clId="{EFA629BA-05DB-4B4C-9A1D-1AA1358FEB4C}" dt="2024-10-28T15:11:29.140" v="353" actId="26606"/>
          <ac:spMkLst>
            <pc:docMk/>
            <pc:sldMk cId="3456993582" sldId="261"/>
            <ac:spMk id="55" creationId="{A6EF5A53-0A64-4CA5-B9C7-1CB97CB5CF1C}"/>
          </ac:spMkLst>
        </pc:spChg>
        <pc:spChg chg="add del">
          <ac:chgData name="Mohammed Naseer Sihanas" userId="baf10d46-ca0e-4f93-8b9a-bd1fa4bc7e8f" providerId="ADAL" clId="{EFA629BA-05DB-4B4C-9A1D-1AA1358FEB4C}" dt="2024-10-28T15:05:46.039" v="304" actId="26606"/>
          <ac:spMkLst>
            <pc:docMk/>
            <pc:sldMk cId="3456993582" sldId="261"/>
            <ac:spMk id="56" creationId="{987A0FBA-CC04-4256-A8EB-BB3C543E989C}"/>
          </ac:spMkLst>
        </pc:spChg>
        <pc:spChg chg="add del">
          <ac:chgData name="Mohammed Naseer Sihanas" userId="baf10d46-ca0e-4f93-8b9a-bd1fa4bc7e8f" providerId="ADAL" clId="{EFA629BA-05DB-4B4C-9A1D-1AA1358FEB4C}" dt="2024-10-28T15:05:46.039" v="304" actId="26606"/>
          <ac:spMkLst>
            <pc:docMk/>
            <pc:sldMk cId="3456993582" sldId="261"/>
            <ac:spMk id="57" creationId="{F95E8271-D5FF-4A58-A151-6D825CF02D64}"/>
          </ac:spMkLst>
        </pc:spChg>
        <pc:spChg chg="add del">
          <ac:chgData name="Mohammed Naseer Sihanas" userId="baf10d46-ca0e-4f93-8b9a-bd1fa4bc7e8f" providerId="ADAL" clId="{EFA629BA-05DB-4B4C-9A1D-1AA1358FEB4C}" dt="2024-10-28T15:05:46.039" v="304" actId="26606"/>
          <ac:spMkLst>
            <pc:docMk/>
            <pc:sldMk cId="3456993582" sldId="261"/>
            <ac:spMk id="58" creationId="{E65E7DAE-0831-45F9-BBA2-9BBD2E397C0B}"/>
          </ac:spMkLst>
        </pc:spChg>
        <pc:spChg chg="add del">
          <ac:chgData name="Mohammed Naseer Sihanas" userId="baf10d46-ca0e-4f93-8b9a-bd1fa4bc7e8f" providerId="ADAL" clId="{EFA629BA-05DB-4B4C-9A1D-1AA1358FEB4C}" dt="2024-10-28T15:05:46.039" v="304" actId="26606"/>
          <ac:spMkLst>
            <pc:docMk/>
            <pc:sldMk cId="3456993582" sldId="261"/>
            <ac:spMk id="59" creationId="{F493E929-55A8-46F3-836C-1C37C8975B9D}"/>
          </ac:spMkLst>
        </pc:spChg>
        <pc:spChg chg="add del">
          <ac:chgData name="Mohammed Naseer Sihanas" userId="baf10d46-ca0e-4f93-8b9a-bd1fa4bc7e8f" providerId="ADAL" clId="{EFA629BA-05DB-4B4C-9A1D-1AA1358FEB4C}" dt="2024-10-28T15:11:29.140" v="353" actId="26606"/>
          <ac:spMkLst>
            <pc:docMk/>
            <pc:sldMk cId="3456993582" sldId="261"/>
            <ac:spMk id="60" creationId="{34ABFBEA-4EB0-4D02-A2C0-1733CD3D6F12}"/>
          </ac:spMkLst>
        </pc:spChg>
        <pc:spChg chg="add del">
          <ac:chgData name="Mohammed Naseer Sihanas" userId="baf10d46-ca0e-4f93-8b9a-bd1fa4bc7e8f" providerId="ADAL" clId="{EFA629BA-05DB-4B4C-9A1D-1AA1358FEB4C}" dt="2024-10-28T15:06:05.053" v="312" actId="26606"/>
          <ac:spMkLst>
            <pc:docMk/>
            <pc:sldMk cId="3456993582" sldId="261"/>
            <ac:spMk id="61" creationId="{987A0FBA-CC04-4256-A8EB-BB3C543E989C}"/>
          </ac:spMkLst>
        </pc:spChg>
        <pc:spChg chg="add del">
          <ac:chgData name="Mohammed Naseer Sihanas" userId="baf10d46-ca0e-4f93-8b9a-bd1fa4bc7e8f" providerId="ADAL" clId="{EFA629BA-05DB-4B4C-9A1D-1AA1358FEB4C}" dt="2024-10-28T15:06:05.053" v="312" actId="26606"/>
          <ac:spMkLst>
            <pc:docMk/>
            <pc:sldMk cId="3456993582" sldId="261"/>
            <ac:spMk id="62" creationId="{F95E8271-D5FF-4A58-A151-6D825CF02D64}"/>
          </ac:spMkLst>
        </pc:spChg>
        <pc:spChg chg="add del">
          <ac:chgData name="Mohammed Naseer Sihanas" userId="baf10d46-ca0e-4f93-8b9a-bd1fa4bc7e8f" providerId="ADAL" clId="{EFA629BA-05DB-4B4C-9A1D-1AA1358FEB4C}" dt="2024-10-28T15:06:05.053" v="312" actId="26606"/>
          <ac:spMkLst>
            <pc:docMk/>
            <pc:sldMk cId="3456993582" sldId="261"/>
            <ac:spMk id="63" creationId="{E65E7DAE-0831-45F9-BBA2-9BBD2E397C0B}"/>
          </ac:spMkLst>
        </pc:spChg>
        <pc:spChg chg="add del">
          <ac:chgData name="Mohammed Naseer Sihanas" userId="baf10d46-ca0e-4f93-8b9a-bd1fa4bc7e8f" providerId="ADAL" clId="{EFA629BA-05DB-4B4C-9A1D-1AA1358FEB4C}" dt="2024-10-28T15:06:05.053" v="312" actId="26606"/>
          <ac:spMkLst>
            <pc:docMk/>
            <pc:sldMk cId="3456993582" sldId="261"/>
            <ac:spMk id="64" creationId="{F493E929-55A8-46F3-836C-1C37C8975B9D}"/>
          </ac:spMkLst>
        </pc:spChg>
        <pc:spChg chg="add del">
          <ac:chgData name="Mohammed Naseer Sihanas" userId="baf10d46-ca0e-4f93-8b9a-bd1fa4bc7e8f" providerId="ADAL" clId="{EFA629BA-05DB-4B4C-9A1D-1AA1358FEB4C}" dt="2024-10-28T15:11:29.140" v="353" actId="26606"/>
          <ac:spMkLst>
            <pc:docMk/>
            <pc:sldMk cId="3456993582" sldId="261"/>
            <ac:spMk id="65" creationId="{19E083F6-57F4-487B-A766-EA0462B1EED8}"/>
          </ac:spMkLst>
        </pc:spChg>
        <pc:spChg chg="add del">
          <ac:chgData name="Mohammed Naseer Sihanas" userId="baf10d46-ca0e-4f93-8b9a-bd1fa4bc7e8f" providerId="ADAL" clId="{EFA629BA-05DB-4B4C-9A1D-1AA1358FEB4C}" dt="2024-10-28T15:11:29.140" v="353" actId="26606"/>
          <ac:spMkLst>
            <pc:docMk/>
            <pc:sldMk cId="3456993582" sldId="261"/>
            <ac:spMk id="66" creationId="{7A18C9FB-EC4C-4DAE-8F7D-C6E5AF607958}"/>
          </ac:spMkLst>
        </pc:spChg>
        <pc:spChg chg="add del">
          <ac:chgData name="Mohammed Naseer Sihanas" userId="baf10d46-ca0e-4f93-8b9a-bd1fa4bc7e8f" providerId="ADAL" clId="{EFA629BA-05DB-4B4C-9A1D-1AA1358FEB4C}" dt="2024-10-28T15:11:29.140" v="353" actId="26606"/>
          <ac:spMkLst>
            <pc:docMk/>
            <pc:sldMk cId="3456993582" sldId="261"/>
            <ac:spMk id="67" creationId="{1F6676B4-2004-4CAD-A308-84DA59F2F982}"/>
          </ac:spMkLst>
        </pc:spChg>
        <pc:spChg chg="add del">
          <ac:chgData name="Mohammed Naseer Sihanas" userId="baf10d46-ca0e-4f93-8b9a-bd1fa4bc7e8f" providerId="ADAL" clId="{EFA629BA-05DB-4B4C-9A1D-1AA1358FEB4C}" dt="2024-10-28T15:11:29.140" v="353" actId="26606"/>
          <ac:spMkLst>
            <pc:docMk/>
            <pc:sldMk cId="3456993582" sldId="261"/>
            <ac:spMk id="68" creationId="{3DC8DFAE-D351-4C9E-B50E-9D415540409A}"/>
          </ac:spMkLst>
        </pc:spChg>
        <pc:spChg chg="add del">
          <ac:chgData name="Mohammed Naseer Sihanas" userId="baf10d46-ca0e-4f93-8b9a-bd1fa4bc7e8f" providerId="ADAL" clId="{EFA629BA-05DB-4B4C-9A1D-1AA1358FEB4C}" dt="2024-10-28T15:11:31.187" v="355" actId="26606"/>
          <ac:spMkLst>
            <pc:docMk/>
            <pc:sldMk cId="3456993582" sldId="261"/>
            <ac:spMk id="70" creationId="{A6EF5A53-0A64-4CA5-B9C7-1CB97CB5CF1C}"/>
          </ac:spMkLst>
        </pc:spChg>
        <pc:spChg chg="add del">
          <ac:chgData name="Mohammed Naseer Sihanas" userId="baf10d46-ca0e-4f93-8b9a-bd1fa4bc7e8f" providerId="ADAL" clId="{EFA629BA-05DB-4B4C-9A1D-1AA1358FEB4C}" dt="2024-10-28T15:11:31.187" v="355" actId="26606"/>
          <ac:spMkLst>
            <pc:docMk/>
            <pc:sldMk cId="3456993582" sldId="261"/>
            <ac:spMk id="71" creationId="{34ABFBEA-4EB0-4D02-A2C0-1733CD3D6F12}"/>
          </ac:spMkLst>
        </pc:spChg>
        <pc:spChg chg="add del">
          <ac:chgData name="Mohammed Naseer Sihanas" userId="baf10d46-ca0e-4f93-8b9a-bd1fa4bc7e8f" providerId="ADAL" clId="{EFA629BA-05DB-4B4C-9A1D-1AA1358FEB4C}" dt="2024-10-28T15:11:31.187" v="355" actId="26606"/>
          <ac:spMkLst>
            <pc:docMk/>
            <pc:sldMk cId="3456993582" sldId="261"/>
            <ac:spMk id="72" creationId="{19E083F6-57F4-487B-A766-EA0462B1EED8}"/>
          </ac:spMkLst>
        </pc:spChg>
        <pc:spChg chg="add del">
          <ac:chgData name="Mohammed Naseer Sihanas" userId="baf10d46-ca0e-4f93-8b9a-bd1fa4bc7e8f" providerId="ADAL" clId="{EFA629BA-05DB-4B4C-9A1D-1AA1358FEB4C}" dt="2024-10-28T15:11:31.187" v="355" actId="26606"/>
          <ac:spMkLst>
            <pc:docMk/>
            <pc:sldMk cId="3456993582" sldId="261"/>
            <ac:spMk id="73" creationId="{7A18C9FB-EC4C-4DAE-8F7D-C6E5AF607958}"/>
          </ac:spMkLst>
        </pc:spChg>
        <pc:spChg chg="add del">
          <ac:chgData name="Mohammed Naseer Sihanas" userId="baf10d46-ca0e-4f93-8b9a-bd1fa4bc7e8f" providerId="ADAL" clId="{EFA629BA-05DB-4B4C-9A1D-1AA1358FEB4C}" dt="2024-10-28T15:11:31.187" v="355" actId="26606"/>
          <ac:spMkLst>
            <pc:docMk/>
            <pc:sldMk cId="3456993582" sldId="261"/>
            <ac:spMk id="74" creationId="{4A8FDA66-67B4-4DBE-8354-C26F91ADB665}"/>
          </ac:spMkLst>
        </pc:spChg>
        <pc:spChg chg="add del">
          <ac:chgData name="Mohammed Naseer Sihanas" userId="baf10d46-ca0e-4f93-8b9a-bd1fa4bc7e8f" providerId="ADAL" clId="{EFA629BA-05DB-4B4C-9A1D-1AA1358FEB4C}" dt="2024-10-28T15:11:31.187" v="355" actId="26606"/>
          <ac:spMkLst>
            <pc:docMk/>
            <pc:sldMk cId="3456993582" sldId="261"/>
            <ac:spMk id="75" creationId="{3B2B1500-BB55-471C-8A9E-67288297ECE1}"/>
          </ac:spMkLst>
        </pc:spChg>
        <pc:spChg chg="add del">
          <ac:chgData name="Mohammed Naseer Sihanas" userId="baf10d46-ca0e-4f93-8b9a-bd1fa4bc7e8f" providerId="ADAL" clId="{EFA629BA-05DB-4B4C-9A1D-1AA1358FEB4C}" dt="2024-10-28T15:11:31.187" v="355" actId="26606"/>
          <ac:spMkLst>
            <pc:docMk/>
            <pc:sldMk cId="3456993582" sldId="261"/>
            <ac:spMk id="76" creationId="{3045E22C-A99D-41BB-AF14-EF1B1E745A70}"/>
          </ac:spMkLst>
        </pc:spChg>
        <pc:spChg chg="add del">
          <ac:chgData name="Mohammed Naseer Sihanas" userId="baf10d46-ca0e-4f93-8b9a-bd1fa4bc7e8f" providerId="ADAL" clId="{EFA629BA-05DB-4B4C-9A1D-1AA1358FEB4C}" dt="2024-10-28T15:11:31.687" v="357" actId="26606"/>
          <ac:spMkLst>
            <pc:docMk/>
            <pc:sldMk cId="3456993582" sldId="261"/>
            <ac:spMk id="78" creationId="{A6EF5A53-0A64-4CA5-B9C7-1CB97CB5CF1C}"/>
          </ac:spMkLst>
        </pc:spChg>
        <pc:spChg chg="add del">
          <ac:chgData name="Mohammed Naseer Sihanas" userId="baf10d46-ca0e-4f93-8b9a-bd1fa4bc7e8f" providerId="ADAL" clId="{EFA629BA-05DB-4B4C-9A1D-1AA1358FEB4C}" dt="2024-10-28T15:11:31.687" v="357" actId="26606"/>
          <ac:spMkLst>
            <pc:docMk/>
            <pc:sldMk cId="3456993582" sldId="261"/>
            <ac:spMk id="79" creationId="{34ABFBEA-4EB0-4D02-A2C0-1733CD3D6F12}"/>
          </ac:spMkLst>
        </pc:spChg>
        <pc:spChg chg="add del">
          <ac:chgData name="Mohammed Naseer Sihanas" userId="baf10d46-ca0e-4f93-8b9a-bd1fa4bc7e8f" providerId="ADAL" clId="{EFA629BA-05DB-4B4C-9A1D-1AA1358FEB4C}" dt="2024-10-28T15:11:31.687" v="357" actId="26606"/>
          <ac:spMkLst>
            <pc:docMk/>
            <pc:sldMk cId="3456993582" sldId="261"/>
            <ac:spMk id="80" creationId="{19E083F6-57F4-487B-A766-EA0462B1EED8}"/>
          </ac:spMkLst>
        </pc:spChg>
        <pc:spChg chg="add del">
          <ac:chgData name="Mohammed Naseer Sihanas" userId="baf10d46-ca0e-4f93-8b9a-bd1fa4bc7e8f" providerId="ADAL" clId="{EFA629BA-05DB-4B4C-9A1D-1AA1358FEB4C}" dt="2024-10-28T15:11:31.687" v="357" actId="26606"/>
          <ac:spMkLst>
            <pc:docMk/>
            <pc:sldMk cId="3456993582" sldId="261"/>
            <ac:spMk id="81" creationId="{7A18C9FB-EC4C-4DAE-8F7D-C6E5AF607958}"/>
          </ac:spMkLst>
        </pc:spChg>
        <pc:spChg chg="add del">
          <ac:chgData name="Mohammed Naseer Sihanas" userId="baf10d46-ca0e-4f93-8b9a-bd1fa4bc7e8f" providerId="ADAL" clId="{EFA629BA-05DB-4B4C-9A1D-1AA1358FEB4C}" dt="2024-10-28T15:11:31.687" v="357" actId="26606"/>
          <ac:spMkLst>
            <pc:docMk/>
            <pc:sldMk cId="3456993582" sldId="261"/>
            <ac:spMk id="82" creationId="{BFC5A2D8-56E8-47FB-975D-D777AFEA4F18}"/>
          </ac:spMkLst>
        </pc:spChg>
        <pc:spChg chg="add del">
          <ac:chgData name="Mohammed Naseer Sihanas" userId="baf10d46-ca0e-4f93-8b9a-bd1fa4bc7e8f" providerId="ADAL" clId="{EFA629BA-05DB-4B4C-9A1D-1AA1358FEB4C}" dt="2024-10-28T15:11:31.687" v="357" actId="26606"/>
          <ac:spMkLst>
            <pc:docMk/>
            <pc:sldMk cId="3456993582" sldId="261"/>
            <ac:spMk id="83" creationId="{A9896C11-F8DF-437A-B349-8AFD602DC0CA}"/>
          </ac:spMkLst>
        </pc:spChg>
        <pc:spChg chg="add del">
          <ac:chgData name="Mohammed Naseer Sihanas" userId="baf10d46-ca0e-4f93-8b9a-bd1fa4bc7e8f" providerId="ADAL" clId="{EFA629BA-05DB-4B4C-9A1D-1AA1358FEB4C}" dt="2024-10-28T15:11:33.562" v="359" actId="26606"/>
          <ac:spMkLst>
            <pc:docMk/>
            <pc:sldMk cId="3456993582" sldId="261"/>
            <ac:spMk id="85" creationId="{A6EF5A53-0A64-4CA5-B9C7-1CB97CB5CF1C}"/>
          </ac:spMkLst>
        </pc:spChg>
        <pc:spChg chg="add del">
          <ac:chgData name="Mohammed Naseer Sihanas" userId="baf10d46-ca0e-4f93-8b9a-bd1fa4bc7e8f" providerId="ADAL" clId="{EFA629BA-05DB-4B4C-9A1D-1AA1358FEB4C}" dt="2024-10-28T15:11:33.562" v="359" actId="26606"/>
          <ac:spMkLst>
            <pc:docMk/>
            <pc:sldMk cId="3456993582" sldId="261"/>
            <ac:spMk id="86" creationId="{34ABFBEA-4EB0-4D02-A2C0-1733CD3D6F12}"/>
          </ac:spMkLst>
        </pc:spChg>
        <pc:spChg chg="add del">
          <ac:chgData name="Mohammed Naseer Sihanas" userId="baf10d46-ca0e-4f93-8b9a-bd1fa4bc7e8f" providerId="ADAL" clId="{EFA629BA-05DB-4B4C-9A1D-1AA1358FEB4C}" dt="2024-10-28T15:11:33.562" v="359" actId="26606"/>
          <ac:spMkLst>
            <pc:docMk/>
            <pc:sldMk cId="3456993582" sldId="261"/>
            <ac:spMk id="87" creationId="{19E083F6-57F4-487B-A766-EA0462B1EED8}"/>
          </ac:spMkLst>
        </pc:spChg>
        <pc:spChg chg="add del">
          <ac:chgData name="Mohammed Naseer Sihanas" userId="baf10d46-ca0e-4f93-8b9a-bd1fa4bc7e8f" providerId="ADAL" clId="{EFA629BA-05DB-4B4C-9A1D-1AA1358FEB4C}" dt="2024-10-28T15:11:33.562" v="359" actId="26606"/>
          <ac:spMkLst>
            <pc:docMk/>
            <pc:sldMk cId="3456993582" sldId="261"/>
            <ac:spMk id="88" creationId="{7A18C9FB-EC4C-4DAE-8F7D-C6E5AF607958}"/>
          </ac:spMkLst>
        </pc:spChg>
        <pc:spChg chg="add del">
          <ac:chgData name="Mohammed Naseer Sihanas" userId="baf10d46-ca0e-4f93-8b9a-bd1fa4bc7e8f" providerId="ADAL" clId="{EFA629BA-05DB-4B4C-9A1D-1AA1358FEB4C}" dt="2024-10-28T15:11:33.562" v="359" actId="26606"/>
          <ac:spMkLst>
            <pc:docMk/>
            <pc:sldMk cId="3456993582" sldId="261"/>
            <ac:spMk id="89" creationId="{BFC5A2D8-56E8-47FB-975D-D777AFEA4F18}"/>
          </ac:spMkLst>
        </pc:spChg>
        <pc:spChg chg="add del">
          <ac:chgData name="Mohammed Naseer Sihanas" userId="baf10d46-ca0e-4f93-8b9a-bd1fa4bc7e8f" providerId="ADAL" clId="{EFA629BA-05DB-4B4C-9A1D-1AA1358FEB4C}" dt="2024-10-28T15:11:33.562" v="359" actId="26606"/>
          <ac:spMkLst>
            <pc:docMk/>
            <pc:sldMk cId="3456993582" sldId="261"/>
            <ac:spMk id="90" creationId="{A9896C11-F8DF-437A-B349-8AFD602DC0CA}"/>
          </ac:spMkLst>
        </pc:spChg>
        <pc:spChg chg="add del">
          <ac:chgData name="Mohammed Naseer Sihanas" userId="baf10d46-ca0e-4f93-8b9a-bd1fa4bc7e8f" providerId="ADAL" clId="{EFA629BA-05DB-4B4C-9A1D-1AA1358FEB4C}" dt="2024-10-28T15:11:35.577" v="361" actId="26606"/>
          <ac:spMkLst>
            <pc:docMk/>
            <pc:sldMk cId="3456993582" sldId="261"/>
            <ac:spMk id="92" creationId="{A6EF5A53-0A64-4CA5-B9C7-1CB97CB5CF1C}"/>
          </ac:spMkLst>
        </pc:spChg>
        <pc:spChg chg="add del">
          <ac:chgData name="Mohammed Naseer Sihanas" userId="baf10d46-ca0e-4f93-8b9a-bd1fa4bc7e8f" providerId="ADAL" clId="{EFA629BA-05DB-4B4C-9A1D-1AA1358FEB4C}" dt="2024-10-28T15:11:35.577" v="361" actId="26606"/>
          <ac:spMkLst>
            <pc:docMk/>
            <pc:sldMk cId="3456993582" sldId="261"/>
            <ac:spMk id="93" creationId="{34ABFBEA-4EB0-4D02-A2C0-1733CD3D6F12}"/>
          </ac:spMkLst>
        </pc:spChg>
        <pc:spChg chg="add del">
          <ac:chgData name="Mohammed Naseer Sihanas" userId="baf10d46-ca0e-4f93-8b9a-bd1fa4bc7e8f" providerId="ADAL" clId="{EFA629BA-05DB-4B4C-9A1D-1AA1358FEB4C}" dt="2024-10-28T15:11:35.577" v="361" actId="26606"/>
          <ac:spMkLst>
            <pc:docMk/>
            <pc:sldMk cId="3456993582" sldId="261"/>
            <ac:spMk id="94" creationId="{19E083F6-57F4-487B-A766-EA0462B1EED8}"/>
          </ac:spMkLst>
        </pc:spChg>
        <pc:spChg chg="add del">
          <ac:chgData name="Mohammed Naseer Sihanas" userId="baf10d46-ca0e-4f93-8b9a-bd1fa4bc7e8f" providerId="ADAL" clId="{EFA629BA-05DB-4B4C-9A1D-1AA1358FEB4C}" dt="2024-10-28T15:11:35.577" v="361" actId="26606"/>
          <ac:spMkLst>
            <pc:docMk/>
            <pc:sldMk cId="3456993582" sldId="261"/>
            <ac:spMk id="95" creationId="{7A18C9FB-EC4C-4DAE-8F7D-C6E5AF607958}"/>
          </ac:spMkLst>
        </pc:spChg>
        <pc:spChg chg="add del">
          <ac:chgData name="Mohammed Naseer Sihanas" userId="baf10d46-ca0e-4f93-8b9a-bd1fa4bc7e8f" providerId="ADAL" clId="{EFA629BA-05DB-4B4C-9A1D-1AA1358FEB4C}" dt="2024-10-28T15:11:35.577" v="361" actId="26606"/>
          <ac:spMkLst>
            <pc:docMk/>
            <pc:sldMk cId="3456993582" sldId="261"/>
            <ac:spMk id="96" creationId="{BFC5A2D8-56E8-47FB-975D-D777AFEA4F18}"/>
          </ac:spMkLst>
        </pc:spChg>
        <pc:spChg chg="add del">
          <ac:chgData name="Mohammed Naseer Sihanas" userId="baf10d46-ca0e-4f93-8b9a-bd1fa4bc7e8f" providerId="ADAL" clId="{EFA629BA-05DB-4B4C-9A1D-1AA1358FEB4C}" dt="2024-10-28T15:11:35.577" v="361" actId="26606"/>
          <ac:spMkLst>
            <pc:docMk/>
            <pc:sldMk cId="3456993582" sldId="261"/>
            <ac:spMk id="97" creationId="{A9896C11-F8DF-437A-B349-8AFD602DC0CA}"/>
          </ac:spMkLst>
        </pc:spChg>
        <pc:spChg chg="add del">
          <ac:chgData name="Mohammed Naseer Sihanas" userId="baf10d46-ca0e-4f93-8b9a-bd1fa4bc7e8f" providerId="ADAL" clId="{EFA629BA-05DB-4B4C-9A1D-1AA1358FEB4C}" dt="2024-10-28T15:11:37.967" v="363" actId="26606"/>
          <ac:spMkLst>
            <pc:docMk/>
            <pc:sldMk cId="3456993582" sldId="261"/>
            <ac:spMk id="99" creationId="{A6EF5A53-0A64-4CA5-B9C7-1CB97CB5CF1C}"/>
          </ac:spMkLst>
        </pc:spChg>
        <pc:spChg chg="add del">
          <ac:chgData name="Mohammed Naseer Sihanas" userId="baf10d46-ca0e-4f93-8b9a-bd1fa4bc7e8f" providerId="ADAL" clId="{EFA629BA-05DB-4B4C-9A1D-1AA1358FEB4C}" dt="2024-10-28T15:11:37.967" v="363" actId="26606"/>
          <ac:spMkLst>
            <pc:docMk/>
            <pc:sldMk cId="3456993582" sldId="261"/>
            <ac:spMk id="100" creationId="{34ABFBEA-4EB0-4D02-A2C0-1733CD3D6F12}"/>
          </ac:spMkLst>
        </pc:spChg>
        <pc:spChg chg="add del">
          <ac:chgData name="Mohammed Naseer Sihanas" userId="baf10d46-ca0e-4f93-8b9a-bd1fa4bc7e8f" providerId="ADAL" clId="{EFA629BA-05DB-4B4C-9A1D-1AA1358FEB4C}" dt="2024-10-28T15:11:37.967" v="363" actId="26606"/>
          <ac:spMkLst>
            <pc:docMk/>
            <pc:sldMk cId="3456993582" sldId="261"/>
            <ac:spMk id="101" creationId="{19E083F6-57F4-487B-A766-EA0462B1EED8}"/>
          </ac:spMkLst>
        </pc:spChg>
        <pc:spChg chg="add del">
          <ac:chgData name="Mohammed Naseer Sihanas" userId="baf10d46-ca0e-4f93-8b9a-bd1fa4bc7e8f" providerId="ADAL" clId="{EFA629BA-05DB-4B4C-9A1D-1AA1358FEB4C}" dt="2024-10-28T15:11:37.967" v="363" actId="26606"/>
          <ac:spMkLst>
            <pc:docMk/>
            <pc:sldMk cId="3456993582" sldId="261"/>
            <ac:spMk id="102" creationId="{7A18C9FB-EC4C-4DAE-8F7D-C6E5AF607958}"/>
          </ac:spMkLst>
        </pc:spChg>
        <pc:spChg chg="add del">
          <ac:chgData name="Mohammed Naseer Sihanas" userId="baf10d46-ca0e-4f93-8b9a-bd1fa4bc7e8f" providerId="ADAL" clId="{EFA629BA-05DB-4B4C-9A1D-1AA1358FEB4C}" dt="2024-10-28T15:11:37.967" v="363" actId="26606"/>
          <ac:spMkLst>
            <pc:docMk/>
            <pc:sldMk cId="3456993582" sldId="261"/>
            <ac:spMk id="103" creationId="{CBD8B1E7-EF0A-4118-A804-D7F559784B00}"/>
          </ac:spMkLst>
        </pc:spChg>
        <pc:spChg chg="add del">
          <ac:chgData name="Mohammed Naseer Sihanas" userId="baf10d46-ca0e-4f93-8b9a-bd1fa4bc7e8f" providerId="ADAL" clId="{EFA629BA-05DB-4B4C-9A1D-1AA1358FEB4C}" dt="2024-10-28T15:11:37.967" v="363" actId="26606"/>
          <ac:spMkLst>
            <pc:docMk/>
            <pc:sldMk cId="3456993582" sldId="261"/>
            <ac:spMk id="104" creationId="{3B2B1500-BB55-471C-8A9E-67288297ECE1}"/>
          </ac:spMkLst>
        </pc:spChg>
        <pc:spChg chg="add del">
          <ac:chgData name="Mohammed Naseer Sihanas" userId="baf10d46-ca0e-4f93-8b9a-bd1fa4bc7e8f" providerId="ADAL" clId="{EFA629BA-05DB-4B4C-9A1D-1AA1358FEB4C}" dt="2024-10-28T15:11:37.967" v="363" actId="26606"/>
          <ac:spMkLst>
            <pc:docMk/>
            <pc:sldMk cId="3456993582" sldId="261"/>
            <ac:spMk id="105" creationId="{3045E22C-A99D-41BB-AF14-EF1B1E745A70}"/>
          </ac:spMkLst>
        </pc:spChg>
        <pc:spChg chg="add del">
          <ac:chgData name="Mohammed Naseer Sihanas" userId="baf10d46-ca0e-4f93-8b9a-bd1fa4bc7e8f" providerId="ADAL" clId="{EFA629BA-05DB-4B4C-9A1D-1AA1358FEB4C}" dt="2024-10-28T15:11:39.186" v="365" actId="26606"/>
          <ac:spMkLst>
            <pc:docMk/>
            <pc:sldMk cId="3456993582" sldId="261"/>
            <ac:spMk id="107" creationId="{A6EF5A53-0A64-4CA5-B9C7-1CB97CB5CF1C}"/>
          </ac:spMkLst>
        </pc:spChg>
        <pc:spChg chg="add del">
          <ac:chgData name="Mohammed Naseer Sihanas" userId="baf10d46-ca0e-4f93-8b9a-bd1fa4bc7e8f" providerId="ADAL" clId="{EFA629BA-05DB-4B4C-9A1D-1AA1358FEB4C}" dt="2024-10-28T15:11:39.186" v="365" actId="26606"/>
          <ac:spMkLst>
            <pc:docMk/>
            <pc:sldMk cId="3456993582" sldId="261"/>
            <ac:spMk id="108" creationId="{34ABFBEA-4EB0-4D02-A2C0-1733CD3D6F12}"/>
          </ac:spMkLst>
        </pc:spChg>
        <pc:spChg chg="add del">
          <ac:chgData name="Mohammed Naseer Sihanas" userId="baf10d46-ca0e-4f93-8b9a-bd1fa4bc7e8f" providerId="ADAL" clId="{EFA629BA-05DB-4B4C-9A1D-1AA1358FEB4C}" dt="2024-10-28T15:11:39.186" v="365" actId="26606"/>
          <ac:spMkLst>
            <pc:docMk/>
            <pc:sldMk cId="3456993582" sldId="261"/>
            <ac:spMk id="109" creationId="{19E083F6-57F4-487B-A766-EA0462B1EED8}"/>
          </ac:spMkLst>
        </pc:spChg>
        <pc:spChg chg="add del">
          <ac:chgData name="Mohammed Naseer Sihanas" userId="baf10d46-ca0e-4f93-8b9a-bd1fa4bc7e8f" providerId="ADAL" clId="{EFA629BA-05DB-4B4C-9A1D-1AA1358FEB4C}" dt="2024-10-28T15:11:39.186" v="365" actId="26606"/>
          <ac:spMkLst>
            <pc:docMk/>
            <pc:sldMk cId="3456993582" sldId="261"/>
            <ac:spMk id="110" creationId="{7A18C9FB-EC4C-4DAE-8F7D-C6E5AF607958}"/>
          </ac:spMkLst>
        </pc:spChg>
        <pc:spChg chg="add del">
          <ac:chgData name="Mohammed Naseer Sihanas" userId="baf10d46-ca0e-4f93-8b9a-bd1fa4bc7e8f" providerId="ADAL" clId="{EFA629BA-05DB-4B4C-9A1D-1AA1358FEB4C}" dt="2024-10-28T15:11:39.186" v="365" actId="26606"/>
          <ac:spMkLst>
            <pc:docMk/>
            <pc:sldMk cId="3456993582" sldId="261"/>
            <ac:spMk id="111" creationId="{8C3ED992-EB89-4C2F-8A9A-947E91BC61F8}"/>
          </ac:spMkLst>
        </pc:spChg>
        <pc:spChg chg="add del">
          <ac:chgData name="Mohammed Naseer Sihanas" userId="baf10d46-ca0e-4f93-8b9a-bd1fa4bc7e8f" providerId="ADAL" clId="{EFA629BA-05DB-4B4C-9A1D-1AA1358FEB4C}" dt="2024-10-28T15:11:39.186" v="365" actId="26606"/>
          <ac:spMkLst>
            <pc:docMk/>
            <pc:sldMk cId="3456993582" sldId="261"/>
            <ac:spMk id="112" creationId="{55F5D1E8-E605-4EFC-8912-6E191F84FE26}"/>
          </ac:spMkLst>
        </pc:spChg>
        <pc:spChg chg="add del">
          <ac:chgData name="Mohammed Naseer Sihanas" userId="baf10d46-ca0e-4f93-8b9a-bd1fa4bc7e8f" providerId="ADAL" clId="{EFA629BA-05DB-4B4C-9A1D-1AA1358FEB4C}" dt="2024-10-28T15:17:32.961" v="458" actId="26606"/>
          <ac:spMkLst>
            <pc:docMk/>
            <pc:sldMk cId="3456993582" sldId="261"/>
            <ac:spMk id="113" creationId="{A6EF5A53-0A64-4CA5-B9C7-1CB97CB5CF1C}"/>
          </ac:spMkLst>
        </pc:spChg>
        <pc:spChg chg="add del">
          <ac:chgData name="Mohammed Naseer Sihanas" userId="baf10d46-ca0e-4f93-8b9a-bd1fa4bc7e8f" providerId="ADAL" clId="{EFA629BA-05DB-4B4C-9A1D-1AA1358FEB4C}" dt="2024-10-28T15:11:40.389" v="367" actId="26606"/>
          <ac:spMkLst>
            <pc:docMk/>
            <pc:sldMk cId="3456993582" sldId="261"/>
            <ac:spMk id="114" creationId="{A6EF5A53-0A64-4CA5-B9C7-1CB97CB5CF1C}"/>
          </ac:spMkLst>
        </pc:spChg>
        <pc:spChg chg="add del">
          <ac:chgData name="Mohammed Naseer Sihanas" userId="baf10d46-ca0e-4f93-8b9a-bd1fa4bc7e8f" providerId="ADAL" clId="{EFA629BA-05DB-4B4C-9A1D-1AA1358FEB4C}" dt="2024-10-28T15:11:40.389" v="367" actId="26606"/>
          <ac:spMkLst>
            <pc:docMk/>
            <pc:sldMk cId="3456993582" sldId="261"/>
            <ac:spMk id="115" creationId="{34ABFBEA-4EB0-4D02-A2C0-1733CD3D6F12}"/>
          </ac:spMkLst>
        </pc:spChg>
        <pc:spChg chg="add del">
          <ac:chgData name="Mohammed Naseer Sihanas" userId="baf10d46-ca0e-4f93-8b9a-bd1fa4bc7e8f" providerId="ADAL" clId="{EFA629BA-05DB-4B4C-9A1D-1AA1358FEB4C}" dt="2024-10-28T15:11:40.389" v="367" actId="26606"/>
          <ac:spMkLst>
            <pc:docMk/>
            <pc:sldMk cId="3456993582" sldId="261"/>
            <ac:spMk id="116" creationId="{19E083F6-57F4-487B-A766-EA0462B1EED8}"/>
          </ac:spMkLst>
        </pc:spChg>
        <pc:spChg chg="add del">
          <ac:chgData name="Mohammed Naseer Sihanas" userId="baf10d46-ca0e-4f93-8b9a-bd1fa4bc7e8f" providerId="ADAL" clId="{EFA629BA-05DB-4B4C-9A1D-1AA1358FEB4C}" dt="2024-10-28T15:11:40.389" v="367" actId="26606"/>
          <ac:spMkLst>
            <pc:docMk/>
            <pc:sldMk cId="3456993582" sldId="261"/>
            <ac:spMk id="117" creationId="{7A18C9FB-EC4C-4DAE-8F7D-C6E5AF607958}"/>
          </ac:spMkLst>
        </pc:spChg>
        <pc:spChg chg="add del">
          <ac:chgData name="Mohammed Naseer Sihanas" userId="baf10d46-ca0e-4f93-8b9a-bd1fa4bc7e8f" providerId="ADAL" clId="{EFA629BA-05DB-4B4C-9A1D-1AA1358FEB4C}" dt="2024-10-28T15:11:40.389" v="367" actId="26606"/>
          <ac:spMkLst>
            <pc:docMk/>
            <pc:sldMk cId="3456993582" sldId="261"/>
            <ac:spMk id="118" creationId="{4A8FDA66-67B4-4DBE-8354-C26F91ADB665}"/>
          </ac:spMkLst>
        </pc:spChg>
        <pc:spChg chg="add del">
          <ac:chgData name="Mohammed Naseer Sihanas" userId="baf10d46-ca0e-4f93-8b9a-bd1fa4bc7e8f" providerId="ADAL" clId="{EFA629BA-05DB-4B4C-9A1D-1AA1358FEB4C}" dt="2024-10-28T15:11:40.389" v="367" actId="26606"/>
          <ac:spMkLst>
            <pc:docMk/>
            <pc:sldMk cId="3456993582" sldId="261"/>
            <ac:spMk id="119" creationId="{3B2B1500-BB55-471C-8A9E-67288297ECE1}"/>
          </ac:spMkLst>
        </pc:spChg>
        <pc:spChg chg="add del">
          <ac:chgData name="Mohammed Naseer Sihanas" userId="baf10d46-ca0e-4f93-8b9a-bd1fa4bc7e8f" providerId="ADAL" clId="{EFA629BA-05DB-4B4C-9A1D-1AA1358FEB4C}" dt="2024-10-28T15:11:40.389" v="367" actId="26606"/>
          <ac:spMkLst>
            <pc:docMk/>
            <pc:sldMk cId="3456993582" sldId="261"/>
            <ac:spMk id="120" creationId="{3045E22C-A99D-41BB-AF14-EF1B1E745A70}"/>
          </ac:spMkLst>
        </pc:spChg>
        <pc:spChg chg="add del">
          <ac:chgData name="Mohammed Naseer Sihanas" userId="baf10d46-ca0e-4f93-8b9a-bd1fa4bc7e8f" providerId="ADAL" clId="{EFA629BA-05DB-4B4C-9A1D-1AA1358FEB4C}" dt="2024-10-28T15:13:36.370" v="396" actId="22"/>
          <ac:spMkLst>
            <pc:docMk/>
            <pc:sldMk cId="3456993582" sldId="261"/>
            <ac:spMk id="121" creationId="{D07B8B67-DCF1-99F0-3ED8-2E36BA0D26C1}"/>
          </ac:spMkLst>
        </pc:spChg>
        <pc:spChg chg="add del">
          <ac:chgData name="Mohammed Naseer Sihanas" userId="baf10d46-ca0e-4f93-8b9a-bd1fa4bc7e8f" providerId="ADAL" clId="{EFA629BA-05DB-4B4C-9A1D-1AA1358FEB4C}" dt="2024-10-28T15:11:42.061" v="369" actId="26606"/>
          <ac:spMkLst>
            <pc:docMk/>
            <pc:sldMk cId="3456993582" sldId="261"/>
            <ac:spMk id="122" creationId="{A6EF5A53-0A64-4CA5-B9C7-1CB97CB5CF1C}"/>
          </ac:spMkLst>
        </pc:spChg>
        <pc:spChg chg="add del">
          <ac:chgData name="Mohammed Naseer Sihanas" userId="baf10d46-ca0e-4f93-8b9a-bd1fa4bc7e8f" providerId="ADAL" clId="{EFA629BA-05DB-4B4C-9A1D-1AA1358FEB4C}" dt="2024-10-28T15:11:42.061" v="369" actId="26606"/>
          <ac:spMkLst>
            <pc:docMk/>
            <pc:sldMk cId="3456993582" sldId="261"/>
            <ac:spMk id="123" creationId="{34ABFBEA-4EB0-4D02-A2C0-1733CD3D6F12}"/>
          </ac:spMkLst>
        </pc:spChg>
        <pc:spChg chg="add del">
          <ac:chgData name="Mohammed Naseer Sihanas" userId="baf10d46-ca0e-4f93-8b9a-bd1fa4bc7e8f" providerId="ADAL" clId="{EFA629BA-05DB-4B4C-9A1D-1AA1358FEB4C}" dt="2024-10-28T15:11:42.061" v="369" actId="26606"/>
          <ac:spMkLst>
            <pc:docMk/>
            <pc:sldMk cId="3456993582" sldId="261"/>
            <ac:spMk id="124" creationId="{19E083F6-57F4-487B-A766-EA0462B1EED8}"/>
          </ac:spMkLst>
        </pc:spChg>
        <pc:spChg chg="add del">
          <ac:chgData name="Mohammed Naseer Sihanas" userId="baf10d46-ca0e-4f93-8b9a-bd1fa4bc7e8f" providerId="ADAL" clId="{EFA629BA-05DB-4B4C-9A1D-1AA1358FEB4C}" dt="2024-10-28T15:11:42.061" v="369" actId="26606"/>
          <ac:spMkLst>
            <pc:docMk/>
            <pc:sldMk cId="3456993582" sldId="261"/>
            <ac:spMk id="125" creationId="{7A18C9FB-EC4C-4DAE-8F7D-C6E5AF607958}"/>
          </ac:spMkLst>
        </pc:spChg>
        <pc:spChg chg="add del">
          <ac:chgData name="Mohammed Naseer Sihanas" userId="baf10d46-ca0e-4f93-8b9a-bd1fa4bc7e8f" providerId="ADAL" clId="{EFA629BA-05DB-4B4C-9A1D-1AA1358FEB4C}" dt="2024-10-28T15:11:42.061" v="369" actId="26606"/>
          <ac:spMkLst>
            <pc:docMk/>
            <pc:sldMk cId="3456993582" sldId="261"/>
            <ac:spMk id="126" creationId="{8C3ED992-EB89-4C2F-8A9A-947E91BC61F8}"/>
          </ac:spMkLst>
        </pc:spChg>
        <pc:spChg chg="add del">
          <ac:chgData name="Mohammed Naseer Sihanas" userId="baf10d46-ca0e-4f93-8b9a-bd1fa4bc7e8f" providerId="ADAL" clId="{EFA629BA-05DB-4B4C-9A1D-1AA1358FEB4C}" dt="2024-10-28T15:11:42.061" v="369" actId="26606"/>
          <ac:spMkLst>
            <pc:docMk/>
            <pc:sldMk cId="3456993582" sldId="261"/>
            <ac:spMk id="127" creationId="{55F5D1E8-E605-4EFC-8912-6E191F84FE26}"/>
          </ac:spMkLst>
        </pc:spChg>
        <pc:spChg chg="add del">
          <ac:chgData name="Mohammed Naseer Sihanas" userId="baf10d46-ca0e-4f93-8b9a-bd1fa4bc7e8f" providerId="ADAL" clId="{EFA629BA-05DB-4B4C-9A1D-1AA1358FEB4C}" dt="2024-10-28T15:11:51.450" v="371" actId="26606"/>
          <ac:spMkLst>
            <pc:docMk/>
            <pc:sldMk cId="3456993582" sldId="261"/>
            <ac:spMk id="129" creationId="{A6EF5A53-0A64-4CA5-B9C7-1CB97CB5CF1C}"/>
          </ac:spMkLst>
        </pc:spChg>
        <pc:spChg chg="add del">
          <ac:chgData name="Mohammed Naseer Sihanas" userId="baf10d46-ca0e-4f93-8b9a-bd1fa4bc7e8f" providerId="ADAL" clId="{EFA629BA-05DB-4B4C-9A1D-1AA1358FEB4C}" dt="2024-10-28T15:11:51.450" v="371" actId="26606"/>
          <ac:spMkLst>
            <pc:docMk/>
            <pc:sldMk cId="3456993582" sldId="261"/>
            <ac:spMk id="130" creationId="{34ABFBEA-4EB0-4D02-A2C0-1733CD3D6F12}"/>
          </ac:spMkLst>
        </pc:spChg>
        <pc:spChg chg="add del">
          <ac:chgData name="Mohammed Naseer Sihanas" userId="baf10d46-ca0e-4f93-8b9a-bd1fa4bc7e8f" providerId="ADAL" clId="{EFA629BA-05DB-4B4C-9A1D-1AA1358FEB4C}" dt="2024-10-28T15:11:51.450" v="371" actId="26606"/>
          <ac:spMkLst>
            <pc:docMk/>
            <pc:sldMk cId="3456993582" sldId="261"/>
            <ac:spMk id="131" creationId="{19E083F6-57F4-487B-A766-EA0462B1EED8}"/>
          </ac:spMkLst>
        </pc:spChg>
        <pc:spChg chg="add del">
          <ac:chgData name="Mohammed Naseer Sihanas" userId="baf10d46-ca0e-4f93-8b9a-bd1fa4bc7e8f" providerId="ADAL" clId="{EFA629BA-05DB-4B4C-9A1D-1AA1358FEB4C}" dt="2024-10-28T15:11:51.450" v="371" actId="26606"/>
          <ac:spMkLst>
            <pc:docMk/>
            <pc:sldMk cId="3456993582" sldId="261"/>
            <ac:spMk id="132" creationId="{7A18C9FB-EC4C-4DAE-8F7D-C6E5AF607958}"/>
          </ac:spMkLst>
        </pc:spChg>
        <pc:spChg chg="add del">
          <ac:chgData name="Mohammed Naseer Sihanas" userId="baf10d46-ca0e-4f93-8b9a-bd1fa4bc7e8f" providerId="ADAL" clId="{EFA629BA-05DB-4B4C-9A1D-1AA1358FEB4C}" dt="2024-10-28T15:11:51.450" v="371" actId="26606"/>
          <ac:spMkLst>
            <pc:docMk/>
            <pc:sldMk cId="3456993582" sldId="261"/>
            <ac:spMk id="133" creationId="{1F6676B4-2004-4CAD-A308-84DA59F2F982}"/>
          </ac:spMkLst>
        </pc:spChg>
        <pc:spChg chg="add del">
          <ac:chgData name="Mohammed Naseer Sihanas" userId="baf10d46-ca0e-4f93-8b9a-bd1fa4bc7e8f" providerId="ADAL" clId="{EFA629BA-05DB-4B4C-9A1D-1AA1358FEB4C}" dt="2024-10-28T15:11:51.450" v="371" actId="26606"/>
          <ac:spMkLst>
            <pc:docMk/>
            <pc:sldMk cId="3456993582" sldId="261"/>
            <ac:spMk id="134" creationId="{3DC8DFAE-D351-4C9E-B50E-9D415540409A}"/>
          </ac:spMkLst>
        </pc:spChg>
        <pc:spChg chg="add del">
          <ac:chgData name="Mohammed Naseer Sihanas" userId="baf10d46-ca0e-4f93-8b9a-bd1fa4bc7e8f" providerId="ADAL" clId="{EFA629BA-05DB-4B4C-9A1D-1AA1358FEB4C}" dt="2024-10-28T15:17:32.961" v="458" actId="26606"/>
          <ac:spMkLst>
            <pc:docMk/>
            <pc:sldMk cId="3456993582" sldId="261"/>
            <ac:spMk id="135" creationId="{34ABFBEA-4EB0-4D02-A2C0-1733CD3D6F12}"/>
          </ac:spMkLst>
        </pc:spChg>
        <pc:spChg chg="add del">
          <ac:chgData name="Mohammed Naseer Sihanas" userId="baf10d46-ca0e-4f93-8b9a-bd1fa4bc7e8f" providerId="ADAL" clId="{EFA629BA-05DB-4B4C-9A1D-1AA1358FEB4C}" dt="2024-10-28T15:17:32.961" v="458" actId="26606"/>
          <ac:spMkLst>
            <pc:docMk/>
            <pc:sldMk cId="3456993582" sldId="261"/>
            <ac:spMk id="136" creationId="{19E083F6-57F4-487B-A766-EA0462B1EED8}"/>
          </ac:spMkLst>
        </pc:spChg>
        <pc:spChg chg="add del">
          <ac:chgData name="Mohammed Naseer Sihanas" userId="baf10d46-ca0e-4f93-8b9a-bd1fa4bc7e8f" providerId="ADAL" clId="{EFA629BA-05DB-4B4C-9A1D-1AA1358FEB4C}" dt="2024-10-28T15:17:32.961" v="458" actId="26606"/>
          <ac:spMkLst>
            <pc:docMk/>
            <pc:sldMk cId="3456993582" sldId="261"/>
            <ac:spMk id="137" creationId="{7A18C9FB-EC4C-4DAE-8F7D-C6E5AF607958}"/>
          </ac:spMkLst>
        </pc:spChg>
        <pc:spChg chg="add del">
          <ac:chgData name="Mohammed Naseer Sihanas" userId="baf10d46-ca0e-4f93-8b9a-bd1fa4bc7e8f" providerId="ADAL" clId="{EFA629BA-05DB-4B4C-9A1D-1AA1358FEB4C}" dt="2024-10-28T15:17:32.961" v="458" actId="26606"/>
          <ac:spMkLst>
            <pc:docMk/>
            <pc:sldMk cId="3456993582" sldId="261"/>
            <ac:spMk id="138" creationId="{BFC5A2D8-56E8-47FB-975D-D777AFEA4F18}"/>
          </ac:spMkLst>
        </pc:spChg>
        <pc:spChg chg="add del">
          <ac:chgData name="Mohammed Naseer Sihanas" userId="baf10d46-ca0e-4f93-8b9a-bd1fa4bc7e8f" providerId="ADAL" clId="{EFA629BA-05DB-4B4C-9A1D-1AA1358FEB4C}" dt="2024-10-28T15:17:32.961" v="458" actId="26606"/>
          <ac:spMkLst>
            <pc:docMk/>
            <pc:sldMk cId="3456993582" sldId="261"/>
            <ac:spMk id="139" creationId="{A9896C11-F8DF-437A-B349-8AFD602DC0CA}"/>
          </ac:spMkLst>
        </pc:spChg>
        <pc:spChg chg="add del">
          <ac:chgData name="Mohammed Naseer Sihanas" userId="baf10d46-ca0e-4f93-8b9a-bd1fa4bc7e8f" providerId="ADAL" clId="{EFA629BA-05DB-4B4C-9A1D-1AA1358FEB4C}" dt="2024-10-28T15:17:24.586" v="453" actId="26606"/>
          <ac:spMkLst>
            <pc:docMk/>
            <pc:sldMk cId="3456993582" sldId="261"/>
            <ac:spMk id="144" creationId="{A6EF5A53-0A64-4CA5-B9C7-1CB97CB5CF1C}"/>
          </ac:spMkLst>
        </pc:spChg>
        <pc:spChg chg="add del">
          <ac:chgData name="Mohammed Naseer Sihanas" userId="baf10d46-ca0e-4f93-8b9a-bd1fa4bc7e8f" providerId="ADAL" clId="{EFA629BA-05DB-4B4C-9A1D-1AA1358FEB4C}" dt="2024-10-28T15:17:24.586" v="453" actId="26606"/>
          <ac:spMkLst>
            <pc:docMk/>
            <pc:sldMk cId="3456993582" sldId="261"/>
            <ac:spMk id="146" creationId="{34ABFBEA-4EB0-4D02-A2C0-1733CD3D6F12}"/>
          </ac:spMkLst>
        </pc:spChg>
        <pc:spChg chg="add del">
          <ac:chgData name="Mohammed Naseer Sihanas" userId="baf10d46-ca0e-4f93-8b9a-bd1fa4bc7e8f" providerId="ADAL" clId="{EFA629BA-05DB-4B4C-9A1D-1AA1358FEB4C}" dt="2024-10-28T15:17:24.586" v="453" actId="26606"/>
          <ac:spMkLst>
            <pc:docMk/>
            <pc:sldMk cId="3456993582" sldId="261"/>
            <ac:spMk id="148" creationId="{19E083F6-57F4-487B-A766-EA0462B1EED8}"/>
          </ac:spMkLst>
        </pc:spChg>
        <pc:spChg chg="add del">
          <ac:chgData name="Mohammed Naseer Sihanas" userId="baf10d46-ca0e-4f93-8b9a-bd1fa4bc7e8f" providerId="ADAL" clId="{EFA629BA-05DB-4B4C-9A1D-1AA1358FEB4C}" dt="2024-10-28T15:17:24.586" v="453" actId="26606"/>
          <ac:spMkLst>
            <pc:docMk/>
            <pc:sldMk cId="3456993582" sldId="261"/>
            <ac:spMk id="150" creationId="{7A18C9FB-EC4C-4DAE-8F7D-C6E5AF607958}"/>
          </ac:spMkLst>
        </pc:spChg>
        <pc:spChg chg="add del">
          <ac:chgData name="Mohammed Naseer Sihanas" userId="baf10d46-ca0e-4f93-8b9a-bd1fa4bc7e8f" providerId="ADAL" clId="{EFA629BA-05DB-4B4C-9A1D-1AA1358FEB4C}" dt="2024-10-28T15:17:24.586" v="453" actId="26606"/>
          <ac:spMkLst>
            <pc:docMk/>
            <pc:sldMk cId="3456993582" sldId="261"/>
            <ac:spMk id="152" creationId="{4A8FDA66-67B4-4DBE-8354-C26F91ADB665}"/>
          </ac:spMkLst>
        </pc:spChg>
        <pc:spChg chg="add del">
          <ac:chgData name="Mohammed Naseer Sihanas" userId="baf10d46-ca0e-4f93-8b9a-bd1fa4bc7e8f" providerId="ADAL" clId="{EFA629BA-05DB-4B4C-9A1D-1AA1358FEB4C}" dt="2024-10-28T15:17:24.586" v="453" actId="26606"/>
          <ac:spMkLst>
            <pc:docMk/>
            <pc:sldMk cId="3456993582" sldId="261"/>
            <ac:spMk id="154" creationId="{3B2B1500-BB55-471C-8A9E-67288297ECE1}"/>
          </ac:spMkLst>
        </pc:spChg>
        <pc:spChg chg="add del">
          <ac:chgData name="Mohammed Naseer Sihanas" userId="baf10d46-ca0e-4f93-8b9a-bd1fa4bc7e8f" providerId="ADAL" clId="{EFA629BA-05DB-4B4C-9A1D-1AA1358FEB4C}" dt="2024-10-28T15:17:24.586" v="453" actId="26606"/>
          <ac:spMkLst>
            <pc:docMk/>
            <pc:sldMk cId="3456993582" sldId="261"/>
            <ac:spMk id="156" creationId="{3045E22C-A99D-41BB-AF14-EF1B1E745A70}"/>
          </ac:spMkLst>
        </pc:spChg>
        <pc:spChg chg="add del">
          <ac:chgData name="Mohammed Naseer Sihanas" userId="baf10d46-ca0e-4f93-8b9a-bd1fa4bc7e8f" providerId="ADAL" clId="{EFA629BA-05DB-4B4C-9A1D-1AA1358FEB4C}" dt="2024-10-28T15:17:25.086" v="455" actId="26606"/>
          <ac:spMkLst>
            <pc:docMk/>
            <pc:sldMk cId="3456993582" sldId="261"/>
            <ac:spMk id="158" creationId="{A6EF5A53-0A64-4CA5-B9C7-1CB97CB5CF1C}"/>
          </ac:spMkLst>
        </pc:spChg>
        <pc:spChg chg="add del">
          <ac:chgData name="Mohammed Naseer Sihanas" userId="baf10d46-ca0e-4f93-8b9a-bd1fa4bc7e8f" providerId="ADAL" clId="{EFA629BA-05DB-4B4C-9A1D-1AA1358FEB4C}" dt="2024-10-28T15:17:25.086" v="455" actId="26606"/>
          <ac:spMkLst>
            <pc:docMk/>
            <pc:sldMk cId="3456993582" sldId="261"/>
            <ac:spMk id="159" creationId="{34ABFBEA-4EB0-4D02-A2C0-1733CD3D6F12}"/>
          </ac:spMkLst>
        </pc:spChg>
        <pc:spChg chg="add del">
          <ac:chgData name="Mohammed Naseer Sihanas" userId="baf10d46-ca0e-4f93-8b9a-bd1fa4bc7e8f" providerId="ADAL" clId="{EFA629BA-05DB-4B4C-9A1D-1AA1358FEB4C}" dt="2024-10-28T15:17:25.086" v="455" actId="26606"/>
          <ac:spMkLst>
            <pc:docMk/>
            <pc:sldMk cId="3456993582" sldId="261"/>
            <ac:spMk id="160" creationId="{19E083F6-57F4-487B-A766-EA0462B1EED8}"/>
          </ac:spMkLst>
        </pc:spChg>
        <pc:spChg chg="add del">
          <ac:chgData name="Mohammed Naseer Sihanas" userId="baf10d46-ca0e-4f93-8b9a-bd1fa4bc7e8f" providerId="ADAL" clId="{EFA629BA-05DB-4B4C-9A1D-1AA1358FEB4C}" dt="2024-10-28T15:17:25.086" v="455" actId="26606"/>
          <ac:spMkLst>
            <pc:docMk/>
            <pc:sldMk cId="3456993582" sldId="261"/>
            <ac:spMk id="161" creationId="{7A18C9FB-EC4C-4DAE-8F7D-C6E5AF607958}"/>
          </ac:spMkLst>
        </pc:spChg>
        <pc:spChg chg="add del">
          <ac:chgData name="Mohammed Naseer Sihanas" userId="baf10d46-ca0e-4f93-8b9a-bd1fa4bc7e8f" providerId="ADAL" clId="{EFA629BA-05DB-4B4C-9A1D-1AA1358FEB4C}" dt="2024-10-28T15:17:25.086" v="455" actId="26606"/>
          <ac:spMkLst>
            <pc:docMk/>
            <pc:sldMk cId="3456993582" sldId="261"/>
            <ac:spMk id="162" creationId="{CBD8B1E7-EF0A-4118-A804-D7F559784B00}"/>
          </ac:spMkLst>
        </pc:spChg>
        <pc:spChg chg="add del">
          <ac:chgData name="Mohammed Naseer Sihanas" userId="baf10d46-ca0e-4f93-8b9a-bd1fa4bc7e8f" providerId="ADAL" clId="{EFA629BA-05DB-4B4C-9A1D-1AA1358FEB4C}" dt="2024-10-28T15:17:25.086" v="455" actId="26606"/>
          <ac:spMkLst>
            <pc:docMk/>
            <pc:sldMk cId="3456993582" sldId="261"/>
            <ac:spMk id="163" creationId="{3B2B1500-BB55-471C-8A9E-67288297ECE1}"/>
          </ac:spMkLst>
        </pc:spChg>
        <pc:spChg chg="add del">
          <ac:chgData name="Mohammed Naseer Sihanas" userId="baf10d46-ca0e-4f93-8b9a-bd1fa4bc7e8f" providerId="ADAL" clId="{EFA629BA-05DB-4B4C-9A1D-1AA1358FEB4C}" dt="2024-10-28T15:17:25.086" v="455" actId="26606"/>
          <ac:spMkLst>
            <pc:docMk/>
            <pc:sldMk cId="3456993582" sldId="261"/>
            <ac:spMk id="164" creationId="{3045E22C-A99D-41BB-AF14-EF1B1E745A70}"/>
          </ac:spMkLst>
        </pc:spChg>
        <pc:spChg chg="add del">
          <ac:chgData name="Mohammed Naseer Sihanas" userId="baf10d46-ca0e-4f93-8b9a-bd1fa4bc7e8f" providerId="ADAL" clId="{EFA629BA-05DB-4B4C-9A1D-1AA1358FEB4C}" dt="2024-10-28T15:17:32.929" v="457" actId="26606"/>
          <ac:spMkLst>
            <pc:docMk/>
            <pc:sldMk cId="3456993582" sldId="261"/>
            <ac:spMk id="166" creationId="{A6EF5A53-0A64-4CA5-B9C7-1CB97CB5CF1C}"/>
          </ac:spMkLst>
        </pc:spChg>
        <pc:spChg chg="add del">
          <ac:chgData name="Mohammed Naseer Sihanas" userId="baf10d46-ca0e-4f93-8b9a-bd1fa4bc7e8f" providerId="ADAL" clId="{EFA629BA-05DB-4B4C-9A1D-1AA1358FEB4C}" dt="2024-10-28T15:17:32.929" v="457" actId="26606"/>
          <ac:spMkLst>
            <pc:docMk/>
            <pc:sldMk cId="3456993582" sldId="261"/>
            <ac:spMk id="167" creationId="{34ABFBEA-4EB0-4D02-A2C0-1733CD3D6F12}"/>
          </ac:spMkLst>
        </pc:spChg>
        <pc:spChg chg="add del">
          <ac:chgData name="Mohammed Naseer Sihanas" userId="baf10d46-ca0e-4f93-8b9a-bd1fa4bc7e8f" providerId="ADAL" clId="{EFA629BA-05DB-4B4C-9A1D-1AA1358FEB4C}" dt="2024-10-28T15:17:32.929" v="457" actId="26606"/>
          <ac:spMkLst>
            <pc:docMk/>
            <pc:sldMk cId="3456993582" sldId="261"/>
            <ac:spMk id="168" creationId="{19E083F6-57F4-487B-A766-EA0462B1EED8}"/>
          </ac:spMkLst>
        </pc:spChg>
        <pc:spChg chg="add del">
          <ac:chgData name="Mohammed Naseer Sihanas" userId="baf10d46-ca0e-4f93-8b9a-bd1fa4bc7e8f" providerId="ADAL" clId="{EFA629BA-05DB-4B4C-9A1D-1AA1358FEB4C}" dt="2024-10-28T15:17:32.929" v="457" actId="26606"/>
          <ac:spMkLst>
            <pc:docMk/>
            <pc:sldMk cId="3456993582" sldId="261"/>
            <ac:spMk id="169" creationId="{7A18C9FB-EC4C-4DAE-8F7D-C6E5AF607958}"/>
          </ac:spMkLst>
        </pc:spChg>
        <pc:spChg chg="add del">
          <ac:chgData name="Mohammed Naseer Sihanas" userId="baf10d46-ca0e-4f93-8b9a-bd1fa4bc7e8f" providerId="ADAL" clId="{EFA629BA-05DB-4B4C-9A1D-1AA1358FEB4C}" dt="2024-10-28T15:17:32.929" v="457" actId="26606"/>
          <ac:spMkLst>
            <pc:docMk/>
            <pc:sldMk cId="3456993582" sldId="261"/>
            <ac:spMk id="170" creationId="{BFC5A2D8-56E8-47FB-975D-D777AFEA4F18}"/>
          </ac:spMkLst>
        </pc:spChg>
        <pc:spChg chg="add del">
          <ac:chgData name="Mohammed Naseer Sihanas" userId="baf10d46-ca0e-4f93-8b9a-bd1fa4bc7e8f" providerId="ADAL" clId="{EFA629BA-05DB-4B4C-9A1D-1AA1358FEB4C}" dt="2024-10-28T15:17:32.929" v="457" actId="26606"/>
          <ac:spMkLst>
            <pc:docMk/>
            <pc:sldMk cId="3456993582" sldId="261"/>
            <ac:spMk id="171" creationId="{A9896C11-F8DF-437A-B349-8AFD602DC0CA}"/>
          </ac:spMkLst>
        </pc:spChg>
        <pc:spChg chg="add">
          <ac:chgData name="Mohammed Naseer Sihanas" userId="baf10d46-ca0e-4f93-8b9a-bd1fa4bc7e8f" providerId="ADAL" clId="{EFA629BA-05DB-4B4C-9A1D-1AA1358FEB4C}" dt="2024-10-28T15:17:32.961" v="458" actId="26606"/>
          <ac:spMkLst>
            <pc:docMk/>
            <pc:sldMk cId="3456993582" sldId="261"/>
            <ac:spMk id="173" creationId="{A6EF5A53-0A64-4CA5-B9C7-1CB97CB5CF1C}"/>
          </ac:spMkLst>
        </pc:spChg>
        <pc:spChg chg="add">
          <ac:chgData name="Mohammed Naseer Sihanas" userId="baf10d46-ca0e-4f93-8b9a-bd1fa4bc7e8f" providerId="ADAL" clId="{EFA629BA-05DB-4B4C-9A1D-1AA1358FEB4C}" dt="2024-10-28T15:17:32.961" v="458" actId="26606"/>
          <ac:spMkLst>
            <pc:docMk/>
            <pc:sldMk cId="3456993582" sldId="261"/>
            <ac:spMk id="174" creationId="{34ABFBEA-4EB0-4D02-A2C0-1733CD3D6F12}"/>
          </ac:spMkLst>
        </pc:spChg>
        <pc:spChg chg="add">
          <ac:chgData name="Mohammed Naseer Sihanas" userId="baf10d46-ca0e-4f93-8b9a-bd1fa4bc7e8f" providerId="ADAL" clId="{EFA629BA-05DB-4B4C-9A1D-1AA1358FEB4C}" dt="2024-10-28T15:17:32.961" v="458" actId="26606"/>
          <ac:spMkLst>
            <pc:docMk/>
            <pc:sldMk cId="3456993582" sldId="261"/>
            <ac:spMk id="175" creationId="{19E083F6-57F4-487B-A766-EA0462B1EED8}"/>
          </ac:spMkLst>
        </pc:spChg>
        <pc:spChg chg="add">
          <ac:chgData name="Mohammed Naseer Sihanas" userId="baf10d46-ca0e-4f93-8b9a-bd1fa4bc7e8f" providerId="ADAL" clId="{EFA629BA-05DB-4B4C-9A1D-1AA1358FEB4C}" dt="2024-10-28T15:17:32.961" v="458" actId="26606"/>
          <ac:spMkLst>
            <pc:docMk/>
            <pc:sldMk cId="3456993582" sldId="261"/>
            <ac:spMk id="176" creationId="{7A18C9FB-EC4C-4DAE-8F7D-C6E5AF607958}"/>
          </ac:spMkLst>
        </pc:spChg>
        <pc:spChg chg="add">
          <ac:chgData name="Mohammed Naseer Sihanas" userId="baf10d46-ca0e-4f93-8b9a-bd1fa4bc7e8f" providerId="ADAL" clId="{EFA629BA-05DB-4B4C-9A1D-1AA1358FEB4C}" dt="2024-10-28T15:17:32.961" v="458" actId="26606"/>
          <ac:spMkLst>
            <pc:docMk/>
            <pc:sldMk cId="3456993582" sldId="261"/>
            <ac:spMk id="177" creationId="{1F6676B4-2004-4CAD-A308-84DA59F2F982}"/>
          </ac:spMkLst>
        </pc:spChg>
        <pc:spChg chg="add">
          <ac:chgData name="Mohammed Naseer Sihanas" userId="baf10d46-ca0e-4f93-8b9a-bd1fa4bc7e8f" providerId="ADAL" clId="{EFA629BA-05DB-4B4C-9A1D-1AA1358FEB4C}" dt="2024-10-28T15:17:32.961" v="458" actId="26606"/>
          <ac:spMkLst>
            <pc:docMk/>
            <pc:sldMk cId="3456993582" sldId="261"/>
            <ac:spMk id="178" creationId="{3DC8DFAE-D351-4C9E-B50E-9D415540409A}"/>
          </ac:spMkLst>
        </pc:spChg>
        <pc:graphicFrameChg chg="add del mod ord modGraphic">
          <ac:chgData name="Mohammed Naseer Sihanas" userId="baf10d46-ca0e-4f93-8b9a-bd1fa4bc7e8f" providerId="ADAL" clId="{EFA629BA-05DB-4B4C-9A1D-1AA1358FEB4C}" dt="2024-10-28T15:04:15.330" v="275" actId="478"/>
          <ac:graphicFrameMkLst>
            <pc:docMk/>
            <pc:sldMk cId="3456993582" sldId="261"/>
            <ac:graphicFrameMk id="4" creationId="{5225F588-1742-327E-670B-C68CAC3D9C84}"/>
          </ac:graphicFrameMkLst>
        </pc:graphicFrameChg>
        <pc:graphicFrameChg chg="add del mod modGraphic">
          <ac:chgData name="Mohammed Naseer Sihanas" userId="baf10d46-ca0e-4f93-8b9a-bd1fa4bc7e8f" providerId="ADAL" clId="{EFA629BA-05DB-4B4C-9A1D-1AA1358FEB4C}" dt="2024-10-28T15:07:42.247" v="315" actId="478"/>
          <ac:graphicFrameMkLst>
            <pc:docMk/>
            <pc:sldMk cId="3456993582" sldId="261"/>
            <ac:graphicFrameMk id="7" creationId="{1A20F0B3-7F16-433E-8102-8865B675E5AE}"/>
          </ac:graphicFrameMkLst>
        </pc:graphicFrameChg>
        <pc:graphicFrameChg chg="add del mod modGraphic">
          <ac:chgData name="Mohammed Naseer Sihanas" userId="baf10d46-ca0e-4f93-8b9a-bd1fa4bc7e8f" providerId="ADAL" clId="{EFA629BA-05DB-4B4C-9A1D-1AA1358FEB4C}" dt="2024-10-28T15:08:32.164" v="320" actId="478"/>
          <ac:graphicFrameMkLst>
            <pc:docMk/>
            <pc:sldMk cId="3456993582" sldId="261"/>
            <ac:graphicFrameMk id="10" creationId="{6A281569-A0B4-E9C3-9B09-19EBFD47E301}"/>
          </ac:graphicFrameMkLst>
        </pc:graphicFrameChg>
        <pc:graphicFrameChg chg="add del mod modGraphic">
          <ac:chgData name="Mohammed Naseer Sihanas" userId="baf10d46-ca0e-4f93-8b9a-bd1fa4bc7e8f" providerId="ADAL" clId="{EFA629BA-05DB-4B4C-9A1D-1AA1358FEB4C}" dt="2024-10-28T15:21:07.549" v="492"/>
          <ac:graphicFrameMkLst>
            <pc:docMk/>
            <pc:sldMk cId="3456993582" sldId="261"/>
            <ac:graphicFrameMk id="11" creationId="{C4B01F0D-7520-8385-8A48-54A52CF04919}"/>
          </ac:graphicFrameMkLst>
        </pc:graphicFrameChg>
        <pc:graphicFrameChg chg="add mod">
          <ac:chgData name="Mohammed Naseer Sihanas" userId="baf10d46-ca0e-4f93-8b9a-bd1fa4bc7e8f" providerId="ADAL" clId="{EFA629BA-05DB-4B4C-9A1D-1AA1358FEB4C}" dt="2024-10-28T15:09:17.034" v="328"/>
          <ac:graphicFrameMkLst>
            <pc:docMk/>
            <pc:sldMk cId="3456993582" sldId="261"/>
            <ac:graphicFrameMk id="17" creationId="{F049368A-B747-8B16-502E-807AAE650CAD}"/>
          </ac:graphicFrameMkLst>
        </pc:graphicFrameChg>
        <pc:graphicFrameChg chg="add mod">
          <ac:chgData name="Mohammed Naseer Sihanas" userId="baf10d46-ca0e-4f93-8b9a-bd1fa4bc7e8f" providerId="ADAL" clId="{EFA629BA-05DB-4B4C-9A1D-1AA1358FEB4C}" dt="2024-10-28T15:09:16.159" v="327"/>
          <ac:graphicFrameMkLst>
            <pc:docMk/>
            <pc:sldMk cId="3456993582" sldId="261"/>
            <ac:graphicFrameMk id="21" creationId="{4237F4D1-FB3B-BA18-B0E4-576F53770226}"/>
          </ac:graphicFrameMkLst>
        </pc:graphicFrameChg>
        <pc:graphicFrameChg chg="add mod">
          <ac:chgData name="Mohammed Naseer Sihanas" userId="baf10d46-ca0e-4f93-8b9a-bd1fa4bc7e8f" providerId="ADAL" clId="{EFA629BA-05DB-4B4C-9A1D-1AA1358FEB4C}" dt="2024-10-28T15:12:50.281" v="387"/>
          <ac:graphicFrameMkLst>
            <pc:docMk/>
            <pc:sldMk cId="3456993582" sldId="261"/>
            <ac:graphicFrameMk id="69" creationId="{DA4497F8-BF3F-D805-0E54-1EF03B83B6DF}"/>
          </ac:graphicFrameMkLst>
        </pc:graphicFrameChg>
        <pc:graphicFrameChg chg="add mod">
          <ac:chgData name="Mohammed Naseer Sihanas" userId="baf10d46-ca0e-4f93-8b9a-bd1fa4bc7e8f" providerId="ADAL" clId="{EFA629BA-05DB-4B4C-9A1D-1AA1358FEB4C}" dt="2024-10-28T15:12:50.281" v="387"/>
          <ac:graphicFrameMkLst>
            <pc:docMk/>
            <pc:sldMk cId="3456993582" sldId="261"/>
            <ac:graphicFrameMk id="77" creationId="{752EAB73-BDFC-1D5E-629F-385E407F7E88}"/>
          </ac:graphicFrameMkLst>
        </pc:graphicFrameChg>
        <pc:graphicFrameChg chg="add mod">
          <ac:chgData name="Mohammed Naseer Sihanas" userId="baf10d46-ca0e-4f93-8b9a-bd1fa4bc7e8f" providerId="ADAL" clId="{EFA629BA-05DB-4B4C-9A1D-1AA1358FEB4C}" dt="2024-10-28T15:12:50.281" v="387"/>
          <ac:graphicFrameMkLst>
            <pc:docMk/>
            <pc:sldMk cId="3456993582" sldId="261"/>
            <ac:graphicFrameMk id="84" creationId="{E841784D-2A15-3573-7572-6935A0CEF034}"/>
          </ac:graphicFrameMkLst>
        </pc:graphicFrameChg>
        <pc:graphicFrameChg chg="add mod">
          <ac:chgData name="Mohammed Naseer Sihanas" userId="baf10d46-ca0e-4f93-8b9a-bd1fa4bc7e8f" providerId="ADAL" clId="{EFA629BA-05DB-4B4C-9A1D-1AA1358FEB4C}" dt="2024-10-28T15:12:50.281" v="387"/>
          <ac:graphicFrameMkLst>
            <pc:docMk/>
            <pc:sldMk cId="3456993582" sldId="261"/>
            <ac:graphicFrameMk id="91" creationId="{D01C09C3-1F5F-58F4-8FF2-32D91D346E92}"/>
          </ac:graphicFrameMkLst>
        </pc:graphicFrameChg>
        <pc:graphicFrameChg chg="add mod">
          <ac:chgData name="Mohammed Naseer Sihanas" userId="baf10d46-ca0e-4f93-8b9a-bd1fa4bc7e8f" providerId="ADAL" clId="{EFA629BA-05DB-4B4C-9A1D-1AA1358FEB4C}" dt="2024-10-28T15:12:50.281" v="387"/>
          <ac:graphicFrameMkLst>
            <pc:docMk/>
            <pc:sldMk cId="3456993582" sldId="261"/>
            <ac:graphicFrameMk id="98" creationId="{29409260-7832-6051-8B73-01D1A8F021FB}"/>
          </ac:graphicFrameMkLst>
        </pc:graphicFrameChg>
        <pc:graphicFrameChg chg="add mod modGraphic">
          <ac:chgData name="Mohammed Naseer Sihanas" userId="baf10d46-ca0e-4f93-8b9a-bd1fa4bc7e8f" providerId="ADAL" clId="{EFA629BA-05DB-4B4C-9A1D-1AA1358FEB4C}" dt="2024-10-28T15:13:02.467" v="391" actId="14100"/>
          <ac:graphicFrameMkLst>
            <pc:docMk/>
            <pc:sldMk cId="3456993582" sldId="261"/>
            <ac:graphicFrameMk id="106" creationId="{90C6F537-BF9C-6ACA-7785-D884086886EE}"/>
          </ac:graphicFrameMkLst>
        </pc:graphicFrameChg>
        <pc:graphicFrameChg chg="add mod">
          <ac:chgData name="Mohammed Naseer Sihanas" userId="baf10d46-ca0e-4f93-8b9a-bd1fa4bc7e8f" providerId="ADAL" clId="{EFA629BA-05DB-4B4C-9A1D-1AA1358FEB4C}" dt="2024-10-28T15:13:36.151" v="395"/>
          <ac:graphicFrameMkLst>
            <pc:docMk/>
            <pc:sldMk cId="3456993582" sldId="261"/>
            <ac:graphicFrameMk id="128" creationId="{1948CA24-3380-B0B6-6DC3-82630E1A8941}"/>
          </ac:graphicFrameMkLst>
        </pc:graphicFrameChg>
      </pc:sldChg>
      <pc:sldChg chg="addSp delSp modSp new mod setBg">
        <pc:chgData name="Mohammed Naseer Sihanas" userId="baf10d46-ca0e-4f93-8b9a-bd1fa4bc7e8f" providerId="ADAL" clId="{EFA629BA-05DB-4B4C-9A1D-1AA1358FEB4C}" dt="2024-10-28T15:22:24.277" v="528" actId="403"/>
        <pc:sldMkLst>
          <pc:docMk/>
          <pc:sldMk cId="1990392690" sldId="262"/>
        </pc:sldMkLst>
        <pc:spChg chg="mod">
          <ac:chgData name="Mohammed Naseer Sihanas" userId="baf10d46-ca0e-4f93-8b9a-bd1fa4bc7e8f" providerId="ADAL" clId="{EFA629BA-05DB-4B4C-9A1D-1AA1358FEB4C}" dt="2024-10-28T15:22:15.108" v="524" actId="1076"/>
          <ac:spMkLst>
            <pc:docMk/>
            <pc:sldMk cId="1990392690" sldId="262"/>
            <ac:spMk id="2" creationId="{2D3A8AA2-4DB6-1C2A-2CB7-45856643D72B}"/>
          </ac:spMkLst>
        </pc:spChg>
        <pc:spChg chg="mod">
          <ac:chgData name="Mohammed Naseer Sihanas" userId="baf10d46-ca0e-4f93-8b9a-bd1fa4bc7e8f" providerId="ADAL" clId="{EFA629BA-05DB-4B4C-9A1D-1AA1358FEB4C}" dt="2024-10-28T15:22:24.277" v="528" actId="403"/>
          <ac:spMkLst>
            <pc:docMk/>
            <pc:sldMk cId="1990392690" sldId="262"/>
            <ac:spMk id="3" creationId="{057BEDC8-6619-0B4B-D232-0C71482C399C}"/>
          </ac:spMkLst>
        </pc:spChg>
        <pc:spChg chg="add del">
          <ac:chgData name="Mohammed Naseer Sihanas" userId="baf10d46-ca0e-4f93-8b9a-bd1fa4bc7e8f" providerId="ADAL" clId="{EFA629BA-05DB-4B4C-9A1D-1AA1358FEB4C}" dt="2024-10-28T15:22:01.339" v="515" actId="26606"/>
          <ac:spMkLst>
            <pc:docMk/>
            <pc:sldMk cId="1990392690" sldId="262"/>
            <ac:spMk id="8" creationId="{A6EF5A53-0A64-4CA5-B9C7-1CB97CB5CF1C}"/>
          </ac:spMkLst>
        </pc:spChg>
        <pc:spChg chg="add del">
          <ac:chgData name="Mohammed Naseer Sihanas" userId="baf10d46-ca0e-4f93-8b9a-bd1fa4bc7e8f" providerId="ADAL" clId="{EFA629BA-05DB-4B4C-9A1D-1AA1358FEB4C}" dt="2024-10-28T15:22:01.339" v="515" actId="26606"/>
          <ac:spMkLst>
            <pc:docMk/>
            <pc:sldMk cId="1990392690" sldId="262"/>
            <ac:spMk id="10" creationId="{34ABFBEA-4EB0-4D02-A2C0-1733CD3D6F12}"/>
          </ac:spMkLst>
        </pc:spChg>
        <pc:spChg chg="add del">
          <ac:chgData name="Mohammed Naseer Sihanas" userId="baf10d46-ca0e-4f93-8b9a-bd1fa4bc7e8f" providerId="ADAL" clId="{EFA629BA-05DB-4B4C-9A1D-1AA1358FEB4C}" dt="2024-10-28T15:22:01.339" v="515" actId="26606"/>
          <ac:spMkLst>
            <pc:docMk/>
            <pc:sldMk cId="1990392690" sldId="262"/>
            <ac:spMk id="12" creationId="{19E083F6-57F4-487B-A766-EA0462B1EED8}"/>
          </ac:spMkLst>
        </pc:spChg>
        <pc:spChg chg="add del">
          <ac:chgData name="Mohammed Naseer Sihanas" userId="baf10d46-ca0e-4f93-8b9a-bd1fa4bc7e8f" providerId="ADAL" clId="{EFA629BA-05DB-4B4C-9A1D-1AA1358FEB4C}" dt="2024-10-28T15:22:01.339" v="515" actId="26606"/>
          <ac:spMkLst>
            <pc:docMk/>
            <pc:sldMk cId="1990392690" sldId="262"/>
            <ac:spMk id="14" creationId="{7A18C9FB-EC4C-4DAE-8F7D-C6E5AF607958}"/>
          </ac:spMkLst>
        </pc:spChg>
        <pc:spChg chg="add del">
          <ac:chgData name="Mohammed Naseer Sihanas" userId="baf10d46-ca0e-4f93-8b9a-bd1fa4bc7e8f" providerId="ADAL" clId="{EFA629BA-05DB-4B4C-9A1D-1AA1358FEB4C}" dt="2024-10-28T15:22:01.339" v="515" actId="26606"/>
          <ac:spMkLst>
            <pc:docMk/>
            <pc:sldMk cId="1990392690" sldId="262"/>
            <ac:spMk id="16" creationId="{E6958E70-80C5-4642-B5AC-ACDBCB130671}"/>
          </ac:spMkLst>
        </pc:spChg>
        <pc:spChg chg="add del">
          <ac:chgData name="Mohammed Naseer Sihanas" userId="baf10d46-ca0e-4f93-8b9a-bd1fa4bc7e8f" providerId="ADAL" clId="{EFA629BA-05DB-4B4C-9A1D-1AA1358FEB4C}" dt="2024-10-28T15:22:01.339" v="515" actId="26606"/>
          <ac:spMkLst>
            <pc:docMk/>
            <pc:sldMk cId="1990392690" sldId="262"/>
            <ac:spMk id="18" creationId="{3DC8DFAE-D351-4C9E-B50E-9D415540409A}"/>
          </ac:spMkLst>
        </pc:spChg>
        <pc:spChg chg="add">
          <ac:chgData name="Mohammed Naseer Sihanas" userId="baf10d46-ca0e-4f93-8b9a-bd1fa4bc7e8f" providerId="ADAL" clId="{EFA629BA-05DB-4B4C-9A1D-1AA1358FEB4C}" dt="2024-10-28T15:22:01.339" v="516" actId="26606"/>
          <ac:spMkLst>
            <pc:docMk/>
            <pc:sldMk cId="1990392690" sldId="262"/>
            <ac:spMk id="20" creationId="{A6EF5A53-0A64-4CA5-B9C7-1CB97CB5CF1C}"/>
          </ac:spMkLst>
        </pc:spChg>
        <pc:spChg chg="add">
          <ac:chgData name="Mohammed Naseer Sihanas" userId="baf10d46-ca0e-4f93-8b9a-bd1fa4bc7e8f" providerId="ADAL" clId="{EFA629BA-05DB-4B4C-9A1D-1AA1358FEB4C}" dt="2024-10-28T15:22:01.339" v="516" actId="26606"/>
          <ac:spMkLst>
            <pc:docMk/>
            <pc:sldMk cId="1990392690" sldId="262"/>
            <ac:spMk id="21" creationId="{34ABFBEA-4EB0-4D02-A2C0-1733CD3D6F12}"/>
          </ac:spMkLst>
        </pc:spChg>
        <pc:spChg chg="add">
          <ac:chgData name="Mohammed Naseer Sihanas" userId="baf10d46-ca0e-4f93-8b9a-bd1fa4bc7e8f" providerId="ADAL" clId="{EFA629BA-05DB-4B4C-9A1D-1AA1358FEB4C}" dt="2024-10-28T15:22:01.339" v="516" actId="26606"/>
          <ac:spMkLst>
            <pc:docMk/>
            <pc:sldMk cId="1990392690" sldId="262"/>
            <ac:spMk id="22" creationId="{19E083F6-57F4-487B-A766-EA0462B1EED8}"/>
          </ac:spMkLst>
        </pc:spChg>
        <pc:spChg chg="add">
          <ac:chgData name="Mohammed Naseer Sihanas" userId="baf10d46-ca0e-4f93-8b9a-bd1fa4bc7e8f" providerId="ADAL" clId="{EFA629BA-05DB-4B4C-9A1D-1AA1358FEB4C}" dt="2024-10-28T15:22:01.339" v="516" actId="26606"/>
          <ac:spMkLst>
            <pc:docMk/>
            <pc:sldMk cId="1990392690" sldId="262"/>
            <ac:spMk id="23" creationId="{7A18C9FB-EC4C-4DAE-8F7D-C6E5AF607958}"/>
          </ac:spMkLst>
        </pc:spChg>
        <pc:spChg chg="add">
          <ac:chgData name="Mohammed Naseer Sihanas" userId="baf10d46-ca0e-4f93-8b9a-bd1fa4bc7e8f" providerId="ADAL" clId="{EFA629BA-05DB-4B4C-9A1D-1AA1358FEB4C}" dt="2024-10-28T15:22:01.339" v="516" actId="26606"/>
          <ac:spMkLst>
            <pc:docMk/>
            <pc:sldMk cId="1990392690" sldId="262"/>
            <ac:spMk id="24" creationId="{AC5B9688-28B2-49CE-8BD3-0A5369AAAC44}"/>
          </ac:spMkLst>
        </pc:spChg>
        <pc:spChg chg="add">
          <ac:chgData name="Mohammed Naseer Sihanas" userId="baf10d46-ca0e-4f93-8b9a-bd1fa4bc7e8f" providerId="ADAL" clId="{EFA629BA-05DB-4B4C-9A1D-1AA1358FEB4C}" dt="2024-10-28T15:22:01.339" v="516" actId="26606"/>
          <ac:spMkLst>
            <pc:docMk/>
            <pc:sldMk cId="1990392690" sldId="262"/>
            <ac:spMk id="25" creationId="{A9896C11-F8DF-437A-B349-8AFD602DC0CA}"/>
          </ac:spMkLst>
        </pc:spChg>
      </pc:sldChg>
      <pc:sldChg chg="addSp delSp modSp new mod setBg">
        <pc:chgData name="Mohammed Naseer Sihanas" userId="baf10d46-ca0e-4f93-8b9a-bd1fa4bc7e8f" providerId="ADAL" clId="{EFA629BA-05DB-4B4C-9A1D-1AA1358FEB4C}" dt="2024-10-28T15:27:54.399" v="604" actId="14100"/>
        <pc:sldMkLst>
          <pc:docMk/>
          <pc:sldMk cId="4237766227" sldId="263"/>
        </pc:sldMkLst>
        <pc:spChg chg="mod ord">
          <ac:chgData name="Mohammed Naseer Sihanas" userId="baf10d46-ca0e-4f93-8b9a-bd1fa4bc7e8f" providerId="ADAL" clId="{EFA629BA-05DB-4B4C-9A1D-1AA1358FEB4C}" dt="2024-10-28T15:27:51.593" v="603" actId="1076"/>
          <ac:spMkLst>
            <pc:docMk/>
            <pc:sldMk cId="4237766227" sldId="263"/>
            <ac:spMk id="2" creationId="{1B9921E9-EF3D-179E-8CC5-B0E5D63E442C}"/>
          </ac:spMkLst>
        </pc:spChg>
        <pc:spChg chg="del">
          <ac:chgData name="Mohammed Naseer Sihanas" userId="baf10d46-ca0e-4f93-8b9a-bd1fa4bc7e8f" providerId="ADAL" clId="{EFA629BA-05DB-4B4C-9A1D-1AA1358FEB4C}" dt="2024-10-28T15:25:47.880" v="568" actId="931"/>
          <ac:spMkLst>
            <pc:docMk/>
            <pc:sldMk cId="4237766227" sldId="263"/>
            <ac:spMk id="3" creationId="{1744FC29-A6C3-6877-ED95-2B1F97B10810}"/>
          </ac:spMkLst>
        </pc:spChg>
        <pc:spChg chg="add del mod">
          <ac:chgData name="Mohammed Naseer Sihanas" userId="baf10d46-ca0e-4f93-8b9a-bd1fa4bc7e8f" providerId="ADAL" clId="{EFA629BA-05DB-4B4C-9A1D-1AA1358FEB4C}" dt="2024-10-28T15:26:50.952" v="590" actId="478"/>
          <ac:spMkLst>
            <pc:docMk/>
            <pc:sldMk cId="4237766227" sldId="263"/>
            <ac:spMk id="9" creationId="{CD4129D1-CF6C-A1A8-89B2-9BE8D3A6B2C0}"/>
          </ac:spMkLst>
        </pc:spChg>
        <pc:spChg chg="add del">
          <ac:chgData name="Mohammed Naseer Sihanas" userId="baf10d46-ca0e-4f93-8b9a-bd1fa4bc7e8f" providerId="ADAL" clId="{EFA629BA-05DB-4B4C-9A1D-1AA1358FEB4C}" dt="2024-10-28T15:26:07.849" v="572" actId="26606"/>
          <ac:spMkLst>
            <pc:docMk/>
            <pc:sldMk cId="4237766227" sldId="263"/>
            <ac:spMk id="10" creationId="{A6EF5A53-0A64-4CA5-B9C7-1CB97CB5CF1C}"/>
          </ac:spMkLst>
        </pc:spChg>
        <pc:spChg chg="add del">
          <ac:chgData name="Mohammed Naseer Sihanas" userId="baf10d46-ca0e-4f93-8b9a-bd1fa4bc7e8f" providerId="ADAL" clId="{EFA629BA-05DB-4B4C-9A1D-1AA1358FEB4C}" dt="2024-10-28T15:26:07.849" v="572" actId="26606"/>
          <ac:spMkLst>
            <pc:docMk/>
            <pc:sldMk cId="4237766227" sldId="263"/>
            <ac:spMk id="12" creationId="{34ABFBEA-4EB0-4D02-A2C0-1733CD3D6F12}"/>
          </ac:spMkLst>
        </pc:spChg>
        <pc:spChg chg="add del">
          <ac:chgData name="Mohammed Naseer Sihanas" userId="baf10d46-ca0e-4f93-8b9a-bd1fa4bc7e8f" providerId="ADAL" clId="{EFA629BA-05DB-4B4C-9A1D-1AA1358FEB4C}" dt="2024-10-28T15:26:07.849" v="572" actId="26606"/>
          <ac:spMkLst>
            <pc:docMk/>
            <pc:sldMk cId="4237766227" sldId="263"/>
            <ac:spMk id="14" creationId="{19E083F6-57F4-487B-A766-EA0462B1EED8}"/>
          </ac:spMkLst>
        </pc:spChg>
        <pc:spChg chg="add del">
          <ac:chgData name="Mohammed Naseer Sihanas" userId="baf10d46-ca0e-4f93-8b9a-bd1fa4bc7e8f" providerId="ADAL" clId="{EFA629BA-05DB-4B4C-9A1D-1AA1358FEB4C}" dt="2024-10-28T15:26:07.849" v="572" actId="26606"/>
          <ac:spMkLst>
            <pc:docMk/>
            <pc:sldMk cId="4237766227" sldId="263"/>
            <ac:spMk id="16" creationId="{7A18C9FB-EC4C-4DAE-8F7D-C6E5AF607958}"/>
          </ac:spMkLst>
        </pc:spChg>
        <pc:spChg chg="add del">
          <ac:chgData name="Mohammed Naseer Sihanas" userId="baf10d46-ca0e-4f93-8b9a-bd1fa4bc7e8f" providerId="ADAL" clId="{EFA629BA-05DB-4B4C-9A1D-1AA1358FEB4C}" dt="2024-10-28T15:26:07.849" v="572" actId="26606"/>
          <ac:spMkLst>
            <pc:docMk/>
            <pc:sldMk cId="4237766227" sldId="263"/>
            <ac:spMk id="18" creationId="{5E698B96-C345-4CAB-9657-02BD17A19499}"/>
          </ac:spMkLst>
        </pc:spChg>
        <pc:spChg chg="add del">
          <ac:chgData name="Mohammed Naseer Sihanas" userId="baf10d46-ca0e-4f93-8b9a-bd1fa4bc7e8f" providerId="ADAL" clId="{EFA629BA-05DB-4B4C-9A1D-1AA1358FEB4C}" dt="2024-10-28T15:26:07.849" v="572" actId="26606"/>
          <ac:spMkLst>
            <pc:docMk/>
            <pc:sldMk cId="4237766227" sldId="263"/>
            <ac:spMk id="20" creationId="{A90EB1ED-CF74-44C2-853E-6177E160AB3F}"/>
          </ac:spMkLst>
        </pc:spChg>
        <pc:spChg chg="add del">
          <ac:chgData name="Mohammed Naseer Sihanas" userId="baf10d46-ca0e-4f93-8b9a-bd1fa4bc7e8f" providerId="ADAL" clId="{EFA629BA-05DB-4B4C-9A1D-1AA1358FEB4C}" dt="2024-10-28T15:26:09.204" v="574" actId="26606"/>
          <ac:spMkLst>
            <pc:docMk/>
            <pc:sldMk cId="4237766227" sldId="263"/>
            <ac:spMk id="26" creationId="{A6EF5A53-0A64-4CA5-B9C7-1CB97CB5CF1C}"/>
          </ac:spMkLst>
        </pc:spChg>
        <pc:spChg chg="add del">
          <ac:chgData name="Mohammed Naseer Sihanas" userId="baf10d46-ca0e-4f93-8b9a-bd1fa4bc7e8f" providerId="ADAL" clId="{EFA629BA-05DB-4B4C-9A1D-1AA1358FEB4C}" dt="2024-10-28T15:26:09.204" v="574" actId="26606"/>
          <ac:spMkLst>
            <pc:docMk/>
            <pc:sldMk cId="4237766227" sldId="263"/>
            <ac:spMk id="27" creationId="{34ABFBEA-4EB0-4D02-A2C0-1733CD3D6F12}"/>
          </ac:spMkLst>
        </pc:spChg>
        <pc:spChg chg="add del">
          <ac:chgData name="Mohammed Naseer Sihanas" userId="baf10d46-ca0e-4f93-8b9a-bd1fa4bc7e8f" providerId="ADAL" clId="{EFA629BA-05DB-4B4C-9A1D-1AA1358FEB4C}" dt="2024-10-28T15:26:09.204" v="574" actId="26606"/>
          <ac:spMkLst>
            <pc:docMk/>
            <pc:sldMk cId="4237766227" sldId="263"/>
            <ac:spMk id="28" creationId="{19E083F6-57F4-487B-A766-EA0462B1EED8}"/>
          </ac:spMkLst>
        </pc:spChg>
        <pc:spChg chg="add del">
          <ac:chgData name="Mohammed Naseer Sihanas" userId="baf10d46-ca0e-4f93-8b9a-bd1fa4bc7e8f" providerId="ADAL" clId="{EFA629BA-05DB-4B4C-9A1D-1AA1358FEB4C}" dt="2024-10-28T15:26:09.204" v="574" actId="26606"/>
          <ac:spMkLst>
            <pc:docMk/>
            <pc:sldMk cId="4237766227" sldId="263"/>
            <ac:spMk id="29" creationId="{7A18C9FB-EC4C-4DAE-8F7D-C6E5AF607958}"/>
          </ac:spMkLst>
        </pc:spChg>
        <pc:spChg chg="add del">
          <ac:chgData name="Mohammed Naseer Sihanas" userId="baf10d46-ca0e-4f93-8b9a-bd1fa4bc7e8f" providerId="ADAL" clId="{EFA629BA-05DB-4B4C-9A1D-1AA1358FEB4C}" dt="2024-10-28T15:26:09.204" v="574" actId="26606"/>
          <ac:spMkLst>
            <pc:docMk/>
            <pc:sldMk cId="4237766227" sldId="263"/>
            <ac:spMk id="30" creationId="{5E698B96-C345-4CAB-9657-02BD17A19499}"/>
          </ac:spMkLst>
        </pc:spChg>
        <pc:spChg chg="add del">
          <ac:chgData name="Mohammed Naseer Sihanas" userId="baf10d46-ca0e-4f93-8b9a-bd1fa4bc7e8f" providerId="ADAL" clId="{EFA629BA-05DB-4B4C-9A1D-1AA1358FEB4C}" dt="2024-10-28T15:26:10.059" v="576" actId="26606"/>
          <ac:spMkLst>
            <pc:docMk/>
            <pc:sldMk cId="4237766227" sldId="263"/>
            <ac:spMk id="32" creationId="{A6EF5A53-0A64-4CA5-B9C7-1CB97CB5CF1C}"/>
          </ac:spMkLst>
        </pc:spChg>
        <pc:spChg chg="add del">
          <ac:chgData name="Mohammed Naseer Sihanas" userId="baf10d46-ca0e-4f93-8b9a-bd1fa4bc7e8f" providerId="ADAL" clId="{EFA629BA-05DB-4B4C-9A1D-1AA1358FEB4C}" dt="2024-10-28T15:26:10.059" v="576" actId="26606"/>
          <ac:spMkLst>
            <pc:docMk/>
            <pc:sldMk cId="4237766227" sldId="263"/>
            <ac:spMk id="33" creationId="{34ABFBEA-4EB0-4D02-A2C0-1733CD3D6F12}"/>
          </ac:spMkLst>
        </pc:spChg>
        <pc:spChg chg="add del">
          <ac:chgData name="Mohammed Naseer Sihanas" userId="baf10d46-ca0e-4f93-8b9a-bd1fa4bc7e8f" providerId="ADAL" clId="{EFA629BA-05DB-4B4C-9A1D-1AA1358FEB4C}" dt="2024-10-28T15:26:10.059" v="576" actId="26606"/>
          <ac:spMkLst>
            <pc:docMk/>
            <pc:sldMk cId="4237766227" sldId="263"/>
            <ac:spMk id="34" creationId="{19E083F6-57F4-487B-A766-EA0462B1EED8}"/>
          </ac:spMkLst>
        </pc:spChg>
        <pc:spChg chg="add del">
          <ac:chgData name="Mohammed Naseer Sihanas" userId="baf10d46-ca0e-4f93-8b9a-bd1fa4bc7e8f" providerId="ADAL" clId="{EFA629BA-05DB-4B4C-9A1D-1AA1358FEB4C}" dt="2024-10-28T15:26:10.059" v="576" actId="26606"/>
          <ac:spMkLst>
            <pc:docMk/>
            <pc:sldMk cId="4237766227" sldId="263"/>
            <ac:spMk id="35" creationId="{7A18C9FB-EC4C-4DAE-8F7D-C6E5AF607958}"/>
          </ac:spMkLst>
        </pc:spChg>
        <pc:spChg chg="add del">
          <ac:chgData name="Mohammed Naseer Sihanas" userId="baf10d46-ca0e-4f93-8b9a-bd1fa4bc7e8f" providerId="ADAL" clId="{EFA629BA-05DB-4B4C-9A1D-1AA1358FEB4C}" dt="2024-10-28T15:26:10.059" v="576" actId="26606"/>
          <ac:spMkLst>
            <pc:docMk/>
            <pc:sldMk cId="4237766227" sldId="263"/>
            <ac:spMk id="36" creationId="{5E698B96-C345-4CAB-9657-02BD17A19499}"/>
          </ac:spMkLst>
        </pc:spChg>
        <pc:spChg chg="add del">
          <ac:chgData name="Mohammed Naseer Sihanas" userId="baf10d46-ca0e-4f93-8b9a-bd1fa4bc7e8f" providerId="ADAL" clId="{EFA629BA-05DB-4B4C-9A1D-1AA1358FEB4C}" dt="2024-10-28T15:26:10.059" v="576" actId="26606"/>
          <ac:spMkLst>
            <pc:docMk/>
            <pc:sldMk cId="4237766227" sldId="263"/>
            <ac:spMk id="37" creationId="{A90EB1ED-CF74-44C2-853E-6177E160AB3F}"/>
          </ac:spMkLst>
        </pc:spChg>
        <pc:spChg chg="add del">
          <ac:chgData name="Mohammed Naseer Sihanas" userId="baf10d46-ca0e-4f93-8b9a-bd1fa4bc7e8f" providerId="ADAL" clId="{EFA629BA-05DB-4B4C-9A1D-1AA1358FEB4C}" dt="2024-10-28T15:26:10.459" v="578" actId="26606"/>
          <ac:spMkLst>
            <pc:docMk/>
            <pc:sldMk cId="4237766227" sldId="263"/>
            <ac:spMk id="40" creationId="{A6EF5A53-0A64-4CA5-B9C7-1CB97CB5CF1C}"/>
          </ac:spMkLst>
        </pc:spChg>
        <pc:spChg chg="add del">
          <ac:chgData name="Mohammed Naseer Sihanas" userId="baf10d46-ca0e-4f93-8b9a-bd1fa4bc7e8f" providerId="ADAL" clId="{EFA629BA-05DB-4B4C-9A1D-1AA1358FEB4C}" dt="2024-10-28T15:26:10.459" v="578" actId="26606"/>
          <ac:spMkLst>
            <pc:docMk/>
            <pc:sldMk cId="4237766227" sldId="263"/>
            <ac:spMk id="41" creationId="{34ABFBEA-4EB0-4D02-A2C0-1733CD3D6F12}"/>
          </ac:spMkLst>
        </pc:spChg>
        <pc:spChg chg="add del">
          <ac:chgData name="Mohammed Naseer Sihanas" userId="baf10d46-ca0e-4f93-8b9a-bd1fa4bc7e8f" providerId="ADAL" clId="{EFA629BA-05DB-4B4C-9A1D-1AA1358FEB4C}" dt="2024-10-28T15:26:10.459" v="578" actId="26606"/>
          <ac:spMkLst>
            <pc:docMk/>
            <pc:sldMk cId="4237766227" sldId="263"/>
            <ac:spMk id="42" creationId="{19E083F6-57F4-487B-A766-EA0462B1EED8}"/>
          </ac:spMkLst>
        </pc:spChg>
        <pc:spChg chg="add del">
          <ac:chgData name="Mohammed Naseer Sihanas" userId="baf10d46-ca0e-4f93-8b9a-bd1fa4bc7e8f" providerId="ADAL" clId="{EFA629BA-05DB-4B4C-9A1D-1AA1358FEB4C}" dt="2024-10-28T15:26:10.459" v="578" actId="26606"/>
          <ac:spMkLst>
            <pc:docMk/>
            <pc:sldMk cId="4237766227" sldId="263"/>
            <ac:spMk id="43" creationId="{7A18C9FB-EC4C-4DAE-8F7D-C6E5AF607958}"/>
          </ac:spMkLst>
        </pc:spChg>
        <pc:spChg chg="add del">
          <ac:chgData name="Mohammed Naseer Sihanas" userId="baf10d46-ca0e-4f93-8b9a-bd1fa4bc7e8f" providerId="ADAL" clId="{EFA629BA-05DB-4B4C-9A1D-1AA1358FEB4C}" dt="2024-10-28T15:26:10.459" v="578" actId="26606"/>
          <ac:spMkLst>
            <pc:docMk/>
            <pc:sldMk cId="4237766227" sldId="263"/>
            <ac:spMk id="44" creationId="{5E698B96-C345-4CAB-9657-02BD17A19499}"/>
          </ac:spMkLst>
        </pc:spChg>
        <pc:spChg chg="add del">
          <ac:chgData name="Mohammed Naseer Sihanas" userId="baf10d46-ca0e-4f93-8b9a-bd1fa4bc7e8f" providerId="ADAL" clId="{EFA629BA-05DB-4B4C-9A1D-1AA1358FEB4C}" dt="2024-10-28T15:26:29.636" v="585" actId="26606"/>
          <ac:spMkLst>
            <pc:docMk/>
            <pc:sldMk cId="4237766227" sldId="263"/>
            <ac:spMk id="46" creationId="{987A0FBA-CC04-4256-A8EB-BB3C543E989C}"/>
          </ac:spMkLst>
        </pc:spChg>
        <pc:spChg chg="add del">
          <ac:chgData name="Mohammed Naseer Sihanas" userId="baf10d46-ca0e-4f93-8b9a-bd1fa4bc7e8f" providerId="ADAL" clId="{EFA629BA-05DB-4B4C-9A1D-1AA1358FEB4C}" dt="2024-10-28T15:26:29.636" v="585" actId="26606"/>
          <ac:spMkLst>
            <pc:docMk/>
            <pc:sldMk cId="4237766227" sldId="263"/>
            <ac:spMk id="47" creationId="{3D065C6D-EB42-400B-99C4-D0ACE936F6C3}"/>
          </ac:spMkLst>
        </pc:spChg>
        <pc:spChg chg="add del">
          <ac:chgData name="Mohammed Naseer Sihanas" userId="baf10d46-ca0e-4f93-8b9a-bd1fa4bc7e8f" providerId="ADAL" clId="{EFA629BA-05DB-4B4C-9A1D-1AA1358FEB4C}" dt="2024-10-28T15:26:29.636" v="585" actId="26606"/>
          <ac:spMkLst>
            <pc:docMk/>
            <pc:sldMk cId="4237766227" sldId="263"/>
            <ac:spMk id="48" creationId="{3362A0EA-3E81-4464-94B8-70BE5870EDC0}"/>
          </ac:spMkLst>
        </pc:spChg>
        <pc:spChg chg="add">
          <ac:chgData name="Mohammed Naseer Sihanas" userId="baf10d46-ca0e-4f93-8b9a-bd1fa4bc7e8f" providerId="ADAL" clId="{EFA629BA-05DB-4B4C-9A1D-1AA1358FEB4C}" dt="2024-10-28T15:26:29.636" v="585" actId="26606"/>
          <ac:spMkLst>
            <pc:docMk/>
            <pc:sldMk cId="4237766227" sldId="263"/>
            <ac:spMk id="53" creationId="{987A0FBA-CC04-4256-A8EB-BB3C543E989C}"/>
          </ac:spMkLst>
        </pc:spChg>
        <pc:spChg chg="add">
          <ac:chgData name="Mohammed Naseer Sihanas" userId="baf10d46-ca0e-4f93-8b9a-bd1fa4bc7e8f" providerId="ADAL" clId="{EFA629BA-05DB-4B4C-9A1D-1AA1358FEB4C}" dt="2024-10-28T15:26:29.636" v="585" actId="26606"/>
          <ac:spMkLst>
            <pc:docMk/>
            <pc:sldMk cId="4237766227" sldId="263"/>
            <ac:spMk id="55" creationId="{C75CD783-E708-4711-B23C-5B7B72A3D8F0}"/>
          </ac:spMkLst>
        </pc:spChg>
        <pc:spChg chg="add">
          <ac:chgData name="Mohammed Naseer Sihanas" userId="baf10d46-ca0e-4f93-8b9a-bd1fa4bc7e8f" providerId="ADAL" clId="{EFA629BA-05DB-4B4C-9A1D-1AA1358FEB4C}" dt="2024-10-28T15:26:29.636" v="585" actId="26606"/>
          <ac:spMkLst>
            <pc:docMk/>
            <pc:sldMk cId="4237766227" sldId="263"/>
            <ac:spMk id="57" creationId="{E633B38B-B87A-4288-A20F-0223A6C27A5A}"/>
          </ac:spMkLst>
        </pc:spChg>
        <pc:grpChg chg="add del">
          <ac:chgData name="Mohammed Naseer Sihanas" userId="baf10d46-ca0e-4f93-8b9a-bd1fa4bc7e8f" providerId="ADAL" clId="{EFA629BA-05DB-4B4C-9A1D-1AA1358FEB4C}" dt="2024-10-28T15:26:07.849" v="572" actId="26606"/>
          <ac:grpSpMkLst>
            <pc:docMk/>
            <pc:sldMk cId="4237766227" sldId="263"/>
            <ac:grpSpMk id="22" creationId="{57743230-5CA1-4096-8FEF-2A1530D8DDE5}"/>
          </ac:grpSpMkLst>
        </pc:grpChg>
        <pc:grpChg chg="add del">
          <ac:chgData name="Mohammed Naseer Sihanas" userId="baf10d46-ca0e-4f93-8b9a-bd1fa4bc7e8f" providerId="ADAL" clId="{EFA629BA-05DB-4B4C-9A1D-1AA1358FEB4C}" dt="2024-10-28T15:26:10.059" v="576" actId="26606"/>
          <ac:grpSpMkLst>
            <pc:docMk/>
            <pc:sldMk cId="4237766227" sldId="263"/>
            <ac:grpSpMk id="38" creationId="{57743230-5CA1-4096-8FEF-2A1530D8DDE5}"/>
          </ac:grpSpMkLst>
        </pc:grpChg>
        <pc:picChg chg="add mod ord">
          <ac:chgData name="Mohammed Naseer Sihanas" userId="baf10d46-ca0e-4f93-8b9a-bd1fa4bc7e8f" providerId="ADAL" clId="{EFA629BA-05DB-4B4C-9A1D-1AA1358FEB4C}" dt="2024-10-28T15:27:54.399" v="604" actId="14100"/>
          <ac:picMkLst>
            <pc:docMk/>
            <pc:sldMk cId="4237766227" sldId="263"/>
            <ac:picMk id="5" creationId="{A1DB5D99-7DA3-8229-72D2-6455F1834397}"/>
          </ac:picMkLst>
        </pc:picChg>
      </pc:sldChg>
      <pc:sldMasterChg chg="add del addSldLayout delSldLayout">
        <pc:chgData name="Mohammed Naseer Sihanas" userId="baf10d46-ca0e-4f93-8b9a-bd1fa4bc7e8f" providerId="ADAL" clId="{EFA629BA-05DB-4B4C-9A1D-1AA1358FEB4C}" dt="2024-10-28T14:50:43.128" v="117" actId="26606"/>
        <pc:sldMasterMkLst>
          <pc:docMk/>
          <pc:sldMasterMk cId="3250237536" sldId="2147483648"/>
        </pc:sldMasterMkLst>
        <pc:sldLayoutChg chg="add del">
          <pc:chgData name="Mohammed Naseer Sihanas" userId="baf10d46-ca0e-4f93-8b9a-bd1fa4bc7e8f" providerId="ADAL" clId="{EFA629BA-05DB-4B4C-9A1D-1AA1358FEB4C}" dt="2024-10-28T14:50:43.128" v="117" actId="26606"/>
          <pc:sldLayoutMkLst>
            <pc:docMk/>
            <pc:sldMasterMk cId="3250237536" sldId="2147483648"/>
            <pc:sldLayoutMk cId="18470377" sldId="2147483649"/>
          </pc:sldLayoutMkLst>
        </pc:sldLayoutChg>
        <pc:sldLayoutChg chg="add del">
          <pc:chgData name="Mohammed Naseer Sihanas" userId="baf10d46-ca0e-4f93-8b9a-bd1fa4bc7e8f" providerId="ADAL" clId="{EFA629BA-05DB-4B4C-9A1D-1AA1358FEB4C}" dt="2024-10-28T14:50:43.128" v="117" actId="26606"/>
          <pc:sldLayoutMkLst>
            <pc:docMk/>
            <pc:sldMasterMk cId="3250237536" sldId="2147483648"/>
            <pc:sldLayoutMk cId="4195900613" sldId="2147483650"/>
          </pc:sldLayoutMkLst>
        </pc:sldLayoutChg>
        <pc:sldLayoutChg chg="add del">
          <pc:chgData name="Mohammed Naseer Sihanas" userId="baf10d46-ca0e-4f93-8b9a-bd1fa4bc7e8f" providerId="ADAL" clId="{EFA629BA-05DB-4B4C-9A1D-1AA1358FEB4C}" dt="2024-10-28T14:50:43.128" v="117" actId="26606"/>
          <pc:sldLayoutMkLst>
            <pc:docMk/>
            <pc:sldMasterMk cId="3250237536" sldId="2147483648"/>
            <pc:sldLayoutMk cId="2246344238" sldId="2147483651"/>
          </pc:sldLayoutMkLst>
        </pc:sldLayoutChg>
        <pc:sldLayoutChg chg="add del">
          <pc:chgData name="Mohammed Naseer Sihanas" userId="baf10d46-ca0e-4f93-8b9a-bd1fa4bc7e8f" providerId="ADAL" clId="{EFA629BA-05DB-4B4C-9A1D-1AA1358FEB4C}" dt="2024-10-28T14:50:43.128" v="117" actId="26606"/>
          <pc:sldLayoutMkLst>
            <pc:docMk/>
            <pc:sldMasterMk cId="3250237536" sldId="2147483648"/>
            <pc:sldLayoutMk cId="4182937325" sldId="2147483652"/>
          </pc:sldLayoutMkLst>
        </pc:sldLayoutChg>
        <pc:sldLayoutChg chg="add del">
          <pc:chgData name="Mohammed Naseer Sihanas" userId="baf10d46-ca0e-4f93-8b9a-bd1fa4bc7e8f" providerId="ADAL" clId="{EFA629BA-05DB-4B4C-9A1D-1AA1358FEB4C}" dt="2024-10-28T14:50:43.128" v="117" actId="26606"/>
          <pc:sldLayoutMkLst>
            <pc:docMk/>
            <pc:sldMasterMk cId="3250237536" sldId="2147483648"/>
            <pc:sldLayoutMk cId="2403655993" sldId="2147483653"/>
          </pc:sldLayoutMkLst>
        </pc:sldLayoutChg>
        <pc:sldLayoutChg chg="add del">
          <pc:chgData name="Mohammed Naseer Sihanas" userId="baf10d46-ca0e-4f93-8b9a-bd1fa4bc7e8f" providerId="ADAL" clId="{EFA629BA-05DB-4B4C-9A1D-1AA1358FEB4C}" dt="2024-10-28T14:50:43.128" v="117" actId="26606"/>
          <pc:sldLayoutMkLst>
            <pc:docMk/>
            <pc:sldMasterMk cId="3250237536" sldId="2147483648"/>
            <pc:sldLayoutMk cId="3969589131" sldId="2147483654"/>
          </pc:sldLayoutMkLst>
        </pc:sldLayoutChg>
        <pc:sldLayoutChg chg="add del">
          <pc:chgData name="Mohammed Naseer Sihanas" userId="baf10d46-ca0e-4f93-8b9a-bd1fa4bc7e8f" providerId="ADAL" clId="{EFA629BA-05DB-4B4C-9A1D-1AA1358FEB4C}" dt="2024-10-28T14:50:43.128" v="117" actId="26606"/>
          <pc:sldLayoutMkLst>
            <pc:docMk/>
            <pc:sldMasterMk cId="3250237536" sldId="2147483648"/>
            <pc:sldLayoutMk cId="3965224541" sldId="2147483655"/>
          </pc:sldLayoutMkLst>
        </pc:sldLayoutChg>
        <pc:sldLayoutChg chg="add del">
          <pc:chgData name="Mohammed Naseer Sihanas" userId="baf10d46-ca0e-4f93-8b9a-bd1fa4bc7e8f" providerId="ADAL" clId="{EFA629BA-05DB-4B4C-9A1D-1AA1358FEB4C}" dt="2024-10-28T14:50:43.128" v="117" actId="26606"/>
          <pc:sldLayoutMkLst>
            <pc:docMk/>
            <pc:sldMasterMk cId="3250237536" sldId="2147483648"/>
            <pc:sldLayoutMk cId="2496241165" sldId="2147483656"/>
          </pc:sldLayoutMkLst>
        </pc:sldLayoutChg>
        <pc:sldLayoutChg chg="add del">
          <pc:chgData name="Mohammed Naseer Sihanas" userId="baf10d46-ca0e-4f93-8b9a-bd1fa4bc7e8f" providerId="ADAL" clId="{EFA629BA-05DB-4B4C-9A1D-1AA1358FEB4C}" dt="2024-10-28T14:50:43.128" v="117" actId="26606"/>
          <pc:sldLayoutMkLst>
            <pc:docMk/>
            <pc:sldMasterMk cId="3250237536" sldId="2147483648"/>
            <pc:sldLayoutMk cId="3523543076" sldId="2147483657"/>
          </pc:sldLayoutMkLst>
        </pc:sldLayoutChg>
        <pc:sldLayoutChg chg="add del">
          <pc:chgData name="Mohammed Naseer Sihanas" userId="baf10d46-ca0e-4f93-8b9a-bd1fa4bc7e8f" providerId="ADAL" clId="{EFA629BA-05DB-4B4C-9A1D-1AA1358FEB4C}" dt="2024-10-28T14:50:43.128" v="117" actId="26606"/>
          <pc:sldLayoutMkLst>
            <pc:docMk/>
            <pc:sldMasterMk cId="3250237536" sldId="2147483648"/>
            <pc:sldLayoutMk cId="3105810616" sldId="2147483658"/>
          </pc:sldLayoutMkLst>
        </pc:sldLayoutChg>
        <pc:sldLayoutChg chg="add del">
          <pc:chgData name="Mohammed Naseer Sihanas" userId="baf10d46-ca0e-4f93-8b9a-bd1fa4bc7e8f" providerId="ADAL" clId="{EFA629BA-05DB-4B4C-9A1D-1AA1358FEB4C}" dt="2024-10-28T14:50:43.128" v="117" actId="26606"/>
          <pc:sldLayoutMkLst>
            <pc:docMk/>
            <pc:sldMasterMk cId="3250237536" sldId="2147483648"/>
            <pc:sldLayoutMk cId="2385493093" sldId="2147483659"/>
          </pc:sldLayoutMkLst>
        </pc:sldLayoutChg>
      </pc:sldMasterChg>
      <pc:sldMasterChg chg="add addSldLayout">
        <pc:chgData name="Mohammed Naseer Sihanas" userId="baf10d46-ca0e-4f93-8b9a-bd1fa4bc7e8f" providerId="ADAL" clId="{EFA629BA-05DB-4B4C-9A1D-1AA1358FEB4C}" dt="2024-10-28T14:50:43.128" v="117" actId="26606"/>
        <pc:sldMasterMkLst>
          <pc:docMk/>
          <pc:sldMasterMk cId="3731056598" sldId="2147483712"/>
        </pc:sldMasterMkLst>
        <pc:sldLayoutChg chg="add">
          <pc:chgData name="Mohammed Naseer Sihanas" userId="baf10d46-ca0e-4f93-8b9a-bd1fa4bc7e8f" providerId="ADAL" clId="{EFA629BA-05DB-4B4C-9A1D-1AA1358FEB4C}" dt="2024-10-28T14:50:43.128" v="117" actId="26606"/>
          <pc:sldLayoutMkLst>
            <pc:docMk/>
            <pc:sldMasterMk cId="3731056598" sldId="2147483712"/>
            <pc:sldLayoutMk cId="1958749984" sldId="2147483701"/>
          </pc:sldLayoutMkLst>
        </pc:sldLayoutChg>
        <pc:sldLayoutChg chg="add">
          <pc:chgData name="Mohammed Naseer Sihanas" userId="baf10d46-ca0e-4f93-8b9a-bd1fa4bc7e8f" providerId="ADAL" clId="{EFA629BA-05DB-4B4C-9A1D-1AA1358FEB4C}" dt="2024-10-28T14:50:43.128" v="117" actId="26606"/>
          <pc:sldLayoutMkLst>
            <pc:docMk/>
            <pc:sldMasterMk cId="3731056598" sldId="2147483712"/>
            <pc:sldLayoutMk cId="3086638888" sldId="2147483702"/>
          </pc:sldLayoutMkLst>
        </pc:sldLayoutChg>
        <pc:sldLayoutChg chg="add">
          <pc:chgData name="Mohammed Naseer Sihanas" userId="baf10d46-ca0e-4f93-8b9a-bd1fa4bc7e8f" providerId="ADAL" clId="{EFA629BA-05DB-4B4C-9A1D-1AA1358FEB4C}" dt="2024-10-28T14:50:43.128" v="117" actId="26606"/>
          <pc:sldLayoutMkLst>
            <pc:docMk/>
            <pc:sldMasterMk cId="3731056598" sldId="2147483712"/>
            <pc:sldLayoutMk cId="2423318804" sldId="2147483703"/>
          </pc:sldLayoutMkLst>
        </pc:sldLayoutChg>
        <pc:sldLayoutChg chg="add">
          <pc:chgData name="Mohammed Naseer Sihanas" userId="baf10d46-ca0e-4f93-8b9a-bd1fa4bc7e8f" providerId="ADAL" clId="{EFA629BA-05DB-4B4C-9A1D-1AA1358FEB4C}" dt="2024-10-28T14:50:43.128" v="117" actId="26606"/>
          <pc:sldLayoutMkLst>
            <pc:docMk/>
            <pc:sldMasterMk cId="3731056598" sldId="2147483712"/>
            <pc:sldLayoutMk cId="4237372745" sldId="2147483704"/>
          </pc:sldLayoutMkLst>
        </pc:sldLayoutChg>
        <pc:sldLayoutChg chg="add">
          <pc:chgData name="Mohammed Naseer Sihanas" userId="baf10d46-ca0e-4f93-8b9a-bd1fa4bc7e8f" providerId="ADAL" clId="{EFA629BA-05DB-4B4C-9A1D-1AA1358FEB4C}" dt="2024-10-28T14:50:43.128" v="117" actId="26606"/>
          <pc:sldLayoutMkLst>
            <pc:docMk/>
            <pc:sldMasterMk cId="3731056598" sldId="2147483712"/>
            <pc:sldLayoutMk cId="3945829876" sldId="2147483705"/>
          </pc:sldLayoutMkLst>
        </pc:sldLayoutChg>
        <pc:sldLayoutChg chg="add">
          <pc:chgData name="Mohammed Naseer Sihanas" userId="baf10d46-ca0e-4f93-8b9a-bd1fa4bc7e8f" providerId="ADAL" clId="{EFA629BA-05DB-4B4C-9A1D-1AA1358FEB4C}" dt="2024-10-28T14:50:43.128" v="117" actId="26606"/>
          <pc:sldLayoutMkLst>
            <pc:docMk/>
            <pc:sldMasterMk cId="3731056598" sldId="2147483712"/>
            <pc:sldLayoutMk cId="1174083241" sldId="2147483706"/>
          </pc:sldLayoutMkLst>
        </pc:sldLayoutChg>
        <pc:sldLayoutChg chg="add">
          <pc:chgData name="Mohammed Naseer Sihanas" userId="baf10d46-ca0e-4f93-8b9a-bd1fa4bc7e8f" providerId="ADAL" clId="{EFA629BA-05DB-4B4C-9A1D-1AA1358FEB4C}" dt="2024-10-28T14:50:43.128" v="117" actId="26606"/>
          <pc:sldLayoutMkLst>
            <pc:docMk/>
            <pc:sldMasterMk cId="3731056598" sldId="2147483712"/>
            <pc:sldLayoutMk cId="3357420288" sldId="2147483707"/>
          </pc:sldLayoutMkLst>
        </pc:sldLayoutChg>
        <pc:sldLayoutChg chg="add">
          <pc:chgData name="Mohammed Naseer Sihanas" userId="baf10d46-ca0e-4f93-8b9a-bd1fa4bc7e8f" providerId="ADAL" clId="{EFA629BA-05DB-4B4C-9A1D-1AA1358FEB4C}" dt="2024-10-28T14:50:43.128" v="117" actId="26606"/>
          <pc:sldLayoutMkLst>
            <pc:docMk/>
            <pc:sldMasterMk cId="3731056598" sldId="2147483712"/>
            <pc:sldLayoutMk cId="2342185239" sldId="2147483708"/>
          </pc:sldLayoutMkLst>
        </pc:sldLayoutChg>
        <pc:sldLayoutChg chg="add">
          <pc:chgData name="Mohammed Naseer Sihanas" userId="baf10d46-ca0e-4f93-8b9a-bd1fa4bc7e8f" providerId="ADAL" clId="{EFA629BA-05DB-4B4C-9A1D-1AA1358FEB4C}" dt="2024-10-28T14:50:43.128" v="117" actId="26606"/>
          <pc:sldLayoutMkLst>
            <pc:docMk/>
            <pc:sldMasterMk cId="3731056598" sldId="2147483712"/>
            <pc:sldLayoutMk cId="6727177" sldId="2147483709"/>
          </pc:sldLayoutMkLst>
        </pc:sldLayoutChg>
        <pc:sldLayoutChg chg="add">
          <pc:chgData name="Mohammed Naseer Sihanas" userId="baf10d46-ca0e-4f93-8b9a-bd1fa4bc7e8f" providerId="ADAL" clId="{EFA629BA-05DB-4B4C-9A1D-1AA1358FEB4C}" dt="2024-10-28T14:50:43.128" v="117" actId="26606"/>
          <pc:sldLayoutMkLst>
            <pc:docMk/>
            <pc:sldMasterMk cId="3731056598" sldId="2147483712"/>
            <pc:sldLayoutMk cId="3201196401" sldId="2147483710"/>
          </pc:sldLayoutMkLst>
        </pc:sldLayoutChg>
        <pc:sldLayoutChg chg="add">
          <pc:chgData name="Mohammed Naseer Sihanas" userId="baf10d46-ca0e-4f93-8b9a-bd1fa4bc7e8f" providerId="ADAL" clId="{EFA629BA-05DB-4B4C-9A1D-1AA1358FEB4C}" dt="2024-10-28T14:50:43.128" v="117" actId="26606"/>
          <pc:sldLayoutMkLst>
            <pc:docMk/>
            <pc:sldMasterMk cId="3731056598" sldId="2147483712"/>
            <pc:sldLayoutMk cId="1982938720" sldId="2147483711"/>
          </pc:sldLayoutMkLst>
        </pc:sldLayoutChg>
      </pc:sldMasterChg>
      <pc:sldMasterChg chg="add del addSldLayout delSldLayout">
        <pc:chgData name="Mohammed Naseer Sihanas" userId="baf10d46-ca0e-4f93-8b9a-bd1fa4bc7e8f" providerId="ADAL" clId="{EFA629BA-05DB-4B4C-9A1D-1AA1358FEB4C}" dt="2024-10-28T14:50:43.098" v="116" actId="26606"/>
        <pc:sldMasterMkLst>
          <pc:docMk/>
          <pc:sldMasterMk cId="1637822576" sldId="2147483738"/>
        </pc:sldMasterMkLst>
        <pc:sldLayoutChg chg="add del">
          <pc:chgData name="Mohammed Naseer Sihanas" userId="baf10d46-ca0e-4f93-8b9a-bd1fa4bc7e8f" providerId="ADAL" clId="{EFA629BA-05DB-4B4C-9A1D-1AA1358FEB4C}" dt="2024-10-28T14:50:43.098" v="116" actId="26606"/>
          <pc:sldLayoutMkLst>
            <pc:docMk/>
            <pc:sldMasterMk cId="1637822576" sldId="2147483738"/>
            <pc:sldLayoutMk cId="2490903765" sldId="2147483727"/>
          </pc:sldLayoutMkLst>
        </pc:sldLayoutChg>
        <pc:sldLayoutChg chg="add del">
          <pc:chgData name="Mohammed Naseer Sihanas" userId="baf10d46-ca0e-4f93-8b9a-bd1fa4bc7e8f" providerId="ADAL" clId="{EFA629BA-05DB-4B4C-9A1D-1AA1358FEB4C}" dt="2024-10-28T14:50:43.098" v="116" actId="26606"/>
          <pc:sldLayoutMkLst>
            <pc:docMk/>
            <pc:sldMasterMk cId="1637822576" sldId="2147483738"/>
            <pc:sldLayoutMk cId="424978940" sldId="2147483728"/>
          </pc:sldLayoutMkLst>
        </pc:sldLayoutChg>
        <pc:sldLayoutChg chg="add del">
          <pc:chgData name="Mohammed Naseer Sihanas" userId="baf10d46-ca0e-4f93-8b9a-bd1fa4bc7e8f" providerId="ADAL" clId="{EFA629BA-05DB-4B4C-9A1D-1AA1358FEB4C}" dt="2024-10-28T14:50:43.098" v="116" actId="26606"/>
          <pc:sldLayoutMkLst>
            <pc:docMk/>
            <pc:sldMasterMk cId="1637822576" sldId="2147483738"/>
            <pc:sldLayoutMk cId="4176485439" sldId="2147483729"/>
          </pc:sldLayoutMkLst>
        </pc:sldLayoutChg>
        <pc:sldLayoutChg chg="add del">
          <pc:chgData name="Mohammed Naseer Sihanas" userId="baf10d46-ca0e-4f93-8b9a-bd1fa4bc7e8f" providerId="ADAL" clId="{EFA629BA-05DB-4B4C-9A1D-1AA1358FEB4C}" dt="2024-10-28T14:50:43.098" v="116" actId="26606"/>
          <pc:sldLayoutMkLst>
            <pc:docMk/>
            <pc:sldMasterMk cId="1637822576" sldId="2147483738"/>
            <pc:sldLayoutMk cId="460633504" sldId="2147483730"/>
          </pc:sldLayoutMkLst>
        </pc:sldLayoutChg>
        <pc:sldLayoutChg chg="add del">
          <pc:chgData name="Mohammed Naseer Sihanas" userId="baf10d46-ca0e-4f93-8b9a-bd1fa4bc7e8f" providerId="ADAL" clId="{EFA629BA-05DB-4B4C-9A1D-1AA1358FEB4C}" dt="2024-10-28T14:50:43.098" v="116" actId="26606"/>
          <pc:sldLayoutMkLst>
            <pc:docMk/>
            <pc:sldMasterMk cId="1637822576" sldId="2147483738"/>
            <pc:sldLayoutMk cId="1474891232" sldId="2147483731"/>
          </pc:sldLayoutMkLst>
        </pc:sldLayoutChg>
        <pc:sldLayoutChg chg="add del">
          <pc:chgData name="Mohammed Naseer Sihanas" userId="baf10d46-ca0e-4f93-8b9a-bd1fa4bc7e8f" providerId="ADAL" clId="{EFA629BA-05DB-4B4C-9A1D-1AA1358FEB4C}" dt="2024-10-28T14:50:43.098" v="116" actId="26606"/>
          <pc:sldLayoutMkLst>
            <pc:docMk/>
            <pc:sldMasterMk cId="1637822576" sldId="2147483738"/>
            <pc:sldLayoutMk cId="1088579642" sldId="2147483732"/>
          </pc:sldLayoutMkLst>
        </pc:sldLayoutChg>
        <pc:sldLayoutChg chg="add del">
          <pc:chgData name="Mohammed Naseer Sihanas" userId="baf10d46-ca0e-4f93-8b9a-bd1fa4bc7e8f" providerId="ADAL" clId="{EFA629BA-05DB-4B4C-9A1D-1AA1358FEB4C}" dt="2024-10-28T14:50:43.098" v="116" actId="26606"/>
          <pc:sldLayoutMkLst>
            <pc:docMk/>
            <pc:sldMasterMk cId="1637822576" sldId="2147483738"/>
            <pc:sldLayoutMk cId="3030364039" sldId="2147483733"/>
          </pc:sldLayoutMkLst>
        </pc:sldLayoutChg>
        <pc:sldLayoutChg chg="add del">
          <pc:chgData name="Mohammed Naseer Sihanas" userId="baf10d46-ca0e-4f93-8b9a-bd1fa4bc7e8f" providerId="ADAL" clId="{EFA629BA-05DB-4B4C-9A1D-1AA1358FEB4C}" dt="2024-10-28T14:50:43.098" v="116" actId="26606"/>
          <pc:sldLayoutMkLst>
            <pc:docMk/>
            <pc:sldMasterMk cId="1637822576" sldId="2147483738"/>
            <pc:sldLayoutMk cId="4265740377" sldId="2147483734"/>
          </pc:sldLayoutMkLst>
        </pc:sldLayoutChg>
        <pc:sldLayoutChg chg="add del">
          <pc:chgData name="Mohammed Naseer Sihanas" userId="baf10d46-ca0e-4f93-8b9a-bd1fa4bc7e8f" providerId="ADAL" clId="{EFA629BA-05DB-4B4C-9A1D-1AA1358FEB4C}" dt="2024-10-28T14:50:43.098" v="116" actId="26606"/>
          <pc:sldLayoutMkLst>
            <pc:docMk/>
            <pc:sldMasterMk cId="1637822576" sldId="2147483738"/>
            <pc:sldLayoutMk cId="3534234954" sldId="2147483735"/>
          </pc:sldLayoutMkLst>
        </pc:sldLayoutChg>
        <pc:sldLayoutChg chg="add del">
          <pc:chgData name="Mohammed Naseer Sihanas" userId="baf10d46-ca0e-4f93-8b9a-bd1fa4bc7e8f" providerId="ADAL" clId="{EFA629BA-05DB-4B4C-9A1D-1AA1358FEB4C}" dt="2024-10-28T14:50:43.098" v="116" actId="26606"/>
          <pc:sldLayoutMkLst>
            <pc:docMk/>
            <pc:sldMasterMk cId="1637822576" sldId="2147483738"/>
            <pc:sldLayoutMk cId="1214010957" sldId="2147483736"/>
          </pc:sldLayoutMkLst>
        </pc:sldLayoutChg>
        <pc:sldLayoutChg chg="add del">
          <pc:chgData name="Mohammed Naseer Sihanas" userId="baf10d46-ca0e-4f93-8b9a-bd1fa4bc7e8f" providerId="ADAL" clId="{EFA629BA-05DB-4B4C-9A1D-1AA1358FEB4C}" dt="2024-10-28T14:50:43.098" v="116" actId="26606"/>
          <pc:sldLayoutMkLst>
            <pc:docMk/>
            <pc:sldMasterMk cId="1637822576" sldId="2147483738"/>
            <pc:sldLayoutMk cId="4206387651" sldId="2147483737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8A5AFB-1A76-45CA-8342-F7991A61786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5_2" csCatId="accent5" phldr="1"/>
      <dgm:spPr/>
      <dgm:t>
        <a:bodyPr/>
        <a:lstStyle/>
        <a:p>
          <a:endParaRPr lang="en-US"/>
        </a:p>
      </dgm:t>
    </dgm:pt>
    <dgm:pt modelId="{8A1DF5F0-96D6-42B2-9465-5764B98D45A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NAT enables private IP addresses to communicate over public networks.</a:t>
          </a:r>
          <a:endParaRPr lang="en-US"/>
        </a:p>
      </dgm:t>
    </dgm:pt>
    <dgm:pt modelId="{3D457866-94D4-41ED-8425-760C255585FB}" type="parTrans" cxnId="{37551376-3526-4E8F-B766-D0A8455FD602}">
      <dgm:prSet/>
      <dgm:spPr/>
      <dgm:t>
        <a:bodyPr/>
        <a:lstStyle/>
        <a:p>
          <a:endParaRPr lang="en-US"/>
        </a:p>
      </dgm:t>
    </dgm:pt>
    <dgm:pt modelId="{B7D8A3C5-BDD3-472A-B15C-161FA4C9682C}" type="sibTrans" cxnId="{37551376-3526-4E8F-B766-D0A8455FD602}">
      <dgm:prSet/>
      <dgm:spPr/>
      <dgm:t>
        <a:bodyPr/>
        <a:lstStyle/>
        <a:p>
          <a:endParaRPr lang="en-US"/>
        </a:p>
      </dgm:t>
    </dgm:pt>
    <dgm:pt modelId="{7D4A2C7F-E7B8-4A14-975E-4BB252272E7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Helps conserve IP addresses and enhances security.</a:t>
          </a:r>
          <a:endParaRPr lang="en-US"/>
        </a:p>
      </dgm:t>
    </dgm:pt>
    <dgm:pt modelId="{34904E7B-D51F-4452-A52A-20179D4863AB}" type="parTrans" cxnId="{EF07B5FA-C5CF-4D84-B35D-FF662F3E3B31}">
      <dgm:prSet/>
      <dgm:spPr/>
      <dgm:t>
        <a:bodyPr/>
        <a:lstStyle/>
        <a:p>
          <a:endParaRPr lang="en-US"/>
        </a:p>
      </dgm:t>
    </dgm:pt>
    <dgm:pt modelId="{A73B1126-E8C1-4B2E-A709-5EF9309E5627}" type="sibTrans" cxnId="{EF07B5FA-C5CF-4D84-B35D-FF662F3E3B31}">
      <dgm:prSet/>
      <dgm:spPr/>
      <dgm:t>
        <a:bodyPr/>
        <a:lstStyle/>
        <a:p>
          <a:endParaRPr lang="en-US"/>
        </a:p>
      </dgm:t>
    </dgm:pt>
    <dgm:pt modelId="{C21DF30E-9C21-4B38-BD70-5BD87C07FC4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Main types: </a:t>
          </a:r>
          <a:r>
            <a:rPr lang="en-GB" b="1"/>
            <a:t>Dynamic NAT, Static NAT, and Port Address Translation (PAT).</a:t>
          </a:r>
          <a:endParaRPr lang="en-US"/>
        </a:p>
      </dgm:t>
    </dgm:pt>
    <dgm:pt modelId="{11A94FF3-410E-4EF0-8D90-FC96891FB34D}" type="parTrans" cxnId="{259E4028-89B5-4549-8592-445C65DE97BF}">
      <dgm:prSet/>
      <dgm:spPr/>
      <dgm:t>
        <a:bodyPr/>
        <a:lstStyle/>
        <a:p>
          <a:endParaRPr lang="en-US"/>
        </a:p>
      </dgm:t>
    </dgm:pt>
    <dgm:pt modelId="{B563D736-4BEA-4461-B27E-8F09C584CD02}" type="sibTrans" cxnId="{259E4028-89B5-4549-8592-445C65DE97BF}">
      <dgm:prSet/>
      <dgm:spPr/>
      <dgm:t>
        <a:bodyPr/>
        <a:lstStyle/>
        <a:p>
          <a:endParaRPr lang="en-US"/>
        </a:p>
      </dgm:t>
    </dgm:pt>
    <dgm:pt modelId="{200A5C62-D1C0-4C9A-8B6F-67252E79A7E4}" type="pres">
      <dgm:prSet presAssocID="{B78A5AFB-1A76-45CA-8342-F7991A617861}" presName="root" presStyleCnt="0">
        <dgm:presLayoutVars>
          <dgm:dir/>
          <dgm:resizeHandles val="exact"/>
        </dgm:presLayoutVars>
      </dgm:prSet>
      <dgm:spPr/>
    </dgm:pt>
    <dgm:pt modelId="{634931A8-ECC8-4340-8966-CF555862F5C3}" type="pres">
      <dgm:prSet presAssocID="{8A1DF5F0-96D6-42B2-9465-5764B98D45A8}" presName="compNode" presStyleCnt="0"/>
      <dgm:spPr/>
    </dgm:pt>
    <dgm:pt modelId="{1D685AA3-7973-4F2E-B92D-219DFBC0E267}" type="pres">
      <dgm:prSet presAssocID="{8A1DF5F0-96D6-42B2-9465-5764B98D45A8}" presName="bgRect" presStyleLbl="bgShp" presStyleIdx="0" presStyleCnt="3"/>
      <dgm:spPr/>
    </dgm:pt>
    <dgm:pt modelId="{E0B3268B-771F-4D07-AB4B-CC90E368234D}" type="pres">
      <dgm:prSet presAssocID="{8A1DF5F0-96D6-42B2-9465-5764B98D45A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43E274E0-E914-4CAD-9AA3-E4013B0FAC32}" type="pres">
      <dgm:prSet presAssocID="{8A1DF5F0-96D6-42B2-9465-5764B98D45A8}" presName="spaceRect" presStyleCnt="0"/>
      <dgm:spPr/>
    </dgm:pt>
    <dgm:pt modelId="{4915B6ED-2C17-4208-97FF-F7A56919AAD9}" type="pres">
      <dgm:prSet presAssocID="{8A1DF5F0-96D6-42B2-9465-5764B98D45A8}" presName="parTx" presStyleLbl="revTx" presStyleIdx="0" presStyleCnt="3">
        <dgm:presLayoutVars>
          <dgm:chMax val="0"/>
          <dgm:chPref val="0"/>
        </dgm:presLayoutVars>
      </dgm:prSet>
      <dgm:spPr/>
    </dgm:pt>
    <dgm:pt modelId="{1A66F63E-159B-4CE4-81F2-D89E00B843ED}" type="pres">
      <dgm:prSet presAssocID="{B7D8A3C5-BDD3-472A-B15C-161FA4C9682C}" presName="sibTrans" presStyleCnt="0"/>
      <dgm:spPr/>
    </dgm:pt>
    <dgm:pt modelId="{FF13ABBD-F528-4236-AF12-2F21F54A857D}" type="pres">
      <dgm:prSet presAssocID="{7D4A2C7F-E7B8-4A14-975E-4BB252272E74}" presName="compNode" presStyleCnt="0"/>
      <dgm:spPr/>
    </dgm:pt>
    <dgm:pt modelId="{EDBDF1E9-E336-452C-96EB-0CE6EF41C728}" type="pres">
      <dgm:prSet presAssocID="{7D4A2C7F-E7B8-4A14-975E-4BB252272E74}" presName="bgRect" presStyleLbl="bgShp" presStyleIdx="1" presStyleCnt="3"/>
      <dgm:spPr/>
    </dgm:pt>
    <dgm:pt modelId="{E9B8E734-A384-4016-B30E-6EE386484EFB}" type="pres">
      <dgm:prSet presAssocID="{7D4A2C7F-E7B8-4A14-975E-4BB252272E7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1744C0D1-A481-40FC-8AC2-C9E4F82E87A8}" type="pres">
      <dgm:prSet presAssocID="{7D4A2C7F-E7B8-4A14-975E-4BB252272E74}" presName="spaceRect" presStyleCnt="0"/>
      <dgm:spPr/>
    </dgm:pt>
    <dgm:pt modelId="{E39C8F9D-8237-4814-88E1-EDCABD4FBBD4}" type="pres">
      <dgm:prSet presAssocID="{7D4A2C7F-E7B8-4A14-975E-4BB252272E74}" presName="parTx" presStyleLbl="revTx" presStyleIdx="1" presStyleCnt="3">
        <dgm:presLayoutVars>
          <dgm:chMax val="0"/>
          <dgm:chPref val="0"/>
        </dgm:presLayoutVars>
      </dgm:prSet>
      <dgm:spPr/>
    </dgm:pt>
    <dgm:pt modelId="{CC2420B5-F040-46E2-BE06-0042EA3E5F94}" type="pres">
      <dgm:prSet presAssocID="{A73B1126-E8C1-4B2E-A709-5EF9309E5627}" presName="sibTrans" presStyleCnt="0"/>
      <dgm:spPr/>
    </dgm:pt>
    <dgm:pt modelId="{A5E98AC4-EC52-4BA8-8742-687F4D9BA2F8}" type="pres">
      <dgm:prSet presAssocID="{C21DF30E-9C21-4B38-BD70-5BD87C07FC4E}" presName="compNode" presStyleCnt="0"/>
      <dgm:spPr/>
    </dgm:pt>
    <dgm:pt modelId="{3446D45A-F9A2-4ABD-87F5-5F058E0505BE}" type="pres">
      <dgm:prSet presAssocID="{C21DF30E-9C21-4B38-BD70-5BD87C07FC4E}" presName="bgRect" presStyleLbl="bgShp" presStyleIdx="2" presStyleCnt="3"/>
      <dgm:spPr/>
    </dgm:pt>
    <dgm:pt modelId="{A8712213-C18C-4F43-B232-9747630208E4}" type="pres">
      <dgm:prSet presAssocID="{C21DF30E-9C21-4B38-BD70-5BD87C07FC4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8F83FE5F-1F7B-4966-A8CB-89750EAC234B}" type="pres">
      <dgm:prSet presAssocID="{C21DF30E-9C21-4B38-BD70-5BD87C07FC4E}" presName="spaceRect" presStyleCnt="0"/>
      <dgm:spPr/>
    </dgm:pt>
    <dgm:pt modelId="{400DF412-1771-46F6-82F2-AD26CFA7F699}" type="pres">
      <dgm:prSet presAssocID="{C21DF30E-9C21-4B38-BD70-5BD87C07FC4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59E4028-89B5-4549-8592-445C65DE97BF}" srcId="{B78A5AFB-1A76-45CA-8342-F7991A617861}" destId="{C21DF30E-9C21-4B38-BD70-5BD87C07FC4E}" srcOrd="2" destOrd="0" parTransId="{11A94FF3-410E-4EF0-8D90-FC96891FB34D}" sibTransId="{B563D736-4BEA-4461-B27E-8F09C584CD02}"/>
    <dgm:cxn modelId="{4B750D3F-2634-4413-8C07-B09F4B1664D1}" type="presOf" srcId="{7D4A2C7F-E7B8-4A14-975E-4BB252272E74}" destId="{E39C8F9D-8237-4814-88E1-EDCABD4FBBD4}" srcOrd="0" destOrd="0" presId="urn:microsoft.com/office/officeart/2018/2/layout/IconVerticalSolidList"/>
    <dgm:cxn modelId="{37551376-3526-4E8F-B766-D0A8455FD602}" srcId="{B78A5AFB-1A76-45CA-8342-F7991A617861}" destId="{8A1DF5F0-96D6-42B2-9465-5764B98D45A8}" srcOrd="0" destOrd="0" parTransId="{3D457866-94D4-41ED-8425-760C255585FB}" sibTransId="{B7D8A3C5-BDD3-472A-B15C-161FA4C9682C}"/>
    <dgm:cxn modelId="{17FCE4A1-BFBE-4A38-9FEC-4A8B7A010A58}" type="presOf" srcId="{B78A5AFB-1A76-45CA-8342-F7991A617861}" destId="{200A5C62-D1C0-4C9A-8B6F-67252E79A7E4}" srcOrd="0" destOrd="0" presId="urn:microsoft.com/office/officeart/2018/2/layout/IconVerticalSolidList"/>
    <dgm:cxn modelId="{44597BE8-D41A-4E14-B1EC-5DEBFEFE60B6}" type="presOf" srcId="{8A1DF5F0-96D6-42B2-9465-5764B98D45A8}" destId="{4915B6ED-2C17-4208-97FF-F7A56919AAD9}" srcOrd="0" destOrd="0" presId="urn:microsoft.com/office/officeart/2018/2/layout/IconVerticalSolidList"/>
    <dgm:cxn modelId="{E2C1FDF7-4B11-4BB6-9BD6-F29E3E290BEA}" type="presOf" srcId="{C21DF30E-9C21-4B38-BD70-5BD87C07FC4E}" destId="{400DF412-1771-46F6-82F2-AD26CFA7F699}" srcOrd="0" destOrd="0" presId="urn:microsoft.com/office/officeart/2018/2/layout/IconVerticalSolidList"/>
    <dgm:cxn modelId="{EF07B5FA-C5CF-4D84-B35D-FF662F3E3B31}" srcId="{B78A5AFB-1A76-45CA-8342-F7991A617861}" destId="{7D4A2C7F-E7B8-4A14-975E-4BB252272E74}" srcOrd="1" destOrd="0" parTransId="{34904E7B-D51F-4452-A52A-20179D4863AB}" sibTransId="{A73B1126-E8C1-4B2E-A709-5EF9309E5627}"/>
    <dgm:cxn modelId="{44156FF4-3EC3-4D79-A4F5-AD08D26328D5}" type="presParOf" srcId="{200A5C62-D1C0-4C9A-8B6F-67252E79A7E4}" destId="{634931A8-ECC8-4340-8966-CF555862F5C3}" srcOrd="0" destOrd="0" presId="urn:microsoft.com/office/officeart/2018/2/layout/IconVerticalSolidList"/>
    <dgm:cxn modelId="{ED317639-A814-491E-95BD-AD2447855421}" type="presParOf" srcId="{634931A8-ECC8-4340-8966-CF555862F5C3}" destId="{1D685AA3-7973-4F2E-B92D-219DFBC0E267}" srcOrd="0" destOrd="0" presId="urn:microsoft.com/office/officeart/2018/2/layout/IconVerticalSolidList"/>
    <dgm:cxn modelId="{A57D4434-CDE9-4561-9D9B-EF214B077C86}" type="presParOf" srcId="{634931A8-ECC8-4340-8966-CF555862F5C3}" destId="{E0B3268B-771F-4D07-AB4B-CC90E368234D}" srcOrd="1" destOrd="0" presId="urn:microsoft.com/office/officeart/2018/2/layout/IconVerticalSolidList"/>
    <dgm:cxn modelId="{06EC5E18-AB50-437E-8DA9-94CA28D987A3}" type="presParOf" srcId="{634931A8-ECC8-4340-8966-CF555862F5C3}" destId="{43E274E0-E914-4CAD-9AA3-E4013B0FAC32}" srcOrd="2" destOrd="0" presId="urn:microsoft.com/office/officeart/2018/2/layout/IconVerticalSolidList"/>
    <dgm:cxn modelId="{28599107-4D18-4DD5-BD01-315058B8F1DA}" type="presParOf" srcId="{634931A8-ECC8-4340-8966-CF555862F5C3}" destId="{4915B6ED-2C17-4208-97FF-F7A56919AAD9}" srcOrd="3" destOrd="0" presId="urn:microsoft.com/office/officeart/2018/2/layout/IconVerticalSolidList"/>
    <dgm:cxn modelId="{E98B7A1F-C624-4EEF-8DDF-9BDA6186B658}" type="presParOf" srcId="{200A5C62-D1C0-4C9A-8B6F-67252E79A7E4}" destId="{1A66F63E-159B-4CE4-81F2-D89E00B843ED}" srcOrd="1" destOrd="0" presId="urn:microsoft.com/office/officeart/2018/2/layout/IconVerticalSolidList"/>
    <dgm:cxn modelId="{33435FA3-899D-4D36-BF89-D7C98C85C75D}" type="presParOf" srcId="{200A5C62-D1C0-4C9A-8B6F-67252E79A7E4}" destId="{FF13ABBD-F528-4236-AF12-2F21F54A857D}" srcOrd="2" destOrd="0" presId="urn:microsoft.com/office/officeart/2018/2/layout/IconVerticalSolidList"/>
    <dgm:cxn modelId="{EE0D63D7-8047-48BD-B779-12B3AF27EA07}" type="presParOf" srcId="{FF13ABBD-F528-4236-AF12-2F21F54A857D}" destId="{EDBDF1E9-E336-452C-96EB-0CE6EF41C728}" srcOrd="0" destOrd="0" presId="urn:microsoft.com/office/officeart/2018/2/layout/IconVerticalSolidList"/>
    <dgm:cxn modelId="{25746A27-366D-43E1-BEA5-58620A449E59}" type="presParOf" srcId="{FF13ABBD-F528-4236-AF12-2F21F54A857D}" destId="{E9B8E734-A384-4016-B30E-6EE386484EFB}" srcOrd="1" destOrd="0" presId="urn:microsoft.com/office/officeart/2018/2/layout/IconVerticalSolidList"/>
    <dgm:cxn modelId="{E2A08A4E-EC3A-4642-BA4B-31C9782B9448}" type="presParOf" srcId="{FF13ABBD-F528-4236-AF12-2F21F54A857D}" destId="{1744C0D1-A481-40FC-8AC2-C9E4F82E87A8}" srcOrd="2" destOrd="0" presId="urn:microsoft.com/office/officeart/2018/2/layout/IconVerticalSolidList"/>
    <dgm:cxn modelId="{7B34C918-BA3D-4A7E-97B3-0D0F68D161A9}" type="presParOf" srcId="{FF13ABBD-F528-4236-AF12-2F21F54A857D}" destId="{E39C8F9D-8237-4814-88E1-EDCABD4FBBD4}" srcOrd="3" destOrd="0" presId="urn:microsoft.com/office/officeart/2018/2/layout/IconVerticalSolidList"/>
    <dgm:cxn modelId="{5EA4403E-233E-4B7D-91FA-8D8290922C3C}" type="presParOf" srcId="{200A5C62-D1C0-4C9A-8B6F-67252E79A7E4}" destId="{CC2420B5-F040-46E2-BE06-0042EA3E5F94}" srcOrd="3" destOrd="0" presId="urn:microsoft.com/office/officeart/2018/2/layout/IconVerticalSolidList"/>
    <dgm:cxn modelId="{3B595474-3202-454B-84C9-41D93ECBC622}" type="presParOf" srcId="{200A5C62-D1C0-4C9A-8B6F-67252E79A7E4}" destId="{A5E98AC4-EC52-4BA8-8742-687F4D9BA2F8}" srcOrd="4" destOrd="0" presId="urn:microsoft.com/office/officeart/2018/2/layout/IconVerticalSolidList"/>
    <dgm:cxn modelId="{AB57EC7C-48BD-4B53-BA02-380D5F90BD03}" type="presParOf" srcId="{A5E98AC4-EC52-4BA8-8742-687F4D9BA2F8}" destId="{3446D45A-F9A2-4ABD-87F5-5F058E0505BE}" srcOrd="0" destOrd="0" presId="urn:microsoft.com/office/officeart/2018/2/layout/IconVerticalSolidList"/>
    <dgm:cxn modelId="{C79EF6FE-EB5A-4FBA-B810-D32968E6812D}" type="presParOf" srcId="{A5E98AC4-EC52-4BA8-8742-687F4D9BA2F8}" destId="{A8712213-C18C-4F43-B232-9747630208E4}" srcOrd="1" destOrd="0" presId="urn:microsoft.com/office/officeart/2018/2/layout/IconVerticalSolidList"/>
    <dgm:cxn modelId="{E1922F4F-E985-4467-B7D9-C4CD4772DF0F}" type="presParOf" srcId="{A5E98AC4-EC52-4BA8-8742-687F4D9BA2F8}" destId="{8F83FE5F-1F7B-4966-A8CB-89750EAC234B}" srcOrd="2" destOrd="0" presId="urn:microsoft.com/office/officeart/2018/2/layout/IconVerticalSolidList"/>
    <dgm:cxn modelId="{B84D2ACB-8E1C-4889-B2C9-8B641E60279C}" type="presParOf" srcId="{A5E98AC4-EC52-4BA8-8742-687F4D9BA2F8}" destId="{400DF412-1771-46F6-82F2-AD26CFA7F69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8159EE2-1115-4C67-A668-B30CEAD98DB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90B7520-077E-465B-9044-205294190B38}">
      <dgm:prSet/>
      <dgm:spPr/>
      <dgm:t>
        <a:bodyPr/>
        <a:lstStyle/>
        <a:p>
          <a:r>
            <a:rPr lang="en-GB"/>
            <a:t>Maps private IPs to a pool of public IPs.</a:t>
          </a:r>
          <a:endParaRPr lang="en-US"/>
        </a:p>
      </dgm:t>
    </dgm:pt>
    <dgm:pt modelId="{86DC97B4-6F03-47F0-BCC3-49AC648F825A}" type="parTrans" cxnId="{93041077-3206-49E7-A967-9BB813FE2109}">
      <dgm:prSet/>
      <dgm:spPr/>
      <dgm:t>
        <a:bodyPr/>
        <a:lstStyle/>
        <a:p>
          <a:endParaRPr lang="en-US"/>
        </a:p>
      </dgm:t>
    </dgm:pt>
    <dgm:pt modelId="{87E07062-DB5E-49D2-991E-8BF013D4D937}" type="sibTrans" cxnId="{93041077-3206-49E7-A967-9BB813FE2109}">
      <dgm:prSet/>
      <dgm:spPr/>
      <dgm:t>
        <a:bodyPr/>
        <a:lstStyle/>
        <a:p>
          <a:endParaRPr lang="en-US"/>
        </a:p>
      </dgm:t>
    </dgm:pt>
    <dgm:pt modelId="{4BE80A04-1A0F-47A8-8FC3-E7B505A29E30}">
      <dgm:prSet/>
      <dgm:spPr/>
      <dgm:t>
        <a:bodyPr/>
        <a:lstStyle/>
        <a:p>
          <a:r>
            <a:rPr lang="en-GB"/>
            <a:t>Public IPs are assigned temporarily, as needed.</a:t>
          </a:r>
          <a:endParaRPr lang="en-US"/>
        </a:p>
      </dgm:t>
    </dgm:pt>
    <dgm:pt modelId="{184B13EE-B467-478E-9B79-0ACD1C3DCC1F}" type="parTrans" cxnId="{CDF2A65C-F08A-4B60-9B08-A65CB95A5999}">
      <dgm:prSet/>
      <dgm:spPr/>
      <dgm:t>
        <a:bodyPr/>
        <a:lstStyle/>
        <a:p>
          <a:endParaRPr lang="en-US"/>
        </a:p>
      </dgm:t>
    </dgm:pt>
    <dgm:pt modelId="{B2884128-1DA3-43F7-B58A-6A5723EDE373}" type="sibTrans" cxnId="{CDF2A65C-F08A-4B60-9B08-A65CB95A5999}">
      <dgm:prSet/>
      <dgm:spPr/>
      <dgm:t>
        <a:bodyPr/>
        <a:lstStyle/>
        <a:p>
          <a:endParaRPr lang="en-US"/>
        </a:p>
      </dgm:t>
    </dgm:pt>
    <dgm:pt modelId="{64F2E4F9-8CF1-4B03-BB12-FAC7FF9E4E81}">
      <dgm:prSet/>
      <dgm:spPr/>
      <dgm:t>
        <a:bodyPr/>
        <a:lstStyle/>
        <a:p>
          <a:r>
            <a:rPr lang="en-GB"/>
            <a:t>Commonly used in networks with fluctuating demand.</a:t>
          </a:r>
          <a:endParaRPr lang="en-US"/>
        </a:p>
      </dgm:t>
    </dgm:pt>
    <dgm:pt modelId="{76F128E1-241C-4F8D-B0FF-CAF2359E56DA}" type="parTrans" cxnId="{69C05173-741E-47CC-BD28-654BDBADF8F3}">
      <dgm:prSet/>
      <dgm:spPr/>
      <dgm:t>
        <a:bodyPr/>
        <a:lstStyle/>
        <a:p>
          <a:endParaRPr lang="en-US"/>
        </a:p>
      </dgm:t>
    </dgm:pt>
    <dgm:pt modelId="{1EFD720E-AA64-48A5-8354-1794007B34BA}" type="sibTrans" cxnId="{69C05173-741E-47CC-BD28-654BDBADF8F3}">
      <dgm:prSet/>
      <dgm:spPr/>
      <dgm:t>
        <a:bodyPr/>
        <a:lstStyle/>
        <a:p>
          <a:endParaRPr lang="en-US"/>
        </a:p>
      </dgm:t>
    </dgm:pt>
    <dgm:pt modelId="{62159A22-6B20-4FC0-B00A-5C861A707C8F}" type="pres">
      <dgm:prSet presAssocID="{F8159EE2-1115-4C67-A668-B30CEAD98DB4}" presName="root" presStyleCnt="0">
        <dgm:presLayoutVars>
          <dgm:dir/>
          <dgm:resizeHandles val="exact"/>
        </dgm:presLayoutVars>
      </dgm:prSet>
      <dgm:spPr/>
    </dgm:pt>
    <dgm:pt modelId="{14C42119-A489-4485-A1DA-BFF510FE5BE1}" type="pres">
      <dgm:prSet presAssocID="{890B7520-077E-465B-9044-205294190B38}" presName="compNode" presStyleCnt="0"/>
      <dgm:spPr/>
    </dgm:pt>
    <dgm:pt modelId="{1D890B27-5368-42A6-95B8-4C07413C87AE}" type="pres">
      <dgm:prSet presAssocID="{890B7520-077E-465B-9044-205294190B38}" presName="bgRect" presStyleLbl="bgShp" presStyleIdx="0" presStyleCnt="3"/>
      <dgm:spPr/>
    </dgm:pt>
    <dgm:pt modelId="{DF893723-F17B-4C1B-8873-1DA5F3603339}" type="pres">
      <dgm:prSet presAssocID="{890B7520-077E-465B-9044-205294190B3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DEBD9C12-D6A9-4995-B738-8060CCB8AA50}" type="pres">
      <dgm:prSet presAssocID="{890B7520-077E-465B-9044-205294190B38}" presName="spaceRect" presStyleCnt="0"/>
      <dgm:spPr/>
    </dgm:pt>
    <dgm:pt modelId="{3595D5D4-0398-4C9C-9AE8-64B52D30FFA4}" type="pres">
      <dgm:prSet presAssocID="{890B7520-077E-465B-9044-205294190B38}" presName="parTx" presStyleLbl="revTx" presStyleIdx="0" presStyleCnt="3">
        <dgm:presLayoutVars>
          <dgm:chMax val="0"/>
          <dgm:chPref val="0"/>
        </dgm:presLayoutVars>
      </dgm:prSet>
      <dgm:spPr/>
    </dgm:pt>
    <dgm:pt modelId="{7A7EA041-9193-4AE8-9240-385CE771F2D2}" type="pres">
      <dgm:prSet presAssocID="{87E07062-DB5E-49D2-991E-8BF013D4D937}" presName="sibTrans" presStyleCnt="0"/>
      <dgm:spPr/>
    </dgm:pt>
    <dgm:pt modelId="{8F131AC4-BF32-40C3-9C58-936B77449BC6}" type="pres">
      <dgm:prSet presAssocID="{4BE80A04-1A0F-47A8-8FC3-E7B505A29E30}" presName="compNode" presStyleCnt="0"/>
      <dgm:spPr/>
    </dgm:pt>
    <dgm:pt modelId="{E3275BEC-C434-42DC-B4B8-11F3F58B63E4}" type="pres">
      <dgm:prSet presAssocID="{4BE80A04-1A0F-47A8-8FC3-E7B505A29E30}" presName="bgRect" presStyleLbl="bgShp" presStyleIdx="1" presStyleCnt="3"/>
      <dgm:spPr/>
    </dgm:pt>
    <dgm:pt modelId="{BDC93000-B99B-409C-AC0F-99FA54EE59E8}" type="pres">
      <dgm:prSet presAssocID="{4BE80A04-1A0F-47A8-8FC3-E7B505A29E3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D265A483-4663-40EC-BE5A-18B4F003F1F2}" type="pres">
      <dgm:prSet presAssocID="{4BE80A04-1A0F-47A8-8FC3-E7B505A29E30}" presName="spaceRect" presStyleCnt="0"/>
      <dgm:spPr/>
    </dgm:pt>
    <dgm:pt modelId="{2622F939-D340-4C43-989C-92614D6C53A7}" type="pres">
      <dgm:prSet presAssocID="{4BE80A04-1A0F-47A8-8FC3-E7B505A29E30}" presName="parTx" presStyleLbl="revTx" presStyleIdx="1" presStyleCnt="3">
        <dgm:presLayoutVars>
          <dgm:chMax val="0"/>
          <dgm:chPref val="0"/>
        </dgm:presLayoutVars>
      </dgm:prSet>
      <dgm:spPr/>
    </dgm:pt>
    <dgm:pt modelId="{9690D5FD-0EE1-4F82-A86C-5B342AF21D5E}" type="pres">
      <dgm:prSet presAssocID="{B2884128-1DA3-43F7-B58A-6A5723EDE373}" presName="sibTrans" presStyleCnt="0"/>
      <dgm:spPr/>
    </dgm:pt>
    <dgm:pt modelId="{435A7804-7C41-4184-ACD3-63766D11095D}" type="pres">
      <dgm:prSet presAssocID="{64F2E4F9-8CF1-4B03-BB12-FAC7FF9E4E81}" presName="compNode" presStyleCnt="0"/>
      <dgm:spPr/>
    </dgm:pt>
    <dgm:pt modelId="{82856C3E-0951-46FA-86A2-E25931D23AFE}" type="pres">
      <dgm:prSet presAssocID="{64F2E4F9-8CF1-4B03-BB12-FAC7FF9E4E81}" presName="bgRect" presStyleLbl="bgShp" presStyleIdx="2" presStyleCnt="3"/>
      <dgm:spPr/>
    </dgm:pt>
    <dgm:pt modelId="{1FEA3FE3-2F4D-4392-BD48-B53A37362269}" type="pres">
      <dgm:prSet presAssocID="{64F2E4F9-8CF1-4B03-BB12-FAC7FF9E4E8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2E42F579-30A4-4394-B29C-FBB083C5FC26}" type="pres">
      <dgm:prSet presAssocID="{64F2E4F9-8CF1-4B03-BB12-FAC7FF9E4E81}" presName="spaceRect" presStyleCnt="0"/>
      <dgm:spPr/>
    </dgm:pt>
    <dgm:pt modelId="{62871DDC-461A-49C3-A053-3AD744866931}" type="pres">
      <dgm:prSet presAssocID="{64F2E4F9-8CF1-4B03-BB12-FAC7FF9E4E8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DF2A65C-F08A-4B60-9B08-A65CB95A5999}" srcId="{F8159EE2-1115-4C67-A668-B30CEAD98DB4}" destId="{4BE80A04-1A0F-47A8-8FC3-E7B505A29E30}" srcOrd="1" destOrd="0" parTransId="{184B13EE-B467-478E-9B79-0ACD1C3DCC1F}" sibTransId="{B2884128-1DA3-43F7-B58A-6A5723EDE373}"/>
    <dgm:cxn modelId="{69C05173-741E-47CC-BD28-654BDBADF8F3}" srcId="{F8159EE2-1115-4C67-A668-B30CEAD98DB4}" destId="{64F2E4F9-8CF1-4B03-BB12-FAC7FF9E4E81}" srcOrd="2" destOrd="0" parTransId="{76F128E1-241C-4F8D-B0FF-CAF2359E56DA}" sibTransId="{1EFD720E-AA64-48A5-8354-1794007B34BA}"/>
    <dgm:cxn modelId="{93041077-3206-49E7-A967-9BB813FE2109}" srcId="{F8159EE2-1115-4C67-A668-B30CEAD98DB4}" destId="{890B7520-077E-465B-9044-205294190B38}" srcOrd="0" destOrd="0" parTransId="{86DC97B4-6F03-47F0-BCC3-49AC648F825A}" sibTransId="{87E07062-DB5E-49D2-991E-8BF013D4D937}"/>
    <dgm:cxn modelId="{EC9E4196-1C5C-43B0-854B-DF90D855A2B8}" type="presOf" srcId="{890B7520-077E-465B-9044-205294190B38}" destId="{3595D5D4-0398-4C9C-9AE8-64B52D30FFA4}" srcOrd="0" destOrd="0" presId="urn:microsoft.com/office/officeart/2018/2/layout/IconVerticalSolidList"/>
    <dgm:cxn modelId="{8ED411A7-7DBC-4F60-8B74-4922055BE2FB}" type="presOf" srcId="{F8159EE2-1115-4C67-A668-B30CEAD98DB4}" destId="{62159A22-6B20-4FC0-B00A-5C861A707C8F}" srcOrd="0" destOrd="0" presId="urn:microsoft.com/office/officeart/2018/2/layout/IconVerticalSolidList"/>
    <dgm:cxn modelId="{C46EB8B9-297A-4EF6-9E22-63B05EFD5674}" type="presOf" srcId="{4BE80A04-1A0F-47A8-8FC3-E7B505A29E30}" destId="{2622F939-D340-4C43-989C-92614D6C53A7}" srcOrd="0" destOrd="0" presId="urn:microsoft.com/office/officeart/2018/2/layout/IconVerticalSolidList"/>
    <dgm:cxn modelId="{D39205C8-AD01-49AE-8A90-F72DD07D01BB}" type="presOf" srcId="{64F2E4F9-8CF1-4B03-BB12-FAC7FF9E4E81}" destId="{62871DDC-461A-49C3-A053-3AD744866931}" srcOrd="0" destOrd="0" presId="urn:microsoft.com/office/officeart/2018/2/layout/IconVerticalSolidList"/>
    <dgm:cxn modelId="{51A06B39-A059-42E8-8DF3-6088813DCBE6}" type="presParOf" srcId="{62159A22-6B20-4FC0-B00A-5C861A707C8F}" destId="{14C42119-A489-4485-A1DA-BFF510FE5BE1}" srcOrd="0" destOrd="0" presId="urn:microsoft.com/office/officeart/2018/2/layout/IconVerticalSolidList"/>
    <dgm:cxn modelId="{14DFAEB9-4DEA-4369-88A0-33D132102E2D}" type="presParOf" srcId="{14C42119-A489-4485-A1DA-BFF510FE5BE1}" destId="{1D890B27-5368-42A6-95B8-4C07413C87AE}" srcOrd="0" destOrd="0" presId="urn:microsoft.com/office/officeart/2018/2/layout/IconVerticalSolidList"/>
    <dgm:cxn modelId="{7F69EE73-4858-466A-A235-C76084BBFBD8}" type="presParOf" srcId="{14C42119-A489-4485-A1DA-BFF510FE5BE1}" destId="{DF893723-F17B-4C1B-8873-1DA5F3603339}" srcOrd="1" destOrd="0" presId="urn:microsoft.com/office/officeart/2018/2/layout/IconVerticalSolidList"/>
    <dgm:cxn modelId="{16D30318-8478-4028-85C7-D9EC0F2D622A}" type="presParOf" srcId="{14C42119-A489-4485-A1DA-BFF510FE5BE1}" destId="{DEBD9C12-D6A9-4995-B738-8060CCB8AA50}" srcOrd="2" destOrd="0" presId="urn:microsoft.com/office/officeart/2018/2/layout/IconVerticalSolidList"/>
    <dgm:cxn modelId="{429D5130-2387-4E05-94FA-48C039714F5C}" type="presParOf" srcId="{14C42119-A489-4485-A1DA-BFF510FE5BE1}" destId="{3595D5D4-0398-4C9C-9AE8-64B52D30FFA4}" srcOrd="3" destOrd="0" presId="urn:microsoft.com/office/officeart/2018/2/layout/IconVerticalSolidList"/>
    <dgm:cxn modelId="{7BA1AB39-1D1C-4EB3-955A-33D1D9182AEC}" type="presParOf" srcId="{62159A22-6B20-4FC0-B00A-5C861A707C8F}" destId="{7A7EA041-9193-4AE8-9240-385CE771F2D2}" srcOrd="1" destOrd="0" presId="urn:microsoft.com/office/officeart/2018/2/layout/IconVerticalSolidList"/>
    <dgm:cxn modelId="{02BF3D49-B75B-4024-8D3B-766E06453C6E}" type="presParOf" srcId="{62159A22-6B20-4FC0-B00A-5C861A707C8F}" destId="{8F131AC4-BF32-40C3-9C58-936B77449BC6}" srcOrd="2" destOrd="0" presId="urn:microsoft.com/office/officeart/2018/2/layout/IconVerticalSolidList"/>
    <dgm:cxn modelId="{C927D47A-8C68-4CD0-AFF6-9F56D42846FA}" type="presParOf" srcId="{8F131AC4-BF32-40C3-9C58-936B77449BC6}" destId="{E3275BEC-C434-42DC-B4B8-11F3F58B63E4}" srcOrd="0" destOrd="0" presId="urn:microsoft.com/office/officeart/2018/2/layout/IconVerticalSolidList"/>
    <dgm:cxn modelId="{0D3AF900-971A-48AF-BE16-02DF26A18CDD}" type="presParOf" srcId="{8F131AC4-BF32-40C3-9C58-936B77449BC6}" destId="{BDC93000-B99B-409C-AC0F-99FA54EE59E8}" srcOrd="1" destOrd="0" presId="urn:microsoft.com/office/officeart/2018/2/layout/IconVerticalSolidList"/>
    <dgm:cxn modelId="{BE6834C4-4372-4EC2-81B8-DAD9BBB694C7}" type="presParOf" srcId="{8F131AC4-BF32-40C3-9C58-936B77449BC6}" destId="{D265A483-4663-40EC-BE5A-18B4F003F1F2}" srcOrd="2" destOrd="0" presId="urn:microsoft.com/office/officeart/2018/2/layout/IconVerticalSolidList"/>
    <dgm:cxn modelId="{A0F83D78-0240-4B1D-89EA-CFA6435C2F8D}" type="presParOf" srcId="{8F131AC4-BF32-40C3-9C58-936B77449BC6}" destId="{2622F939-D340-4C43-989C-92614D6C53A7}" srcOrd="3" destOrd="0" presId="urn:microsoft.com/office/officeart/2018/2/layout/IconVerticalSolidList"/>
    <dgm:cxn modelId="{B23879FD-6EC7-4866-91BB-C644B796E741}" type="presParOf" srcId="{62159A22-6B20-4FC0-B00A-5C861A707C8F}" destId="{9690D5FD-0EE1-4F82-A86C-5B342AF21D5E}" srcOrd="3" destOrd="0" presId="urn:microsoft.com/office/officeart/2018/2/layout/IconVerticalSolidList"/>
    <dgm:cxn modelId="{EB4D8BA6-BE9D-4F5D-BC3B-63E915ED5B03}" type="presParOf" srcId="{62159A22-6B20-4FC0-B00A-5C861A707C8F}" destId="{435A7804-7C41-4184-ACD3-63766D11095D}" srcOrd="4" destOrd="0" presId="urn:microsoft.com/office/officeart/2018/2/layout/IconVerticalSolidList"/>
    <dgm:cxn modelId="{6BE74F29-4447-4E91-9E0F-900CC95B9986}" type="presParOf" srcId="{435A7804-7C41-4184-ACD3-63766D11095D}" destId="{82856C3E-0951-46FA-86A2-E25931D23AFE}" srcOrd="0" destOrd="0" presId="urn:microsoft.com/office/officeart/2018/2/layout/IconVerticalSolidList"/>
    <dgm:cxn modelId="{7BC3895F-32D1-4D49-AE75-C9C3053C7477}" type="presParOf" srcId="{435A7804-7C41-4184-ACD3-63766D11095D}" destId="{1FEA3FE3-2F4D-4392-BD48-B53A37362269}" srcOrd="1" destOrd="0" presId="urn:microsoft.com/office/officeart/2018/2/layout/IconVerticalSolidList"/>
    <dgm:cxn modelId="{56655323-EA06-431D-AEE6-CE545912148E}" type="presParOf" srcId="{435A7804-7C41-4184-ACD3-63766D11095D}" destId="{2E42F579-30A4-4394-B29C-FBB083C5FC26}" srcOrd="2" destOrd="0" presId="urn:microsoft.com/office/officeart/2018/2/layout/IconVerticalSolidList"/>
    <dgm:cxn modelId="{44245581-E599-4A7C-9767-A6FFDC7EE95C}" type="presParOf" srcId="{435A7804-7C41-4184-ACD3-63766D11095D}" destId="{62871DDC-461A-49C3-A053-3AD74486693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6B1CE6-B444-4435-A661-B071AABD0FC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8948F5D-C5DE-4254-A522-4C4E457B3491}">
      <dgm:prSet/>
      <dgm:spPr/>
      <dgm:t>
        <a:bodyPr/>
        <a:lstStyle/>
        <a:p>
          <a:r>
            <a:rPr lang="en-US" b="0" i="0" baseline="0"/>
            <a:t>One-to-one mapping between private and public IPs.</a:t>
          </a:r>
          <a:endParaRPr lang="en-US"/>
        </a:p>
      </dgm:t>
    </dgm:pt>
    <dgm:pt modelId="{89E7B52F-B3A3-40E8-B63C-C162429DCAB9}" type="parTrans" cxnId="{5E4D373A-83F9-4B4B-AFAE-77E4A860F660}">
      <dgm:prSet/>
      <dgm:spPr/>
      <dgm:t>
        <a:bodyPr/>
        <a:lstStyle/>
        <a:p>
          <a:endParaRPr lang="en-US"/>
        </a:p>
      </dgm:t>
    </dgm:pt>
    <dgm:pt modelId="{C27FD18F-5425-45F4-9E16-62D779DE185E}" type="sibTrans" cxnId="{5E4D373A-83F9-4B4B-AFAE-77E4A860F660}">
      <dgm:prSet/>
      <dgm:spPr/>
      <dgm:t>
        <a:bodyPr/>
        <a:lstStyle/>
        <a:p>
          <a:endParaRPr lang="en-US"/>
        </a:p>
      </dgm:t>
    </dgm:pt>
    <dgm:pt modelId="{6E6E881E-E8E3-4A75-A8CC-859D53C97D89}">
      <dgm:prSet/>
      <dgm:spPr/>
      <dgm:t>
        <a:bodyPr/>
        <a:lstStyle/>
        <a:p>
          <a:r>
            <a:rPr lang="en-US" b="0" i="0" baseline="0"/>
            <a:t>Provides permanent, predictable IP mapping.</a:t>
          </a:r>
          <a:endParaRPr lang="en-US"/>
        </a:p>
      </dgm:t>
    </dgm:pt>
    <dgm:pt modelId="{9CCE594C-356F-4BA8-B58B-3795B24E0F78}" type="parTrans" cxnId="{7802B5B6-3D68-487A-8088-3C363814DD5E}">
      <dgm:prSet/>
      <dgm:spPr/>
      <dgm:t>
        <a:bodyPr/>
        <a:lstStyle/>
        <a:p>
          <a:endParaRPr lang="en-US"/>
        </a:p>
      </dgm:t>
    </dgm:pt>
    <dgm:pt modelId="{BE899FA7-99A6-49E6-B91A-D0E1A6103871}" type="sibTrans" cxnId="{7802B5B6-3D68-487A-8088-3C363814DD5E}">
      <dgm:prSet/>
      <dgm:spPr/>
      <dgm:t>
        <a:bodyPr/>
        <a:lstStyle/>
        <a:p>
          <a:endParaRPr lang="en-US"/>
        </a:p>
      </dgm:t>
    </dgm:pt>
    <dgm:pt modelId="{7F8A88E4-BD66-4F01-BA4C-032BF0E2DB86}">
      <dgm:prSet/>
      <dgm:spPr/>
      <dgm:t>
        <a:bodyPr/>
        <a:lstStyle/>
        <a:p>
          <a:r>
            <a:rPr lang="en-US" b="0" i="0" baseline="0"/>
            <a:t>Ideal for hosting services accessible from the internet. </a:t>
          </a:r>
          <a:endParaRPr lang="en-US"/>
        </a:p>
      </dgm:t>
    </dgm:pt>
    <dgm:pt modelId="{B280E290-23AC-41D7-AD26-E1BC9459D56A}" type="parTrans" cxnId="{3514AEB1-8D14-4F77-854B-736C9071FBDD}">
      <dgm:prSet/>
      <dgm:spPr/>
      <dgm:t>
        <a:bodyPr/>
        <a:lstStyle/>
        <a:p>
          <a:endParaRPr lang="en-US"/>
        </a:p>
      </dgm:t>
    </dgm:pt>
    <dgm:pt modelId="{3716F6B7-E600-476B-8FB1-CF1F6ABBAC06}" type="sibTrans" cxnId="{3514AEB1-8D14-4F77-854B-736C9071FBDD}">
      <dgm:prSet/>
      <dgm:spPr/>
      <dgm:t>
        <a:bodyPr/>
        <a:lstStyle/>
        <a:p>
          <a:endParaRPr lang="en-US"/>
        </a:p>
      </dgm:t>
    </dgm:pt>
    <dgm:pt modelId="{981B389E-8FC4-460F-8444-82CF467B22C4}" type="pres">
      <dgm:prSet presAssocID="{476B1CE6-B444-4435-A661-B071AABD0FC7}" presName="root" presStyleCnt="0">
        <dgm:presLayoutVars>
          <dgm:dir/>
          <dgm:resizeHandles val="exact"/>
        </dgm:presLayoutVars>
      </dgm:prSet>
      <dgm:spPr/>
    </dgm:pt>
    <dgm:pt modelId="{0A531F9D-E7CD-48DB-949B-5407E6D3A0A9}" type="pres">
      <dgm:prSet presAssocID="{B8948F5D-C5DE-4254-A522-4C4E457B3491}" presName="compNode" presStyleCnt="0"/>
      <dgm:spPr/>
    </dgm:pt>
    <dgm:pt modelId="{77D5CF3D-5FAF-4A35-9A8E-7D48295EAAC5}" type="pres">
      <dgm:prSet presAssocID="{B8948F5D-C5DE-4254-A522-4C4E457B3491}" presName="bgRect" presStyleLbl="bgShp" presStyleIdx="0" presStyleCnt="3"/>
      <dgm:spPr/>
    </dgm:pt>
    <dgm:pt modelId="{8DBCB846-E929-4266-8A3A-D44618D44E5D}" type="pres">
      <dgm:prSet presAssocID="{B8948F5D-C5DE-4254-A522-4C4E457B349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3653077F-B701-4025-BFD6-AF386ACF9D24}" type="pres">
      <dgm:prSet presAssocID="{B8948F5D-C5DE-4254-A522-4C4E457B3491}" presName="spaceRect" presStyleCnt="0"/>
      <dgm:spPr/>
    </dgm:pt>
    <dgm:pt modelId="{7A7EE074-8CA6-42CF-9AAC-E38CB80F6246}" type="pres">
      <dgm:prSet presAssocID="{B8948F5D-C5DE-4254-A522-4C4E457B3491}" presName="parTx" presStyleLbl="revTx" presStyleIdx="0" presStyleCnt="3">
        <dgm:presLayoutVars>
          <dgm:chMax val="0"/>
          <dgm:chPref val="0"/>
        </dgm:presLayoutVars>
      </dgm:prSet>
      <dgm:spPr/>
    </dgm:pt>
    <dgm:pt modelId="{6AFBF7CD-3125-4ABC-B092-04C7E138EFD8}" type="pres">
      <dgm:prSet presAssocID="{C27FD18F-5425-45F4-9E16-62D779DE185E}" presName="sibTrans" presStyleCnt="0"/>
      <dgm:spPr/>
    </dgm:pt>
    <dgm:pt modelId="{8E4AEBD0-E50F-4F8B-8845-3FC1885A2B4B}" type="pres">
      <dgm:prSet presAssocID="{6E6E881E-E8E3-4A75-A8CC-859D53C97D89}" presName="compNode" presStyleCnt="0"/>
      <dgm:spPr/>
    </dgm:pt>
    <dgm:pt modelId="{6DBAE6CB-A1CD-44FB-A89B-07DD41FC6061}" type="pres">
      <dgm:prSet presAssocID="{6E6E881E-E8E3-4A75-A8CC-859D53C97D89}" presName="bgRect" presStyleLbl="bgShp" presStyleIdx="1" presStyleCnt="3"/>
      <dgm:spPr/>
    </dgm:pt>
    <dgm:pt modelId="{AB43AEA3-6C84-4379-8E0D-B14432ED0834}" type="pres">
      <dgm:prSet presAssocID="{6E6E881E-E8E3-4A75-A8CC-859D53C97D8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7C12224-D310-484E-B401-366A9E833AD1}" type="pres">
      <dgm:prSet presAssocID="{6E6E881E-E8E3-4A75-A8CC-859D53C97D89}" presName="spaceRect" presStyleCnt="0"/>
      <dgm:spPr/>
    </dgm:pt>
    <dgm:pt modelId="{548FAB67-8320-41DE-BA50-6B976341A507}" type="pres">
      <dgm:prSet presAssocID="{6E6E881E-E8E3-4A75-A8CC-859D53C97D89}" presName="parTx" presStyleLbl="revTx" presStyleIdx="1" presStyleCnt="3">
        <dgm:presLayoutVars>
          <dgm:chMax val="0"/>
          <dgm:chPref val="0"/>
        </dgm:presLayoutVars>
      </dgm:prSet>
      <dgm:spPr/>
    </dgm:pt>
    <dgm:pt modelId="{24E28D5A-67CE-4500-9EBA-354B1A249FC5}" type="pres">
      <dgm:prSet presAssocID="{BE899FA7-99A6-49E6-B91A-D0E1A6103871}" presName="sibTrans" presStyleCnt="0"/>
      <dgm:spPr/>
    </dgm:pt>
    <dgm:pt modelId="{74F9C82C-137F-46D3-9D77-1E2E9F3A135F}" type="pres">
      <dgm:prSet presAssocID="{7F8A88E4-BD66-4F01-BA4C-032BF0E2DB86}" presName="compNode" presStyleCnt="0"/>
      <dgm:spPr/>
    </dgm:pt>
    <dgm:pt modelId="{91C01C17-C78F-4E73-AE03-DB097D5BDB4F}" type="pres">
      <dgm:prSet presAssocID="{7F8A88E4-BD66-4F01-BA4C-032BF0E2DB86}" presName="bgRect" presStyleLbl="bgShp" presStyleIdx="2" presStyleCnt="3"/>
      <dgm:spPr/>
    </dgm:pt>
    <dgm:pt modelId="{D0462E69-0419-4738-A605-568F2D20B5B6}" type="pres">
      <dgm:prSet presAssocID="{7F8A88E4-BD66-4F01-BA4C-032BF0E2DB8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20274AF-15B2-4344-BFC9-6BE2DE4FBD10}" type="pres">
      <dgm:prSet presAssocID="{7F8A88E4-BD66-4F01-BA4C-032BF0E2DB86}" presName="spaceRect" presStyleCnt="0"/>
      <dgm:spPr/>
    </dgm:pt>
    <dgm:pt modelId="{F565EDB7-2171-407A-83A2-65C5FED7CA90}" type="pres">
      <dgm:prSet presAssocID="{7F8A88E4-BD66-4F01-BA4C-032BF0E2DB8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152EE1B-91EA-4AB4-B124-FA3C0D41E564}" type="presOf" srcId="{6E6E881E-E8E3-4A75-A8CC-859D53C97D89}" destId="{548FAB67-8320-41DE-BA50-6B976341A507}" srcOrd="0" destOrd="0" presId="urn:microsoft.com/office/officeart/2018/2/layout/IconVerticalSolidList"/>
    <dgm:cxn modelId="{4A514036-5D0C-4A9C-9F26-3C9DF11761B4}" type="presOf" srcId="{7F8A88E4-BD66-4F01-BA4C-032BF0E2DB86}" destId="{F565EDB7-2171-407A-83A2-65C5FED7CA90}" srcOrd="0" destOrd="0" presId="urn:microsoft.com/office/officeart/2018/2/layout/IconVerticalSolidList"/>
    <dgm:cxn modelId="{5E4D373A-83F9-4B4B-AFAE-77E4A860F660}" srcId="{476B1CE6-B444-4435-A661-B071AABD0FC7}" destId="{B8948F5D-C5DE-4254-A522-4C4E457B3491}" srcOrd="0" destOrd="0" parTransId="{89E7B52F-B3A3-40E8-B63C-C162429DCAB9}" sibTransId="{C27FD18F-5425-45F4-9E16-62D779DE185E}"/>
    <dgm:cxn modelId="{7CAE2A9B-EAB2-4727-8547-5C8AFE4B4B36}" type="presOf" srcId="{476B1CE6-B444-4435-A661-B071AABD0FC7}" destId="{981B389E-8FC4-460F-8444-82CF467B22C4}" srcOrd="0" destOrd="0" presId="urn:microsoft.com/office/officeart/2018/2/layout/IconVerticalSolidList"/>
    <dgm:cxn modelId="{3514AEB1-8D14-4F77-854B-736C9071FBDD}" srcId="{476B1CE6-B444-4435-A661-B071AABD0FC7}" destId="{7F8A88E4-BD66-4F01-BA4C-032BF0E2DB86}" srcOrd="2" destOrd="0" parTransId="{B280E290-23AC-41D7-AD26-E1BC9459D56A}" sibTransId="{3716F6B7-E600-476B-8FB1-CF1F6ABBAC06}"/>
    <dgm:cxn modelId="{D8DA3FB6-B575-4692-9944-955C60AD4945}" type="presOf" srcId="{B8948F5D-C5DE-4254-A522-4C4E457B3491}" destId="{7A7EE074-8CA6-42CF-9AAC-E38CB80F6246}" srcOrd="0" destOrd="0" presId="urn:microsoft.com/office/officeart/2018/2/layout/IconVerticalSolidList"/>
    <dgm:cxn modelId="{7802B5B6-3D68-487A-8088-3C363814DD5E}" srcId="{476B1CE6-B444-4435-A661-B071AABD0FC7}" destId="{6E6E881E-E8E3-4A75-A8CC-859D53C97D89}" srcOrd="1" destOrd="0" parTransId="{9CCE594C-356F-4BA8-B58B-3795B24E0F78}" sibTransId="{BE899FA7-99A6-49E6-B91A-D0E1A6103871}"/>
    <dgm:cxn modelId="{9DDA3305-AA2A-4AC0-9E0E-AD0CA1790578}" type="presParOf" srcId="{981B389E-8FC4-460F-8444-82CF467B22C4}" destId="{0A531F9D-E7CD-48DB-949B-5407E6D3A0A9}" srcOrd="0" destOrd="0" presId="urn:microsoft.com/office/officeart/2018/2/layout/IconVerticalSolidList"/>
    <dgm:cxn modelId="{F1E4D177-FE1E-4A62-A082-C48583963497}" type="presParOf" srcId="{0A531F9D-E7CD-48DB-949B-5407E6D3A0A9}" destId="{77D5CF3D-5FAF-4A35-9A8E-7D48295EAAC5}" srcOrd="0" destOrd="0" presId="urn:microsoft.com/office/officeart/2018/2/layout/IconVerticalSolidList"/>
    <dgm:cxn modelId="{BECC2F17-AF8D-45BF-A0E1-A20EF40719C0}" type="presParOf" srcId="{0A531F9D-E7CD-48DB-949B-5407E6D3A0A9}" destId="{8DBCB846-E929-4266-8A3A-D44618D44E5D}" srcOrd="1" destOrd="0" presId="urn:microsoft.com/office/officeart/2018/2/layout/IconVerticalSolidList"/>
    <dgm:cxn modelId="{1A0DD0CF-E8CE-463C-A5A6-6957403CEFAB}" type="presParOf" srcId="{0A531F9D-E7CD-48DB-949B-5407E6D3A0A9}" destId="{3653077F-B701-4025-BFD6-AF386ACF9D24}" srcOrd="2" destOrd="0" presId="urn:microsoft.com/office/officeart/2018/2/layout/IconVerticalSolidList"/>
    <dgm:cxn modelId="{26850D03-366D-4D74-8934-827C72A6F0FD}" type="presParOf" srcId="{0A531F9D-E7CD-48DB-949B-5407E6D3A0A9}" destId="{7A7EE074-8CA6-42CF-9AAC-E38CB80F6246}" srcOrd="3" destOrd="0" presId="urn:microsoft.com/office/officeart/2018/2/layout/IconVerticalSolidList"/>
    <dgm:cxn modelId="{2BB01206-746B-4D82-B43E-656F42073616}" type="presParOf" srcId="{981B389E-8FC4-460F-8444-82CF467B22C4}" destId="{6AFBF7CD-3125-4ABC-B092-04C7E138EFD8}" srcOrd="1" destOrd="0" presId="urn:microsoft.com/office/officeart/2018/2/layout/IconVerticalSolidList"/>
    <dgm:cxn modelId="{D8A0E5FA-13B3-4FB9-978E-62E3471DD926}" type="presParOf" srcId="{981B389E-8FC4-460F-8444-82CF467B22C4}" destId="{8E4AEBD0-E50F-4F8B-8845-3FC1885A2B4B}" srcOrd="2" destOrd="0" presId="urn:microsoft.com/office/officeart/2018/2/layout/IconVerticalSolidList"/>
    <dgm:cxn modelId="{CE584336-1E03-4F12-A301-F125B6FBFCA5}" type="presParOf" srcId="{8E4AEBD0-E50F-4F8B-8845-3FC1885A2B4B}" destId="{6DBAE6CB-A1CD-44FB-A89B-07DD41FC6061}" srcOrd="0" destOrd="0" presId="urn:microsoft.com/office/officeart/2018/2/layout/IconVerticalSolidList"/>
    <dgm:cxn modelId="{D7CD4E0D-DB88-40B5-8D4D-13CB7F768CDE}" type="presParOf" srcId="{8E4AEBD0-E50F-4F8B-8845-3FC1885A2B4B}" destId="{AB43AEA3-6C84-4379-8E0D-B14432ED0834}" srcOrd="1" destOrd="0" presId="urn:microsoft.com/office/officeart/2018/2/layout/IconVerticalSolidList"/>
    <dgm:cxn modelId="{B6AB3C17-34C5-4937-81DA-BC4AE510F729}" type="presParOf" srcId="{8E4AEBD0-E50F-4F8B-8845-3FC1885A2B4B}" destId="{E7C12224-D310-484E-B401-366A9E833AD1}" srcOrd="2" destOrd="0" presId="urn:microsoft.com/office/officeart/2018/2/layout/IconVerticalSolidList"/>
    <dgm:cxn modelId="{616E9067-E217-4242-8DF5-CB2B21AC60E5}" type="presParOf" srcId="{8E4AEBD0-E50F-4F8B-8845-3FC1885A2B4B}" destId="{548FAB67-8320-41DE-BA50-6B976341A507}" srcOrd="3" destOrd="0" presId="urn:microsoft.com/office/officeart/2018/2/layout/IconVerticalSolidList"/>
    <dgm:cxn modelId="{4D2170A1-D012-42D8-84D3-07B4B9B43FCD}" type="presParOf" srcId="{981B389E-8FC4-460F-8444-82CF467B22C4}" destId="{24E28D5A-67CE-4500-9EBA-354B1A249FC5}" srcOrd="3" destOrd="0" presId="urn:microsoft.com/office/officeart/2018/2/layout/IconVerticalSolidList"/>
    <dgm:cxn modelId="{F4FF7DEF-EC69-4B52-A6E4-E0169C09DF14}" type="presParOf" srcId="{981B389E-8FC4-460F-8444-82CF467B22C4}" destId="{74F9C82C-137F-46D3-9D77-1E2E9F3A135F}" srcOrd="4" destOrd="0" presId="urn:microsoft.com/office/officeart/2018/2/layout/IconVerticalSolidList"/>
    <dgm:cxn modelId="{CAD4B60C-59B8-4DE1-A72E-5ABE07203CC1}" type="presParOf" srcId="{74F9C82C-137F-46D3-9D77-1E2E9F3A135F}" destId="{91C01C17-C78F-4E73-AE03-DB097D5BDB4F}" srcOrd="0" destOrd="0" presId="urn:microsoft.com/office/officeart/2018/2/layout/IconVerticalSolidList"/>
    <dgm:cxn modelId="{E658D703-FE39-47D1-BC88-889F1EDAC628}" type="presParOf" srcId="{74F9C82C-137F-46D3-9D77-1E2E9F3A135F}" destId="{D0462E69-0419-4738-A605-568F2D20B5B6}" srcOrd="1" destOrd="0" presId="urn:microsoft.com/office/officeart/2018/2/layout/IconVerticalSolidList"/>
    <dgm:cxn modelId="{F914D9DC-AD5C-4D3A-A798-9D6101412045}" type="presParOf" srcId="{74F9C82C-137F-46D3-9D77-1E2E9F3A135F}" destId="{B20274AF-15B2-4344-BFC9-6BE2DE4FBD10}" srcOrd="2" destOrd="0" presId="urn:microsoft.com/office/officeart/2018/2/layout/IconVerticalSolidList"/>
    <dgm:cxn modelId="{EEDA7FD2-386B-4D7C-ADAA-1EDCBA2B5410}" type="presParOf" srcId="{74F9C82C-137F-46D3-9D77-1E2E9F3A135F}" destId="{F565EDB7-2171-407A-83A2-65C5FED7CA9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FDAAF43-B764-48A1-B04D-C920E7903F0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1AB9469-9536-4D8C-9BE8-8A99F2F69AAC}">
      <dgm:prSet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en-GB"/>
            <a:t>Allows multiple devices to share a single public IP.</a:t>
          </a:r>
          <a:endParaRPr lang="en-US"/>
        </a:p>
      </dgm:t>
    </dgm:pt>
    <dgm:pt modelId="{C990399A-9E25-40CE-82CC-BBBA51247C82}" type="parTrans" cxnId="{2C00BDF6-995C-4FE2-93A3-111716C75957}">
      <dgm:prSet/>
      <dgm:spPr/>
      <dgm:t>
        <a:bodyPr/>
        <a:lstStyle/>
        <a:p>
          <a:endParaRPr lang="en-US"/>
        </a:p>
      </dgm:t>
    </dgm:pt>
    <dgm:pt modelId="{5459EC40-F363-48A0-944F-ED2CA040434C}" type="sibTrans" cxnId="{2C00BDF6-995C-4FE2-93A3-111716C75957}">
      <dgm:prSet/>
      <dgm:spPr/>
      <dgm:t>
        <a:bodyPr/>
        <a:lstStyle/>
        <a:p>
          <a:endParaRPr lang="en-US"/>
        </a:p>
      </dgm:t>
    </dgm:pt>
    <dgm:pt modelId="{9AE46690-D8B6-4134-A301-7A62C40BE387}">
      <dgm:prSet/>
      <dgm:spPr>
        <a:solidFill>
          <a:schemeClr val="bg1">
            <a:lumMod val="75000"/>
            <a:lumOff val="25000"/>
          </a:schemeClr>
        </a:solidFill>
      </dgm:spPr>
      <dgm:t>
        <a:bodyPr/>
        <a:lstStyle/>
        <a:p>
          <a:r>
            <a:rPr lang="en-GB" dirty="0"/>
            <a:t>Differentiates connections using unique port numbers.</a:t>
          </a:r>
          <a:endParaRPr lang="en-US" dirty="0"/>
        </a:p>
      </dgm:t>
    </dgm:pt>
    <dgm:pt modelId="{F06AF1D3-C5C3-4B1C-B941-6A1F8372C1A0}" type="parTrans" cxnId="{C6E864B3-75AE-4B72-BCB8-F9662EABBB8C}">
      <dgm:prSet/>
      <dgm:spPr/>
      <dgm:t>
        <a:bodyPr/>
        <a:lstStyle/>
        <a:p>
          <a:endParaRPr lang="en-US"/>
        </a:p>
      </dgm:t>
    </dgm:pt>
    <dgm:pt modelId="{85D00C32-CFC1-48F8-BFF7-20BB5023A266}" type="sibTrans" cxnId="{C6E864B3-75AE-4B72-BCB8-F9662EABBB8C}">
      <dgm:prSet/>
      <dgm:spPr/>
      <dgm:t>
        <a:bodyPr/>
        <a:lstStyle/>
        <a:p>
          <a:endParaRPr lang="en-US"/>
        </a:p>
      </dgm:t>
    </dgm:pt>
    <dgm:pt modelId="{4F5C1E82-84AB-4DA6-844A-E253D4D9FBC9}">
      <dgm:prSet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en-GB" dirty="0"/>
            <a:t>Maximizes IP address utilization, supporting numerous devices.</a:t>
          </a:r>
          <a:endParaRPr lang="en-US" dirty="0"/>
        </a:p>
      </dgm:t>
    </dgm:pt>
    <dgm:pt modelId="{6AE66F5B-927B-4B4F-A79B-2EDFA4A8E5F5}" type="parTrans" cxnId="{F987A32D-4384-47CE-8671-B59B41C8FAAA}">
      <dgm:prSet/>
      <dgm:spPr/>
      <dgm:t>
        <a:bodyPr/>
        <a:lstStyle/>
        <a:p>
          <a:endParaRPr lang="en-US"/>
        </a:p>
      </dgm:t>
    </dgm:pt>
    <dgm:pt modelId="{F4B92E6E-0C08-4017-AE54-166C5C87C53C}" type="sibTrans" cxnId="{F987A32D-4384-47CE-8671-B59B41C8FAAA}">
      <dgm:prSet/>
      <dgm:spPr/>
      <dgm:t>
        <a:bodyPr/>
        <a:lstStyle/>
        <a:p>
          <a:endParaRPr lang="en-US"/>
        </a:p>
      </dgm:t>
    </dgm:pt>
    <dgm:pt modelId="{6AE78FB8-9EAC-4F69-A4F6-47D3CC8D086A}" type="pres">
      <dgm:prSet presAssocID="{3FDAAF43-B764-48A1-B04D-C920E7903F0D}" presName="linear" presStyleCnt="0">
        <dgm:presLayoutVars>
          <dgm:animLvl val="lvl"/>
          <dgm:resizeHandles val="exact"/>
        </dgm:presLayoutVars>
      </dgm:prSet>
      <dgm:spPr/>
    </dgm:pt>
    <dgm:pt modelId="{3D87DDF8-4D06-48A5-9E5F-A390DAACE4AB}" type="pres">
      <dgm:prSet presAssocID="{11AB9469-9536-4D8C-9BE8-8A99F2F69AA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F8E2CFE-FB8D-4D16-B248-768C8D8DE696}" type="pres">
      <dgm:prSet presAssocID="{5459EC40-F363-48A0-944F-ED2CA040434C}" presName="spacer" presStyleCnt="0"/>
      <dgm:spPr/>
    </dgm:pt>
    <dgm:pt modelId="{45939709-1EEF-4BB6-978F-8C3C594AB233}" type="pres">
      <dgm:prSet presAssocID="{9AE46690-D8B6-4134-A301-7A62C40BE38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8704A13-A41C-43A3-A957-C72F61EFA95E}" type="pres">
      <dgm:prSet presAssocID="{85D00C32-CFC1-48F8-BFF7-20BB5023A266}" presName="spacer" presStyleCnt="0"/>
      <dgm:spPr/>
    </dgm:pt>
    <dgm:pt modelId="{7C746787-0031-4E2E-BAA3-C4D1EC08EEF9}" type="pres">
      <dgm:prSet presAssocID="{4F5C1E82-84AB-4DA6-844A-E253D4D9FBC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987A32D-4384-47CE-8671-B59B41C8FAAA}" srcId="{3FDAAF43-B764-48A1-B04D-C920E7903F0D}" destId="{4F5C1E82-84AB-4DA6-844A-E253D4D9FBC9}" srcOrd="2" destOrd="0" parTransId="{6AE66F5B-927B-4B4F-A79B-2EDFA4A8E5F5}" sibTransId="{F4B92E6E-0C08-4017-AE54-166C5C87C53C}"/>
    <dgm:cxn modelId="{23B9EE75-DCF4-440D-8244-3092C2FF4DEA}" type="presOf" srcId="{4F5C1E82-84AB-4DA6-844A-E253D4D9FBC9}" destId="{7C746787-0031-4E2E-BAA3-C4D1EC08EEF9}" srcOrd="0" destOrd="0" presId="urn:microsoft.com/office/officeart/2005/8/layout/vList2"/>
    <dgm:cxn modelId="{CF28D1AB-72EB-4EEA-9FE7-B0F924073519}" type="presOf" srcId="{9AE46690-D8B6-4134-A301-7A62C40BE387}" destId="{45939709-1EEF-4BB6-978F-8C3C594AB233}" srcOrd="0" destOrd="0" presId="urn:microsoft.com/office/officeart/2005/8/layout/vList2"/>
    <dgm:cxn modelId="{87A7EBB0-BD5C-46E6-BE03-8FC15E31DB2D}" type="presOf" srcId="{3FDAAF43-B764-48A1-B04D-C920E7903F0D}" destId="{6AE78FB8-9EAC-4F69-A4F6-47D3CC8D086A}" srcOrd="0" destOrd="0" presId="urn:microsoft.com/office/officeart/2005/8/layout/vList2"/>
    <dgm:cxn modelId="{C6E864B3-75AE-4B72-BCB8-F9662EABBB8C}" srcId="{3FDAAF43-B764-48A1-B04D-C920E7903F0D}" destId="{9AE46690-D8B6-4134-A301-7A62C40BE387}" srcOrd="1" destOrd="0" parTransId="{F06AF1D3-C5C3-4B1C-B941-6A1F8372C1A0}" sibTransId="{85D00C32-CFC1-48F8-BFF7-20BB5023A266}"/>
    <dgm:cxn modelId="{C7BB28C7-7389-4D97-B18D-B5BE862843BA}" type="presOf" srcId="{11AB9469-9536-4D8C-9BE8-8A99F2F69AAC}" destId="{3D87DDF8-4D06-48A5-9E5F-A390DAACE4AB}" srcOrd="0" destOrd="0" presId="urn:microsoft.com/office/officeart/2005/8/layout/vList2"/>
    <dgm:cxn modelId="{2C00BDF6-995C-4FE2-93A3-111716C75957}" srcId="{3FDAAF43-B764-48A1-B04D-C920E7903F0D}" destId="{11AB9469-9536-4D8C-9BE8-8A99F2F69AAC}" srcOrd="0" destOrd="0" parTransId="{C990399A-9E25-40CE-82CC-BBBA51247C82}" sibTransId="{5459EC40-F363-48A0-944F-ED2CA040434C}"/>
    <dgm:cxn modelId="{3A515A2A-4888-4D38-BC70-666D5FA4BBF0}" type="presParOf" srcId="{6AE78FB8-9EAC-4F69-A4F6-47D3CC8D086A}" destId="{3D87DDF8-4D06-48A5-9E5F-A390DAACE4AB}" srcOrd="0" destOrd="0" presId="urn:microsoft.com/office/officeart/2005/8/layout/vList2"/>
    <dgm:cxn modelId="{45F32955-6164-40CE-A858-C75F17A1DD7A}" type="presParOf" srcId="{6AE78FB8-9EAC-4F69-A4F6-47D3CC8D086A}" destId="{2F8E2CFE-FB8D-4D16-B248-768C8D8DE696}" srcOrd="1" destOrd="0" presId="urn:microsoft.com/office/officeart/2005/8/layout/vList2"/>
    <dgm:cxn modelId="{A28D44AE-236D-4F44-AA2B-C996A995F807}" type="presParOf" srcId="{6AE78FB8-9EAC-4F69-A4F6-47D3CC8D086A}" destId="{45939709-1EEF-4BB6-978F-8C3C594AB233}" srcOrd="2" destOrd="0" presId="urn:microsoft.com/office/officeart/2005/8/layout/vList2"/>
    <dgm:cxn modelId="{673C9903-D6C3-4C07-86E3-75A6D806F635}" type="presParOf" srcId="{6AE78FB8-9EAC-4F69-A4F6-47D3CC8D086A}" destId="{B8704A13-A41C-43A3-A957-C72F61EFA95E}" srcOrd="3" destOrd="0" presId="urn:microsoft.com/office/officeart/2005/8/layout/vList2"/>
    <dgm:cxn modelId="{4B3AB017-688D-41E8-A8BC-F6558B40326E}" type="presParOf" srcId="{6AE78FB8-9EAC-4F69-A4F6-47D3CC8D086A}" destId="{7C746787-0031-4E2E-BAA3-C4D1EC08EEF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685AA3-7973-4F2E-B92D-219DFBC0E267}">
      <dsp:nvSpPr>
        <dsp:cNvPr id="0" name=""/>
        <dsp:cNvSpPr/>
      </dsp:nvSpPr>
      <dsp:spPr>
        <a:xfrm>
          <a:off x="0" y="651"/>
          <a:ext cx="6096000" cy="152362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B3268B-771F-4D07-AB4B-CC90E368234D}">
      <dsp:nvSpPr>
        <dsp:cNvPr id="0" name=""/>
        <dsp:cNvSpPr/>
      </dsp:nvSpPr>
      <dsp:spPr>
        <a:xfrm>
          <a:off x="460897" y="343467"/>
          <a:ext cx="837995" cy="8379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15B6ED-2C17-4208-97FF-F7A56919AAD9}">
      <dsp:nvSpPr>
        <dsp:cNvPr id="0" name=""/>
        <dsp:cNvSpPr/>
      </dsp:nvSpPr>
      <dsp:spPr>
        <a:xfrm>
          <a:off x="1759790" y="651"/>
          <a:ext cx="4336209" cy="1523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251" tIns="161251" rIns="161251" bIns="161251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NAT enables private IP addresses to communicate over public networks.</a:t>
          </a:r>
          <a:endParaRPr lang="en-US" sz="2400" kern="1200"/>
        </a:p>
      </dsp:txBody>
      <dsp:txXfrm>
        <a:off x="1759790" y="651"/>
        <a:ext cx="4336209" cy="1523627"/>
      </dsp:txXfrm>
    </dsp:sp>
    <dsp:sp modelId="{EDBDF1E9-E336-452C-96EB-0CE6EF41C728}">
      <dsp:nvSpPr>
        <dsp:cNvPr id="0" name=""/>
        <dsp:cNvSpPr/>
      </dsp:nvSpPr>
      <dsp:spPr>
        <a:xfrm>
          <a:off x="0" y="1905186"/>
          <a:ext cx="6096000" cy="152362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8E734-A384-4016-B30E-6EE386484EFB}">
      <dsp:nvSpPr>
        <dsp:cNvPr id="0" name=""/>
        <dsp:cNvSpPr/>
      </dsp:nvSpPr>
      <dsp:spPr>
        <a:xfrm>
          <a:off x="460897" y="2248002"/>
          <a:ext cx="837995" cy="8379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9C8F9D-8237-4814-88E1-EDCABD4FBBD4}">
      <dsp:nvSpPr>
        <dsp:cNvPr id="0" name=""/>
        <dsp:cNvSpPr/>
      </dsp:nvSpPr>
      <dsp:spPr>
        <a:xfrm>
          <a:off x="1759790" y="1905186"/>
          <a:ext cx="4336209" cy="1523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251" tIns="161251" rIns="161251" bIns="161251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Helps conserve IP addresses and enhances security.</a:t>
          </a:r>
          <a:endParaRPr lang="en-US" sz="2400" kern="1200"/>
        </a:p>
      </dsp:txBody>
      <dsp:txXfrm>
        <a:off x="1759790" y="1905186"/>
        <a:ext cx="4336209" cy="1523627"/>
      </dsp:txXfrm>
    </dsp:sp>
    <dsp:sp modelId="{3446D45A-F9A2-4ABD-87F5-5F058E0505BE}">
      <dsp:nvSpPr>
        <dsp:cNvPr id="0" name=""/>
        <dsp:cNvSpPr/>
      </dsp:nvSpPr>
      <dsp:spPr>
        <a:xfrm>
          <a:off x="0" y="3809720"/>
          <a:ext cx="6096000" cy="152362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712213-C18C-4F43-B232-9747630208E4}">
      <dsp:nvSpPr>
        <dsp:cNvPr id="0" name=""/>
        <dsp:cNvSpPr/>
      </dsp:nvSpPr>
      <dsp:spPr>
        <a:xfrm>
          <a:off x="460897" y="4152537"/>
          <a:ext cx="837995" cy="8379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DF412-1771-46F6-82F2-AD26CFA7F699}">
      <dsp:nvSpPr>
        <dsp:cNvPr id="0" name=""/>
        <dsp:cNvSpPr/>
      </dsp:nvSpPr>
      <dsp:spPr>
        <a:xfrm>
          <a:off x="1759790" y="3809720"/>
          <a:ext cx="4336209" cy="1523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251" tIns="161251" rIns="161251" bIns="161251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Main types: </a:t>
          </a:r>
          <a:r>
            <a:rPr lang="en-GB" sz="2400" b="1" kern="1200"/>
            <a:t>Dynamic NAT, Static NAT, and Port Address Translation (PAT).</a:t>
          </a:r>
          <a:endParaRPr lang="en-US" sz="2400" kern="1200"/>
        </a:p>
      </dsp:txBody>
      <dsp:txXfrm>
        <a:off x="1759790" y="3809720"/>
        <a:ext cx="4336209" cy="15236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890B27-5368-42A6-95B8-4C07413C87AE}">
      <dsp:nvSpPr>
        <dsp:cNvPr id="0" name=""/>
        <dsp:cNvSpPr/>
      </dsp:nvSpPr>
      <dsp:spPr>
        <a:xfrm>
          <a:off x="0" y="556"/>
          <a:ext cx="6858000" cy="13031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893723-F17B-4C1B-8873-1DA5F3603339}">
      <dsp:nvSpPr>
        <dsp:cNvPr id="0" name=""/>
        <dsp:cNvSpPr/>
      </dsp:nvSpPr>
      <dsp:spPr>
        <a:xfrm>
          <a:off x="394214" y="293774"/>
          <a:ext cx="716753" cy="7167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95D5D4-0398-4C9C-9AE8-64B52D30FFA4}">
      <dsp:nvSpPr>
        <dsp:cNvPr id="0" name=""/>
        <dsp:cNvSpPr/>
      </dsp:nvSpPr>
      <dsp:spPr>
        <a:xfrm>
          <a:off x="1505182" y="556"/>
          <a:ext cx="5352817" cy="1303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921" tIns="137921" rIns="137921" bIns="1379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Maps private IPs to a pool of public IPs.</a:t>
          </a:r>
          <a:endParaRPr lang="en-US" sz="2500" kern="1200"/>
        </a:p>
      </dsp:txBody>
      <dsp:txXfrm>
        <a:off x="1505182" y="556"/>
        <a:ext cx="5352817" cy="1303188"/>
      </dsp:txXfrm>
    </dsp:sp>
    <dsp:sp modelId="{E3275BEC-C434-42DC-B4B8-11F3F58B63E4}">
      <dsp:nvSpPr>
        <dsp:cNvPr id="0" name=""/>
        <dsp:cNvSpPr/>
      </dsp:nvSpPr>
      <dsp:spPr>
        <a:xfrm>
          <a:off x="0" y="1629542"/>
          <a:ext cx="6858000" cy="13031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C93000-B99B-409C-AC0F-99FA54EE59E8}">
      <dsp:nvSpPr>
        <dsp:cNvPr id="0" name=""/>
        <dsp:cNvSpPr/>
      </dsp:nvSpPr>
      <dsp:spPr>
        <a:xfrm>
          <a:off x="394214" y="1922760"/>
          <a:ext cx="716753" cy="7167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22F939-D340-4C43-989C-92614D6C53A7}">
      <dsp:nvSpPr>
        <dsp:cNvPr id="0" name=""/>
        <dsp:cNvSpPr/>
      </dsp:nvSpPr>
      <dsp:spPr>
        <a:xfrm>
          <a:off x="1505182" y="1629542"/>
          <a:ext cx="5352817" cy="1303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921" tIns="137921" rIns="137921" bIns="1379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Public IPs are assigned temporarily, as needed.</a:t>
          </a:r>
          <a:endParaRPr lang="en-US" sz="2500" kern="1200"/>
        </a:p>
      </dsp:txBody>
      <dsp:txXfrm>
        <a:off x="1505182" y="1629542"/>
        <a:ext cx="5352817" cy="1303188"/>
      </dsp:txXfrm>
    </dsp:sp>
    <dsp:sp modelId="{82856C3E-0951-46FA-86A2-E25931D23AFE}">
      <dsp:nvSpPr>
        <dsp:cNvPr id="0" name=""/>
        <dsp:cNvSpPr/>
      </dsp:nvSpPr>
      <dsp:spPr>
        <a:xfrm>
          <a:off x="0" y="3258528"/>
          <a:ext cx="6858000" cy="13031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EA3FE3-2F4D-4392-BD48-B53A37362269}">
      <dsp:nvSpPr>
        <dsp:cNvPr id="0" name=""/>
        <dsp:cNvSpPr/>
      </dsp:nvSpPr>
      <dsp:spPr>
        <a:xfrm>
          <a:off x="394214" y="3551745"/>
          <a:ext cx="716753" cy="7167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871DDC-461A-49C3-A053-3AD744866931}">
      <dsp:nvSpPr>
        <dsp:cNvPr id="0" name=""/>
        <dsp:cNvSpPr/>
      </dsp:nvSpPr>
      <dsp:spPr>
        <a:xfrm>
          <a:off x="1505182" y="3258528"/>
          <a:ext cx="5352817" cy="1303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921" tIns="137921" rIns="137921" bIns="1379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Commonly used in networks with fluctuating demand.</a:t>
          </a:r>
          <a:endParaRPr lang="en-US" sz="2500" kern="1200"/>
        </a:p>
      </dsp:txBody>
      <dsp:txXfrm>
        <a:off x="1505182" y="3258528"/>
        <a:ext cx="5352817" cy="13031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D5CF3D-5FAF-4A35-9A8E-7D48295EAAC5}">
      <dsp:nvSpPr>
        <dsp:cNvPr id="0" name=""/>
        <dsp:cNvSpPr/>
      </dsp:nvSpPr>
      <dsp:spPr>
        <a:xfrm>
          <a:off x="0" y="556"/>
          <a:ext cx="6858000" cy="13031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BCB846-E929-4266-8A3A-D44618D44E5D}">
      <dsp:nvSpPr>
        <dsp:cNvPr id="0" name=""/>
        <dsp:cNvSpPr/>
      </dsp:nvSpPr>
      <dsp:spPr>
        <a:xfrm>
          <a:off x="394214" y="293774"/>
          <a:ext cx="716753" cy="7167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7EE074-8CA6-42CF-9AAC-E38CB80F6246}">
      <dsp:nvSpPr>
        <dsp:cNvPr id="0" name=""/>
        <dsp:cNvSpPr/>
      </dsp:nvSpPr>
      <dsp:spPr>
        <a:xfrm>
          <a:off x="1505182" y="556"/>
          <a:ext cx="5352817" cy="1303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921" tIns="137921" rIns="137921" bIns="1379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One-to-one mapping between private and public IPs.</a:t>
          </a:r>
          <a:endParaRPr lang="en-US" sz="2500" kern="1200"/>
        </a:p>
      </dsp:txBody>
      <dsp:txXfrm>
        <a:off x="1505182" y="556"/>
        <a:ext cx="5352817" cy="1303188"/>
      </dsp:txXfrm>
    </dsp:sp>
    <dsp:sp modelId="{6DBAE6CB-A1CD-44FB-A89B-07DD41FC6061}">
      <dsp:nvSpPr>
        <dsp:cNvPr id="0" name=""/>
        <dsp:cNvSpPr/>
      </dsp:nvSpPr>
      <dsp:spPr>
        <a:xfrm>
          <a:off x="0" y="1629542"/>
          <a:ext cx="6858000" cy="13031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43AEA3-6C84-4379-8E0D-B14432ED0834}">
      <dsp:nvSpPr>
        <dsp:cNvPr id="0" name=""/>
        <dsp:cNvSpPr/>
      </dsp:nvSpPr>
      <dsp:spPr>
        <a:xfrm>
          <a:off x="394214" y="1922760"/>
          <a:ext cx="716753" cy="7167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8FAB67-8320-41DE-BA50-6B976341A507}">
      <dsp:nvSpPr>
        <dsp:cNvPr id="0" name=""/>
        <dsp:cNvSpPr/>
      </dsp:nvSpPr>
      <dsp:spPr>
        <a:xfrm>
          <a:off x="1505182" y="1629542"/>
          <a:ext cx="5352817" cy="1303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921" tIns="137921" rIns="137921" bIns="1379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Provides permanent, predictable IP mapping.</a:t>
          </a:r>
          <a:endParaRPr lang="en-US" sz="2500" kern="1200"/>
        </a:p>
      </dsp:txBody>
      <dsp:txXfrm>
        <a:off x="1505182" y="1629542"/>
        <a:ext cx="5352817" cy="1303188"/>
      </dsp:txXfrm>
    </dsp:sp>
    <dsp:sp modelId="{91C01C17-C78F-4E73-AE03-DB097D5BDB4F}">
      <dsp:nvSpPr>
        <dsp:cNvPr id="0" name=""/>
        <dsp:cNvSpPr/>
      </dsp:nvSpPr>
      <dsp:spPr>
        <a:xfrm>
          <a:off x="0" y="3258528"/>
          <a:ext cx="6858000" cy="13031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462E69-0419-4738-A605-568F2D20B5B6}">
      <dsp:nvSpPr>
        <dsp:cNvPr id="0" name=""/>
        <dsp:cNvSpPr/>
      </dsp:nvSpPr>
      <dsp:spPr>
        <a:xfrm>
          <a:off x="394214" y="3551745"/>
          <a:ext cx="716753" cy="7167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65EDB7-2171-407A-83A2-65C5FED7CA90}">
      <dsp:nvSpPr>
        <dsp:cNvPr id="0" name=""/>
        <dsp:cNvSpPr/>
      </dsp:nvSpPr>
      <dsp:spPr>
        <a:xfrm>
          <a:off x="1505182" y="3258528"/>
          <a:ext cx="5352817" cy="1303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921" tIns="137921" rIns="137921" bIns="1379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Ideal for hosting services accessible from the internet. </a:t>
          </a:r>
          <a:endParaRPr lang="en-US" sz="2500" kern="1200"/>
        </a:p>
      </dsp:txBody>
      <dsp:txXfrm>
        <a:off x="1505182" y="3258528"/>
        <a:ext cx="5352817" cy="13031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87DDF8-4D06-48A5-9E5F-A390DAACE4AB}">
      <dsp:nvSpPr>
        <dsp:cNvPr id="0" name=""/>
        <dsp:cNvSpPr/>
      </dsp:nvSpPr>
      <dsp:spPr>
        <a:xfrm>
          <a:off x="0" y="154436"/>
          <a:ext cx="6858000" cy="1352520"/>
        </a:xfrm>
        <a:prstGeom prst="roundRect">
          <a:avLst/>
        </a:prstGeom>
        <a:solidFill>
          <a:schemeClr val="bg1">
            <a:lumMod val="85000"/>
            <a:lumOff val="1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/>
            <a:t>Allows multiple devices to share a single public IP.</a:t>
          </a:r>
          <a:endParaRPr lang="en-US" sz="3400" kern="1200"/>
        </a:p>
      </dsp:txBody>
      <dsp:txXfrm>
        <a:off x="66025" y="220461"/>
        <a:ext cx="6725950" cy="1220470"/>
      </dsp:txXfrm>
    </dsp:sp>
    <dsp:sp modelId="{45939709-1EEF-4BB6-978F-8C3C594AB233}">
      <dsp:nvSpPr>
        <dsp:cNvPr id="0" name=""/>
        <dsp:cNvSpPr/>
      </dsp:nvSpPr>
      <dsp:spPr>
        <a:xfrm>
          <a:off x="0" y="1604876"/>
          <a:ext cx="6858000" cy="1352520"/>
        </a:xfrm>
        <a:prstGeom prst="roundRect">
          <a:avLst/>
        </a:prstGeom>
        <a:solidFill>
          <a:schemeClr val="bg1">
            <a:lumMod val="75000"/>
            <a:lumOff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/>
            <a:t>Differentiates connections using unique port numbers.</a:t>
          </a:r>
          <a:endParaRPr lang="en-US" sz="3400" kern="1200" dirty="0"/>
        </a:p>
      </dsp:txBody>
      <dsp:txXfrm>
        <a:off x="66025" y="1670901"/>
        <a:ext cx="6725950" cy="1220470"/>
      </dsp:txXfrm>
    </dsp:sp>
    <dsp:sp modelId="{7C746787-0031-4E2E-BAA3-C4D1EC08EEF9}">
      <dsp:nvSpPr>
        <dsp:cNvPr id="0" name=""/>
        <dsp:cNvSpPr/>
      </dsp:nvSpPr>
      <dsp:spPr>
        <a:xfrm>
          <a:off x="0" y="3055316"/>
          <a:ext cx="6858000" cy="1352520"/>
        </a:xfrm>
        <a:prstGeom prst="roundRect">
          <a:avLst/>
        </a:prstGeom>
        <a:solidFill>
          <a:schemeClr val="bg1">
            <a:lumMod val="85000"/>
            <a:lumOff val="1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/>
            <a:t>Maximizes IP address utilization, supporting numerous devices.</a:t>
          </a:r>
          <a:endParaRPr lang="en-US" sz="3400" kern="1200" dirty="0"/>
        </a:p>
      </dsp:txBody>
      <dsp:txXfrm>
        <a:off x="66025" y="3121341"/>
        <a:ext cx="6725950" cy="12204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20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185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96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38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829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749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638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318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72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83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10/28/2024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565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E68B8-09C1-2BBF-0258-F0D8EAD9AB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0" y="753765"/>
            <a:ext cx="4572000" cy="3056235"/>
          </a:xfrm>
        </p:spPr>
        <p:txBody>
          <a:bodyPr>
            <a:normAutofit/>
          </a:bodyPr>
          <a:lstStyle/>
          <a:p>
            <a:pPr algn="l"/>
            <a:r>
              <a:rPr lang="en-GB" sz="4400"/>
              <a:t>NETWORK ADDRESS TRANSLATION [NAT]</a:t>
            </a:r>
            <a:endParaRPr lang="en-US" sz="4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50AD5E-661B-2D8B-9E95-7EBCD5C54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7999" y="4571999"/>
            <a:ext cx="4571999" cy="1524000"/>
          </a:xfrm>
        </p:spPr>
        <p:txBody>
          <a:bodyPr>
            <a:normAutofit/>
          </a:bodyPr>
          <a:lstStyle/>
          <a:p>
            <a:pPr algn="l"/>
            <a:r>
              <a:rPr lang="en-GB"/>
              <a:t>Presenter: MN. Sihanas</a:t>
            </a:r>
          </a:p>
          <a:p>
            <a:pPr algn="l"/>
            <a:r>
              <a:rPr lang="en-GB"/>
              <a:t>Lecturer: Mr. Mohamed Nismy</a:t>
            </a:r>
            <a:endParaRPr lang="en-US" dirty="0"/>
          </a:p>
        </p:txBody>
      </p:sp>
      <p:pic>
        <p:nvPicPr>
          <p:cNvPr id="16" name="Picture 15" descr="A blue and white background with white dots&#10;&#10;Description automatically generated">
            <a:extLst>
              <a:ext uri="{FF2B5EF4-FFF2-40B4-BE49-F238E27FC236}">
                <a16:creationId xmlns:a16="http://schemas.microsoft.com/office/drawing/2014/main" id="{C3BAEFB9-5518-90DB-0D22-5075EF271E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73" r="17918" b="-1"/>
          <a:stretch/>
        </p:blipFill>
        <p:spPr>
          <a:xfrm>
            <a:off x="2" y="10"/>
            <a:ext cx="5578823" cy="6028246"/>
          </a:xfrm>
          <a:custGeom>
            <a:avLst/>
            <a:gdLst/>
            <a:ahLst/>
            <a:cxnLst/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47A9921-6509-49C2-BEBF-924F28066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431830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861A6E4-CB70-4D29-87D4-AD020035F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5635"/>
            <a:ext cx="4212773" cy="5022365"/>
          </a:xfrm>
          <a:custGeom>
            <a:avLst/>
            <a:gdLst>
              <a:gd name="connsiteX0" fmla="*/ 0 w 4212773"/>
              <a:gd name="connsiteY0" fmla="*/ 0 h 6498740"/>
              <a:gd name="connsiteX1" fmla="*/ 159023 w 4212773"/>
              <a:gd name="connsiteY1" fmla="*/ 12872 h 6498740"/>
              <a:gd name="connsiteX2" fmla="*/ 1697597 w 4212773"/>
              <a:gd name="connsiteY2" fmla="*/ 306418 h 6498740"/>
              <a:gd name="connsiteX3" fmla="*/ 4047822 w 4212773"/>
              <a:gd name="connsiteY3" fmla="*/ 3511272 h 6498740"/>
              <a:gd name="connsiteX4" fmla="*/ 3551503 w 4212773"/>
              <a:gd name="connsiteY4" fmla="*/ 6184235 h 6498740"/>
              <a:gd name="connsiteX5" fmla="*/ 3163159 w 4212773"/>
              <a:gd name="connsiteY5" fmla="*/ 6459073 h 6498740"/>
              <a:gd name="connsiteX6" fmla="*/ 3092077 w 4212773"/>
              <a:gd name="connsiteY6" fmla="*/ 6498740 h 6498740"/>
              <a:gd name="connsiteX7" fmla="*/ 0 w 4212773"/>
              <a:gd name="connsiteY7" fmla="*/ 6498740 h 6498740"/>
              <a:gd name="connsiteX8" fmla="*/ 0 w 4212773"/>
              <a:gd name="connsiteY8" fmla="*/ 0 h 649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2773" h="6498740">
                <a:moveTo>
                  <a:pt x="0" y="0"/>
                </a:moveTo>
                <a:lnTo>
                  <a:pt x="159023" y="12872"/>
                </a:lnTo>
                <a:cubicBezTo>
                  <a:pt x="659101" y="63644"/>
                  <a:pt x="1176498" y="175345"/>
                  <a:pt x="1697597" y="306418"/>
                </a:cubicBezTo>
                <a:cubicBezTo>
                  <a:pt x="3312474" y="712392"/>
                  <a:pt x="3742395" y="1999786"/>
                  <a:pt x="4047822" y="3511272"/>
                </a:cubicBezTo>
                <a:cubicBezTo>
                  <a:pt x="4252232" y="4523358"/>
                  <a:pt x="4422733" y="5443193"/>
                  <a:pt x="3551503" y="6184235"/>
                </a:cubicBezTo>
                <a:cubicBezTo>
                  <a:pt x="3429343" y="6288166"/>
                  <a:pt x="3299185" y="6378784"/>
                  <a:pt x="3163159" y="6459073"/>
                </a:cubicBezTo>
                <a:lnTo>
                  <a:pt x="3092077" y="6498740"/>
                </a:lnTo>
                <a:lnTo>
                  <a:pt x="0" y="64987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FE67A51-A6D2-4F56-B718-2BF4AD24E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23999"/>
            <a:ext cx="4095749" cy="5334001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rgbClr val="F1CB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4937B5-22D4-BD47-BD91-DA147CE71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750" y="3034421"/>
            <a:ext cx="3048001" cy="2286000"/>
          </a:xfrm>
        </p:spPr>
        <p:txBody>
          <a:bodyPr anchor="b">
            <a:normAutofit/>
          </a:bodyPr>
          <a:lstStyle/>
          <a:p>
            <a:r>
              <a:rPr lang="en-GB" sz="320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Key Points before we begin.</a:t>
            </a:r>
            <a:endParaRPr lang="en-US" sz="3200">
              <a:solidFill>
                <a:srgbClr val="FFFFFF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3747D2-1181-9ED1-FEF6-BC251EF644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7370246"/>
              </p:ext>
            </p:extLst>
          </p:nvPr>
        </p:nvGraphicFramePr>
        <p:xfrm>
          <a:off x="5334000" y="762000"/>
          <a:ext cx="6096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8110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F3A0F6C-EB8F-4A4C-8258-23F6D815E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8352" cy="6438900"/>
          </a:xfrm>
          <a:custGeom>
            <a:avLst/>
            <a:gdLst>
              <a:gd name="connsiteX0" fmla="*/ 0 w 12198352"/>
              <a:gd name="connsiteY0" fmla="*/ 0 h 6438900"/>
              <a:gd name="connsiteX1" fmla="*/ 12198352 w 12198352"/>
              <a:gd name="connsiteY1" fmla="*/ 0 h 6438900"/>
              <a:gd name="connsiteX2" fmla="*/ 12198352 w 12198352"/>
              <a:gd name="connsiteY2" fmla="*/ 5644414 h 6438900"/>
              <a:gd name="connsiteX3" fmla="*/ 12042486 w 12198352"/>
              <a:gd name="connsiteY3" fmla="*/ 5750064 h 6438900"/>
              <a:gd name="connsiteX4" fmla="*/ 9483672 w 12198352"/>
              <a:gd name="connsiteY4" fmla="*/ 6432438 h 6438900"/>
              <a:gd name="connsiteX5" fmla="*/ 8500895 w 12198352"/>
              <a:gd name="connsiteY5" fmla="*/ 6437925 h 6438900"/>
              <a:gd name="connsiteX6" fmla="*/ 1629409 w 12198352"/>
              <a:gd name="connsiteY6" fmla="*/ 5170893 h 6438900"/>
              <a:gd name="connsiteX7" fmla="*/ 433424 w 12198352"/>
              <a:gd name="connsiteY7" fmla="*/ 4633819 h 6438900"/>
              <a:gd name="connsiteX8" fmla="*/ 0 w 12198352"/>
              <a:gd name="connsiteY8" fmla="*/ 4450771 h 643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352" h="6438900">
                <a:moveTo>
                  <a:pt x="0" y="0"/>
                </a:moveTo>
                <a:lnTo>
                  <a:pt x="12198352" y="0"/>
                </a:lnTo>
                <a:lnTo>
                  <a:pt x="12198352" y="5644414"/>
                </a:lnTo>
                <a:lnTo>
                  <a:pt x="12042486" y="5750064"/>
                </a:lnTo>
                <a:cubicBezTo>
                  <a:pt x="11268689" y="6237466"/>
                  <a:pt x="10357585" y="6417714"/>
                  <a:pt x="9483672" y="6432438"/>
                </a:cubicBezTo>
                <a:cubicBezTo>
                  <a:pt x="9158751" y="6438062"/>
                  <a:pt x="8830819" y="6440385"/>
                  <a:pt x="8500895" y="6437925"/>
                </a:cubicBezTo>
                <a:cubicBezTo>
                  <a:pt x="6191416" y="6420695"/>
                  <a:pt x="3784289" y="6168856"/>
                  <a:pt x="1629409" y="5170893"/>
                </a:cubicBezTo>
                <a:cubicBezTo>
                  <a:pt x="1229906" y="4985892"/>
                  <a:pt x="831404" y="4807078"/>
                  <a:pt x="433424" y="4633819"/>
                </a:cubicBezTo>
                <a:lnTo>
                  <a:pt x="0" y="445077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5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A9C92F4-A4A4-42E0-9391-C666AAED1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817925">
            <a:off x="2322363" y="-118377"/>
            <a:ext cx="7900749" cy="9821966"/>
          </a:xfrm>
          <a:custGeom>
            <a:avLst/>
            <a:gdLst>
              <a:gd name="connsiteX0" fmla="*/ 589029 w 7858893"/>
              <a:gd name="connsiteY0" fmla="*/ 9827096 h 9827096"/>
              <a:gd name="connsiteX1" fmla="*/ 0 w 7858893"/>
              <a:gd name="connsiteY1" fmla="*/ 9338053 h 9827096"/>
              <a:gd name="connsiteX2" fmla="*/ 50440 w 7858893"/>
              <a:gd name="connsiteY2" fmla="*/ 9011561 h 9827096"/>
              <a:gd name="connsiteX3" fmla="*/ 398242 w 7858893"/>
              <a:gd name="connsiteY3" fmla="*/ 7620242 h 9827096"/>
              <a:gd name="connsiteX4" fmla="*/ 6756719 w 7858893"/>
              <a:gd name="connsiteY4" fmla="*/ 593416 h 9827096"/>
              <a:gd name="connsiteX5" fmla="*/ 7642630 w 7858893"/>
              <a:gd name="connsiteY5" fmla="*/ 111525 h 9827096"/>
              <a:gd name="connsiteX6" fmla="*/ 7858893 w 7858893"/>
              <a:gd name="connsiteY6" fmla="*/ 0 h 9827096"/>
              <a:gd name="connsiteX0" fmla="*/ 589029 w 8190490"/>
              <a:gd name="connsiteY0" fmla="*/ 9787128 h 9787128"/>
              <a:gd name="connsiteX1" fmla="*/ 0 w 8190490"/>
              <a:gd name="connsiteY1" fmla="*/ 9298085 h 9787128"/>
              <a:gd name="connsiteX2" fmla="*/ 50440 w 8190490"/>
              <a:gd name="connsiteY2" fmla="*/ 8971593 h 9787128"/>
              <a:gd name="connsiteX3" fmla="*/ 398242 w 8190490"/>
              <a:gd name="connsiteY3" fmla="*/ 7580274 h 9787128"/>
              <a:gd name="connsiteX4" fmla="*/ 6756719 w 8190490"/>
              <a:gd name="connsiteY4" fmla="*/ 553448 h 9787128"/>
              <a:gd name="connsiteX5" fmla="*/ 7642630 w 8190490"/>
              <a:gd name="connsiteY5" fmla="*/ 71557 h 9787128"/>
              <a:gd name="connsiteX6" fmla="*/ 8190490 w 8190490"/>
              <a:gd name="connsiteY6" fmla="*/ 0 h 9787128"/>
              <a:gd name="connsiteX7" fmla="*/ 589029 w 8190490"/>
              <a:gd name="connsiteY7" fmla="*/ 9787128 h 9787128"/>
              <a:gd name="connsiteX0" fmla="*/ 589029 w 8281930"/>
              <a:gd name="connsiteY0" fmla="*/ 9722690 h 9722690"/>
              <a:gd name="connsiteX1" fmla="*/ 0 w 8281930"/>
              <a:gd name="connsiteY1" fmla="*/ 9233647 h 9722690"/>
              <a:gd name="connsiteX2" fmla="*/ 50440 w 8281930"/>
              <a:gd name="connsiteY2" fmla="*/ 8907155 h 9722690"/>
              <a:gd name="connsiteX3" fmla="*/ 398242 w 8281930"/>
              <a:gd name="connsiteY3" fmla="*/ 7515836 h 9722690"/>
              <a:gd name="connsiteX4" fmla="*/ 6756719 w 8281930"/>
              <a:gd name="connsiteY4" fmla="*/ 489010 h 9722690"/>
              <a:gd name="connsiteX5" fmla="*/ 7642630 w 8281930"/>
              <a:gd name="connsiteY5" fmla="*/ 7119 h 9722690"/>
              <a:gd name="connsiteX6" fmla="*/ 8281930 w 8281930"/>
              <a:gd name="connsiteY6" fmla="*/ 27002 h 9722690"/>
              <a:gd name="connsiteX0" fmla="*/ 589029 w 7911958"/>
              <a:gd name="connsiteY0" fmla="*/ 9802819 h 9802819"/>
              <a:gd name="connsiteX1" fmla="*/ 0 w 7911958"/>
              <a:gd name="connsiteY1" fmla="*/ 9313776 h 9802819"/>
              <a:gd name="connsiteX2" fmla="*/ 50440 w 7911958"/>
              <a:gd name="connsiteY2" fmla="*/ 8987284 h 9802819"/>
              <a:gd name="connsiteX3" fmla="*/ 398242 w 7911958"/>
              <a:gd name="connsiteY3" fmla="*/ 7595965 h 9802819"/>
              <a:gd name="connsiteX4" fmla="*/ 6756719 w 7911958"/>
              <a:gd name="connsiteY4" fmla="*/ 569139 h 9802819"/>
              <a:gd name="connsiteX5" fmla="*/ 7642630 w 7911958"/>
              <a:gd name="connsiteY5" fmla="*/ 87248 h 9802819"/>
              <a:gd name="connsiteX6" fmla="*/ 7911958 w 7911958"/>
              <a:gd name="connsiteY6" fmla="*/ 0 h 9802819"/>
              <a:gd name="connsiteX0" fmla="*/ 589029 w 7642630"/>
              <a:gd name="connsiteY0" fmla="*/ 9715571 h 9715571"/>
              <a:gd name="connsiteX1" fmla="*/ 0 w 7642630"/>
              <a:gd name="connsiteY1" fmla="*/ 9226528 h 9715571"/>
              <a:gd name="connsiteX2" fmla="*/ 50440 w 7642630"/>
              <a:gd name="connsiteY2" fmla="*/ 8900036 h 9715571"/>
              <a:gd name="connsiteX3" fmla="*/ 398242 w 7642630"/>
              <a:gd name="connsiteY3" fmla="*/ 7508717 h 9715571"/>
              <a:gd name="connsiteX4" fmla="*/ 6756719 w 7642630"/>
              <a:gd name="connsiteY4" fmla="*/ 481891 h 9715571"/>
              <a:gd name="connsiteX5" fmla="*/ 7642630 w 7642630"/>
              <a:gd name="connsiteY5" fmla="*/ 0 h 9715571"/>
              <a:gd name="connsiteX0" fmla="*/ 589029 w 7900749"/>
              <a:gd name="connsiteY0" fmla="*/ 9821966 h 9821966"/>
              <a:gd name="connsiteX1" fmla="*/ 0 w 7900749"/>
              <a:gd name="connsiteY1" fmla="*/ 9332923 h 9821966"/>
              <a:gd name="connsiteX2" fmla="*/ 50440 w 7900749"/>
              <a:gd name="connsiteY2" fmla="*/ 9006431 h 9821966"/>
              <a:gd name="connsiteX3" fmla="*/ 398242 w 7900749"/>
              <a:gd name="connsiteY3" fmla="*/ 7615112 h 9821966"/>
              <a:gd name="connsiteX4" fmla="*/ 6756719 w 7900749"/>
              <a:gd name="connsiteY4" fmla="*/ 588286 h 9821966"/>
              <a:gd name="connsiteX5" fmla="*/ 7900749 w 7900749"/>
              <a:gd name="connsiteY5" fmla="*/ 0 h 9821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00749" h="9821966">
                <a:moveTo>
                  <a:pt x="589029" y="9821966"/>
                </a:moveTo>
                <a:lnTo>
                  <a:pt x="0" y="9332923"/>
                </a:lnTo>
                <a:lnTo>
                  <a:pt x="50440" y="9006431"/>
                </a:lnTo>
                <a:cubicBezTo>
                  <a:pt x="119970" y="8604142"/>
                  <a:pt x="221982" y="8158814"/>
                  <a:pt x="398242" y="7615112"/>
                </a:cubicBezTo>
                <a:cubicBezTo>
                  <a:pt x="1372817" y="4608865"/>
                  <a:pt x="3887952" y="2237199"/>
                  <a:pt x="6756719" y="588286"/>
                </a:cubicBezTo>
                <a:cubicBezTo>
                  <a:pt x="6992735" y="452730"/>
                  <a:pt x="7549593" y="182994"/>
                  <a:pt x="7900749" y="0"/>
                </a:cubicBez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BD5BC6-8401-3EA6-FA23-04D60EC81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76" y="1912700"/>
            <a:ext cx="3598808" cy="1368357"/>
          </a:xfrm>
        </p:spPr>
        <p:txBody>
          <a:bodyPr anchor="t">
            <a:normAutofit/>
          </a:bodyPr>
          <a:lstStyle/>
          <a:p>
            <a:r>
              <a:rPr lang="en-GB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Dynamic</a:t>
            </a:r>
            <a:r>
              <a:rPr lang="en-GB" sz="3200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GB" sz="3200" dirty="0">
                <a:solidFill>
                  <a:schemeClr val="bg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NAT</a:t>
            </a:r>
            <a:endParaRPr lang="en-US" sz="3200" dirty="0">
              <a:solidFill>
                <a:schemeClr val="bg2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E7E77261-BBD8-AA3F-E059-86C9D78AA9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3844070"/>
              </p:ext>
            </p:extLst>
          </p:nvPr>
        </p:nvGraphicFramePr>
        <p:xfrm>
          <a:off x="4572000" y="771726"/>
          <a:ext cx="6858000" cy="45622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5735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F3A0F6C-EB8F-4A4C-8258-23F6D815E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8352" cy="6438900"/>
          </a:xfrm>
          <a:custGeom>
            <a:avLst/>
            <a:gdLst>
              <a:gd name="connsiteX0" fmla="*/ 0 w 12198352"/>
              <a:gd name="connsiteY0" fmla="*/ 0 h 6438900"/>
              <a:gd name="connsiteX1" fmla="*/ 12198352 w 12198352"/>
              <a:gd name="connsiteY1" fmla="*/ 0 h 6438900"/>
              <a:gd name="connsiteX2" fmla="*/ 12198352 w 12198352"/>
              <a:gd name="connsiteY2" fmla="*/ 5644414 h 6438900"/>
              <a:gd name="connsiteX3" fmla="*/ 12042486 w 12198352"/>
              <a:gd name="connsiteY3" fmla="*/ 5750064 h 6438900"/>
              <a:gd name="connsiteX4" fmla="*/ 9483672 w 12198352"/>
              <a:gd name="connsiteY4" fmla="*/ 6432438 h 6438900"/>
              <a:gd name="connsiteX5" fmla="*/ 8500895 w 12198352"/>
              <a:gd name="connsiteY5" fmla="*/ 6437925 h 6438900"/>
              <a:gd name="connsiteX6" fmla="*/ 1629409 w 12198352"/>
              <a:gd name="connsiteY6" fmla="*/ 5170893 h 6438900"/>
              <a:gd name="connsiteX7" fmla="*/ 433424 w 12198352"/>
              <a:gd name="connsiteY7" fmla="*/ 4633819 h 6438900"/>
              <a:gd name="connsiteX8" fmla="*/ 0 w 12198352"/>
              <a:gd name="connsiteY8" fmla="*/ 4450771 h 643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352" h="6438900">
                <a:moveTo>
                  <a:pt x="0" y="0"/>
                </a:moveTo>
                <a:lnTo>
                  <a:pt x="12198352" y="0"/>
                </a:lnTo>
                <a:lnTo>
                  <a:pt x="12198352" y="5644414"/>
                </a:lnTo>
                <a:lnTo>
                  <a:pt x="12042486" y="5750064"/>
                </a:lnTo>
                <a:cubicBezTo>
                  <a:pt x="11268689" y="6237466"/>
                  <a:pt x="10357585" y="6417714"/>
                  <a:pt x="9483672" y="6432438"/>
                </a:cubicBezTo>
                <a:cubicBezTo>
                  <a:pt x="9158751" y="6438062"/>
                  <a:pt x="8830819" y="6440385"/>
                  <a:pt x="8500895" y="6437925"/>
                </a:cubicBezTo>
                <a:cubicBezTo>
                  <a:pt x="6191416" y="6420695"/>
                  <a:pt x="3784289" y="6168856"/>
                  <a:pt x="1629409" y="5170893"/>
                </a:cubicBezTo>
                <a:cubicBezTo>
                  <a:pt x="1229906" y="4985892"/>
                  <a:pt x="831404" y="4807078"/>
                  <a:pt x="433424" y="4633819"/>
                </a:cubicBezTo>
                <a:lnTo>
                  <a:pt x="0" y="445077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5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A9C92F4-A4A4-42E0-9391-C666AAED1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817925">
            <a:off x="2322363" y="-118377"/>
            <a:ext cx="7900749" cy="9821966"/>
          </a:xfrm>
          <a:custGeom>
            <a:avLst/>
            <a:gdLst>
              <a:gd name="connsiteX0" fmla="*/ 589029 w 7858893"/>
              <a:gd name="connsiteY0" fmla="*/ 9827096 h 9827096"/>
              <a:gd name="connsiteX1" fmla="*/ 0 w 7858893"/>
              <a:gd name="connsiteY1" fmla="*/ 9338053 h 9827096"/>
              <a:gd name="connsiteX2" fmla="*/ 50440 w 7858893"/>
              <a:gd name="connsiteY2" fmla="*/ 9011561 h 9827096"/>
              <a:gd name="connsiteX3" fmla="*/ 398242 w 7858893"/>
              <a:gd name="connsiteY3" fmla="*/ 7620242 h 9827096"/>
              <a:gd name="connsiteX4" fmla="*/ 6756719 w 7858893"/>
              <a:gd name="connsiteY4" fmla="*/ 593416 h 9827096"/>
              <a:gd name="connsiteX5" fmla="*/ 7642630 w 7858893"/>
              <a:gd name="connsiteY5" fmla="*/ 111525 h 9827096"/>
              <a:gd name="connsiteX6" fmla="*/ 7858893 w 7858893"/>
              <a:gd name="connsiteY6" fmla="*/ 0 h 9827096"/>
              <a:gd name="connsiteX0" fmla="*/ 589029 w 8190490"/>
              <a:gd name="connsiteY0" fmla="*/ 9787128 h 9787128"/>
              <a:gd name="connsiteX1" fmla="*/ 0 w 8190490"/>
              <a:gd name="connsiteY1" fmla="*/ 9298085 h 9787128"/>
              <a:gd name="connsiteX2" fmla="*/ 50440 w 8190490"/>
              <a:gd name="connsiteY2" fmla="*/ 8971593 h 9787128"/>
              <a:gd name="connsiteX3" fmla="*/ 398242 w 8190490"/>
              <a:gd name="connsiteY3" fmla="*/ 7580274 h 9787128"/>
              <a:gd name="connsiteX4" fmla="*/ 6756719 w 8190490"/>
              <a:gd name="connsiteY4" fmla="*/ 553448 h 9787128"/>
              <a:gd name="connsiteX5" fmla="*/ 7642630 w 8190490"/>
              <a:gd name="connsiteY5" fmla="*/ 71557 h 9787128"/>
              <a:gd name="connsiteX6" fmla="*/ 8190490 w 8190490"/>
              <a:gd name="connsiteY6" fmla="*/ 0 h 9787128"/>
              <a:gd name="connsiteX7" fmla="*/ 589029 w 8190490"/>
              <a:gd name="connsiteY7" fmla="*/ 9787128 h 9787128"/>
              <a:gd name="connsiteX0" fmla="*/ 589029 w 8281930"/>
              <a:gd name="connsiteY0" fmla="*/ 9722690 h 9722690"/>
              <a:gd name="connsiteX1" fmla="*/ 0 w 8281930"/>
              <a:gd name="connsiteY1" fmla="*/ 9233647 h 9722690"/>
              <a:gd name="connsiteX2" fmla="*/ 50440 w 8281930"/>
              <a:gd name="connsiteY2" fmla="*/ 8907155 h 9722690"/>
              <a:gd name="connsiteX3" fmla="*/ 398242 w 8281930"/>
              <a:gd name="connsiteY3" fmla="*/ 7515836 h 9722690"/>
              <a:gd name="connsiteX4" fmla="*/ 6756719 w 8281930"/>
              <a:gd name="connsiteY4" fmla="*/ 489010 h 9722690"/>
              <a:gd name="connsiteX5" fmla="*/ 7642630 w 8281930"/>
              <a:gd name="connsiteY5" fmla="*/ 7119 h 9722690"/>
              <a:gd name="connsiteX6" fmla="*/ 8281930 w 8281930"/>
              <a:gd name="connsiteY6" fmla="*/ 27002 h 9722690"/>
              <a:gd name="connsiteX0" fmla="*/ 589029 w 7911958"/>
              <a:gd name="connsiteY0" fmla="*/ 9802819 h 9802819"/>
              <a:gd name="connsiteX1" fmla="*/ 0 w 7911958"/>
              <a:gd name="connsiteY1" fmla="*/ 9313776 h 9802819"/>
              <a:gd name="connsiteX2" fmla="*/ 50440 w 7911958"/>
              <a:gd name="connsiteY2" fmla="*/ 8987284 h 9802819"/>
              <a:gd name="connsiteX3" fmla="*/ 398242 w 7911958"/>
              <a:gd name="connsiteY3" fmla="*/ 7595965 h 9802819"/>
              <a:gd name="connsiteX4" fmla="*/ 6756719 w 7911958"/>
              <a:gd name="connsiteY4" fmla="*/ 569139 h 9802819"/>
              <a:gd name="connsiteX5" fmla="*/ 7642630 w 7911958"/>
              <a:gd name="connsiteY5" fmla="*/ 87248 h 9802819"/>
              <a:gd name="connsiteX6" fmla="*/ 7911958 w 7911958"/>
              <a:gd name="connsiteY6" fmla="*/ 0 h 9802819"/>
              <a:gd name="connsiteX0" fmla="*/ 589029 w 7642630"/>
              <a:gd name="connsiteY0" fmla="*/ 9715571 h 9715571"/>
              <a:gd name="connsiteX1" fmla="*/ 0 w 7642630"/>
              <a:gd name="connsiteY1" fmla="*/ 9226528 h 9715571"/>
              <a:gd name="connsiteX2" fmla="*/ 50440 w 7642630"/>
              <a:gd name="connsiteY2" fmla="*/ 8900036 h 9715571"/>
              <a:gd name="connsiteX3" fmla="*/ 398242 w 7642630"/>
              <a:gd name="connsiteY3" fmla="*/ 7508717 h 9715571"/>
              <a:gd name="connsiteX4" fmla="*/ 6756719 w 7642630"/>
              <a:gd name="connsiteY4" fmla="*/ 481891 h 9715571"/>
              <a:gd name="connsiteX5" fmla="*/ 7642630 w 7642630"/>
              <a:gd name="connsiteY5" fmla="*/ 0 h 9715571"/>
              <a:gd name="connsiteX0" fmla="*/ 589029 w 7900749"/>
              <a:gd name="connsiteY0" fmla="*/ 9821966 h 9821966"/>
              <a:gd name="connsiteX1" fmla="*/ 0 w 7900749"/>
              <a:gd name="connsiteY1" fmla="*/ 9332923 h 9821966"/>
              <a:gd name="connsiteX2" fmla="*/ 50440 w 7900749"/>
              <a:gd name="connsiteY2" fmla="*/ 9006431 h 9821966"/>
              <a:gd name="connsiteX3" fmla="*/ 398242 w 7900749"/>
              <a:gd name="connsiteY3" fmla="*/ 7615112 h 9821966"/>
              <a:gd name="connsiteX4" fmla="*/ 6756719 w 7900749"/>
              <a:gd name="connsiteY4" fmla="*/ 588286 h 9821966"/>
              <a:gd name="connsiteX5" fmla="*/ 7900749 w 7900749"/>
              <a:gd name="connsiteY5" fmla="*/ 0 h 9821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00749" h="9821966">
                <a:moveTo>
                  <a:pt x="589029" y="9821966"/>
                </a:moveTo>
                <a:lnTo>
                  <a:pt x="0" y="9332923"/>
                </a:lnTo>
                <a:lnTo>
                  <a:pt x="50440" y="9006431"/>
                </a:lnTo>
                <a:cubicBezTo>
                  <a:pt x="119970" y="8604142"/>
                  <a:pt x="221982" y="8158814"/>
                  <a:pt x="398242" y="7615112"/>
                </a:cubicBezTo>
                <a:cubicBezTo>
                  <a:pt x="1372817" y="4608865"/>
                  <a:pt x="3887952" y="2237199"/>
                  <a:pt x="6756719" y="588286"/>
                </a:cubicBezTo>
                <a:cubicBezTo>
                  <a:pt x="6992735" y="452730"/>
                  <a:pt x="7549593" y="182994"/>
                  <a:pt x="7900749" y="0"/>
                </a:cubicBez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35D6E7-3213-4C02-19CF-0109902A2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76" y="1987685"/>
            <a:ext cx="3598808" cy="1348902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Static </a:t>
            </a:r>
            <a:r>
              <a:rPr lang="en-US" dirty="0">
                <a:solidFill>
                  <a:schemeClr val="bg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NAT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7852538-7EC2-8CAC-360B-7FDE31D974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9974591"/>
              </p:ext>
            </p:extLst>
          </p:nvPr>
        </p:nvGraphicFramePr>
        <p:xfrm>
          <a:off x="4572000" y="771726"/>
          <a:ext cx="6858000" cy="45622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6215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F3A0F6C-EB8F-4A4C-8258-23F6D815E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8352" cy="6438900"/>
          </a:xfrm>
          <a:custGeom>
            <a:avLst/>
            <a:gdLst>
              <a:gd name="connsiteX0" fmla="*/ 0 w 12198352"/>
              <a:gd name="connsiteY0" fmla="*/ 0 h 6438900"/>
              <a:gd name="connsiteX1" fmla="*/ 12198352 w 12198352"/>
              <a:gd name="connsiteY1" fmla="*/ 0 h 6438900"/>
              <a:gd name="connsiteX2" fmla="*/ 12198352 w 12198352"/>
              <a:gd name="connsiteY2" fmla="*/ 5644414 h 6438900"/>
              <a:gd name="connsiteX3" fmla="*/ 12042486 w 12198352"/>
              <a:gd name="connsiteY3" fmla="*/ 5750064 h 6438900"/>
              <a:gd name="connsiteX4" fmla="*/ 9483672 w 12198352"/>
              <a:gd name="connsiteY4" fmla="*/ 6432438 h 6438900"/>
              <a:gd name="connsiteX5" fmla="*/ 8500895 w 12198352"/>
              <a:gd name="connsiteY5" fmla="*/ 6437925 h 6438900"/>
              <a:gd name="connsiteX6" fmla="*/ 1629409 w 12198352"/>
              <a:gd name="connsiteY6" fmla="*/ 5170893 h 6438900"/>
              <a:gd name="connsiteX7" fmla="*/ 433424 w 12198352"/>
              <a:gd name="connsiteY7" fmla="*/ 4633819 h 6438900"/>
              <a:gd name="connsiteX8" fmla="*/ 0 w 12198352"/>
              <a:gd name="connsiteY8" fmla="*/ 4450771 h 643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8352" h="6438900">
                <a:moveTo>
                  <a:pt x="0" y="0"/>
                </a:moveTo>
                <a:lnTo>
                  <a:pt x="12198352" y="0"/>
                </a:lnTo>
                <a:lnTo>
                  <a:pt x="12198352" y="5644414"/>
                </a:lnTo>
                <a:lnTo>
                  <a:pt x="12042486" y="5750064"/>
                </a:lnTo>
                <a:cubicBezTo>
                  <a:pt x="11268689" y="6237466"/>
                  <a:pt x="10357585" y="6417714"/>
                  <a:pt x="9483672" y="6432438"/>
                </a:cubicBezTo>
                <a:cubicBezTo>
                  <a:pt x="9158751" y="6438062"/>
                  <a:pt x="8830819" y="6440385"/>
                  <a:pt x="8500895" y="6437925"/>
                </a:cubicBezTo>
                <a:cubicBezTo>
                  <a:pt x="6191416" y="6420695"/>
                  <a:pt x="3784289" y="6168856"/>
                  <a:pt x="1629409" y="5170893"/>
                </a:cubicBezTo>
                <a:cubicBezTo>
                  <a:pt x="1229906" y="4985892"/>
                  <a:pt x="831404" y="4807078"/>
                  <a:pt x="433424" y="4633819"/>
                </a:cubicBezTo>
                <a:lnTo>
                  <a:pt x="0" y="445077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5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A9C92F4-A4A4-42E0-9391-C666AAED1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817925">
            <a:off x="2322363" y="-118377"/>
            <a:ext cx="7900749" cy="9821966"/>
          </a:xfrm>
          <a:custGeom>
            <a:avLst/>
            <a:gdLst>
              <a:gd name="connsiteX0" fmla="*/ 589029 w 7858893"/>
              <a:gd name="connsiteY0" fmla="*/ 9827096 h 9827096"/>
              <a:gd name="connsiteX1" fmla="*/ 0 w 7858893"/>
              <a:gd name="connsiteY1" fmla="*/ 9338053 h 9827096"/>
              <a:gd name="connsiteX2" fmla="*/ 50440 w 7858893"/>
              <a:gd name="connsiteY2" fmla="*/ 9011561 h 9827096"/>
              <a:gd name="connsiteX3" fmla="*/ 398242 w 7858893"/>
              <a:gd name="connsiteY3" fmla="*/ 7620242 h 9827096"/>
              <a:gd name="connsiteX4" fmla="*/ 6756719 w 7858893"/>
              <a:gd name="connsiteY4" fmla="*/ 593416 h 9827096"/>
              <a:gd name="connsiteX5" fmla="*/ 7642630 w 7858893"/>
              <a:gd name="connsiteY5" fmla="*/ 111525 h 9827096"/>
              <a:gd name="connsiteX6" fmla="*/ 7858893 w 7858893"/>
              <a:gd name="connsiteY6" fmla="*/ 0 h 9827096"/>
              <a:gd name="connsiteX0" fmla="*/ 589029 w 8190490"/>
              <a:gd name="connsiteY0" fmla="*/ 9787128 h 9787128"/>
              <a:gd name="connsiteX1" fmla="*/ 0 w 8190490"/>
              <a:gd name="connsiteY1" fmla="*/ 9298085 h 9787128"/>
              <a:gd name="connsiteX2" fmla="*/ 50440 w 8190490"/>
              <a:gd name="connsiteY2" fmla="*/ 8971593 h 9787128"/>
              <a:gd name="connsiteX3" fmla="*/ 398242 w 8190490"/>
              <a:gd name="connsiteY3" fmla="*/ 7580274 h 9787128"/>
              <a:gd name="connsiteX4" fmla="*/ 6756719 w 8190490"/>
              <a:gd name="connsiteY4" fmla="*/ 553448 h 9787128"/>
              <a:gd name="connsiteX5" fmla="*/ 7642630 w 8190490"/>
              <a:gd name="connsiteY5" fmla="*/ 71557 h 9787128"/>
              <a:gd name="connsiteX6" fmla="*/ 8190490 w 8190490"/>
              <a:gd name="connsiteY6" fmla="*/ 0 h 9787128"/>
              <a:gd name="connsiteX7" fmla="*/ 589029 w 8190490"/>
              <a:gd name="connsiteY7" fmla="*/ 9787128 h 9787128"/>
              <a:gd name="connsiteX0" fmla="*/ 589029 w 8281930"/>
              <a:gd name="connsiteY0" fmla="*/ 9722690 h 9722690"/>
              <a:gd name="connsiteX1" fmla="*/ 0 w 8281930"/>
              <a:gd name="connsiteY1" fmla="*/ 9233647 h 9722690"/>
              <a:gd name="connsiteX2" fmla="*/ 50440 w 8281930"/>
              <a:gd name="connsiteY2" fmla="*/ 8907155 h 9722690"/>
              <a:gd name="connsiteX3" fmla="*/ 398242 w 8281930"/>
              <a:gd name="connsiteY3" fmla="*/ 7515836 h 9722690"/>
              <a:gd name="connsiteX4" fmla="*/ 6756719 w 8281930"/>
              <a:gd name="connsiteY4" fmla="*/ 489010 h 9722690"/>
              <a:gd name="connsiteX5" fmla="*/ 7642630 w 8281930"/>
              <a:gd name="connsiteY5" fmla="*/ 7119 h 9722690"/>
              <a:gd name="connsiteX6" fmla="*/ 8281930 w 8281930"/>
              <a:gd name="connsiteY6" fmla="*/ 27002 h 9722690"/>
              <a:gd name="connsiteX0" fmla="*/ 589029 w 7911958"/>
              <a:gd name="connsiteY0" fmla="*/ 9802819 h 9802819"/>
              <a:gd name="connsiteX1" fmla="*/ 0 w 7911958"/>
              <a:gd name="connsiteY1" fmla="*/ 9313776 h 9802819"/>
              <a:gd name="connsiteX2" fmla="*/ 50440 w 7911958"/>
              <a:gd name="connsiteY2" fmla="*/ 8987284 h 9802819"/>
              <a:gd name="connsiteX3" fmla="*/ 398242 w 7911958"/>
              <a:gd name="connsiteY3" fmla="*/ 7595965 h 9802819"/>
              <a:gd name="connsiteX4" fmla="*/ 6756719 w 7911958"/>
              <a:gd name="connsiteY4" fmla="*/ 569139 h 9802819"/>
              <a:gd name="connsiteX5" fmla="*/ 7642630 w 7911958"/>
              <a:gd name="connsiteY5" fmla="*/ 87248 h 9802819"/>
              <a:gd name="connsiteX6" fmla="*/ 7911958 w 7911958"/>
              <a:gd name="connsiteY6" fmla="*/ 0 h 9802819"/>
              <a:gd name="connsiteX0" fmla="*/ 589029 w 7642630"/>
              <a:gd name="connsiteY0" fmla="*/ 9715571 h 9715571"/>
              <a:gd name="connsiteX1" fmla="*/ 0 w 7642630"/>
              <a:gd name="connsiteY1" fmla="*/ 9226528 h 9715571"/>
              <a:gd name="connsiteX2" fmla="*/ 50440 w 7642630"/>
              <a:gd name="connsiteY2" fmla="*/ 8900036 h 9715571"/>
              <a:gd name="connsiteX3" fmla="*/ 398242 w 7642630"/>
              <a:gd name="connsiteY3" fmla="*/ 7508717 h 9715571"/>
              <a:gd name="connsiteX4" fmla="*/ 6756719 w 7642630"/>
              <a:gd name="connsiteY4" fmla="*/ 481891 h 9715571"/>
              <a:gd name="connsiteX5" fmla="*/ 7642630 w 7642630"/>
              <a:gd name="connsiteY5" fmla="*/ 0 h 9715571"/>
              <a:gd name="connsiteX0" fmla="*/ 589029 w 7900749"/>
              <a:gd name="connsiteY0" fmla="*/ 9821966 h 9821966"/>
              <a:gd name="connsiteX1" fmla="*/ 0 w 7900749"/>
              <a:gd name="connsiteY1" fmla="*/ 9332923 h 9821966"/>
              <a:gd name="connsiteX2" fmla="*/ 50440 w 7900749"/>
              <a:gd name="connsiteY2" fmla="*/ 9006431 h 9821966"/>
              <a:gd name="connsiteX3" fmla="*/ 398242 w 7900749"/>
              <a:gd name="connsiteY3" fmla="*/ 7615112 h 9821966"/>
              <a:gd name="connsiteX4" fmla="*/ 6756719 w 7900749"/>
              <a:gd name="connsiteY4" fmla="*/ 588286 h 9821966"/>
              <a:gd name="connsiteX5" fmla="*/ 7900749 w 7900749"/>
              <a:gd name="connsiteY5" fmla="*/ 0 h 9821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00749" h="9821966">
                <a:moveTo>
                  <a:pt x="589029" y="9821966"/>
                </a:moveTo>
                <a:lnTo>
                  <a:pt x="0" y="9332923"/>
                </a:lnTo>
                <a:lnTo>
                  <a:pt x="50440" y="9006431"/>
                </a:lnTo>
                <a:cubicBezTo>
                  <a:pt x="119970" y="8604142"/>
                  <a:pt x="221982" y="8158814"/>
                  <a:pt x="398242" y="7615112"/>
                </a:cubicBezTo>
                <a:cubicBezTo>
                  <a:pt x="1372817" y="4608865"/>
                  <a:pt x="3887952" y="2237199"/>
                  <a:pt x="6756719" y="588286"/>
                </a:cubicBezTo>
                <a:cubicBezTo>
                  <a:pt x="6992735" y="452730"/>
                  <a:pt x="7549593" y="182994"/>
                  <a:pt x="7900749" y="0"/>
                </a:cubicBez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E00738-A242-FBE3-0173-B641DA512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734" y="1374843"/>
            <a:ext cx="3905002" cy="2136842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Port Address Translation </a:t>
            </a:r>
            <a:r>
              <a:rPr lang="en-US" dirty="0">
                <a:solidFill>
                  <a:schemeClr val="bg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{PAT}</a:t>
            </a:r>
          </a:p>
        </p:txBody>
      </p:sp>
      <p:graphicFrame>
        <p:nvGraphicFramePr>
          <p:cNvPr id="45" name="Content Placeholder 2">
            <a:extLst>
              <a:ext uri="{FF2B5EF4-FFF2-40B4-BE49-F238E27FC236}">
                <a16:creationId xmlns:a16="http://schemas.microsoft.com/office/drawing/2014/main" id="{C9A1ACC1-FCC1-586B-06ED-42CD65464C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7028952"/>
              </p:ext>
            </p:extLst>
          </p:nvPr>
        </p:nvGraphicFramePr>
        <p:xfrm>
          <a:off x="4572000" y="771726"/>
          <a:ext cx="6858000" cy="45622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3719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C75CD783-E708-4711-B23C-5B7B72A3D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5578824" cy="6028256"/>
          </a:xfrm>
          <a:custGeom>
            <a:avLst/>
            <a:gdLst>
              <a:gd name="connsiteX0" fmla="*/ 0 w 5578824"/>
              <a:gd name="connsiteY0" fmla="*/ 0 h 6028256"/>
              <a:gd name="connsiteX1" fmla="*/ 3897606 w 5578824"/>
              <a:gd name="connsiteY1" fmla="*/ 0 h 6028256"/>
              <a:gd name="connsiteX2" fmla="*/ 4274232 w 5578824"/>
              <a:gd name="connsiteY2" fmla="*/ 360545 h 6028256"/>
              <a:gd name="connsiteX3" fmla="*/ 4673934 w 5578824"/>
              <a:gd name="connsiteY3" fmla="*/ 738354 h 6028256"/>
              <a:gd name="connsiteX4" fmla="*/ 5421862 w 5578824"/>
              <a:gd name="connsiteY4" fmla="*/ 1773839 h 6028256"/>
              <a:gd name="connsiteX5" fmla="*/ 5469199 w 5578824"/>
              <a:gd name="connsiteY5" fmla="*/ 3329255 h 6028256"/>
              <a:gd name="connsiteX6" fmla="*/ 4741546 w 5578824"/>
              <a:gd name="connsiteY6" fmla="*/ 4877588 h 6028256"/>
              <a:gd name="connsiteX7" fmla="*/ 1325600 w 5578824"/>
              <a:gd name="connsiteY7" fmla="*/ 5980388 h 6028256"/>
              <a:gd name="connsiteX8" fmla="*/ 137593 w 5578824"/>
              <a:gd name="connsiteY8" fmla="*/ 5804042 h 6028256"/>
              <a:gd name="connsiteX9" fmla="*/ 0 w 5578824"/>
              <a:gd name="connsiteY9" fmla="*/ 5760161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4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9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E633B38B-B87A-4288-A20F-0223A6C27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pic>
        <p:nvPicPr>
          <p:cNvPr id="5" name="Content Placeholder 4" descr="A diagram of a router&#10;&#10;Description automatically generated">
            <a:extLst>
              <a:ext uri="{FF2B5EF4-FFF2-40B4-BE49-F238E27FC236}">
                <a16:creationId xmlns:a16="http://schemas.microsoft.com/office/drawing/2014/main" id="{A1DB5D99-7DA3-8229-72D2-6455F1834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09" y="761999"/>
            <a:ext cx="9032668" cy="49401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9921E9-EF3D-179E-8CC5-B0E5D63E4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1176" y="1734766"/>
            <a:ext cx="1581471" cy="3388468"/>
          </a:xfrm>
        </p:spPr>
        <p:txBody>
          <a:bodyPr>
            <a:normAutofit/>
          </a:bodyPr>
          <a:lstStyle/>
          <a:p>
            <a:pPr algn="ctr"/>
            <a:r>
              <a:rPr lang="en-GB" sz="3600" dirty="0">
                <a:latin typeface="Aharoni" panose="02010803020104030203" pitchFamily="2" charset="-79"/>
                <a:cs typeface="Aharoni" panose="02010803020104030203" pitchFamily="2" charset="-79"/>
              </a:rPr>
              <a:t>How it works?</a:t>
            </a:r>
            <a:endParaRPr lang="en-US" sz="36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37766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75" name="Freeform: Shape 174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76" name="Rectangle 175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DE585A-73C3-3A80-DEBB-9553AF026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810" y="119127"/>
            <a:ext cx="6413513" cy="71815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Comparison of NAT Types</a:t>
            </a:r>
          </a:p>
        </p:txBody>
      </p:sp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1F6676B4-2004-4CAD-A308-84DA59F2F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1040564"/>
            <a:ext cx="4337539" cy="5817436"/>
          </a:xfrm>
          <a:custGeom>
            <a:avLst/>
            <a:gdLst>
              <a:gd name="connsiteX0" fmla="*/ 1162193 w 4337539"/>
              <a:gd name="connsiteY0" fmla="*/ 710 h 5817436"/>
              <a:gd name="connsiteX1" fmla="*/ 1585945 w 4337539"/>
              <a:gd name="connsiteY1" fmla="*/ 47742 h 5817436"/>
              <a:gd name="connsiteX2" fmla="*/ 2955874 w 4337539"/>
              <a:gd name="connsiteY2" fmla="*/ 845238 h 5817436"/>
              <a:gd name="connsiteX3" fmla="*/ 3985793 w 4337539"/>
              <a:gd name="connsiteY3" fmla="*/ 2263621 h 5817436"/>
              <a:gd name="connsiteX4" fmla="*/ 3471030 w 4337539"/>
              <a:gd name="connsiteY4" fmla="*/ 5609583 h 5817436"/>
              <a:gd name="connsiteX5" fmla="*/ 3330983 w 4337539"/>
              <a:gd name="connsiteY5" fmla="*/ 5817436 h 5817436"/>
              <a:gd name="connsiteX6" fmla="*/ 0 w 4337539"/>
              <a:gd name="connsiteY6" fmla="*/ 5817436 h 5817436"/>
              <a:gd name="connsiteX7" fmla="*/ 0 w 4337539"/>
              <a:gd name="connsiteY7" fmla="*/ 181400 h 5817436"/>
              <a:gd name="connsiteX8" fmla="*/ 365311 w 4337539"/>
              <a:gd name="connsiteY8" fmla="*/ 94304 h 5817436"/>
              <a:gd name="connsiteX9" fmla="*/ 1162193 w 4337539"/>
              <a:gd name="connsiteY9" fmla="*/ 710 h 581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37539" h="5817436">
                <a:moveTo>
                  <a:pt x="1162193" y="710"/>
                </a:moveTo>
                <a:cubicBezTo>
                  <a:pt x="1309881" y="4175"/>
                  <a:pt x="1450916" y="20264"/>
                  <a:pt x="1585945" y="47742"/>
                </a:cubicBezTo>
                <a:cubicBezTo>
                  <a:pt x="2125847" y="157580"/>
                  <a:pt x="2569194" y="449669"/>
                  <a:pt x="2955874" y="845238"/>
                </a:cubicBezTo>
                <a:cubicBezTo>
                  <a:pt x="3342552" y="1240809"/>
                  <a:pt x="3672563" y="1739861"/>
                  <a:pt x="3985793" y="2263621"/>
                </a:cubicBezTo>
                <a:cubicBezTo>
                  <a:pt x="4713945" y="3480830"/>
                  <a:pt x="4197469" y="4515211"/>
                  <a:pt x="3471030" y="5609583"/>
                </a:cubicBezTo>
                <a:lnTo>
                  <a:pt x="3330983" y="5817436"/>
                </a:lnTo>
                <a:lnTo>
                  <a:pt x="0" y="5817436"/>
                </a:lnTo>
                <a:lnTo>
                  <a:pt x="0" y="181400"/>
                </a:lnTo>
                <a:lnTo>
                  <a:pt x="365311" y="94304"/>
                </a:lnTo>
                <a:cubicBezTo>
                  <a:pt x="651420" y="24227"/>
                  <a:pt x="916047" y="-5064"/>
                  <a:pt x="1162193" y="71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8" name="Freeform: Shape 177">
            <a:extLst>
              <a:ext uri="{FF2B5EF4-FFF2-40B4-BE49-F238E27FC236}">
                <a16:creationId xmlns:a16="http://schemas.microsoft.com/office/drawing/2014/main" id="{3DC8DFAE-D351-4C9E-B50E-9D4155404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17358">
            <a:off x="-804994" y="946220"/>
            <a:ext cx="5867664" cy="5317986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  <a:gd name="connsiteX0" fmla="*/ 0 w 1085312"/>
              <a:gd name="connsiteY0" fmla="*/ 0 h 2441440"/>
              <a:gd name="connsiteX1" fmla="*/ 53089 w 1085312"/>
              <a:gd name="connsiteY1" fmla="*/ 4542 h 2441440"/>
              <a:gd name="connsiteX2" fmla="*/ 790077 w 1085312"/>
              <a:gd name="connsiteY2" fmla="*/ 872756 h 2441440"/>
              <a:gd name="connsiteX3" fmla="*/ 1085252 w 1085312"/>
              <a:gd name="connsiteY3" fmla="*/ 1943649 h 2441440"/>
              <a:gd name="connsiteX4" fmla="*/ 1064832 w 1085312"/>
              <a:gd name="connsiteY4" fmla="*/ 2198094 h 2441440"/>
              <a:gd name="connsiteX5" fmla="*/ 1043734 w 1085312"/>
              <a:gd name="connsiteY5" fmla="*/ 2315675 h 2441440"/>
              <a:gd name="connsiteX6" fmla="*/ 59456 w 1085312"/>
              <a:gd name="connsiteY6" fmla="*/ 2441440 h 2441440"/>
              <a:gd name="connsiteX0" fmla="*/ 0 w 1085312"/>
              <a:gd name="connsiteY0" fmla="*/ 0 h 2315675"/>
              <a:gd name="connsiteX1" fmla="*/ 53089 w 1085312"/>
              <a:gd name="connsiteY1" fmla="*/ 4542 h 2315675"/>
              <a:gd name="connsiteX2" fmla="*/ 790077 w 1085312"/>
              <a:gd name="connsiteY2" fmla="*/ 872756 h 2315675"/>
              <a:gd name="connsiteX3" fmla="*/ 1085252 w 1085312"/>
              <a:gd name="connsiteY3" fmla="*/ 1943649 h 2315675"/>
              <a:gd name="connsiteX4" fmla="*/ 1064832 w 1085312"/>
              <a:gd name="connsiteY4" fmla="*/ 2198094 h 2315675"/>
              <a:gd name="connsiteX5" fmla="*/ 1043734 w 1085312"/>
              <a:gd name="connsiteY5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5312" h="2315675">
                <a:moveTo>
                  <a:pt x="0" y="0"/>
                </a:move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4B01F0D-7520-8385-8A48-54A52CF04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824676"/>
              </p:ext>
            </p:extLst>
          </p:nvPr>
        </p:nvGraphicFramePr>
        <p:xfrm>
          <a:off x="359924" y="1040565"/>
          <a:ext cx="11459181" cy="5210599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887165">
                  <a:extLst>
                    <a:ext uri="{9D8B030D-6E8A-4147-A177-3AD203B41FA5}">
                      <a16:colId xmlns:a16="http://schemas.microsoft.com/office/drawing/2014/main" val="4238799724"/>
                    </a:ext>
                  </a:extLst>
                </a:gridCol>
                <a:gridCol w="2101175">
                  <a:extLst>
                    <a:ext uri="{9D8B030D-6E8A-4147-A177-3AD203B41FA5}">
                      <a16:colId xmlns:a16="http://schemas.microsoft.com/office/drawing/2014/main" val="3887209156"/>
                    </a:ext>
                  </a:extLst>
                </a:gridCol>
                <a:gridCol w="3588106">
                  <a:extLst>
                    <a:ext uri="{9D8B030D-6E8A-4147-A177-3AD203B41FA5}">
                      <a16:colId xmlns:a16="http://schemas.microsoft.com/office/drawing/2014/main" val="2441850580"/>
                    </a:ext>
                  </a:extLst>
                </a:gridCol>
                <a:gridCol w="3882735">
                  <a:extLst>
                    <a:ext uri="{9D8B030D-6E8A-4147-A177-3AD203B41FA5}">
                      <a16:colId xmlns:a16="http://schemas.microsoft.com/office/drawing/2014/main" val="577696893"/>
                    </a:ext>
                  </a:extLst>
                </a:gridCol>
              </a:tblGrid>
              <a:tr h="467222">
                <a:tc>
                  <a:txBody>
                    <a:bodyPr/>
                    <a:lstStyle/>
                    <a:p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Feature</a:t>
                      </a:r>
                    </a:p>
                  </a:txBody>
                  <a:tcPr marL="113838" marR="68303" marT="68303" marB="68303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cap="none" spc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Dynamic NAT</a:t>
                      </a:r>
                    </a:p>
                  </a:txBody>
                  <a:tcPr marL="113838" marR="68303" marT="68303" marB="68303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cap="none" spc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Static NAT</a:t>
                      </a:r>
                    </a:p>
                  </a:txBody>
                  <a:tcPr marL="113838" marR="68303" marT="68303" marB="68303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PAT (Port Address Translation)</a:t>
                      </a:r>
                    </a:p>
                  </a:txBody>
                  <a:tcPr marL="113838" marR="68303" marT="68303" marB="68303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097460"/>
                  </a:ext>
                </a:extLst>
              </a:tr>
              <a:tr h="807357">
                <a:tc>
                  <a:txBody>
                    <a:bodyPr/>
                    <a:lstStyle/>
                    <a:p>
                      <a:r>
                        <a:rPr lang="en-US" sz="2000" b="1" cap="none" spc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IP Mapping</a:t>
                      </a:r>
                      <a:endParaRPr lang="en-US" sz="2000" cap="none" spc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marL="113838" marR="68303" marT="68303" marB="68303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Pool of public IPs</a:t>
                      </a:r>
                    </a:p>
                  </a:txBody>
                  <a:tcPr marL="113838" marR="68303" marT="68303" marB="6830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One-to-one mapping</a:t>
                      </a:r>
                    </a:p>
                  </a:txBody>
                  <a:tcPr marL="113838" marR="68303" marT="68303" marB="6830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cap="none" spc="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One public IP shared by multiple private IPs</a:t>
                      </a:r>
                    </a:p>
                  </a:txBody>
                  <a:tcPr marL="113838" marR="68303" marT="68303" marB="6830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481644"/>
                  </a:ext>
                </a:extLst>
              </a:tr>
              <a:tr h="807357"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Assignment</a:t>
                      </a:r>
                    </a:p>
                  </a:txBody>
                  <a:tcPr marL="113838" marR="68303" marT="68303" marB="68303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Temporary, as needed</a:t>
                      </a:r>
                    </a:p>
                  </a:txBody>
                  <a:tcPr marL="113838" marR="68303" marT="68303" marB="6830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Permanent, fixed</a:t>
                      </a:r>
                    </a:p>
                  </a:txBody>
                  <a:tcPr marL="113838" marR="68303" marT="68303" marB="6830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Distinguishes devices by unique port numbers</a:t>
                      </a:r>
                    </a:p>
                  </a:txBody>
                  <a:tcPr marL="113838" marR="68303" marT="68303" marB="6830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077468"/>
                  </a:ext>
                </a:extLst>
              </a:tr>
              <a:tr h="1267428">
                <a:tc>
                  <a:txBody>
                    <a:bodyPr/>
                    <a:lstStyle/>
                    <a:p>
                      <a:r>
                        <a:rPr lang="en-US" sz="2000" b="1" cap="none" spc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Best For</a:t>
                      </a:r>
                      <a:endParaRPr lang="en-US" sz="2000" cap="none" spc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marL="113838" marR="68303" marT="68303" marB="68303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Networks with variable demand</a:t>
                      </a:r>
                    </a:p>
                  </a:txBody>
                  <a:tcPr marL="113838" marR="68303" marT="68303" marB="6830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cap="none" spc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Services that need consistent public accessibility</a:t>
                      </a:r>
                    </a:p>
                  </a:txBody>
                  <a:tcPr marL="113838" marR="68303" marT="68303" marB="6830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cap="none" spc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Networks with many devices, high IP efficiency</a:t>
                      </a:r>
                    </a:p>
                  </a:txBody>
                  <a:tcPr marL="113838" marR="68303" marT="68303" marB="6830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797642"/>
                  </a:ext>
                </a:extLst>
              </a:tr>
              <a:tr h="1053878">
                <a:tc>
                  <a:txBody>
                    <a:bodyPr/>
                    <a:lstStyle/>
                    <a:p>
                      <a:r>
                        <a:rPr lang="en-US" sz="2000" b="1" cap="none" spc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IP Conservation</a:t>
                      </a:r>
                      <a:endParaRPr lang="en-US" sz="2000" cap="none" spc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marL="113838" marR="68303" marT="68303" marB="6830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Moderate</a:t>
                      </a:r>
                    </a:p>
                  </a:txBody>
                  <a:tcPr marL="113838" marR="68303" marT="68303" marB="68303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cap="none" spc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Low (requires dedicated public IP for each device)</a:t>
                      </a:r>
                    </a:p>
                  </a:txBody>
                  <a:tcPr marL="113838" marR="68303" marT="68303" marB="6830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cap="none" spc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High (many devices share a single public IP)</a:t>
                      </a:r>
                    </a:p>
                  </a:txBody>
                  <a:tcPr marL="113838" marR="68303" marT="68303" marB="6830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416471"/>
                  </a:ext>
                </a:extLst>
              </a:tr>
              <a:tr h="807357">
                <a:tc>
                  <a:txBody>
                    <a:bodyPr/>
                    <a:lstStyle/>
                    <a:p>
                      <a:r>
                        <a:rPr lang="en-US" sz="2000" b="1" cap="none" spc="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Security Level</a:t>
                      </a:r>
                      <a:endParaRPr lang="en-US" sz="2000" cap="none" spc="0" dirty="0">
                        <a:solidFill>
                          <a:schemeClr val="tx1"/>
                        </a:solidFill>
                        <a:latin typeface="Abadi" panose="020B0604020104020204" pitchFamily="34" charset="0"/>
                      </a:endParaRPr>
                    </a:p>
                  </a:txBody>
                  <a:tcPr marL="113838" marR="68303" marT="68303" marB="68303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Moderate</a:t>
                      </a:r>
                    </a:p>
                  </a:txBody>
                  <a:tcPr marL="113838" marR="68303" marT="68303" marB="6830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cap="none" spc="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Predictable, limited to mapped devices</a:t>
                      </a:r>
                    </a:p>
                  </a:txBody>
                  <a:tcPr marL="113838" marR="68303" marT="68303" marB="6830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cap="none" spc="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High, as connections are port-specific</a:t>
                      </a:r>
                    </a:p>
                  </a:txBody>
                  <a:tcPr marL="113838" marR="68303" marT="68303" marB="6830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850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6993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C5B9688-28B2-49CE-8BD3-0A5369AAA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062888" y="-798159"/>
            <a:ext cx="5330951" cy="6927272"/>
          </a:xfrm>
          <a:custGeom>
            <a:avLst/>
            <a:gdLst>
              <a:gd name="connsiteX0" fmla="*/ 0 w 4212773"/>
              <a:gd name="connsiteY0" fmla="*/ 0 h 6498740"/>
              <a:gd name="connsiteX1" fmla="*/ 159023 w 4212773"/>
              <a:gd name="connsiteY1" fmla="*/ 12872 h 6498740"/>
              <a:gd name="connsiteX2" fmla="*/ 1697597 w 4212773"/>
              <a:gd name="connsiteY2" fmla="*/ 306418 h 6498740"/>
              <a:gd name="connsiteX3" fmla="*/ 4047822 w 4212773"/>
              <a:gd name="connsiteY3" fmla="*/ 3511272 h 6498740"/>
              <a:gd name="connsiteX4" fmla="*/ 3551503 w 4212773"/>
              <a:gd name="connsiteY4" fmla="*/ 6184235 h 6498740"/>
              <a:gd name="connsiteX5" fmla="*/ 3163159 w 4212773"/>
              <a:gd name="connsiteY5" fmla="*/ 6459073 h 6498740"/>
              <a:gd name="connsiteX6" fmla="*/ 3092077 w 4212773"/>
              <a:gd name="connsiteY6" fmla="*/ 6498740 h 6498740"/>
              <a:gd name="connsiteX7" fmla="*/ 0 w 4212773"/>
              <a:gd name="connsiteY7" fmla="*/ 6498740 h 6498740"/>
              <a:gd name="connsiteX8" fmla="*/ 0 w 4212773"/>
              <a:gd name="connsiteY8" fmla="*/ 0 h 649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2773" h="6498740">
                <a:moveTo>
                  <a:pt x="0" y="0"/>
                </a:moveTo>
                <a:lnTo>
                  <a:pt x="159023" y="12872"/>
                </a:lnTo>
                <a:cubicBezTo>
                  <a:pt x="659101" y="63644"/>
                  <a:pt x="1176498" y="175345"/>
                  <a:pt x="1697597" y="306418"/>
                </a:cubicBezTo>
                <a:cubicBezTo>
                  <a:pt x="3312474" y="712392"/>
                  <a:pt x="3742395" y="1999786"/>
                  <a:pt x="4047822" y="3511272"/>
                </a:cubicBezTo>
                <a:cubicBezTo>
                  <a:pt x="4252232" y="4523358"/>
                  <a:pt x="4422733" y="5443193"/>
                  <a:pt x="3551503" y="6184235"/>
                </a:cubicBezTo>
                <a:cubicBezTo>
                  <a:pt x="3429343" y="6288166"/>
                  <a:pt x="3299185" y="6378784"/>
                  <a:pt x="3163159" y="6459073"/>
                </a:cubicBezTo>
                <a:lnTo>
                  <a:pt x="3092077" y="6498740"/>
                </a:lnTo>
                <a:lnTo>
                  <a:pt x="0" y="64987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9896C11-F8DF-437A-B349-8AFD602D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791199" y="-1219198"/>
            <a:ext cx="5181601" cy="7620000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3A8AA2-4DB6-1C2A-2CB7-45856643D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05715"/>
            <a:ext cx="4572000" cy="2286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Thanks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BEDC8-6619-0B4B-D232-0C71482C3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644" y="3404286"/>
            <a:ext cx="4572000" cy="1524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600" kern="1200" dirty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Any doubt?</a:t>
            </a:r>
          </a:p>
        </p:txBody>
      </p:sp>
    </p:spTree>
    <p:extLst>
      <p:ext uri="{BB962C8B-B14F-4D97-AF65-F5344CB8AC3E}">
        <p14:creationId xmlns:p14="http://schemas.microsoft.com/office/powerpoint/2010/main" val="1990392690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AnalogousFromDarkSeedLeftStep">
      <a:dk1>
        <a:srgbClr val="000000"/>
      </a:dk1>
      <a:lt1>
        <a:srgbClr val="FFFFFF"/>
      </a:lt1>
      <a:dk2>
        <a:srgbClr val="1C2131"/>
      </a:dk2>
      <a:lt2>
        <a:srgbClr val="F1F3F0"/>
      </a:lt2>
      <a:accent1>
        <a:srgbClr val="CD29E7"/>
      </a:accent1>
      <a:accent2>
        <a:srgbClr val="6D17D5"/>
      </a:accent2>
      <a:accent3>
        <a:srgbClr val="312BE7"/>
      </a:accent3>
      <a:accent4>
        <a:srgbClr val="1760D5"/>
      </a:accent4>
      <a:accent5>
        <a:srgbClr val="28BADF"/>
      </a:accent5>
      <a:accent6>
        <a:srgbClr val="15C39D"/>
      </a:accent6>
      <a:hlink>
        <a:srgbClr val="3F90BF"/>
      </a:hlink>
      <a:folHlink>
        <a:srgbClr val="7F7F7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257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Abadi</vt:lpstr>
      <vt:lpstr>Aharoni</vt:lpstr>
      <vt:lpstr>Arial</vt:lpstr>
      <vt:lpstr>Avenir Next LT Pro</vt:lpstr>
      <vt:lpstr>Avenir Next LT Pro Light</vt:lpstr>
      <vt:lpstr>Sitka Subheading</vt:lpstr>
      <vt:lpstr>PebbleVTI</vt:lpstr>
      <vt:lpstr>NETWORK ADDRESS TRANSLATION [NAT]</vt:lpstr>
      <vt:lpstr>Key Points before we begin.</vt:lpstr>
      <vt:lpstr>Dynamic NAT</vt:lpstr>
      <vt:lpstr>Static NAT</vt:lpstr>
      <vt:lpstr>Port Address Translation {PAT}</vt:lpstr>
      <vt:lpstr>How it works?</vt:lpstr>
      <vt:lpstr>Comparison of NAT Types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Naseer Sihanas</dc:creator>
  <cp:lastModifiedBy>Mohammed Naseer Sihanas</cp:lastModifiedBy>
  <cp:revision>1</cp:revision>
  <dcterms:created xsi:type="dcterms:W3CDTF">2024-10-28T14:47:55Z</dcterms:created>
  <dcterms:modified xsi:type="dcterms:W3CDTF">2024-10-28T15:28:01Z</dcterms:modified>
</cp:coreProperties>
</file>