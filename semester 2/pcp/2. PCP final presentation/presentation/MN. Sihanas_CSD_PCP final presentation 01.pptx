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9" r:id="rId4"/>
    <p:sldId id="293" r:id="rId5"/>
    <p:sldId id="258" r:id="rId6"/>
    <p:sldId id="295" r:id="rId7"/>
    <p:sldId id="291" r:id="rId8"/>
    <p:sldId id="297" r:id="rId9"/>
    <p:sldId id="298" r:id="rId10"/>
    <p:sldId id="299" r:id="rId11"/>
    <p:sldId id="300" r:id="rId12"/>
    <p:sldId id="301" r:id="rId13"/>
    <p:sldId id="267" r:id="rId14"/>
    <p:sldId id="261" r:id="rId15"/>
    <p:sldId id="296" r:id="rId16"/>
    <p:sldId id="281" r:id="rId17"/>
    <p:sldId id="309" r:id="rId18"/>
    <p:sldId id="303" r:id="rId19"/>
    <p:sldId id="305" r:id="rId20"/>
    <p:sldId id="307" r:id="rId21"/>
    <p:sldId id="308" r:id="rId22"/>
    <p:sldId id="288" r:id="rId23"/>
    <p:sldId id="26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53E081-897D-45B5-A014-4DFC49E51015}" v="30" dt="2025-01-01T14:53:56.5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8" autoAdjust="0"/>
    <p:restoredTop sz="37758" autoAdjust="0"/>
  </p:normalViewPr>
  <p:slideViewPr>
    <p:cSldViewPr snapToGrid="0">
      <p:cViewPr varScale="1">
        <p:scale>
          <a:sx n="31" d="100"/>
          <a:sy n="31" d="100"/>
        </p:scale>
        <p:origin x="2702" y="3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4BCA0B4D-1EF0-4107-B531-E5C45D9F1352}"/>
    <pc:docChg chg="undo redo custSel addSld delSld modSld sldOrd">
      <pc:chgData name="Mohammed Naseer Sihanas" userId="baf10d46-ca0e-4f93-8b9a-bd1fa4bc7e8f" providerId="ADAL" clId="{4BCA0B4D-1EF0-4107-B531-E5C45D9F1352}" dt="2024-10-02T06:13:02.811" v="4501" actId="20577"/>
      <pc:docMkLst>
        <pc:docMk/>
      </pc:docMkLst>
      <pc:sldChg chg="addSp delSp modSp mod">
        <pc:chgData name="Mohammed Naseer Sihanas" userId="baf10d46-ca0e-4f93-8b9a-bd1fa4bc7e8f" providerId="ADAL" clId="{4BCA0B4D-1EF0-4107-B531-E5C45D9F1352}" dt="2024-10-02T05:52:16.080" v="4323" actId="20577"/>
        <pc:sldMkLst>
          <pc:docMk/>
          <pc:sldMk cId="932762795" sldId="256"/>
        </pc:sldMkLst>
        <pc:spChg chg="mod">
          <ac:chgData name="Mohammed Naseer Sihanas" userId="baf10d46-ca0e-4f93-8b9a-bd1fa4bc7e8f" providerId="ADAL" clId="{4BCA0B4D-1EF0-4107-B531-E5C45D9F1352}" dt="2024-09-29T14:37:08.612" v="2699" actId="404"/>
          <ac:spMkLst>
            <pc:docMk/>
            <pc:sldMk cId="932762795" sldId="256"/>
            <ac:spMk id="2" creationId="{00000000-0000-0000-0000-000000000000}"/>
          </ac:spMkLst>
        </pc:spChg>
        <pc:spChg chg="add del mod">
          <ac:chgData name="Mohammed Naseer Sihanas" userId="baf10d46-ca0e-4f93-8b9a-bd1fa4bc7e8f" providerId="ADAL" clId="{4BCA0B4D-1EF0-4107-B531-E5C45D9F1352}" dt="2024-09-25T06:05:34.290" v="27" actId="478"/>
          <ac:spMkLst>
            <pc:docMk/>
            <pc:sldMk cId="932762795" sldId="256"/>
            <ac:spMk id="3" creationId="{C7547E18-3FC8-FFDE-1830-DFA2AC7EA1EE}"/>
          </ac:spMkLst>
        </pc:spChg>
        <pc:spChg chg="mod">
          <ac:chgData name="Mohammed Naseer Sihanas" userId="baf10d46-ca0e-4f93-8b9a-bd1fa4bc7e8f" providerId="ADAL" clId="{4BCA0B4D-1EF0-4107-B531-E5C45D9F1352}" dt="2024-09-29T03:33:54.198" v="1251" actId="20577"/>
          <ac:spMkLst>
            <pc:docMk/>
            <pc:sldMk cId="932762795" sldId="256"/>
            <ac:spMk id="5" creationId="{00000000-0000-0000-0000-000000000000}"/>
          </ac:spMkLst>
        </pc:spChg>
        <pc:spChg chg="mod">
          <ac:chgData name="Mohammed Naseer Sihanas" userId="baf10d46-ca0e-4f93-8b9a-bd1fa4bc7e8f" providerId="ADAL" clId="{4BCA0B4D-1EF0-4107-B531-E5C45D9F1352}" dt="2024-10-02T05:52:16.080" v="4323" actId="20577"/>
          <ac:spMkLst>
            <pc:docMk/>
            <pc:sldMk cId="932762795" sldId="256"/>
            <ac:spMk id="7" creationId="{00000000-0000-0000-0000-000000000000}"/>
          </ac:spMkLst>
        </pc:spChg>
        <pc:spChg chg="add mod">
          <ac:chgData name="Mohammed Naseer Sihanas" userId="baf10d46-ca0e-4f93-8b9a-bd1fa4bc7e8f" providerId="ADAL" clId="{4BCA0B4D-1EF0-4107-B531-E5C45D9F1352}" dt="2024-09-25T06:10:14.365" v="111" actId="114"/>
          <ac:spMkLst>
            <pc:docMk/>
            <pc:sldMk cId="932762795" sldId="256"/>
            <ac:spMk id="8" creationId="{0A780991-E5A6-7C22-165E-954CFE5E63B7}"/>
          </ac:spMkLst>
        </pc:spChg>
        <pc:spChg chg="add mod">
          <ac:chgData name="Mohammed Naseer Sihanas" userId="baf10d46-ca0e-4f93-8b9a-bd1fa4bc7e8f" providerId="ADAL" clId="{4BCA0B4D-1EF0-4107-B531-E5C45D9F1352}" dt="2024-09-25T06:09:07.594" v="86"/>
          <ac:spMkLst>
            <pc:docMk/>
            <pc:sldMk cId="932762795" sldId="256"/>
            <ac:spMk id="9" creationId="{D35C82BF-E5D2-392A-2986-90479E977367}"/>
          </ac:spMkLst>
        </pc:spChg>
      </pc:sldChg>
      <pc:sldChg chg="modSp mod">
        <pc:chgData name="Mohammed Naseer Sihanas" userId="baf10d46-ca0e-4f93-8b9a-bd1fa4bc7e8f" providerId="ADAL" clId="{4BCA0B4D-1EF0-4107-B531-E5C45D9F1352}" dt="2024-10-02T06:07:02.991" v="4397" actId="27636"/>
        <pc:sldMkLst>
          <pc:docMk/>
          <pc:sldMk cId="891432784" sldId="257"/>
        </pc:sldMkLst>
        <pc:spChg chg="mod">
          <ac:chgData name="Mohammed Naseer Sihanas" userId="baf10d46-ca0e-4f93-8b9a-bd1fa4bc7e8f" providerId="ADAL" clId="{4BCA0B4D-1EF0-4107-B531-E5C45D9F1352}" dt="2024-10-02T06:07:02.991" v="4397" actId="27636"/>
          <ac:spMkLst>
            <pc:docMk/>
            <pc:sldMk cId="891432784" sldId="257"/>
            <ac:spMk id="3" creationId="{00000000-0000-0000-0000-000000000000}"/>
          </ac:spMkLst>
        </pc:spChg>
        <pc:spChg chg="mod">
          <ac:chgData name="Mohammed Naseer Sihanas" userId="baf10d46-ca0e-4f93-8b9a-bd1fa4bc7e8f" providerId="ADAL" clId="{4BCA0B4D-1EF0-4107-B531-E5C45D9F1352}" dt="2024-09-29T14:23:04.106" v="2260" actId="20577"/>
          <ac:spMkLst>
            <pc:docMk/>
            <pc:sldMk cId="891432784" sldId="257"/>
            <ac:spMk id="5" creationId="{00000000-0000-0000-0000-000000000000}"/>
          </ac:spMkLst>
        </pc:spChg>
      </pc:sldChg>
      <pc:sldChg chg="addSp delSp modSp mod">
        <pc:chgData name="Mohammed Naseer Sihanas" userId="baf10d46-ca0e-4f93-8b9a-bd1fa4bc7e8f" providerId="ADAL" clId="{4BCA0B4D-1EF0-4107-B531-E5C45D9F1352}" dt="2024-09-29T03:33:38.230" v="1248" actId="20577"/>
        <pc:sldMkLst>
          <pc:docMk/>
          <pc:sldMk cId="100369622" sldId="258"/>
        </pc:sldMkLst>
        <pc:spChg chg="del">
          <ac:chgData name="Mohammed Naseer Sihanas" userId="baf10d46-ca0e-4f93-8b9a-bd1fa4bc7e8f" providerId="ADAL" clId="{4BCA0B4D-1EF0-4107-B531-E5C45D9F1352}" dt="2024-09-26T09:14:55.620" v="302" actId="478"/>
          <ac:spMkLst>
            <pc:docMk/>
            <pc:sldMk cId="100369622" sldId="258"/>
            <ac:spMk id="2" creationId="{00000000-0000-0000-0000-000000000000}"/>
          </ac:spMkLst>
        </pc:spChg>
        <pc:spChg chg="mod">
          <ac:chgData name="Mohammed Naseer Sihanas" userId="baf10d46-ca0e-4f93-8b9a-bd1fa4bc7e8f" providerId="ADAL" clId="{4BCA0B4D-1EF0-4107-B531-E5C45D9F1352}" dt="2024-09-28T02:21:13.107" v="1044" actId="27636"/>
          <ac:spMkLst>
            <pc:docMk/>
            <pc:sldMk cId="100369622" sldId="258"/>
            <ac:spMk id="3" creationId="{00000000-0000-0000-0000-000000000000}"/>
          </ac:spMkLst>
        </pc:spChg>
        <pc:spChg chg="mod">
          <ac:chgData name="Mohammed Naseer Sihanas" userId="baf10d46-ca0e-4f93-8b9a-bd1fa4bc7e8f" providerId="ADAL" clId="{4BCA0B4D-1EF0-4107-B531-E5C45D9F1352}" dt="2024-09-29T03:33:38.230" v="1248" actId="20577"/>
          <ac:spMkLst>
            <pc:docMk/>
            <pc:sldMk cId="100369622" sldId="258"/>
            <ac:spMk id="5" creationId="{00000000-0000-0000-0000-000000000000}"/>
          </ac:spMkLst>
        </pc:spChg>
        <pc:spChg chg="add del mod">
          <ac:chgData name="Mohammed Naseer Sihanas" userId="baf10d46-ca0e-4f93-8b9a-bd1fa4bc7e8f" providerId="ADAL" clId="{4BCA0B4D-1EF0-4107-B531-E5C45D9F1352}" dt="2024-09-26T09:14:58.182" v="303" actId="478"/>
          <ac:spMkLst>
            <pc:docMk/>
            <pc:sldMk cId="100369622" sldId="258"/>
            <ac:spMk id="8" creationId="{2E87C757-3EAD-4C04-088C-015ED7D83915}"/>
          </ac:spMkLst>
        </pc:spChg>
      </pc:sldChg>
      <pc:sldChg chg="addSp delSp modSp mod">
        <pc:chgData name="Mohammed Naseer Sihanas" userId="baf10d46-ca0e-4f93-8b9a-bd1fa4bc7e8f" providerId="ADAL" clId="{4BCA0B4D-1EF0-4107-B531-E5C45D9F1352}" dt="2024-10-02T06:13:02.811" v="4501" actId="20577"/>
        <pc:sldMkLst>
          <pc:docMk/>
          <pc:sldMk cId="1319477807" sldId="259"/>
        </pc:sldMkLst>
        <pc:spChg chg="del mod">
          <ac:chgData name="Mohammed Naseer Sihanas" userId="baf10d46-ca0e-4f93-8b9a-bd1fa4bc7e8f" providerId="ADAL" clId="{4BCA0B4D-1EF0-4107-B531-E5C45D9F1352}" dt="2024-09-25T06:32:13.381" v="230" actId="478"/>
          <ac:spMkLst>
            <pc:docMk/>
            <pc:sldMk cId="1319477807" sldId="259"/>
            <ac:spMk id="2" creationId="{00000000-0000-0000-0000-000000000000}"/>
          </ac:spMkLst>
        </pc:spChg>
        <pc:spChg chg="add mod">
          <ac:chgData name="Mohammed Naseer Sihanas" userId="baf10d46-ca0e-4f93-8b9a-bd1fa4bc7e8f" providerId="ADAL" clId="{4BCA0B4D-1EF0-4107-B531-E5C45D9F1352}" dt="2024-09-28T02:15:20.663" v="995" actId="14100"/>
          <ac:spMkLst>
            <pc:docMk/>
            <pc:sldMk cId="1319477807" sldId="259"/>
            <ac:spMk id="2" creationId="{6D7A2FB0-A1B1-56FF-0409-A58A2CEE046A}"/>
          </ac:spMkLst>
        </pc:spChg>
        <pc:spChg chg="add del mod">
          <ac:chgData name="Mohammed Naseer Sihanas" userId="baf10d46-ca0e-4f93-8b9a-bd1fa4bc7e8f" providerId="ADAL" clId="{4BCA0B4D-1EF0-4107-B531-E5C45D9F1352}" dt="2024-10-02T06:13:02.811" v="4501" actId="20577"/>
          <ac:spMkLst>
            <pc:docMk/>
            <pc:sldMk cId="1319477807" sldId="259"/>
            <ac:spMk id="3" creationId="{0EBE4CCC-C2A9-8BCF-FCF5-9DCFB4A2E67E}"/>
          </ac:spMkLst>
        </pc:spChg>
        <pc:spChg chg="mod">
          <ac:chgData name="Mohammed Naseer Sihanas" userId="baf10d46-ca0e-4f93-8b9a-bd1fa4bc7e8f" providerId="ADAL" clId="{4BCA0B4D-1EF0-4107-B531-E5C45D9F1352}" dt="2024-09-29T14:26:24.457" v="2483" actId="20577"/>
          <ac:spMkLst>
            <pc:docMk/>
            <pc:sldMk cId="1319477807" sldId="259"/>
            <ac:spMk id="5" creationId="{00000000-0000-0000-0000-000000000000}"/>
          </ac:spMkLst>
        </pc:spChg>
        <pc:spChg chg="add mod">
          <ac:chgData name="Mohammed Naseer Sihanas" userId="baf10d46-ca0e-4f93-8b9a-bd1fa4bc7e8f" providerId="ADAL" clId="{4BCA0B4D-1EF0-4107-B531-E5C45D9F1352}" dt="2024-09-25T06:19:41.499" v="169"/>
          <ac:spMkLst>
            <pc:docMk/>
            <pc:sldMk cId="1319477807" sldId="259"/>
            <ac:spMk id="7" creationId="{954554ED-9255-FBC7-597E-57BFDB73DC73}"/>
          </ac:spMkLst>
        </pc:spChg>
        <pc:spChg chg="add mod">
          <ac:chgData name="Mohammed Naseer Sihanas" userId="baf10d46-ca0e-4f93-8b9a-bd1fa4bc7e8f" providerId="ADAL" clId="{4BCA0B4D-1EF0-4107-B531-E5C45D9F1352}" dt="2024-09-28T02:16:06.698" v="1006" actId="1076"/>
          <ac:spMkLst>
            <pc:docMk/>
            <pc:sldMk cId="1319477807" sldId="259"/>
            <ac:spMk id="7" creationId="{C687405C-1BB5-F02D-BA99-086F54F4A33B}"/>
          </ac:spMkLst>
        </pc:spChg>
        <pc:spChg chg="add mod">
          <ac:chgData name="Mohammed Naseer Sihanas" userId="baf10d46-ca0e-4f93-8b9a-bd1fa4bc7e8f" providerId="ADAL" clId="{4BCA0B4D-1EF0-4107-B531-E5C45D9F1352}" dt="2024-09-29T03:34:31.581" v="1256" actId="1076"/>
          <ac:spMkLst>
            <pc:docMk/>
            <pc:sldMk cId="1319477807" sldId="259"/>
            <ac:spMk id="8" creationId="{D540D9C5-63BD-87DD-A593-5C7AEB55E9F5}"/>
          </ac:spMkLst>
        </pc:spChg>
        <pc:spChg chg="add del mod">
          <ac:chgData name="Mohammed Naseer Sihanas" userId="baf10d46-ca0e-4f93-8b9a-bd1fa4bc7e8f" providerId="ADAL" clId="{4BCA0B4D-1EF0-4107-B531-E5C45D9F1352}" dt="2024-09-25T06:32:15.179" v="231" actId="478"/>
          <ac:spMkLst>
            <pc:docMk/>
            <pc:sldMk cId="1319477807" sldId="259"/>
            <ac:spMk id="10" creationId="{E33FEE1E-315E-C0B1-0D00-98667318D39A}"/>
          </ac:spMkLst>
        </pc:spChg>
      </pc:sldChg>
      <pc:sldChg chg="modSp mod ord">
        <pc:chgData name="Mohammed Naseer Sihanas" userId="baf10d46-ca0e-4f93-8b9a-bd1fa4bc7e8f" providerId="ADAL" clId="{4BCA0B4D-1EF0-4107-B531-E5C45D9F1352}" dt="2024-10-02T06:10:28.125" v="4455" actId="20577"/>
        <pc:sldMkLst>
          <pc:docMk/>
          <pc:sldMk cId="104598345" sldId="260"/>
        </pc:sldMkLst>
        <pc:spChg chg="mod">
          <ac:chgData name="Mohammed Naseer Sihanas" userId="baf10d46-ca0e-4f93-8b9a-bd1fa4bc7e8f" providerId="ADAL" clId="{4BCA0B4D-1EF0-4107-B531-E5C45D9F1352}" dt="2024-10-02T06:10:28.125" v="4455" actId="20577"/>
          <ac:spMkLst>
            <pc:docMk/>
            <pc:sldMk cId="104598345" sldId="260"/>
            <ac:spMk id="2" creationId="{00000000-0000-0000-0000-000000000000}"/>
          </ac:spMkLst>
        </pc:spChg>
        <pc:spChg chg="mod">
          <ac:chgData name="Mohammed Naseer Sihanas" userId="baf10d46-ca0e-4f93-8b9a-bd1fa4bc7e8f" providerId="ADAL" clId="{4BCA0B4D-1EF0-4107-B531-E5C45D9F1352}" dt="2024-09-29T14:27:17.790" v="2517" actId="20577"/>
          <ac:spMkLst>
            <pc:docMk/>
            <pc:sldMk cId="104598345" sldId="260"/>
            <ac:spMk id="5" creationId="{00000000-0000-0000-0000-000000000000}"/>
          </ac:spMkLst>
        </pc:spChg>
      </pc:sldChg>
      <pc:sldChg chg="addSp delSp modSp mod ord">
        <pc:chgData name="Mohammed Naseer Sihanas" userId="baf10d46-ca0e-4f93-8b9a-bd1fa4bc7e8f" providerId="ADAL" clId="{4BCA0B4D-1EF0-4107-B531-E5C45D9F1352}" dt="2024-10-02T05:51:43.352" v="4304" actId="1076"/>
        <pc:sldMkLst>
          <pc:docMk/>
          <pc:sldMk cId="3966344777" sldId="261"/>
        </pc:sldMkLst>
        <pc:spChg chg="del">
          <ac:chgData name="Mohammed Naseer Sihanas" userId="baf10d46-ca0e-4f93-8b9a-bd1fa4bc7e8f" providerId="ADAL" clId="{4BCA0B4D-1EF0-4107-B531-E5C45D9F1352}" dt="2024-09-26T09:27:22.880" v="363" actId="478"/>
          <ac:spMkLst>
            <pc:docMk/>
            <pc:sldMk cId="3966344777" sldId="261"/>
            <ac:spMk id="2" creationId="{00000000-0000-0000-0000-000000000000}"/>
          </ac:spMkLst>
        </pc:spChg>
        <pc:spChg chg="add mod">
          <ac:chgData name="Mohammed Naseer Sihanas" userId="baf10d46-ca0e-4f93-8b9a-bd1fa4bc7e8f" providerId="ADAL" clId="{4BCA0B4D-1EF0-4107-B531-E5C45D9F1352}" dt="2024-10-02T05:50:41.885" v="4291" actId="1076"/>
          <ac:spMkLst>
            <pc:docMk/>
            <pc:sldMk cId="3966344777" sldId="261"/>
            <ac:spMk id="2" creationId="{4808638B-2ED3-5639-D9FE-44EAE81DBC56}"/>
          </ac:spMkLst>
        </pc:spChg>
        <pc:spChg chg="del">
          <ac:chgData name="Mohammed Naseer Sihanas" userId="baf10d46-ca0e-4f93-8b9a-bd1fa4bc7e8f" providerId="ADAL" clId="{4BCA0B4D-1EF0-4107-B531-E5C45D9F1352}" dt="2024-09-26T09:27:16.655" v="361" actId="478"/>
          <ac:spMkLst>
            <pc:docMk/>
            <pc:sldMk cId="3966344777" sldId="261"/>
            <ac:spMk id="3" creationId="{00000000-0000-0000-0000-000000000000}"/>
          </ac:spMkLst>
        </pc:spChg>
        <pc:spChg chg="add mod">
          <ac:chgData name="Mohammed Naseer Sihanas" userId="baf10d46-ca0e-4f93-8b9a-bd1fa4bc7e8f" providerId="ADAL" clId="{4BCA0B4D-1EF0-4107-B531-E5C45D9F1352}" dt="2024-10-02T05:51:09.207" v="4297" actId="1076"/>
          <ac:spMkLst>
            <pc:docMk/>
            <pc:sldMk cId="3966344777" sldId="261"/>
            <ac:spMk id="3" creationId="{89D867EA-DB3F-5210-AD0A-A0C517DF88FC}"/>
          </ac:spMkLst>
        </pc:spChg>
        <pc:spChg chg="mod">
          <ac:chgData name="Mohammed Naseer Sihanas" userId="baf10d46-ca0e-4f93-8b9a-bd1fa4bc7e8f" providerId="ADAL" clId="{4BCA0B4D-1EF0-4107-B531-E5C45D9F1352}" dt="2024-09-29T14:26:51.034" v="2498" actId="20577"/>
          <ac:spMkLst>
            <pc:docMk/>
            <pc:sldMk cId="3966344777" sldId="261"/>
            <ac:spMk id="5" creationId="{00000000-0000-0000-0000-000000000000}"/>
          </ac:spMkLst>
        </pc:spChg>
        <pc:spChg chg="add">
          <ac:chgData name="Mohammed Naseer Sihanas" userId="baf10d46-ca0e-4f93-8b9a-bd1fa4bc7e8f" providerId="ADAL" clId="{4BCA0B4D-1EF0-4107-B531-E5C45D9F1352}" dt="2024-10-01T08:29:16.572" v="4156"/>
          <ac:spMkLst>
            <pc:docMk/>
            <pc:sldMk cId="3966344777" sldId="261"/>
            <ac:spMk id="7" creationId="{74BAD0F1-D6B9-F5A3-08F0-4F41EDC2993C}"/>
          </ac:spMkLst>
        </pc:spChg>
        <pc:spChg chg="add mod">
          <ac:chgData name="Mohammed Naseer Sihanas" userId="baf10d46-ca0e-4f93-8b9a-bd1fa4bc7e8f" providerId="ADAL" clId="{4BCA0B4D-1EF0-4107-B531-E5C45D9F1352}" dt="2024-10-01T08:29:36.401" v="4176"/>
          <ac:spMkLst>
            <pc:docMk/>
            <pc:sldMk cId="3966344777" sldId="261"/>
            <ac:spMk id="8" creationId="{15ED236D-588B-78DD-462D-8FF95E188106}"/>
          </ac:spMkLst>
        </pc:spChg>
        <pc:spChg chg="add del mod">
          <ac:chgData name="Mohammed Naseer Sihanas" userId="baf10d46-ca0e-4f93-8b9a-bd1fa4bc7e8f" providerId="ADAL" clId="{4BCA0B4D-1EF0-4107-B531-E5C45D9F1352}" dt="2024-09-26T09:27:20.474" v="362" actId="478"/>
          <ac:spMkLst>
            <pc:docMk/>
            <pc:sldMk cId="3966344777" sldId="261"/>
            <ac:spMk id="8" creationId="{DB01D515-E880-DC5D-C813-670E96D56776}"/>
          </ac:spMkLst>
        </pc:spChg>
        <pc:spChg chg="add mod">
          <ac:chgData name="Mohammed Naseer Sihanas" userId="baf10d46-ca0e-4f93-8b9a-bd1fa4bc7e8f" providerId="ADAL" clId="{4BCA0B4D-1EF0-4107-B531-E5C45D9F1352}" dt="2024-10-01T08:29:35.338" v="4173"/>
          <ac:spMkLst>
            <pc:docMk/>
            <pc:sldMk cId="3966344777" sldId="261"/>
            <ac:spMk id="9" creationId="{40340AAE-7B30-BA3B-8538-21862CB970E4}"/>
          </ac:spMkLst>
        </pc:spChg>
        <pc:spChg chg="add mod">
          <ac:chgData name="Mohammed Naseer Sihanas" userId="baf10d46-ca0e-4f93-8b9a-bd1fa4bc7e8f" providerId="ADAL" clId="{4BCA0B4D-1EF0-4107-B531-E5C45D9F1352}" dt="2024-10-02T05:51:43.352" v="4304" actId="1076"/>
          <ac:spMkLst>
            <pc:docMk/>
            <pc:sldMk cId="3966344777" sldId="261"/>
            <ac:spMk id="10" creationId="{668B1EF0-8E09-672C-29F2-3F86CF5BD028}"/>
          </ac:spMkLst>
        </pc:spChg>
        <pc:spChg chg="add del mod">
          <ac:chgData name="Mohammed Naseer Sihanas" userId="baf10d46-ca0e-4f93-8b9a-bd1fa4bc7e8f" providerId="ADAL" clId="{4BCA0B4D-1EF0-4107-B531-E5C45D9F1352}" dt="2024-09-26T09:27:24.583" v="364" actId="478"/>
          <ac:spMkLst>
            <pc:docMk/>
            <pc:sldMk cId="3966344777" sldId="261"/>
            <ac:spMk id="10" creationId="{6B5626BD-4D17-7F2A-D191-9BFF0ACC51C5}"/>
          </ac:spMkLst>
        </pc:spChg>
        <pc:spChg chg="add del mod">
          <ac:chgData name="Mohammed Naseer Sihanas" userId="baf10d46-ca0e-4f93-8b9a-bd1fa4bc7e8f" providerId="ADAL" clId="{4BCA0B4D-1EF0-4107-B531-E5C45D9F1352}" dt="2024-10-01T08:15:27.460" v="4143" actId="478"/>
          <ac:spMkLst>
            <pc:docMk/>
            <pc:sldMk cId="3966344777" sldId="261"/>
            <ac:spMk id="11" creationId="{F14E820B-1E16-BD27-289C-314485C1C286}"/>
          </ac:spMkLst>
        </pc:spChg>
        <pc:spChg chg="add mod">
          <ac:chgData name="Mohammed Naseer Sihanas" userId="baf10d46-ca0e-4f93-8b9a-bd1fa4bc7e8f" providerId="ADAL" clId="{4BCA0B4D-1EF0-4107-B531-E5C45D9F1352}" dt="2024-10-02T05:50:25.872" v="4284" actId="1076"/>
          <ac:spMkLst>
            <pc:docMk/>
            <pc:sldMk cId="3966344777" sldId="261"/>
            <ac:spMk id="12" creationId="{0F7796D2-C20B-4CF8-EC86-6E48623886FD}"/>
          </ac:spMkLst>
        </pc:spChg>
        <pc:spChg chg="add mod">
          <ac:chgData name="Mohammed Naseer Sihanas" userId="baf10d46-ca0e-4f93-8b9a-bd1fa4bc7e8f" providerId="ADAL" clId="{4BCA0B4D-1EF0-4107-B531-E5C45D9F1352}" dt="2024-10-02T05:50:29.628" v="4285" actId="1076"/>
          <ac:spMkLst>
            <pc:docMk/>
            <pc:sldMk cId="3966344777" sldId="261"/>
            <ac:spMk id="13" creationId="{792B86AF-1C27-5EE1-0BC2-54069733C8EA}"/>
          </ac:spMkLst>
        </pc:spChg>
        <pc:spChg chg="add mod">
          <ac:chgData name="Mohammed Naseer Sihanas" userId="baf10d46-ca0e-4f93-8b9a-bd1fa4bc7e8f" providerId="ADAL" clId="{4BCA0B4D-1EF0-4107-B531-E5C45D9F1352}" dt="2024-09-26T09:42:44.912" v="569" actId="1076"/>
          <ac:spMkLst>
            <pc:docMk/>
            <pc:sldMk cId="3966344777" sldId="261"/>
            <ac:spMk id="14" creationId="{9DB0D09E-9E15-2990-B4CD-5843910FCF1A}"/>
          </ac:spMkLst>
        </pc:spChg>
        <pc:spChg chg="add del mod">
          <ac:chgData name="Mohammed Naseer Sihanas" userId="baf10d46-ca0e-4f93-8b9a-bd1fa4bc7e8f" providerId="ADAL" clId="{4BCA0B4D-1EF0-4107-B531-E5C45D9F1352}" dt="2024-10-02T05:41:17.540" v="4192" actId="478"/>
          <ac:spMkLst>
            <pc:docMk/>
            <pc:sldMk cId="3966344777" sldId="261"/>
            <ac:spMk id="15" creationId="{A41194D4-AFBC-5C44-BE3C-D5688318A375}"/>
          </ac:spMkLst>
        </pc:spChg>
        <pc:spChg chg="add mod ord">
          <ac:chgData name="Mohammed Naseer Sihanas" userId="baf10d46-ca0e-4f93-8b9a-bd1fa4bc7e8f" providerId="ADAL" clId="{4BCA0B4D-1EF0-4107-B531-E5C45D9F1352}" dt="2024-09-26T09:42:28.060" v="566" actId="164"/>
          <ac:spMkLst>
            <pc:docMk/>
            <pc:sldMk cId="3966344777" sldId="261"/>
            <ac:spMk id="16" creationId="{D96C472C-8A5B-C9A2-F3CA-5D3C1C6C68E2}"/>
          </ac:spMkLst>
        </pc:spChg>
        <pc:spChg chg="add mod">
          <ac:chgData name="Mohammed Naseer Sihanas" userId="baf10d46-ca0e-4f93-8b9a-bd1fa4bc7e8f" providerId="ADAL" clId="{4BCA0B4D-1EF0-4107-B531-E5C45D9F1352}" dt="2024-09-26T09:43:02.285" v="574" actId="1076"/>
          <ac:spMkLst>
            <pc:docMk/>
            <pc:sldMk cId="3966344777" sldId="261"/>
            <ac:spMk id="17" creationId="{6037ACE7-3158-79D7-BC98-E5D749B0C616}"/>
          </ac:spMkLst>
        </pc:spChg>
        <pc:spChg chg="add del mod">
          <ac:chgData name="Mohammed Naseer Sihanas" userId="baf10d46-ca0e-4f93-8b9a-bd1fa4bc7e8f" providerId="ADAL" clId="{4BCA0B4D-1EF0-4107-B531-E5C45D9F1352}" dt="2024-10-02T05:42:56.971" v="4210" actId="478"/>
          <ac:spMkLst>
            <pc:docMk/>
            <pc:sldMk cId="3966344777" sldId="261"/>
            <ac:spMk id="18" creationId="{BE1074C4-503F-113D-DF4A-8F0444DEEBC6}"/>
          </ac:spMkLst>
        </pc:spChg>
        <pc:spChg chg="add mod">
          <ac:chgData name="Mohammed Naseer Sihanas" userId="baf10d46-ca0e-4f93-8b9a-bd1fa4bc7e8f" providerId="ADAL" clId="{4BCA0B4D-1EF0-4107-B531-E5C45D9F1352}" dt="2024-10-02T05:51:43.352" v="4304" actId="1076"/>
          <ac:spMkLst>
            <pc:docMk/>
            <pc:sldMk cId="3966344777" sldId="261"/>
            <ac:spMk id="19" creationId="{7A922423-F9BA-477A-B765-F240E584C9BB}"/>
          </ac:spMkLst>
        </pc:spChg>
        <pc:spChg chg="add mod">
          <ac:chgData name="Mohammed Naseer Sihanas" userId="baf10d46-ca0e-4f93-8b9a-bd1fa4bc7e8f" providerId="ADAL" clId="{4BCA0B4D-1EF0-4107-B531-E5C45D9F1352}" dt="2024-09-26T09:39:03.786" v="533"/>
          <ac:spMkLst>
            <pc:docMk/>
            <pc:sldMk cId="3966344777" sldId="261"/>
            <ac:spMk id="19" creationId="{E4B4A9EA-7642-9D5F-F73A-DB61EA60AF4E}"/>
          </ac:spMkLst>
        </pc:spChg>
        <pc:spChg chg="add mod">
          <ac:chgData name="Mohammed Naseer Sihanas" userId="baf10d46-ca0e-4f93-8b9a-bd1fa4bc7e8f" providerId="ADAL" clId="{4BCA0B4D-1EF0-4107-B531-E5C45D9F1352}" dt="2024-10-02T05:51:43.352" v="4304" actId="1076"/>
          <ac:spMkLst>
            <pc:docMk/>
            <pc:sldMk cId="3966344777" sldId="261"/>
            <ac:spMk id="20" creationId="{60317E27-C990-17EA-89E4-7792C4B6A7DF}"/>
          </ac:spMkLst>
        </pc:spChg>
        <pc:spChg chg="add mod">
          <ac:chgData name="Mohammed Naseer Sihanas" userId="baf10d46-ca0e-4f93-8b9a-bd1fa4bc7e8f" providerId="ADAL" clId="{4BCA0B4D-1EF0-4107-B531-E5C45D9F1352}" dt="2024-10-02T05:50:31.257" v="4286" actId="1076"/>
          <ac:spMkLst>
            <pc:docMk/>
            <pc:sldMk cId="3966344777" sldId="261"/>
            <ac:spMk id="22" creationId="{E54DDF26-0895-9732-3BF9-2A1C2A3EDB94}"/>
          </ac:spMkLst>
        </pc:spChg>
        <pc:spChg chg="add mod">
          <ac:chgData name="Mohammed Naseer Sihanas" userId="baf10d46-ca0e-4f93-8b9a-bd1fa4bc7e8f" providerId="ADAL" clId="{4BCA0B4D-1EF0-4107-B531-E5C45D9F1352}" dt="2024-10-02T05:50:34.759" v="4287" actId="1076"/>
          <ac:spMkLst>
            <pc:docMk/>
            <pc:sldMk cId="3966344777" sldId="261"/>
            <ac:spMk id="23" creationId="{18FF3620-C2E9-D3AA-6333-7D1FCF8A66CF}"/>
          </ac:spMkLst>
        </pc:spChg>
        <pc:spChg chg="add mod">
          <ac:chgData name="Mohammed Naseer Sihanas" userId="baf10d46-ca0e-4f93-8b9a-bd1fa4bc7e8f" providerId="ADAL" clId="{4BCA0B4D-1EF0-4107-B531-E5C45D9F1352}" dt="2024-10-02T05:51:18.372" v="4300" actId="1076"/>
          <ac:spMkLst>
            <pc:docMk/>
            <pc:sldMk cId="3966344777" sldId="261"/>
            <ac:spMk id="24" creationId="{EFE5F061-F40D-BF62-46CF-550CF6E5CA27}"/>
          </ac:spMkLst>
        </pc:spChg>
        <pc:spChg chg="add mod">
          <ac:chgData name="Mohammed Naseer Sihanas" userId="baf10d46-ca0e-4f93-8b9a-bd1fa4bc7e8f" providerId="ADAL" clId="{4BCA0B4D-1EF0-4107-B531-E5C45D9F1352}" dt="2024-10-02T05:51:43.352" v="4304" actId="1076"/>
          <ac:spMkLst>
            <pc:docMk/>
            <pc:sldMk cId="3966344777" sldId="261"/>
            <ac:spMk id="25" creationId="{038F0592-E516-B8CA-D85A-E46E38FBD0C1}"/>
          </ac:spMkLst>
        </pc:spChg>
        <pc:spChg chg="add mod">
          <ac:chgData name="Mohammed Naseer Sihanas" userId="baf10d46-ca0e-4f93-8b9a-bd1fa4bc7e8f" providerId="ADAL" clId="{4BCA0B4D-1EF0-4107-B531-E5C45D9F1352}" dt="2024-10-02T05:51:43.352" v="4304" actId="1076"/>
          <ac:spMkLst>
            <pc:docMk/>
            <pc:sldMk cId="3966344777" sldId="261"/>
            <ac:spMk id="26" creationId="{953AD6F5-B2B0-DACD-B09C-642FBD2C399D}"/>
          </ac:spMkLst>
        </pc:spChg>
        <pc:spChg chg="add mod">
          <ac:chgData name="Mohammed Naseer Sihanas" userId="baf10d46-ca0e-4f93-8b9a-bd1fa4bc7e8f" providerId="ADAL" clId="{4BCA0B4D-1EF0-4107-B531-E5C45D9F1352}" dt="2024-10-02T05:51:29.173" v="4303" actId="1076"/>
          <ac:spMkLst>
            <pc:docMk/>
            <pc:sldMk cId="3966344777" sldId="261"/>
            <ac:spMk id="27" creationId="{039E5080-72EF-EA53-43CC-FF9EDE457DD4}"/>
          </ac:spMkLst>
        </pc:spChg>
        <pc:spChg chg="add del mod">
          <ac:chgData name="Mohammed Naseer Sihanas" userId="baf10d46-ca0e-4f93-8b9a-bd1fa4bc7e8f" providerId="ADAL" clId="{4BCA0B4D-1EF0-4107-B531-E5C45D9F1352}" dt="2024-10-02T05:49:06.041" v="4268" actId="478"/>
          <ac:spMkLst>
            <pc:docMk/>
            <pc:sldMk cId="3966344777" sldId="261"/>
            <ac:spMk id="28" creationId="{A958AFFC-EB3C-0837-5032-60B18F7A4946}"/>
          </ac:spMkLst>
        </pc:spChg>
        <pc:grpChg chg="add del mod">
          <ac:chgData name="Mohammed Naseer Sihanas" userId="baf10d46-ca0e-4f93-8b9a-bd1fa4bc7e8f" providerId="ADAL" clId="{4BCA0B4D-1EF0-4107-B531-E5C45D9F1352}" dt="2024-10-02T05:41:18.699" v="4193" actId="478"/>
          <ac:grpSpMkLst>
            <pc:docMk/>
            <pc:sldMk cId="3966344777" sldId="261"/>
            <ac:grpSpMk id="21" creationId="{C7134A4B-E7CC-0C3F-7540-D7EE9B0BF72F}"/>
          </ac:grpSpMkLst>
        </pc:grpChg>
      </pc:sldChg>
      <pc:sldChg chg="del">
        <pc:chgData name="Mohammed Naseer Sihanas" userId="baf10d46-ca0e-4f93-8b9a-bd1fa4bc7e8f" providerId="ADAL" clId="{4BCA0B4D-1EF0-4107-B531-E5C45D9F1352}" dt="2024-09-29T14:36:50.157" v="2698" actId="47"/>
        <pc:sldMkLst>
          <pc:docMk/>
          <pc:sldMk cId="688049821" sldId="262"/>
        </pc:sldMkLst>
      </pc:sldChg>
      <pc:sldChg chg="addSp delSp modSp mod ord">
        <pc:chgData name="Mohammed Naseer Sihanas" userId="baf10d46-ca0e-4f93-8b9a-bd1fa4bc7e8f" providerId="ADAL" clId="{4BCA0B4D-1EF0-4107-B531-E5C45D9F1352}" dt="2024-10-02T06:04:55.618" v="4378" actId="207"/>
        <pc:sldMkLst>
          <pc:docMk/>
          <pc:sldMk cId="1338395865" sldId="263"/>
        </pc:sldMkLst>
        <pc:spChg chg="del mod">
          <ac:chgData name="Mohammed Naseer Sihanas" userId="baf10d46-ca0e-4f93-8b9a-bd1fa4bc7e8f" providerId="ADAL" clId="{4BCA0B4D-1EF0-4107-B531-E5C45D9F1352}" dt="2024-09-29T05:40:46.977" v="2040" actId="478"/>
          <ac:spMkLst>
            <pc:docMk/>
            <pc:sldMk cId="1338395865" sldId="263"/>
            <ac:spMk id="2" creationId="{00000000-0000-0000-0000-000000000000}"/>
          </ac:spMkLst>
        </pc:spChg>
        <pc:spChg chg="del">
          <ac:chgData name="Mohammed Naseer Sihanas" userId="baf10d46-ca0e-4f93-8b9a-bd1fa4bc7e8f" providerId="ADAL" clId="{4BCA0B4D-1EF0-4107-B531-E5C45D9F1352}" dt="2024-09-29T05:40:48.555" v="2041" actId="478"/>
          <ac:spMkLst>
            <pc:docMk/>
            <pc:sldMk cId="1338395865" sldId="263"/>
            <ac:spMk id="3" creationId="{00000000-0000-0000-0000-000000000000}"/>
          </ac:spMkLst>
        </pc:spChg>
        <pc:spChg chg="mod">
          <ac:chgData name="Mohammed Naseer Sihanas" userId="baf10d46-ca0e-4f93-8b9a-bd1fa4bc7e8f" providerId="ADAL" clId="{4BCA0B4D-1EF0-4107-B531-E5C45D9F1352}" dt="2024-09-29T14:26:40.353" v="2492" actId="20577"/>
          <ac:spMkLst>
            <pc:docMk/>
            <pc:sldMk cId="1338395865" sldId="263"/>
            <ac:spMk id="5" creationId="{00000000-0000-0000-0000-000000000000}"/>
          </ac:spMkLst>
        </pc:spChg>
        <pc:spChg chg="add del mod">
          <ac:chgData name="Mohammed Naseer Sihanas" userId="baf10d46-ca0e-4f93-8b9a-bd1fa4bc7e8f" providerId="ADAL" clId="{4BCA0B4D-1EF0-4107-B531-E5C45D9F1352}" dt="2024-09-29T05:40:50.367" v="2042" actId="478"/>
          <ac:spMkLst>
            <pc:docMk/>
            <pc:sldMk cId="1338395865" sldId="263"/>
            <ac:spMk id="8" creationId="{92C90EDB-7B99-5D59-5C7A-397773B03C4E}"/>
          </ac:spMkLst>
        </pc:spChg>
        <pc:spChg chg="add del mod">
          <ac:chgData name="Mohammed Naseer Sihanas" userId="baf10d46-ca0e-4f93-8b9a-bd1fa4bc7e8f" providerId="ADAL" clId="{4BCA0B4D-1EF0-4107-B531-E5C45D9F1352}" dt="2024-09-29T05:40:51.289" v="2043" actId="478"/>
          <ac:spMkLst>
            <pc:docMk/>
            <pc:sldMk cId="1338395865" sldId="263"/>
            <ac:spMk id="10" creationId="{13BE9C48-ECEA-7CA6-30DF-9A4ACC2B2845}"/>
          </ac:spMkLst>
        </pc:spChg>
        <pc:graphicFrameChg chg="add mod modGraphic">
          <ac:chgData name="Mohammed Naseer Sihanas" userId="baf10d46-ca0e-4f93-8b9a-bd1fa4bc7e8f" providerId="ADAL" clId="{4BCA0B4D-1EF0-4107-B531-E5C45D9F1352}" dt="2024-10-02T06:04:55.618" v="4378" actId="207"/>
          <ac:graphicFrameMkLst>
            <pc:docMk/>
            <pc:sldMk cId="1338395865" sldId="263"/>
            <ac:graphicFrameMk id="11" creationId="{320F1BD8-FC10-04B4-0C65-CA541D9D7684}"/>
          </ac:graphicFrameMkLst>
        </pc:graphicFrameChg>
      </pc:sldChg>
      <pc:sldChg chg="modSp mod">
        <pc:chgData name="Mohammed Naseer Sihanas" userId="baf10d46-ca0e-4f93-8b9a-bd1fa4bc7e8f" providerId="ADAL" clId="{4BCA0B4D-1EF0-4107-B531-E5C45D9F1352}" dt="2024-09-29T14:28:14.121" v="2552" actId="20577"/>
        <pc:sldMkLst>
          <pc:docMk/>
          <pc:sldMk cId="2660892434" sldId="265"/>
        </pc:sldMkLst>
        <pc:spChg chg="mod">
          <ac:chgData name="Mohammed Naseer Sihanas" userId="baf10d46-ca0e-4f93-8b9a-bd1fa4bc7e8f" providerId="ADAL" clId="{4BCA0B4D-1EF0-4107-B531-E5C45D9F1352}" dt="2024-09-29T14:28:14.121" v="2552" actId="20577"/>
          <ac:spMkLst>
            <pc:docMk/>
            <pc:sldMk cId="2660892434" sldId="265"/>
            <ac:spMk id="5" creationId="{00000000-0000-0000-0000-000000000000}"/>
          </ac:spMkLst>
        </pc:spChg>
      </pc:sldChg>
      <pc:sldChg chg="modSp add mod ord">
        <pc:chgData name="Mohammed Naseer Sihanas" userId="baf10d46-ca0e-4f93-8b9a-bd1fa4bc7e8f" providerId="ADAL" clId="{4BCA0B4D-1EF0-4107-B531-E5C45D9F1352}" dt="2024-10-02T06:09:03.746" v="4440" actId="20577"/>
        <pc:sldMkLst>
          <pc:docMk/>
          <pc:sldMk cId="2558591677" sldId="266"/>
        </pc:sldMkLst>
        <pc:spChg chg="mod">
          <ac:chgData name="Mohammed Naseer Sihanas" userId="baf10d46-ca0e-4f93-8b9a-bd1fa4bc7e8f" providerId="ADAL" clId="{4BCA0B4D-1EF0-4107-B531-E5C45D9F1352}" dt="2024-10-02T06:09:03.746" v="4440" actId="20577"/>
          <ac:spMkLst>
            <pc:docMk/>
            <pc:sldMk cId="2558591677" sldId="266"/>
            <ac:spMk id="2" creationId="{00000000-0000-0000-0000-000000000000}"/>
          </ac:spMkLst>
        </pc:spChg>
        <pc:spChg chg="mod">
          <ac:chgData name="Mohammed Naseer Sihanas" userId="baf10d46-ca0e-4f93-8b9a-bd1fa4bc7e8f" providerId="ADAL" clId="{4BCA0B4D-1EF0-4107-B531-E5C45D9F1352}" dt="2024-09-29T14:26:28.707" v="2486" actId="20577"/>
          <ac:spMkLst>
            <pc:docMk/>
            <pc:sldMk cId="2558591677" sldId="266"/>
            <ac:spMk id="5" creationId="{00000000-0000-0000-0000-000000000000}"/>
          </ac:spMkLst>
        </pc:spChg>
      </pc:sldChg>
      <pc:sldChg chg="modSp add mod">
        <pc:chgData name="Mohammed Naseer Sihanas" userId="baf10d46-ca0e-4f93-8b9a-bd1fa4bc7e8f" providerId="ADAL" clId="{4BCA0B4D-1EF0-4107-B531-E5C45D9F1352}" dt="2024-10-02T06:09:18.010" v="4445" actId="20577"/>
        <pc:sldMkLst>
          <pc:docMk/>
          <pc:sldMk cId="1894957646" sldId="267"/>
        </pc:sldMkLst>
        <pc:spChg chg="mod">
          <ac:chgData name="Mohammed Naseer Sihanas" userId="baf10d46-ca0e-4f93-8b9a-bd1fa4bc7e8f" providerId="ADAL" clId="{4BCA0B4D-1EF0-4107-B531-E5C45D9F1352}" dt="2024-10-02T06:09:18.010" v="4445" actId="20577"/>
          <ac:spMkLst>
            <pc:docMk/>
            <pc:sldMk cId="1894957646" sldId="267"/>
            <ac:spMk id="2" creationId="{00000000-0000-0000-0000-000000000000}"/>
          </ac:spMkLst>
        </pc:spChg>
        <pc:spChg chg="mod">
          <ac:chgData name="Mohammed Naseer Sihanas" userId="baf10d46-ca0e-4f93-8b9a-bd1fa4bc7e8f" providerId="ADAL" clId="{4BCA0B4D-1EF0-4107-B531-E5C45D9F1352}" dt="2024-09-29T14:26:44.979" v="2495" actId="20577"/>
          <ac:spMkLst>
            <pc:docMk/>
            <pc:sldMk cId="1894957646" sldId="267"/>
            <ac:spMk id="5" creationId="{00000000-0000-0000-0000-000000000000}"/>
          </ac:spMkLst>
        </pc:spChg>
      </pc:sldChg>
      <pc:sldChg chg="modSp add mod">
        <pc:chgData name="Mohammed Naseer Sihanas" userId="baf10d46-ca0e-4f93-8b9a-bd1fa4bc7e8f" providerId="ADAL" clId="{4BCA0B4D-1EF0-4107-B531-E5C45D9F1352}" dt="2024-10-02T06:09:24.921" v="4449" actId="20577"/>
        <pc:sldMkLst>
          <pc:docMk/>
          <pc:sldMk cId="1375064326" sldId="268"/>
        </pc:sldMkLst>
        <pc:spChg chg="mod">
          <ac:chgData name="Mohammed Naseer Sihanas" userId="baf10d46-ca0e-4f93-8b9a-bd1fa4bc7e8f" providerId="ADAL" clId="{4BCA0B4D-1EF0-4107-B531-E5C45D9F1352}" dt="2024-10-02T06:09:24.921" v="4449" actId="20577"/>
          <ac:spMkLst>
            <pc:docMk/>
            <pc:sldMk cId="1375064326" sldId="268"/>
            <ac:spMk id="2" creationId="{00000000-0000-0000-0000-000000000000}"/>
          </ac:spMkLst>
        </pc:spChg>
        <pc:spChg chg="mod">
          <ac:chgData name="Mohammed Naseer Sihanas" userId="baf10d46-ca0e-4f93-8b9a-bd1fa4bc7e8f" providerId="ADAL" clId="{4BCA0B4D-1EF0-4107-B531-E5C45D9F1352}" dt="2024-09-29T14:26:55.200" v="2501" actId="20577"/>
          <ac:spMkLst>
            <pc:docMk/>
            <pc:sldMk cId="1375064326" sldId="268"/>
            <ac:spMk id="5" creationId="{00000000-0000-0000-0000-000000000000}"/>
          </ac:spMkLst>
        </pc:spChg>
      </pc:sldChg>
      <pc:sldChg chg="addSp delSp modSp add mod">
        <pc:chgData name="Mohammed Naseer Sihanas" userId="baf10d46-ca0e-4f93-8b9a-bd1fa4bc7e8f" providerId="ADAL" clId="{4BCA0B4D-1EF0-4107-B531-E5C45D9F1352}" dt="2024-09-29T14:27:00.118" v="2504" actId="20577"/>
        <pc:sldMkLst>
          <pc:docMk/>
          <pc:sldMk cId="3672480713" sldId="269"/>
        </pc:sldMkLst>
        <pc:spChg chg="del mod">
          <ac:chgData name="Mohammed Naseer Sihanas" userId="baf10d46-ca0e-4f93-8b9a-bd1fa4bc7e8f" providerId="ADAL" clId="{4BCA0B4D-1EF0-4107-B531-E5C45D9F1352}" dt="2024-09-26T09:52:46.933" v="639" actId="478"/>
          <ac:spMkLst>
            <pc:docMk/>
            <pc:sldMk cId="3672480713" sldId="269"/>
            <ac:spMk id="2" creationId="{00000000-0000-0000-0000-000000000000}"/>
          </ac:spMkLst>
        </pc:spChg>
        <pc:spChg chg="mod">
          <ac:chgData name="Mohammed Naseer Sihanas" userId="baf10d46-ca0e-4f93-8b9a-bd1fa4bc7e8f" providerId="ADAL" clId="{4BCA0B4D-1EF0-4107-B531-E5C45D9F1352}" dt="2024-09-28T02:25:17.343" v="1102" actId="27636"/>
          <ac:spMkLst>
            <pc:docMk/>
            <pc:sldMk cId="3672480713" sldId="269"/>
            <ac:spMk id="3" creationId="{00000000-0000-0000-0000-000000000000}"/>
          </ac:spMkLst>
        </pc:spChg>
        <pc:spChg chg="mod">
          <ac:chgData name="Mohammed Naseer Sihanas" userId="baf10d46-ca0e-4f93-8b9a-bd1fa4bc7e8f" providerId="ADAL" clId="{4BCA0B4D-1EF0-4107-B531-E5C45D9F1352}" dt="2024-09-29T14:27:00.118" v="2504" actId="20577"/>
          <ac:spMkLst>
            <pc:docMk/>
            <pc:sldMk cId="3672480713" sldId="269"/>
            <ac:spMk id="5" creationId="{00000000-0000-0000-0000-000000000000}"/>
          </ac:spMkLst>
        </pc:spChg>
        <pc:spChg chg="add del mod">
          <ac:chgData name="Mohammed Naseer Sihanas" userId="baf10d46-ca0e-4f93-8b9a-bd1fa4bc7e8f" providerId="ADAL" clId="{4BCA0B4D-1EF0-4107-B531-E5C45D9F1352}" dt="2024-09-26T09:52:48.527" v="640" actId="478"/>
          <ac:spMkLst>
            <pc:docMk/>
            <pc:sldMk cId="3672480713" sldId="269"/>
            <ac:spMk id="8" creationId="{0B990320-2052-260E-5109-888A9B9C6437}"/>
          </ac:spMkLst>
        </pc:spChg>
      </pc:sldChg>
      <pc:sldChg chg="modSp add mod ord">
        <pc:chgData name="Mohammed Naseer Sihanas" userId="baf10d46-ca0e-4f93-8b9a-bd1fa4bc7e8f" providerId="ADAL" clId="{4BCA0B4D-1EF0-4107-B531-E5C45D9F1352}" dt="2024-10-01T07:49:11.748" v="3792" actId="20577"/>
        <pc:sldMkLst>
          <pc:docMk/>
          <pc:sldMk cId="2568800362" sldId="270"/>
        </pc:sldMkLst>
        <pc:spChg chg="mod">
          <ac:chgData name="Mohammed Naseer Sihanas" userId="baf10d46-ca0e-4f93-8b9a-bd1fa4bc7e8f" providerId="ADAL" clId="{4BCA0B4D-1EF0-4107-B531-E5C45D9F1352}" dt="2024-09-28T02:26:15.572" v="1103" actId="20577"/>
          <ac:spMkLst>
            <pc:docMk/>
            <pc:sldMk cId="2568800362" sldId="270"/>
            <ac:spMk id="2" creationId="{00000000-0000-0000-0000-000000000000}"/>
          </ac:spMkLst>
        </pc:spChg>
        <pc:spChg chg="mod">
          <ac:chgData name="Mohammed Naseer Sihanas" userId="baf10d46-ca0e-4f93-8b9a-bd1fa4bc7e8f" providerId="ADAL" clId="{4BCA0B4D-1EF0-4107-B531-E5C45D9F1352}" dt="2024-10-01T07:49:11.748" v="3792" actId="20577"/>
          <ac:spMkLst>
            <pc:docMk/>
            <pc:sldMk cId="2568800362" sldId="270"/>
            <ac:spMk id="3" creationId="{00000000-0000-0000-0000-000000000000}"/>
          </ac:spMkLst>
        </pc:spChg>
        <pc:spChg chg="mod">
          <ac:chgData name="Mohammed Naseer Sihanas" userId="baf10d46-ca0e-4f93-8b9a-bd1fa4bc7e8f" providerId="ADAL" clId="{4BCA0B4D-1EF0-4107-B531-E5C45D9F1352}" dt="2024-09-29T14:27:10.110" v="2511" actId="20577"/>
          <ac:spMkLst>
            <pc:docMk/>
            <pc:sldMk cId="2568800362" sldId="270"/>
            <ac:spMk id="5" creationId="{00000000-0000-0000-0000-000000000000}"/>
          </ac:spMkLst>
        </pc:spChg>
      </pc:sldChg>
      <pc:sldChg chg="addSp delSp modSp add mod">
        <pc:chgData name="Mohammed Naseer Sihanas" userId="baf10d46-ca0e-4f93-8b9a-bd1fa4bc7e8f" providerId="ADAL" clId="{4BCA0B4D-1EF0-4107-B531-E5C45D9F1352}" dt="2024-10-01T07:58:04.591" v="4142" actId="14100"/>
        <pc:sldMkLst>
          <pc:docMk/>
          <pc:sldMk cId="728560859" sldId="271"/>
        </pc:sldMkLst>
        <pc:spChg chg="del">
          <ac:chgData name="Mohammed Naseer Sihanas" userId="baf10d46-ca0e-4f93-8b9a-bd1fa4bc7e8f" providerId="ADAL" clId="{4BCA0B4D-1EF0-4107-B531-E5C45D9F1352}" dt="2024-09-29T04:54:54.114" v="1414" actId="478"/>
          <ac:spMkLst>
            <pc:docMk/>
            <pc:sldMk cId="728560859" sldId="271"/>
            <ac:spMk id="2" creationId="{00000000-0000-0000-0000-000000000000}"/>
          </ac:spMkLst>
        </pc:spChg>
        <pc:spChg chg="del">
          <ac:chgData name="Mohammed Naseer Sihanas" userId="baf10d46-ca0e-4f93-8b9a-bd1fa4bc7e8f" providerId="ADAL" clId="{4BCA0B4D-1EF0-4107-B531-E5C45D9F1352}" dt="2024-09-29T04:54:57.333" v="1416" actId="478"/>
          <ac:spMkLst>
            <pc:docMk/>
            <pc:sldMk cId="728560859" sldId="271"/>
            <ac:spMk id="3" creationId="{00000000-0000-0000-0000-000000000000}"/>
          </ac:spMkLst>
        </pc:spChg>
        <pc:spChg chg="mod">
          <ac:chgData name="Mohammed Naseer Sihanas" userId="baf10d46-ca0e-4f93-8b9a-bd1fa4bc7e8f" providerId="ADAL" clId="{4BCA0B4D-1EF0-4107-B531-E5C45D9F1352}" dt="2024-09-29T14:27:29.030" v="2526" actId="20577"/>
          <ac:spMkLst>
            <pc:docMk/>
            <pc:sldMk cId="728560859" sldId="271"/>
            <ac:spMk id="5" creationId="{00000000-0000-0000-0000-000000000000}"/>
          </ac:spMkLst>
        </pc:spChg>
        <pc:spChg chg="add del mod">
          <ac:chgData name="Mohammed Naseer Sihanas" userId="baf10d46-ca0e-4f93-8b9a-bd1fa4bc7e8f" providerId="ADAL" clId="{4BCA0B4D-1EF0-4107-B531-E5C45D9F1352}" dt="2024-09-29T04:54:55.942" v="1415" actId="478"/>
          <ac:spMkLst>
            <pc:docMk/>
            <pc:sldMk cId="728560859" sldId="271"/>
            <ac:spMk id="8" creationId="{CF4F04A3-96B4-0476-0150-7A2AEFC00F09}"/>
          </ac:spMkLst>
        </pc:spChg>
        <pc:spChg chg="add del mod">
          <ac:chgData name="Mohammed Naseer Sihanas" userId="baf10d46-ca0e-4f93-8b9a-bd1fa4bc7e8f" providerId="ADAL" clId="{4BCA0B4D-1EF0-4107-B531-E5C45D9F1352}" dt="2024-09-29T04:55:12.151" v="1417" actId="478"/>
          <ac:spMkLst>
            <pc:docMk/>
            <pc:sldMk cId="728560859" sldId="271"/>
            <ac:spMk id="10" creationId="{F4ED2C99-8A06-4686-F3EB-F34F1F1DBD13}"/>
          </ac:spMkLst>
        </pc:spChg>
        <pc:spChg chg="add del mod">
          <ac:chgData name="Mohammed Naseer Sihanas" userId="baf10d46-ca0e-4f93-8b9a-bd1fa4bc7e8f" providerId="ADAL" clId="{4BCA0B4D-1EF0-4107-B531-E5C45D9F1352}" dt="2024-09-29T05:04:19.087" v="1536"/>
          <ac:spMkLst>
            <pc:docMk/>
            <pc:sldMk cId="728560859" sldId="271"/>
            <ac:spMk id="21" creationId="{AED705DE-EAAE-2345-F281-95777362C624}"/>
          </ac:spMkLst>
        </pc:spChg>
        <pc:spChg chg="add mod">
          <ac:chgData name="Mohammed Naseer Sihanas" userId="baf10d46-ca0e-4f93-8b9a-bd1fa4bc7e8f" providerId="ADAL" clId="{4BCA0B4D-1EF0-4107-B531-E5C45D9F1352}" dt="2024-09-29T05:07:37.885" v="1606" actId="1076"/>
          <ac:spMkLst>
            <pc:docMk/>
            <pc:sldMk cId="728560859" sldId="271"/>
            <ac:spMk id="22" creationId="{3744D9F9-D3D0-B596-0D8D-B7730F87D3EF}"/>
          </ac:spMkLst>
        </pc:spChg>
        <pc:graphicFrameChg chg="add mod">
          <ac:chgData name="Mohammed Naseer Sihanas" userId="baf10d46-ca0e-4f93-8b9a-bd1fa4bc7e8f" providerId="ADAL" clId="{4BCA0B4D-1EF0-4107-B531-E5C45D9F1352}" dt="2024-09-29T04:55:13.574" v="1418"/>
          <ac:graphicFrameMkLst>
            <pc:docMk/>
            <pc:sldMk cId="728560859" sldId="271"/>
            <ac:graphicFrameMk id="11" creationId="{97B3EF68-D9C0-6B75-CD8B-E60C735234F8}"/>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2" creationId="{A3CBE7C7-0180-FDC5-6199-9F5DDEE3BAF4}"/>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3" creationId="{DDB3DFF4-DF69-891D-F093-A5353E4EDEB2}"/>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4" creationId="{BD372BBB-2AC7-5B36-2523-8DC4A142BB6F}"/>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5" creationId="{36C61397-C6DB-1D12-DED7-0CD334099DFB}"/>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6" creationId="{836F1F62-FB48-53BD-8E55-F5117327F6DC}"/>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7" creationId="{10A61273-7724-79BB-4C4A-58E5525246AA}"/>
          </ac:graphicFrameMkLst>
        </pc:graphicFrameChg>
        <pc:graphicFrameChg chg="add mod modGraphic">
          <ac:chgData name="Mohammed Naseer Sihanas" userId="baf10d46-ca0e-4f93-8b9a-bd1fa4bc7e8f" providerId="ADAL" clId="{4BCA0B4D-1EF0-4107-B531-E5C45D9F1352}" dt="2024-09-29T04:55:40.313" v="1426" actId="14100"/>
          <ac:graphicFrameMkLst>
            <pc:docMk/>
            <pc:sldMk cId="728560859" sldId="271"/>
            <ac:graphicFrameMk id="18" creationId="{9C2281A8-C07D-4413-F5AF-7CC323AF6B40}"/>
          </ac:graphicFrameMkLst>
        </pc:graphicFrameChg>
        <pc:graphicFrameChg chg="add del">
          <ac:chgData name="Mohammed Naseer Sihanas" userId="baf10d46-ca0e-4f93-8b9a-bd1fa4bc7e8f" providerId="ADAL" clId="{4BCA0B4D-1EF0-4107-B531-E5C45D9F1352}" dt="2024-09-29T04:55:39.235" v="1424" actId="3680"/>
          <ac:graphicFrameMkLst>
            <pc:docMk/>
            <pc:sldMk cId="728560859" sldId="271"/>
            <ac:graphicFrameMk id="19" creationId="{B44234F6-13FF-C3D5-0073-4C4CFD120655}"/>
          </ac:graphicFrameMkLst>
        </pc:graphicFrameChg>
        <pc:graphicFrameChg chg="add mod modGraphic">
          <ac:chgData name="Mohammed Naseer Sihanas" userId="baf10d46-ca0e-4f93-8b9a-bd1fa4bc7e8f" providerId="ADAL" clId="{4BCA0B4D-1EF0-4107-B531-E5C45D9F1352}" dt="2024-10-01T07:58:04.591" v="4142" actId="14100"/>
          <ac:graphicFrameMkLst>
            <pc:docMk/>
            <pc:sldMk cId="728560859" sldId="271"/>
            <ac:graphicFrameMk id="20" creationId="{C26D28E0-B2DD-84A8-D69D-211B3BFBA822}"/>
          </ac:graphicFrameMkLst>
        </pc:graphicFrameChg>
      </pc:sldChg>
      <pc:sldChg chg="addSp delSp modSp add mod">
        <pc:chgData name="Mohammed Naseer Sihanas" userId="baf10d46-ca0e-4f93-8b9a-bd1fa4bc7e8f" providerId="ADAL" clId="{4BCA0B4D-1EF0-4107-B531-E5C45D9F1352}" dt="2024-09-29T14:27:36.040" v="2532" actId="20577"/>
        <pc:sldMkLst>
          <pc:docMk/>
          <pc:sldMk cId="1415970124" sldId="272"/>
        </pc:sldMkLst>
        <pc:spChg chg="del mod">
          <ac:chgData name="Mohammed Naseer Sihanas" userId="baf10d46-ca0e-4f93-8b9a-bd1fa4bc7e8f" providerId="ADAL" clId="{4BCA0B4D-1EF0-4107-B531-E5C45D9F1352}" dt="2024-09-29T05:14:35.147" v="1745" actId="478"/>
          <ac:spMkLst>
            <pc:docMk/>
            <pc:sldMk cId="1415970124" sldId="272"/>
            <ac:spMk id="2" creationId="{00000000-0000-0000-0000-000000000000}"/>
          </ac:spMkLst>
        </pc:spChg>
        <pc:spChg chg="mod">
          <ac:chgData name="Mohammed Naseer Sihanas" userId="baf10d46-ca0e-4f93-8b9a-bd1fa4bc7e8f" providerId="ADAL" clId="{4BCA0B4D-1EF0-4107-B531-E5C45D9F1352}" dt="2024-09-29T05:18:30.973" v="1884" actId="5793"/>
          <ac:spMkLst>
            <pc:docMk/>
            <pc:sldMk cId="1415970124" sldId="272"/>
            <ac:spMk id="3" creationId="{00000000-0000-0000-0000-000000000000}"/>
          </ac:spMkLst>
        </pc:spChg>
        <pc:spChg chg="mod">
          <ac:chgData name="Mohammed Naseer Sihanas" userId="baf10d46-ca0e-4f93-8b9a-bd1fa4bc7e8f" providerId="ADAL" clId="{4BCA0B4D-1EF0-4107-B531-E5C45D9F1352}" dt="2024-09-29T14:27:36.040" v="2532" actId="20577"/>
          <ac:spMkLst>
            <pc:docMk/>
            <pc:sldMk cId="1415970124" sldId="272"/>
            <ac:spMk id="5" creationId="{00000000-0000-0000-0000-000000000000}"/>
          </ac:spMkLst>
        </pc:spChg>
        <pc:spChg chg="add mod">
          <ac:chgData name="Mohammed Naseer Sihanas" userId="baf10d46-ca0e-4f93-8b9a-bd1fa4bc7e8f" providerId="ADAL" clId="{4BCA0B4D-1EF0-4107-B531-E5C45D9F1352}" dt="2024-09-29T05:13:52.600" v="1732"/>
          <ac:spMkLst>
            <pc:docMk/>
            <pc:sldMk cId="1415970124" sldId="272"/>
            <ac:spMk id="7" creationId="{E68A10B2-CAE1-2CF2-35AA-3AD4C5B54507}"/>
          </ac:spMkLst>
        </pc:spChg>
        <pc:spChg chg="add mod">
          <ac:chgData name="Mohammed Naseer Sihanas" userId="baf10d46-ca0e-4f93-8b9a-bd1fa4bc7e8f" providerId="ADAL" clId="{4BCA0B4D-1EF0-4107-B531-E5C45D9F1352}" dt="2024-09-29T05:13:52.209" v="1730"/>
          <ac:spMkLst>
            <pc:docMk/>
            <pc:sldMk cId="1415970124" sldId="272"/>
            <ac:spMk id="8" creationId="{81F03882-23BF-AE02-AA46-10A258379D99}"/>
          </ac:spMkLst>
        </pc:spChg>
        <pc:spChg chg="add mod">
          <ac:chgData name="Mohammed Naseer Sihanas" userId="baf10d46-ca0e-4f93-8b9a-bd1fa4bc7e8f" providerId="ADAL" clId="{4BCA0B4D-1EF0-4107-B531-E5C45D9F1352}" dt="2024-09-29T05:13:51.835" v="1728"/>
          <ac:spMkLst>
            <pc:docMk/>
            <pc:sldMk cId="1415970124" sldId="272"/>
            <ac:spMk id="9" creationId="{7134F7C9-8FA5-4AF2-EEFB-2407178E0C23}"/>
          </ac:spMkLst>
        </pc:spChg>
        <pc:spChg chg="add del mod">
          <ac:chgData name="Mohammed Naseer Sihanas" userId="baf10d46-ca0e-4f93-8b9a-bd1fa4bc7e8f" providerId="ADAL" clId="{4BCA0B4D-1EF0-4107-B531-E5C45D9F1352}" dt="2024-09-29T05:17:20.056" v="1839" actId="478"/>
          <ac:spMkLst>
            <pc:docMk/>
            <pc:sldMk cId="1415970124" sldId="272"/>
            <ac:spMk id="10" creationId="{09A819C1-B82A-0E5F-79F4-396FE6A59C50}"/>
          </ac:spMkLst>
        </pc:spChg>
        <pc:spChg chg="add del mod">
          <ac:chgData name="Mohammed Naseer Sihanas" userId="baf10d46-ca0e-4f93-8b9a-bd1fa4bc7e8f" providerId="ADAL" clId="{4BCA0B4D-1EF0-4107-B531-E5C45D9F1352}" dt="2024-09-29T05:14:36.647" v="1746" actId="478"/>
          <ac:spMkLst>
            <pc:docMk/>
            <pc:sldMk cId="1415970124" sldId="272"/>
            <ac:spMk id="12" creationId="{444CA1EE-EA50-E0E9-052A-609422115AF6}"/>
          </ac:spMkLst>
        </pc:spChg>
        <pc:spChg chg="add mod">
          <ac:chgData name="Mohammed Naseer Sihanas" userId="baf10d46-ca0e-4f93-8b9a-bd1fa4bc7e8f" providerId="ADAL" clId="{4BCA0B4D-1EF0-4107-B531-E5C45D9F1352}" dt="2024-09-29T05:20:47.010" v="1941" actId="1076"/>
          <ac:spMkLst>
            <pc:docMk/>
            <pc:sldMk cId="1415970124" sldId="272"/>
            <ac:spMk id="13" creationId="{FC233CA3-6A6F-0816-E8FC-8185DE4D3EE4}"/>
          </ac:spMkLst>
        </pc:spChg>
      </pc:sldChg>
      <pc:sldChg chg="addSp delSp modSp add mod">
        <pc:chgData name="Mohammed Naseer Sihanas" userId="baf10d46-ca0e-4f93-8b9a-bd1fa4bc7e8f" providerId="ADAL" clId="{4BCA0B4D-1EF0-4107-B531-E5C45D9F1352}" dt="2024-09-29T14:27:48.256" v="2541" actId="20577"/>
        <pc:sldMkLst>
          <pc:docMk/>
          <pc:sldMk cId="421766892" sldId="273"/>
        </pc:sldMkLst>
        <pc:spChg chg="del mod">
          <ac:chgData name="Mohammed Naseer Sihanas" userId="baf10d46-ca0e-4f93-8b9a-bd1fa4bc7e8f" providerId="ADAL" clId="{4BCA0B4D-1EF0-4107-B531-E5C45D9F1352}" dt="2024-09-29T05:37:13.166" v="1973" actId="478"/>
          <ac:spMkLst>
            <pc:docMk/>
            <pc:sldMk cId="421766892" sldId="273"/>
            <ac:spMk id="2" creationId="{00000000-0000-0000-0000-000000000000}"/>
          </ac:spMkLst>
        </pc:spChg>
        <pc:spChg chg="mod">
          <ac:chgData name="Mohammed Naseer Sihanas" userId="baf10d46-ca0e-4f93-8b9a-bd1fa4bc7e8f" providerId="ADAL" clId="{4BCA0B4D-1EF0-4107-B531-E5C45D9F1352}" dt="2024-09-29T05:40:07.208" v="1999" actId="12"/>
          <ac:spMkLst>
            <pc:docMk/>
            <pc:sldMk cId="421766892" sldId="273"/>
            <ac:spMk id="3" creationId="{00000000-0000-0000-0000-000000000000}"/>
          </ac:spMkLst>
        </pc:spChg>
        <pc:spChg chg="mod">
          <ac:chgData name="Mohammed Naseer Sihanas" userId="baf10d46-ca0e-4f93-8b9a-bd1fa4bc7e8f" providerId="ADAL" clId="{4BCA0B4D-1EF0-4107-B531-E5C45D9F1352}" dt="2024-09-29T14:27:48.256" v="2541" actId="20577"/>
          <ac:spMkLst>
            <pc:docMk/>
            <pc:sldMk cId="421766892" sldId="273"/>
            <ac:spMk id="5" creationId="{00000000-0000-0000-0000-000000000000}"/>
          </ac:spMkLst>
        </pc:spChg>
        <pc:spChg chg="add del mod">
          <ac:chgData name="Mohammed Naseer Sihanas" userId="baf10d46-ca0e-4f93-8b9a-bd1fa4bc7e8f" providerId="ADAL" clId="{4BCA0B4D-1EF0-4107-B531-E5C45D9F1352}" dt="2024-09-29T05:37:15.597" v="1974" actId="478"/>
          <ac:spMkLst>
            <pc:docMk/>
            <pc:sldMk cId="421766892" sldId="273"/>
            <ac:spMk id="8" creationId="{7218A56F-08A3-0281-8281-351552D241BA}"/>
          </ac:spMkLst>
        </pc:spChg>
      </pc:sldChg>
      <pc:sldChg chg="modSp add mod">
        <pc:chgData name="Mohammed Naseer Sihanas" userId="baf10d46-ca0e-4f93-8b9a-bd1fa4bc7e8f" providerId="ADAL" clId="{4BCA0B4D-1EF0-4107-B531-E5C45D9F1352}" dt="2024-09-29T14:26:14.498" v="2480" actId="20577"/>
        <pc:sldMkLst>
          <pc:docMk/>
          <pc:sldMk cId="1625561587" sldId="274"/>
        </pc:sldMkLst>
        <pc:spChg chg="mod">
          <ac:chgData name="Mohammed Naseer Sihanas" userId="baf10d46-ca0e-4f93-8b9a-bd1fa4bc7e8f" providerId="ADAL" clId="{4BCA0B4D-1EF0-4107-B531-E5C45D9F1352}" dt="2024-09-29T14:22:13.763" v="2255" actId="20577"/>
          <ac:spMkLst>
            <pc:docMk/>
            <pc:sldMk cId="1625561587" sldId="274"/>
            <ac:spMk id="2" creationId="{00000000-0000-0000-0000-000000000000}"/>
          </ac:spMkLst>
        </pc:spChg>
        <pc:spChg chg="mod">
          <ac:chgData name="Mohammed Naseer Sihanas" userId="baf10d46-ca0e-4f93-8b9a-bd1fa4bc7e8f" providerId="ADAL" clId="{4BCA0B4D-1EF0-4107-B531-E5C45D9F1352}" dt="2024-09-29T14:26:14.498" v="2480" actId="20577"/>
          <ac:spMkLst>
            <pc:docMk/>
            <pc:sldMk cId="1625561587" sldId="274"/>
            <ac:spMk id="5" creationId="{00000000-0000-0000-0000-000000000000}"/>
          </ac:spMkLst>
        </pc:spChg>
      </pc:sldChg>
      <pc:sldChg chg="modSp add mod ord">
        <pc:chgData name="Mohammed Naseer Sihanas" userId="baf10d46-ca0e-4f93-8b9a-bd1fa4bc7e8f" providerId="ADAL" clId="{4BCA0B4D-1EF0-4107-B531-E5C45D9F1352}" dt="2024-10-02T06:09:29.304" v="4451" actId="20577"/>
        <pc:sldMkLst>
          <pc:docMk/>
          <pc:sldMk cId="417698082" sldId="275"/>
        </pc:sldMkLst>
        <pc:spChg chg="mod">
          <ac:chgData name="Mohammed Naseer Sihanas" userId="baf10d46-ca0e-4f93-8b9a-bd1fa4bc7e8f" providerId="ADAL" clId="{4BCA0B4D-1EF0-4107-B531-E5C45D9F1352}" dt="2024-10-02T06:09:29.304" v="4451" actId="20577"/>
          <ac:spMkLst>
            <pc:docMk/>
            <pc:sldMk cId="417698082" sldId="275"/>
            <ac:spMk id="2" creationId="{00000000-0000-0000-0000-000000000000}"/>
          </ac:spMkLst>
        </pc:spChg>
        <pc:spChg chg="mod">
          <ac:chgData name="Mohammed Naseer Sihanas" userId="baf10d46-ca0e-4f93-8b9a-bd1fa4bc7e8f" providerId="ADAL" clId="{4BCA0B4D-1EF0-4107-B531-E5C45D9F1352}" dt="2024-09-29T14:27:04.414" v="2507" actId="20577"/>
          <ac:spMkLst>
            <pc:docMk/>
            <pc:sldMk cId="417698082" sldId="275"/>
            <ac:spMk id="5" creationId="{00000000-0000-0000-0000-000000000000}"/>
          </ac:spMkLst>
        </pc:spChg>
      </pc:sldChg>
      <pc:sldChg chg="modSp add mod">
        <pc:chgData name="Mohammed Naseer Sihanas" userId="baf10d46-ca0e-4f93-8b9a-bd1fa4bc7e8f" providerId="ADAL" clId="{4BCA0B4D-1EF0-4107-B531-E5C45D9F1352}" dt="2024-10-01T07:51:56.142" v="4108" actId="5793"/>
        <pc:sldMkLst>
          <pc:docMk/>
          <pc:sldMk cId="3332095496" sldId="276"/>
        </pc:sldMkLst>
        <pc:spChg chg="mod">
          <ac:chgData name="Mohammed Naseer Sihanas" userId="baf10d46-ca0e-4f93-8b9a-bd1fa4bc7e8f" providerId="ADAL" clId="{4BCA0B4D-1EF0-4107-B531-E5C45D9F1352}" dt="2024-10-01T07:51:56.142" v="4108" actId="5793"/>
          <ac:spMkLst>
            <pc:docMk/>
            <pc:sldMk cId="3332095496" sldId="276"/>
            <ac:spMk id="3" creationId="{00000000-0000-0000-0000-000000000000}"/>
          </ac:spMkLst>
        </pc:spChg>
        <pc:spChg chg="mod">
          <ac:chgData name="Mohammed Naseer Sihanas" userId="baf10d46-ca0e-4f93-8b9a-bd1fa4bc7e8f" providerId="ADAL" clId="{4BCA0B4D-1EF0-4107-B531-E5C45D9F1352}" dt="2024-09-29T14:27:14.033" v="2514" actId="20577"/>
          <ac:spMkLst>
            <pc:docMk/>
            <pc:sldMk cId="3332095496" sldId="276"/>
            <ac:spMk id="5" creationId="{00000000-0000-0000-0000-000000000000}"/>
          </ac:spMkLst>
        </pc:spChg>
      </pc:sldChg>
      <pc:sldChg chg="modSp add mod ord">
        <pc:chgData name="Mohammed Naseer Sihanas" userId="baf10d46-ca0e-4f93-8b9a-bd1fa4bc7e8f" providerId="ADAL" clId="{4BCA0B4D-1EF0-4107-B531-E5C45D9F1352}" dt="2024-10-02T06:10:36.536" v="4457" actId="20577"/>
        <pc:sldMkLst>
          <pc:docMk/>
          <pc:sldMk cId="2455035784" sldId="277"/>
        </pc:sldMkLst>
        <pc:spChg chg="mod">
          <ac:chgData name="Mohammed Naseer Sihanas" userId="baf10d46-ca0e-4f93-8b9a-bd1fa4bc7e8f" providerId="ADAL" clId="{4BCA0B4D-1EF0-4107-B531-E5C45D9F1352}" dt="2024-10-02T06:10:36.536" v="4457" actId="20577"/>
          <ac:spMkLst>
            <pc:docMk/>
            <pc:sldMk cId="2455035784" sldId="277"/>
            <ac:spMk id="2" creationId="{00000000-0000-0000-0000-000000000000}"/>
          </ac:spMkLst>
        </pc:spChg>
        <pc:spChg chg="mod">
          <ac:chgData name="Mohammed Naseer Sihanas" userId="baf10d46-ca0e-4f93-8b9a-bd1fa4bc7e8f" providerId="ADAL" clId="{4BCA0B4D-1EF0-4107-B531-E5C45D9F1352}" dt="2024-09-29T14:27:25.255" v="2523" actId="20577"/>
          <ac:spMkLst>
            <pc:docMk/>
            <pc:sldMk cId="2455035784" sldId="277"/>
            <ac:spMk id="5" creationId="{00000000-0000-0000-0000-000000000000}"/>
          </ac:spMkLst>
        </pc:spChg>
      </pc:sldChg>
      <pc:sldChg chg="modSp add mod ord">
        <pc:chgData name="Mohammed Naseer Sihanas" userId="baf10d46-ca0e-4f93-8b9a-bd1fa4bc7e8f" providerId="ADAL" clId="{4BCA0B4D-1EF0-4107-B531-E5C45D9F1352}" dt="2024-10-02T06:10:41.680" v="4461" actId="20577"/>
        <pc:sldMkLst>
          <pc:docMk/>
          <pc:sldMk cId="2999461408" sldId="278"/>
        </pc:sldMkLst>
        <pc:spChg chg="mod">
          <ac:chgData name="Mohammed Naseer Sihanas" userId="baf10d46-ca0e-4f93-8b9a-bd1fa4bc7e8f" providerId="ADAL" clId="{4BCA0B4D-1EF0-4107-B531-E5C45D9F1352}" dt="2024-10-02T06:10:41.680" v="4461" actId="20577"/>
          <ac:spMkLst>
            <pc:docMk/>
            <pc:sldMk cId="2999461408" sldId="278"/>
            <ac:spMk id="2" creationId="{00000000-0000-0000-0000-000000000000}"/>
          </ac:spMkLst>
        </pc:spChg>
        <pc:spChg chg="mod">
          <ac:chgData name="Mohammed Naseer Sihanas" userId="baf10d46-ca0e-4f93-8b9a-bd1fa4bc7e8f" providerId="ADAL" clId="{4BCA0B4D-1EF0-4107-B531-E5C45D9F1352}" dt="2024-09-29T14:27:32.422" v="2529" actId="20577"/>
          <ac:spMkLst>
            <pc:docMk/>
            <pc:sldMk cId="2999461408" sldId="278"/>
            <ac:spMk id="5" creationId="{00000000-0000-0000-0000-000000000000}"/>
          </ac:spMkLst>
        </pc:spChg>
      </pc:sldChg>
      <pc:sldChg chg="modSp add mod ord">
        <pc:chgData name="Mohammed Naseer Sihanas" userId="baf10d46-ca0e-4f93-8b9a-bd1fa4bc7e8f" providerId="ADAL" clId="{4BCA0B4D-1EF0-4107-B531-E5C45D9F1352}" dt="2024-10-02T06:10:46.817" v="4463" actId="20577"/>
        <pc:sldMkLst>
          <pc:docMk/>
          <pc:sldMk cId="4001053500" sldId="279"/>
        </pc:sldMkLst>
        <pc:spChg chg="mod">
          <ac:chgData name="Mohammed Naseer Sihanas" userId="baf10d46-ca0e-4f93-8b9a-bd1fa4bc7e8f" providerId="ADAL" clId="{4BCA0B4D-1EF0-4107-B531-E5C45D9F1352}" dt="2024-10-02T06:10:46.817" v="4463" actId="20577"/>
          <ac:spMkLst>
            <pc:docMk/>
            <pc:sldMk cId="4001053500" sldId="279"/>
            <ac:spMk id="2" creationId="{00000000-0000-0000-0000-000000000000}"/>
          </ac:spMkLst>
        </pc:spChg>
        <pc:spChg chg="mod">
          <ac:chgData name="Mohammed Naseer Sihanas" userId="baf10d46-ca0e-4f93-8b9a-bd1fa4bc7e8f" providerId="ADAL" clId="{4BCA0B4D-1EF0-4107-B531-E5C45D9F1352}" dt="2024-09-29T14:27:44.521" v="2538" actId="20577"/>
          <ac:spMkLst>
            <pc:docMk/>
            <pc:sldMk cId="4001053500" sldId="279"/>
            <ac:spMk id="5" creationId="{00000000-0000-0000-0000-000000000000}"/>
          </ac:spMkLst>
        </pc:spChg>
      </pc:sldChg>
      <pc:sldChg chg="add del">
        <pc:chgData name="Mohammed Naseer Sihanas" userId="baf10d46-ca0e-4f93-8b9a-bd1fa4bc7e8f" providerId="ADAL" clId="{4BCA0B4D-1EF0-4107-B531-E5C45D9F1352}" dt="2024-09-29T14:28:10.874" v="2549" actId="47"/>
        <pc:sldMkLst>
          <pc:docMk/>
          <pc:sldMk cId="3615207041" sldId="280"/>
        </pc:sldMkLst>
      </pc:sldChg>
      <pc:sldChg chg="addSp delSp modSp add mod setBg">
        <pc:chgData name="Mohammed Naseer Sihanas" userId="baf10d46-ca0e-4f93-8b9a-bd1fa4bc7e8f" providerId="ADAL" clId="{4BCA0B4D-1EF0-4107-B531-E5C45D9F1352}" dt="2024-09-29T14:41:53.848" v="2747" actId="1076"/>
        <pc:sldMkLst>
          <pc:docMk/>
          <pc:sldMk cId="2864293341" sldId="281"/>
        </pc:sldMkLst>
        <pc:spChg chg="del">
          <ac:chgData name="Mohammed Naseer Sihanas" userId="baf10d46-ca0e-4f93-8b9a-bd1fa4bc7e8f" providerId="ADAL" clId="{4BCA0B4D-1EF0-4107-B531-E5C45D9F1352}" dt="2024-09-29T04:36:40.026" v="1359" actId="478"/>
          <ac:spMkLst>
            <pc:docMk/>
            <pc:sldMk cId="2864293341" sldId="281"/>
            <ac:spMk id="2"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4" creationId="{00000000-0000-0000-0000-000000000000}"/>
          </ac:spMkLst>
        </pc:spChg>
        <pc:spChg chg="mod">
          <ac:chgData name="Mohammed Naseer Sihanas" userId="baf10d46-ca0e-4f93-8b9a-bd1fa4bc7e8f" providerId="ADAL" clId="{4BCA0B4D-1EF0-4107-B531-E5C45D9F1352}" dt="2024-09-29T14:27:21.528" v="2520" actId="20577"/>
          <ac:spMkLst>
            <pc:docMk/>
            <pc:sldMk cId="2864293341" sldId="281"/>
            <ac:spMk id="5"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6" creationId="{00000000-0000-0000-0000-000000000000}"/>
          </ac:spMkLst>
        </pc:spChg>
        <pc:spChg chg="add del mod">
          <ac:chgData name="Mohammed Naseer Sihanas" userId="baf10d46-ca0e-4f93-8b9a-bd1fa4bc7e8f" providerId="ADAL" clId="{4BCA0B4D-1EF0-4107-B531-E5C45D9F1352}" dt="2024-09-29T04:36:41.338" v="1360" actId="478"/>
          <ac:spMkLst>
            <pc:docMk/>
            <pc:sldMk cId="2864293341" sldId="281"/>
            <ac:spMk id="7" creationId="{36F734B7-31A8-B9C7-62D3-BB2DFA3FABBA}"/>
          </ac:spMkLst>
        </pc:spChg>
        <pc:spChg chg="add mod">
          <ac:chgData name="Mohammed Naseer Sihanas" userId="baf10d46-ca0e-4f93-8b9a-bd1fa4bc7e8f" providerId="ADAL" clId="{4BCA0B4D-1EF0-4107-B531-E5C45D9F1352}" dt="2024-09-29T14:41:53.848" v="2747" actId="1076"/>
          <ac:spMkLst>
            <pc:docMk/>
            <pc:sldMk cId="2864293341" sldId="281"/>
            <ac:spMk id="10" creationId="{3FF5D812-AA07-E273-C83E-657A723BF81B}"/>
          </ac:spMkLst>
        </pc:spChg>
        <pc:spChg chg="add del">
          <ac:chgData name="Mohammed Naseer Sihanas" userId="baf10d46-ca0e-4f93-8b9a-bd1fa4bc7e8f" providerId="ADAL" clId="{4BCA0B4D-1EF0-4107-B531-E5C45D9F1352}" dt="2024-09-29T04:37:50.174" v="1368" actId="26606"/>
          <ac:spMkLst>
            <pc:docMk/>
            <pc:sldMk cId="2864293341" sldId="281"/>
            <ac:spMk id="11" creationId="{01D0AF59-99C3-4251-AB9A-C966C6AD4400}"/>
          </ac:spMkLst>
        </pc:spChg>
        <pc:spChg chg="add del">
          <ac:chgData name="Mohammed Naseer Sihanas" userId="baf10d46-ca0e-4f93-8b9a-bd1fa4bc7e8f" providerId="ADAL" clId="{4BCA0B4D-1EF0-4107-B531-E5C45D9F1352}" dt="2024-09-29T04:37:23.354" v="1366" actId="26606"/>
          <ac:spMkLst>
            <pc:docMk/>
            <pc:sldMk cId="2864293341" sldId="281"/>
            <ac:spMk id="14" creationId="{42A4FC2C-047E-45A5-965D-8E1E3BF09BC6}"/>
          </ac:spMkLst>
        </pc:spChg>
        <pc:spChg chg="add del">
          <ac:chgData name="Mohammed Naseer Sihanas" userId="baf10d46-ca0e-4f93-8b9a-bd1fa4bc7e8f" providerId="ADAL" clId="{4BCA0B4D-1EF0-4107-B531-E5C45D9F1352}" dt="2024-09-29T04:37:50.174" v="1368" actId="26606"/>
          <ac:spMkLst>
            <pc:docMk/>
            <pc:sldMk cId="2864293341" sldId="281"/>
            <ac:spMk id="16" creationId="{1855405F-37A2-4869-9154-F8BE3BECE6C3}"/>
          </ac:spMkLst>
        </pc:spChg>
        <pc:picChg chg="add mod ord">
          <ac:chgData name="Mohammed Naseer Sihanas" userId="baf10d46-ca0e-4f93-8b9a-bd1fa4bc7e8f" providerId="ADAL" clId="{4BCA0B4D-1EF0-4107-B531-E5C45D9F1352}" dt="2024-09-29T04:38:06.594" v="1370" actId="14100"/>
          <ac:picMkLst>
            <pc:docMk/>
            <pc:sldMk cId="2864293341" sldId="281"/>
            <ac:picMk id="9" creationId="{DF6738E4-0560-3EE6-7789-3BD2F17DD9CB}"/>
          </ac:picMkLst>
        </pc:picChg>
      </pc:sldChg>
      <pc:sldChg chg="modSp add mod ord">
        <pc:chgData name="Mohammed Naseer Sihanas" userId="baf10d46-ca0e-4f93-8b9a-bd1fa4bc7e8f" providerId="ADAL" clId="{4BCA0B4D-1EF0-4107-B531-E5C45D9F1352}" dt="2024-10-01T07:40:44.646" v="3760" actId="2710"/>
        <pc:sldMkLst>
          <pc:docMk/>
          <pc:sldMk cId="3701384054" sldId="282"/>
        </pc:sldMkLst>
        <pc:spChg chg="mod">
          <ac:chgData name="Mohammed Naseer Sihanas" userId="baf10d46-ca0e-4f93-8b9a-bd1fa4bc7e8f" providerId="ADAL" clId="{4BCA0B4D-1EF0-4107-B531-E5C45D9F1352}" dt="2024-10-01T07:40:44.646" v="3760" actId="2710"/>
          <ac:spMkLst>
            <pc:docMk/>
            <pc:sldMk cId="3701384054" sldId="282"/>
            <ac:spMk id="3" creationId="{00000000-0000-0000-0000-000000000000}"/>
          </ac:spMkLst>
        </pc:spChg>
        <pc:spChg chg="mod">
          <ac:chgData name="Mohammed Naseer Sihanas" userId="baf10d46-ca0e-4f93-8b9a-bd1fa4bc7e8f" providerId="ADAL" clId="{4BCA0B4D-1EF0-4107-B531-E5C45D9F1352}" dt="2024-09-29T14:27:39.619" v="2535" actId="20577"/>
          <ac:spMkLst>
            <pc:docMk/>
            <pc:sldMk cId="3701384054" sldId="282"/>
            <ac:spMk id="5" creationId="{00000000-0000-0000-0000-000000000000}"/>
          </ac:spMkLst>
        </pc:spChg>
        <pc:spChg chg="mod">
          <ac:chgData name="Mohammed Naseer Sihanas" userId="baf10d46-ca0e-4f93-8b9a-bd1fa4bc7e8f" providerId="ADAL" clId="{4BCA0B4D-1EF0-4107-B531-E5C45D9F1352}" dt="2024-09-29T05:20:55.713" v="1942" actId="1076"/>
          <ac:spMkLst>
            <pc:docMk/>
            <pc:sldMk cId="3701384054" sldId="282"/>
            <ac:spMk id="13" creationId="{FC233CA3-6A6F-0816-E8FC-8185DE4D3EE4}"/>
          </ac:spMkLst>
        </pc:spChg>
      </pc:sldChg>
      <pc:sldChg chg="modSp add mod ord">
        <pc:chgData name="Mohammed Naseer Sihanas" userId="baf10d46-ca0e-4f93-8b9a-bd1fa4bc7e8f" providerId="ADAL" clId="{4BCA0B4D-1EF0-4107-B531-E5C45D9F1352}" dt="2024-10-02T06:09:09.556" v="4442" actId="20577"/>
        <pc:sldMkLst>
          <pc:docMk/>
          <pc:sldMk cId="4237634195" sldId="283"/>
        </pc:sldMkLst>
        <pc:spChg chg="mod">
          <ac:chgData name="Mohammed Naseer Sihanas" userId="baf10d46-ca0e-4f93-8b9a-bd1fa4bc7e8f" providerId="ADAL" clId="{4BCA0B4D-1EF0-4107-B531-E5C45D9F1352}" dt="2024-10-02T06:09:09.556" v="4442" actId="20577"/>
          <ac:spMkLst>
            <pc:docMk/>
            <pc:sldMk cId="4237634195" sldId="283"/>
            <ac:spMk id="2" creationId="{00000000-0000-0000-0000-000000000000}"/>
          </ac:spMkLst>
        </pc:spChg>
        <pc:spChg chg="mod">
          <ac:chgData name="Mohammed Naseer Sihanas" userId="baf10d46-ca0e-4f93-8b9a-bd1fa4bc7e8f" providerId="ADAL" clId="{4BCA0B4D-1EF0-4107-B531-E5C45D9F1352}" dt="2024-09-29T14:26:36.288" v="2489" actId="20577"/>
          <ac:spMkLst>
            <pc:docMk/>
            <pc:sldMk cId="4237634195" sldId="283"/>
            <ac:spMk id="5" creationId="{00000000-0000-0000-0000-000000000000}"/>
          </ac:spMkLst>
        </pc:spChg>
      </pc:sldChg>
      <pc:sldChg chg="add del ord">
        <pc:chgData name="Mohammed Naseer Sihanas" userId="baf10d46-ca0e-4f93-8b9a-bd1fa4bc7e8f" providerId="ADAL" clId="{4BCA0B4D-1EF0-4107-B531-E5C45D9F1352}" dt="2024-09-29T14:28:08.721" v="2548" actId="47"/>
        <pc:sldMkLst>
          <pc:docMk/>
          <pc:sldMk cId="325500263" sldId="284"/>
        </pc:sldMkLst>
      </pc:sldChg>
      <pc:sldChg chg="modSp add mod">
        <pc:chgData name="Mohammed Naseer Sihanas" userId="baf10d46-ca0e-4f93-8b9a-bd1fa4bc7e8f" providerId="ADAL" clId="{4BCA0B4D-1EF0-4107-B531-E5C45D9F1352}" dt="2024-10-02T06:12:29.544" v="4471" actId="20577"/>
        <pc:sldMkLst>
          <pc:docMk/>
          <pc:sldMk cId="3618522434" sldId="285"/>
        </pc:sldMkLst>
        <pc:spChg chg="mod">
          <ac:chgData name="Mohammed Naseer Sihanas" userId="baf10d46-ca0e-4f93-8b9a-bd1fa4bc7e8f" providerId="ADAL" clId="{4BCA0B4D-1EF0-4107-B531-E5C45D9F1352}" dt="2024-10-02T06:12:29.544" v="4471" actId="20577"/>
          <ac:spMkLst>
            <pc:docMk/>
            <pc:sldMk cId="3618522434" sldId="285"/>
            <ac:spMk id="2" creationId="{00000000-0000-0000-0000-000000000000}"/>
          </ac:spMkLst>
        </pc:spChg>
        <pc:spChg chg="mod">
          <ac:chgData name="Mohammed Naseer Sihanas" userId="baf10d46-ca0e-4f93-8b9a-bd1fa4bc7e8f" providerId="ADAL" clId="{4BCA0B4D-1EF0-4107-B531-E5C45D9F1352}" dt="2024-09-29T14:28:18.487" v="2555" actId="20577"/>
          <ac:spMkLst>
            <pc:docMk/>
            <pc:sldMk cId="3618522434" sldId="285"/>
            <ac:spMk id="5" creationId="{00000000-0000-0000-0000-000000000000}"/>
          </ac:spMkLst>
        </pc:spChg>
      </pc:sldChg>
      <pc:sldChg chg="add del">
        <pc:chgData name="Mohammed Naseer Sihanas" userId="baf10d46-ca0e-4f93-8b9a-bd1fa4bc7e8f" providerId="ADAL" clId="{4BCA0B4D-1EF0-4107-B531-E5C45D9F1352}" dt="2024-09-29T14:36:48.962" v="2697" actId="47"/>
        <pc:sldMkLst>
          <pc:docMk/>
          <pc:sldMk cId="3362514653" sldId="286"/>
        </pc:sldMkLst>
      </pc:sldChg>
      <pc:sldChg chg="add del">
        <pc:chgData name="Mohammed Naseer Sihanas" userId="baf10d46-ca0e-4f93-8b9a-bd1fa4bc7e8f" providerId="ADAL" clId="{4BCA0B4D-1EF0-4107-B531-E5C45D9F1352}" dt="2024-09-29T14:36:47.392" v="2696" actId="47"/>
        <pc:sldMkLst>
          <pc:docMk/>
          <pc:sldMk cId="3893801296" sldId="287"/>
        </pc:sldMkLst>
      </pc:sldChg>
      <pc:sldChg chg="modSp add mod ord">
        <pc:chgData name="Mohammed Naseer Sihanas" userId="baf10d46-ca0e-4f93-8b9a-bd1fa4bc7e8f" providerId="ADAL" clId="{4BCA0B4D-1EF0-4107-B531-E5C45D9F1352}" dt="2024-10-02T06:12:25.478" v="4469" actId="20577"/>
        <pc:sldMkLst>
          <pc:docMk/>
          <pc:sldMk cId="3153658787" sldId="288"/>
        </pc:sldMkLst>
        <pc:spChg chg="mod">
          <ac:chgData name="Mohammed Naseer Sihanas" userId="baf10d46-ca0e-4f93-8b9a-bd1fa4bc7e8f" providerId="ADAL" clId="{4BCA0B4D-1EF0-4107-B531-E5C45D9F1352}" dt="2024-10-02T06:12:25.478" v="4469" actId="20577"/>
          <ac:spMkLst>
            <pc:docMk/>
            <pc:sldMk cId="3153658787" sldId="288"/>
            <ac:spMk id="2" creationId="{00000000-0000-0000-0000-000000000000}"/>
          </ac:spMkLst>
        </pc:spChg>
        <pc:spChg chg="mod">
          <ac:chgData name="Mohammed Naseer Sihanas" userId="baf10d46-ca0e-4f93-8b9a-bd1fa4bc7e8f" providerId="ADAL" clId="{4BCA0B4D-1EF0-4107-B531-E5C45D9F1352}" dt="2024-09-29T14:43:45" v="2771"/>
          <ac:spMkLst>
            <pc:docMk/>
            <pc:sldMk cId="3153658787" sldId="288"/>
            <ac:spMk id="3" creationId="{00000000-0000-0000-0000-000000000000}"/>
          </ac:spMkLst>
        </pc:spChg>
        <pc:spChg chg="mod">
          <ac:chgData name="Mohammed Naseer Sihanas" userId="baf10d46-ca0e-4f93-8b9a-bd1fa4bc7e8f" providerId="ADAL" clId="{4BCA0B4D-1EF0-4107-B531-E5C45D9F1352}" dt="2024-09-29T14:28:00.782" v="2544" actId="20577"/>
          <ac:spMkLst>
            <pc:docMk/>
            <pc:sldMk cId="3153658787" sldId="288"/>
            <ac:spMk id="5" creationId="{00000000-0000-0000-0000-000000000000}"/>
          </ac:spMkLst>
        </pc:spChg>
      </pc:sldChg>
      <pc:sldChg chg="modSp add del mod">
        <pc:chgData name="Mohammed Naseer Sihanas" userId="baf10d46-ca0e-4f93-8b9a-bd1fa4bc7e8f" providerId="ADAL" clId="{4BCA0B4D-1EF0-4107-B531-E5C45D9F1352}" dt="2024-09-29T14:43:52.198" v="2772" actId="47"/>
        <pc:sldMkLst>
          <pc:docMk/>
          <pc:sldMk cId="3880089686" sldId="289"/>
        </pc:sldMkLst>
        <pc:spChg chg="mod">
          <ac:chgData name="Mohammed Naseer Sihanas" userId="baf10d46-ca0e-4f93-8b9a-bd1fa4bc7e8f" providerId="ADAL" clId="{4BCA0B4D-1EF0-4107-B531-E5C45D9F1352}" dt="2024-09-29T14:43:41.534" v="2770" actId="21"/>
          <ac:spMkLst>
            <pc:docMk/>
            <pc:sldMk cId="3880089686" sldId="289"/>
            <ac:spMk id="3" creationId="{00000000-0000-0000-0000-000000000000}"/>
          </ac:spMkLst>
        </pc:spChg>
        <pc:spChg chg="mod">
          <ac:chgData name="Mohammed Naseer Sihanas" userId="baf10d46-ca0e-4f93-8b9a-bd1fa4bc7e8f" providerId="ADAL" clId="{4BCA0B4D-1EF0-4107-B531-E5C45D9F1352}" dt="2024-09-29T14:28:05.396" v="2547" actId="20577"/>
          <ac:spMkLst>
            <pc:docMk/>
            <pc:sldMk cId="3880089686" sldId="289"/>
            <ac:spMk id="5" creationId="{00000000-0000-0000-0000-000000000000}"/>
          </ac:spMkLst>
        </pc:spChg>
      </pc:sldChg>
      <pc:sldChg chg="addSp delSp modSp add mod ord">
        <pc:chgData name="Mohammed Naseer Sihanas" userId="baf10d46-ca0e-4f93-8b9a-bd1fa4bc7e8f" providerId="ADAL" clId="{4BCA0B4D-1EF0-4107-B531-E5C45D9F1352}" dt="2024-09-29T14:36:41.016" v="2695"/>
        <pc:sldMkLst>
          <pc:docMk/>
          <pc:sldMk cId="3135003794" sldId="290"/>
        </pc:sldMkLst>
        <pc:spChg chg="del">
          <ac:chgData name="Mohammed Naseer Sihanas" userId="baf10d46-ca0e-4f93-8b9a-bd1fa4bc7e8f" providerId="ADAL" clId="{4BCA0B4D-1EF0-4107-B531-E5C45D9F1352}" dt="2024-09-29T14:28:28.795" v="2559" actId="478"/>
          <ac:spMkLst>
            <pc:docMk/>
            <pc:sldMk cId="3135003794" sldId="290"/>
            <ac:spMk id="2" creationId="{00000000-0000-0000-0000-000000000000}"/>
          </ac:spMkLst>
        </pc:spChg>
        <pc:spChg chg="mod">
          <ac:chgData name="Mohammed Naseer Sihanas" userId="baf10d46-ca0e-4f93-8b9a-bd1fa4bc7e8f" providerId="ADAL" clId="{4BCA0B4D-1EF0-4107-B531-E5C45D9F1352}" dt="2024-09-29T14:36:41.016" v="2695"/>
          <ac:spMkLst>
            <pc:docMk/>
            <pc:sldMk cId="3135003794" sldId="290"/>
            <ac:spMk id="3" creationId="{00000000-0000-0000-0000-000000000000}"/>
          </ac:spMkLst>
        </pc:spChg>
        <pc:spChg chg="add del mod">
          <ac:chgData name="Mohammed Naseer Sihanas" userId="baf10d46-ca0e-4f93-8b9a-bd1fa4bc7e8f" providerId="ADAL" clId="{4BCA0B4D-1EF0-4107-B531-E5C45D9F1352}" dt="2024-09-29T14:28:30.347" v="2560" actId="478"/>
          <ac:spMkLst>
            <pc:docMk/>
            <pc:sldMk cId="3135003794" sldId="290"/>
            <ac:spMk id="8" creationId="{63B67284-B0A5-1CAD-58AA-84C782FD237C}"/>
          </ac:spMkLst>
        </pc:spChg>
      </pc:sldChg>
      <pc:sldChg chg="addSp delSp modSp add mod">
        <pc:chgData name="Mohammed Naseer Sihanas" userId="baf10d46-ca0e-4f93-8b9a-bd1fa4bc7e8f" providerId="ADAL" clId="{4BCA0B4D-1EF0-4107-B531-E5C45D9F1352}" dt="2024-10-02T06:10:19.858" v="4453" actId="207"/>
        <pc:sldMkLst>
          <pc:docMk/>
          <pc:sldMk cId="3708950606" sldId="291"/>
        </pc:sldMkLst>
        <pc:spChg chg="del">
          <ac:chgData name="Mohammed Naseer Sihanas" userId="baf10d46-ca0e-4f93-8b9a-bd1fa4bc7e8f" providerId="ADAL" clId="{4BCA0B4D-1EF0-4107-B531-E5C45D9F1352}" dt="2024-10-01T07:51:34.252" v="4103" actId="478"/>
          <ac:spMkLst>
            <pc:docMk/>
            <pc:sldMk cId="3708950606" sldId="291"/>
            <ac:spMk id="2" creationId="{00000000-0000-0000-0000-000000000000}"/>
          </ac:spMkLst>
        </pc:spChg>
        <pc:spChg chg="del mod">
          <ac:chgData name="Mohammed Naseer Sihanas" userId="baf10d46-ca0e-4f93-8b9a-bd1fa4bc7e8f" providerId="ADAL" clId="{4BCA0B4D-1EF0-4107-B531-E5C45D9F1352}" dt="2024-10-01T07:51:42.595" v="4105" actId="478"/>
          <ac:spMkLst>
            <pc:docMk/>
            <pc:sldMk cId="3708950606" sldId="291"/>
            <ac:spMk id="3" creationId="{00000000-0000-0000-0000-000000000000}"/>
          </ac:spMkLst>
        </pc:spChg>
        <pc:spChg chg="add del mod">
          <ac:chgData name="Mohammed Naseer Sihanas" userId="baf10d46-ca0e-4f93-8b9a-bd1fa4bc7e8f" providerId="ADAL" clId="{4BCA0B4D-1EF0-4107-B531-E5C45D9F1352}" dt="2024-10-01T07:51:37.268" v="4104" actId="478"/>
          <ac:spMkLst>
            <pc:docMk/>
            <pc:sldMk cId="3708950606" sldId="291"/>
            <ac:spMk id="8" creationId="{EC3F7696-4CFF-649D-150D-A20B4863CC67}"/>
          </ac:spMkLst>
        </pc:spChg>
        <pc:spChg chg="add del mod">
          <ac:chgData name="Mohammed Naseer Sihanas" userId="baf10d46-ca0e-4f93-8b9a-bd1fa4bc7e8f" providerId="ADAL" clId="{4BCA0B4D-1EF0-4107-B531-E5C45D9F1352}" dt="2024-10-01T07:51:45.182" v="4106" actId="478"/>
          <ac:spMkLst>
            <pc:docMk/>
            <pc:sldMk cId="3708950606" sldId="291"/>
            <ac:spMk id="10" creationId="{5F828FBF-60D0-9D87-4C8C-1AE8B7CE570D}"/>
          </ac:spMkLst>
        </pc:spChg>
        <pc:spChg chg="add mod">
          <ac:chgData name="Mohammed Naseer Sihanas" userId="baf10d46-ca0e-4f93-8b9a-bd1fa4bc7e8f" providerId="ADAL" clId="{4BCA0B4D-1EF0-4107-B531-E5C45D9F1352}" dt="2024-10-02T06:10:19.858" v="4453" actId="207"/>
          <ac:spMkLst>
            <pc:docMk/>
            <pc:sldMk cId="3708950606" sldId="291"/>
            <ac:spMk id="12" creationId="{F09930CF-904E-D92B-36F2-922655B2D191}"/>
          </ac:spMkLst>
        </pc:spChg>
        <pc:spChg chg="add mod">
          <ac:chgData name="Mohammed Naseer Sihanas" userId="baf10d46-ca0e-4f93-8b9a-bd1fa4bc7e8f" providerId="ADAL" clId="{4BCA0B4D-1EF0-4107-B531-E5C45D9F1352}" dt="2024-10-01T07:54:49.890" v="4132" actId="12"/>
          <ac:spMkLst>
            <pc:docMk/>
            <pc:sldMk cId="3708950606" sldId="291"/>
            <ac:spMk id="14" creationId="{530CBEF5-F6D6-56A6-48EE-3FC9F169EA45}"/>
          </ac:spMkLst>
        </pc:spChg>
      </pc:sldChg>
      <pc:sldChg chg="modSp add mod ord">
        <pc:chgData name="Mohammed Naseer Sihanas" userId="baf10d46-ca0e-4f93-8b9a-bd1fa4bc7e8f" providerId="ADAL" clId="{4BCA0B4D-1EF0-4107-B531-E5C45D9F1352}" dt="2024-10-02T06:07:54.768" v="4427"/>
        <pc:sldMkLst>
          <pc:docMk/>
          <pc:sldMk cId="811265389" sldId="292"/>
        </pc:sldMkLst>
        <pc:spChg chg="mod">
          <ac:chgData name="Mohammed Naseer Sihanas" userId="baf10d46-ca0e-4f93-8b9a-bd1fa4bc7e8f" providerId="ADAL" clId="{4BCA0B4D-1EF0-4107-B531-E5C45D9F1352}" dt="2024-10-02T06:07:37.678" v="4424" actId="6549"/>
          <ac:spMkLst>
            <pc:docMk/>
            <pc:sldMk cId="811265389" sldId="292"/>
            <ac:spMk id="2" creationId="{00000000-0000-0000-0000-000000000000}"/>
          </ac:spMkLst>
        </pc:spChg>
      </pc:sldChg>
      <pc:sldChg chg="delSp modSp add mod">
        <pc:chgData name="Mohammed Naseer Sihanas" userId="baf10d46-ca0e-4f93-8b9a-bd1fa4bc7e8f" providerId="ADAL" clId="{4BCA0B4D-1EF0-4107-B531-E5C45D9F1352}" dt="2024-10-02T06:08:30.491" v="4435" actId="14100"/>
        <pc:sldMkLst>
          <pc:docMk/>
          <pc:sldMk cId="1162202113" sldId="293"/>
        </pc:sldMkLst>
        <pc:spChg chg="del mod">
          <ac:chgData name="Mohammed Naseer Sihanas" userId="baf10d46-ca0e-4f93-8b9a-bd1fa4bc7e8f" providerId="ADAL" clId="{4BCA0B4D-1EF0-4107-B531-E5C45D9F1352}" dt="2024-10-02T06:08:18.400" v="4432" actId="478"/>
          <ac:spMkLst>
            <pc:docMk/>
            <pc:sldMk cId="1162202113" sldId="293"/>
            <ac:spMk id="3" creationId="{0EBE4CCC-C2A9-8BCF-FCF5-9DCFB4A2E67E}"/>
          </ac:spMkLst>
        </pc:spChg>
        <pc:spChg chg="mod">
          <ac:chgData name="Mohammed Naseer Sihanas" userId="baf10d46-ca0e-4f93-8b9a-bd1fa4bc7e8f" providerId="ADAL" clId="{4BCA0B4D-1EF0-4107-B531-E5C45D9F1352}" dt="2024-10-02T06:08:30.491" v="4435" actId="14100"/>
          <ac:spMkLst>
            <pc:docMk/>
            <pc:sldMk cId="1162202113" sldId="293"/>
            <ac:spMk id="8" creationId="{D540D9C5-63BD-87DD-A593-5C7AEB55E9F5}"/>
          </ac:spMkLst>
        </pc:spChg>
      </pc:sldChg>
    </pc:docChg>
  </pc:docChgLst>
  <pc:docChgLst>
    <pc:chgData name="Mohammed Naseer Sihanas" userId="baf10d46-ca0e-4f93-8b9a-bd1fa4bc7e8f" providerId="ADAL" clId="{9A53E081-897D-45B5-A014-4DFC49E51015}"/>
    <pc:docChg chg="undo redo custSel addSld delSld modSld">
      <pc:chgData name="Mohammed Naseer Sihanas" userId="baf10d46-ca0e-4f93-8b9a-bd1fa4bc7e8f" providerId="ADAL" clId="{9A53E081-897D-45B5-A014-4DFC49E51015}" dt="2025-01-02T06:02:36.774" v="4820" actId="20577"/>
      <pc:docMkLst>
        <pc:docMk/>
      </pc:docMkLst>
      <pc:sldChg chg="modSp mod modNotesTx">
        <pc:chgData name="Mohammed Naseer Sihanas" userId="baf10d46-ca0e-4f93-8b9a-bd1fa4bc7e8f" providerId="ADAL" clId="{9A53E081-897D-45B5-A014-4DFC49E51015}" dt="2025-01-01T14:57:35.537" v="4700" actId="113"/>
        <pc:sldMkLst>
          <pc:docMk/>
          <pc:sldMk cId="932762795" sldId="256"/>
        </pc:sldMkLst>
        <pc:spChg chg="mod">
          <ac:chgData name="Mohammed Naseer Sihanas" userId="baf10d46-ca0e-4f93-8b9a-bd1fa4bc7e8f" providerId="ADAL" clId="{9A53E081-897D-45B5-A014-4DFC49E51015}" dt="2025-01-01T14:57:35.537" v="4700" actId="113"/>
          <ac:spMkLst>
            <pc:docMk/>
            <pc:sldMk cId="932762795" sldId="256"/>
            <ac:spMk id="2" creationId="{00000000-0000-0000-0000-000000000000}"/>
          </ac:spMkLst>
        </pc:spChg>
      </pc:sldChg>
      <pc:sldChg chg="modSp mod modNotesTx">
        <pc:chgData name="Mohammed Naseer Sihanas" userId="baf10d46-ca0e-4f93-8b9a-bd1fa4bc7e8f" providerId="ADAL" clId="{9A53E081-897D-45B5-A014-4DFC49E51015}" dt="2025-01-01T14:57:28.723" v="4698" actId="1076"/>
        <pc:sldMkLst>
          <pc:docMk/>
          <pc:sldMk cId="891432784" sldId="257"/>
        </pc:sldMkLst>
        <pc:spChg chg="mod">
          <ac:chgData name="Mohammed Naseer Sihanas" userId="baf10d46-ca0e-4f93-8b9a-bd1fa4bc7e8f" providerId="ADAL" clId="{9A53E081-897D-45B5-A014-4DFC49E51015}" dt="2025-01-01T14:57:28.723" v="4698" actId="1076"/>
          <ac:spMkLst>
            <pc:docMk/>
            <pc:sldMk cId="891432784" sldId="257"/>
            <ac:spMk id="2" creationId="{00000000-0000-0000-0000-000000000000}"/>
          </ac:spMkLst>
        </pc:spChg>
      </pc:sldChg>
      <pc:sldChg chg="addSp modSp mod modNotesTx">
        <pc:chgData name="Mohammed Naseer Sihanas" userId="baf10d46-ca0e-4f93-8b9a-bd1fa4bc7e8f" providerId="ADAL" clId="{9A53E081-897D-45B5-A014-4DFC49E51015}" dt="2025-01-01T14:57:08.536" v="4694" actId="113"/>
        <pc:sldMkLst>
          <pc:docMk/>
          <pc:sldMk cId="100369622" sldId="258"/>
        </pc:sldMkLst>
        <pc:spChg chg="add mod">
          <ac:chgData name="Mohammed Naseer Sihanas" userId="baf10d46-ca0e-4f93-8b9a-bd1fa4bc7e8f" providerId="ADAL" clId="{9A53E081-897D-45B5-A014-4DFC49E51015}" dt="2025-01-01T14:57:08.536" v="4694" actId="113"/>
          <ac:spMkLst>
            <pc:docMk/>
            <pc:sldMk cId="100369622" sldId="258"/>
            <ac:spMk id="2" creationId="{BA181D3B-696E-EF20-CCD3-A7DB64A971C5}"/>
          </ac:spMkLst>
        </pc:spChg>
        <pc:spChg chg="mod">
          <ac:chgData name="Mohammed Naseer Sihanas" userId="baf10d46-ca0e-4f93-8b9a-bd1fa4bc7e8f" providerId="ADAL" clId="{9A53E081-897D-45B5-A014-4DFC49E51015}" dt="2025-01-01T14:56:24.433" v="4690" actId="403"/>
          <ac:spMkLst>
            <pc:docMk/>
            <pc:sldMk cId="100369622" sldId="258"/>
            <ac:spMk id="3" creationId="{00000000-0000-0000-0000-000000000000}"/>
          </ac:spMkLst>
        </pc:spChg>
      </pc:sldChg>
      <pc:sldChg chg="addSp modSp mod modNotesTx">
        <pc:chgData name="Mohammed Naseer Sihanas" userId="baf10d46-ca0e-4f93-8b9a-bd1fa4bc7e8f" providerId="ADAL" clId="{9A53E081-897D-45B5-A014-4DFC49E51015}" dt="2025-01-01T14:57:18.940" v="4696" actId="113"/>
        <pc:sldMkLst>
          <pc:docMk/>
          <pc:sldMk cId="1319477807" sldId="259"/>
        </pc:sldMkLst>
        <pc:spChg chg="add mod">
          <ac:chgData name="Mohammed Naseer Sihanas" userId="baf10d46-ca0e-4f93-8b9a-bd1fa4bc7e8f" providerId="ADAL" clId="{9A53E081-897D-45B5-A014-4DFC49E51015}" dt="2025-01-01T14:57:18.940" v="4696" actId="113"/>
          <ac:spMkLst>
            <pc:docMk/>
            <pc:sldMk cId="1319477807" sldId="259"/>
            <ac:spMk id="2" creationId="{CEBE6D57-FE26-39F9-C97C-7F86B93A7026}"/>
          </ac:spMkLst>
        </pc:spChg>
        <pc:spChg chg="add mod">
          <ac:chgData name="Mohammed Naseer Sihanas" userId="baf10d46-ca0e-4f93-8b9a-bd1fa4bc7e8f" providerId="ADAL" clId="{9A53E081-897D-45B5-A014-4DFC49E51015}" dt="2024-12-27T13:14:02.463" v="4066" actId="1076"/>
          <ac:spMkLst>
            <pc:docMk/>
            <pc:sldMk cId="1319477807" sldId="259"/>
            <ac:spMk id="2" creationId="{ECFF683E-0585-5538-C500-8F6E30737D53}"/>
          </ac:spMkLst>
        </pc:spChg>
        <pc:spChg chg="mod">
          <ac:chgData name="Mohammed Naseer Sihanas" userId="baf10d46-ca0e-4f93-8b9a-bd1fa4bc7e8f" providerId="ADAL" clId="{9A53E081-897D-45B5-A014-4DFC49E51015}" dt="2025-01-01T14:44:21.949" v="4336" actId="1036"/>
          <ac:spMkLst>
            <pc:docMk/>
            <pc:sldMk cId="1319477807" sldId="259"/>
            <ac:spMk id="8" creationId="{D540D9C5-63BD-87DD-A593-5C7AEB55E9F5}"/>
          </ac:spMkLst>
        </pc:spChg>
        <pc:spChg chg="mod">
          <ac:chgData name="Mohammed Naseer Sihanas" userId="baf10d46-ca0e-4f93-8b9a-bd1fa4bc7e8f" providerId="ADAL" clId="{9A53E081-897D-45B5-A014-4DFC49E51015}" dt="2025-01-01T14:44:21.949" v="4336" actId="1036"/>
          <ac:spMkLst>
            <pc:docMk/>
            <pc:sldMk cId="1319477807" sldId="259"/>
            <ac:spMk id="11" creationId="{D764EE45-8CA4-0EDE-0484-E25C784E5404}"/>
          </ac:spMkLst>
        </pc:spChg>
      </pc:sldChg>
      <pc:sldChg chg="del">
        <pc:chgData name="Mohammed Naseer Sihanas" userId="baf10d46-ca0e-4f93-8b9a-bd1fa4bc7e8f" providerId="ADAL" clId="{9A53E081-897D-45B5-A014-4DFC49E51015}" dt="2025-01-01T14:49:38.709" v="4558" actId="47"/>
        <pc:sldMkLst>
          <pc:docMk/>
          <pc:sldMk cId="104598345" sldId="260"/>
        </pc:sldMkLst>
      </pc:sldChg>
      <pc:sldChg chg="modNotesTx">
        <pc:chgData name="Mohammed Naseer Sihanas" userId="baf10d46-ca0e-4f93-8b9a-bd1fa4bc7e8f" providerId="ADAL" clId="{9A53E081-897D-45B5-A014-4DFC49E51015}" dt="2024-12-27T15:20:40.291" v="4097" actId="20577"/>
        <pc:sldMkLst>
          <pc:docMk/>
          <pc:sldMk cId="3966344777" sldId="261"/>
        </pc:sldMkLst>
      </pc:sldChg>
      <pc:sldChg chg="modNotesTx">
        <pc:chgData name="Mohammed Naseer Sihanas" userId="baf10d46-ca0e-4f93-8b9a-bd1fa4bc7e8f" providerId="ADAL" clId="{9A53E081-897D-45B5-A014-4DFC49E51015}" dt="2025-01-02T06:02:36.774" v="4820" actId="20577"/>
        <pc:sldMkLst>
          <pc:docMk/>
          <pc:sldMk cId="2660892434" sldId="265"/>
        </pc:sldMkLst>
      </pc:sldChg>
      <pc:sldChg chg="add del">
        <pc:chgData name="Mohammed Naseer Sihanas" userId="baf10d46-ca0e-4f93-8b9a-bd1fa4bc7e8f" providerId="ADAL" clId="{9A53E081-897D-45B5-A014-4DFC49E51015}" dt="2025-01-01T14:42:13.796" v="4247" actId="47"/>
        <pc:sldMkLst>
          <pc:docMk/>
          <pc:sldMk cId="2558591677" sldId="266"/>
        </pc:sldMkLst>
      </pc:sldChg>
      <pc:sldChg chg="modSp mod">
        <pc:chgData name="Mohammed Naseer Sihanas" userId="baf10d46-ca0e-4f93-8b9a-bd1fa4bc7e8f" providerId="ADAL" clId="{9A53E081-897D-45B5-A014-4DFC49E51015}" dt="2025-01-01T14:55:00.676" v="4685" actId="113"/>
        <pc:sldMkLst>
          <pc:docMk/>
          <pc:sldMk cId="1894957646" sldId="267"/>
        </pc:sldMkLst>
        <pc:spChg chg="mod">
          <ac:chgData name="Mohammed Naseer Sihanas" userId="baf10d46-ca0e-4f93-8b9a-bd1fa4bc7e8f" providerId="ADAL" clId="{9A53E081-897D-45B5-A014-4DFC49E51015}" dt="2025-01-01T14:55:00.676" v="4685" actId="113"/>
          <ac:spMkLst>
            <pc:docMk/>
            <pc:sldMk cId="1894957646" sldId="267"/>
            <ac:spMk id="2" creationId="{00000000-0000-0000-0000-000000000000}"/>
          </ac:spMkLst>
        </pc:spChg>
      </pc:sldChg>
      <pc:sldChg chg="del">
        <pc:chgData name="Mohammed Naseer Sihanas" userId="baf10d46-ca0e-4f93-8b9a-bd1fa4bc7e8f" providerId="ADAL" clId="{9A53E081-897D-45B5-A014-4DFC49E51015}" dt="2025-01-01T14:44:57.675" v="4343" actId="47"/>
        <pc:sldMkLst>
          <pc:docMk/>
          <pc:sldMk cId="1625561587" sldId="274"/>
        </pc:sldMkLst>
      </pc:sldChg>
      <pc:sldChg chg="del">
        <pc:chgData name="Mohammed Naseer Sihanas" userId="baf10d46-ca0e-4f93-8b9a-bd1fa4bc7e8f" providerId="ADAL" clId="{9A53E081-897D-45B5-A014-4DFC49E51015}" dt="2025-01-01T14:48:20.280" v="4540" actId="47"/>
        <pc:sldMkLst>
          <pc:docMk/>
          <pc:sldMk cId="417698082" sldId="275"/>
        </pc:sldMkLst>
      </pc:sldChg>
      <pc:sldChg chg="modNotesTx">
        <pc:chgData name="Mohammed Naseer Sihanas" userId="baf10d46-ca0e-4f93-8b9a-bd1fa4bc7e8f" providerId="ADAL" clId="{9A53E081-897D-45B5-A014-4DFC49E51015}" dt="2024-12-24T09:58:28.514" v="1042" actId="20577"/>
        <pc:sldMkLst>
          <pc:docMk/>
          <pc:sldMk cId="2864293341" sldId="281"/>
        </pc:sldMkLst>
      </pc:sldChg>
      <pc:sldChg chg="del">
        <pc:chgData name="Mohammed Naseer Sihanas" userId="baf10d46-ca0e-4f93-8b9a-bd1fa4bc7e8f" providerId="ADAL" clId="{9A53E081-897D-45B5-A014-4DFC49E51015}" dt="2025-01-01T14:54:14.904" v="4678" actId="47"/>
        <pc:sldMkLst>
          <pc:docMk/>
          <pc:sldMk cId="3618522434" sldId="285"/>
        </pc:sldMkLst>
      </pc:sldChg>
      <pc:sldChg chg="addSp modSp mod modNotesTx">
        <pc:chgData name="Mohammed Naseer Sihanas" userId="baf10d46-ca0e-4f93-8b9a-bd1fa4bc7e8f" providerId="ADAL" clId="{9A53E081-897D-45B5-A014-4DFC49E51015}" dt="2025-01-02T00:30:12.609" v="4747" actId="20577"/>
        <pc:sldMkLst>
          <pc:docMk/>
          <pc:sldMk cId="3708950606" sldId="291"/>
        </pc:sldMkLst>
        <pc:spChg chg="add mod">
          <ac:chgData name="Mohammed Naseer Sihanas" userId="baf10d46-ca0e-4f93-8b9a-bd1fa4bc7e8f" providerId="ADAL" clId="{9A53E081-897D-45B5-A014-4DFC49E51015}" dt="2025-01-01T14:55:15.883" v="4686" actId="113"/>
          <ac:spMkLst>
            <pc:docMk/>
            <pc:sldMk cId="3708950606" sldId="291"/>
            <ac:spMk id="3" creationId="{95A44F69-E982-4216-A253-FE59AC5E25E3}"/>
          </ac:spMkLst>
        </pc:spChg>
        <pc:spChg chg="mod">
          <ac:chgData name="Mohammed Naseer Sihanas" userId="baf10d46-ca0e-4f93-8b9a-bd1fa4bc7e8f" providerId="ADAL" clId="{9A53E081-897D-45B5-A014-4DFC49E51015}" dt="2025-01-01T14:48:14.668" v="4539" actId="1036"/>
          <ac:spMkLst>
            <pc:docMk/>
            <pc:sldMk cId="3708950606" sldId="291"/>
            <ac:spMk id="7" creationId="{7D785A9F-DFAB-E550-39EF-DC0335D94DBE}"/>
          </ac:spMkLst>
        </pc:spChg>
        <pc:spChg chg="mod">
          <ac:chgData name="Mohammed Naseer Sihanas" userId="baf10d46-ca0e-4f93-8b9a-bd1fa4bc7e8f" providerId="ADAL" clId="{9A53E081-897D-45B5-A014-4DFC49E51015}" dt="2025-01-01T14:48:14.668" v="4539" actId="1036"/>
          <ac:spMkLst>
            <pc:docMk/>
            <pc:sldMk cId="3708950606" sldId="291"/>
            <ac:spMk id="8" creationId="{C142BEB6-17E2-9E6B-2F3E-816A758A5DF3}"/>
          </ac:spMkLst>
        </pc:spChg>
        <pc:spChg chg="mod">
          <ac:chgData name="Mohammed Naseer Sihanas" userId="baf10d46-ca0e-4f93-8b9a-bd1fa4bc7e8f" providerId="ADAL" clId="{9A53E081-897D-45B5-A014-4DFC49E51015}" dt="2025-01-02T00:28:49.896" v="4744" actId="1035"/>
          <ac:spMkLst>
            <pc:docMk/>
            <pc:sldMk cId="3708950606" sldId="291"/>
            <ac:spMk id="12" creationId="{F09930CF-904E-D92B-36F2-922655B2D191}"/>
          </ac:spMkLst>
        </pc:spChg>
        <pc:spChg chg="mod">
          <ac:chgData name="Mohammed Naseer Sihanas" userId="baf10d46-ca0e-4f93-8b9a-bd1fa4bc7e8f" providerId="ADAL" clId="{9A53E081-897D-45B5-A014-4DFC49E51015}" dt="2025-01-02T00:28:41.258" v="4737" actId="1036"/>
          <ac:spMkLst>
            <pc:docMk/>
            <pc:sldMk cId="3708950606" sldId="291"/>
            <ac:spMk id="14" creationId="{530CBEF5-F6D6-56A6-48EE-3FC9F169EA45}"/>
          </ac:spMkLst>
        </pc:spChg>
        <pc:graphicFrameChg chg="mod">
          <ac:chgData name="Mohammed Naseer Sihanas" userId="baf10d46-ca0e-4f93-8b9a-bd1fa4bc7e8f" providerId="ADAL" clId="{9A53E081-897D-45B5-A014-4DFC49E51015}" dt="2025-01-01T14:48:14.668" v="4539" actId="1036"/>
          <ac:graphicFrameMkLst>
            <pc:docMk/>
            <pc:sldMk cId="3708950606" sldId="291"/>
            <ac:graphicFrameMk id="2" creationId="{CD5782D6-0182-4565-8DF0-B9DD8925CC9F}"/>
          </ac:graphicFrameMkLst>
        </pc:graphicFrameChg>
      </pc:sldChg>
      <pc:sldChg chg="del">
        <pc:chgData name="Mohammed Naseer Sihanas" userId="baf10d46-ca0e-4f93-8b9a-bd1fa4bc7e8f" providerId="ADAL" clId="{9A53E081-897D-45B5-A014-4DFC49E51015}" dt="2025-01-01T14:41:11.484" v="4246" actId="47"/>
        <pc:sldMkLst>
          <pc:docMk/>
          <pc:sldMk cId="811265389" sldId="292"/>
        </pc:sldMkLst>
      </pc:sldChg>
      <pc:sldChg chg="addSp modSp mod modNotesTx">
        <pc:chgData name="Mohammed Naseer Sihanas" userId="baf10d46-ca0e-4f93-8b9a-bd1fa4bc7e8f" providerId="ADAL" clId="{9A53E081-897D-45B5-A014-4DFC49E51015}" dt="2025-01-01T14:57:11.571" v="4695" actId="113"/>
        <pc:sldMkLst>
          <pc:docMk/>
          <pc:sldMk cId="1162202113" sldId="293"/>
        </pc:sldMkLst>
        <pc:spChg chg="add mod">
          <ac:chgData name="Mohammed Naseer Sihanas" userId="baf10d46-ca0e-4f93-8b9a-bd1fa4bc7e8f" providerId="ADAL" clId="{9A53E081-897D-45B5-A014-4DFC49E51015}" dt="2025-01-01T14:57:11.571" v="4695" actId="113"/>
          <ac:spMkLst>
            <pc:docMk/>
            <pc:sldMk cId="1162202113" sldId="293"/>
            <ac:spMk id="2" creationId="{88F3FC2B-CE42-1747-D825-F21EABAC701B}"/>
          </ac:spMkLst>
        </pc:spChg>
        <pc:spChg chg="mod">
          <ac:chgData name="Mohammed Naseer Sihanas" userId="baf10d46-ca0e-4f93-8b9a-bd1fa4bc7e8f" providerId="ADAL" clId="{9A53E081-897D-45B5-A014-4DFC49E51015}" dt="2025-01-01T14:40:34.062" v="4240" actId="1076"/>
          <ac:spMkLst>
            <pc:docMk/>
            <pc:sldMk cId="1162202113" sldId="293"/>
            <ac:spMk id="3" creationId="{32E1BD30-CAB7-BAB7-5DA9-B3C8519C915B}"/>
          </ac:spMkLst>
        </pc:spChg>
        <pc:picChg chg="mod">
          <ac:chgData name="Mohammed Naseer Sihanas" userId="baf10d46-ca0e-4f93-8b9a-bd1fa4bc7e8f" providerId="ADAL" clId="{9A53E081-897D-45B5-A014-4DFC49E51015}" dt="2025-01-01T14:40:43.298" v="4243" actId="1076"/>
          <ac:picMkLst>
            <pc:docMk/>
            <pc:sldMk cId="1162202113" sldId="293"/>
            <ac:picMk id="9" creationId="{3A5A9065-88BA-D135-576C-6E66E073C5DB}"/>
          </ac:picMkLst>
        </pc:picChg>
      </pc:sldChg>
      <pc:sldChg chg="del">
        <pc:chgData name="Mohammed Naseer Sihanas" userId="baf10d46-ca0e-4f93-8b9a-bd1fa4bc7e8f" providerId="ADAL" clId="{9A53E081-897D-45B5-A014-4DFC49E51015}" dt="2025-01-01T14:46:44.775" v="4417" actId="47"/>
        <pc:sldMkLst>
          <pc:docMk/>
          <pc:sldMk cId="1990318614" sldId="294"/>
        </pc:sldMkLst>
      </pc:sldChg>
      <pc:sldChg chg="addSp modSp mod modNotesTx">
        <pc:chgData name="Mohammed Naseer Sihanas" userId="baf10d46-ca0e-4f93-8b9a-bd1fa4bc7e8f" providerId="ADAL" clId="{9A53E081-897D-45B5-A014-4DFC49E51015}" dt="2025-01-01T14:57:05.532" v="4693" actId="113"/>
        <pc:sldMkLst>
          <pc:docMk/>
          <pc:sldMk cId="1759449543" sldId="295"/>
        </pc:sldMkLst>
        <pc:spChg chg="add mod">
          <ac:chgData name="Mohammed Naseer Sihanas" userId="baf10d46-ca0e-4f93-8b9a-bd1fa4bc7e8f" providerId="ADAL" clId="{9A53E081-897D-45B5-A014-4DFC49E51015}" dt="2025-01-01T14:57:05.532" v="4693" actId="113"/>
          <ac:spMkLst>
            <pc:docMk/>
            <pc:sldMk cId="1759449543" sldId="295"/>
            <ac:spMk id="3" creationId="{D5E5F438-D287-5AB9-9A1F-A0D4E42D6581}"/>
          </ac:spMkLst>
        </pc:spChg>
        <pc:graphicFrameChg chg="mod modGraphic">
          <ac:chgData name="Mohammed Naseer Sihanas" userId="baf10d46-ca0e-4f93-8b9a-bd1fa4bc7e8f" providerId="ADAL" clId="{9A53E081-897D-45B5-A014-4DFC49E51015}" dt="2025-01-01T14:46:22.497" v="4411" actId="1036"/>
          <ac:graphicFrameMkLst>
            <pc:docMk/>
            <pc:sldMk cId="1759449543" sldId="295"/>
            <ac:graphicFrameMk id="2" creationId="{5002578D-F2FE-FD77-0C41-44DA3A48845A}"/>
          </ac:graphicFrameMkLst>
        </pc:graphicFrameChg>
      </pc:sldChg>
      <pc:sldChg chg="addSp modSp mod modNotesTx">
        <pc:chgData name="Mohammed Naseer Sihanas" userId="baf10d46-ca0e-4f93-8b9a-bd1fa4bc7e8f" providerId="ADAL" clId="{9A53E081-897D-45B5-A014-4DFC49E51015}" dt="2025-01-01T14:54:51.844" v="4684" actId="113"/>
        <pc:sldMkLst>
          <pc:docMk/>
          <pc:sldMk cId="1791928449" sldId="296"/>
        </pc:sldMkLst>
        <pc:spChg chg="add mod">
          <ac:chgData name="Mohammed Naseer Sihanas" userId="baf10d46-ca0e-4f93-8b9a-bd1fa4bc7e8f" providerId="ADAL" clId="{9A53E081-897D-45B5-A014-4DFC49E51015}" dt="2025-01-01T14:54:51.844" v="4684" actId="113"/>
          <ac:spMkLst>
            <pc:docMk/>
            <pc:sldMk cId="1791928449" sldId="296"/>
            <ac:spMk id="2" creationId="{549EBC71-D469-BB3E-DD59-5496DCA2CBA2}"/>
          </ac:spMkLst>
        </pc:spChg>
        <pc:graphicFrameChg chg="mod modGraphic">
          <ac:chgData name="Mohammed Naseer Sihanas" userId="baf10d46-ca0e-4f93-8b9a-bd1fa4bc7e8f" providerId="ADAL" clId="{9A53E081-897D-45B5-A014-4DFC49E51015}" dt="2025-01-01T14:49:32.878" v="4557" actId="1076"/>
          <ac:graphicFrameMkLst>
            <pc:docMk/>
            <pc:sldMk cId="1791928449" sldId="296"/>
            <ac:graphicFrameMk id="12" creationId="{3D9AE9B7-978B-A269-5185-7E021B6C8CD3}"/>
          </ac:graphicFrameMkLst>
        </pc:graphicFrameChg>
      </pc:sldChg>
      <pc:sldChg chg="modSp mod modNotesTx">
        <pc:chgData name="Mohammed Naseer Sihanas" userId="baf10d46-ca0e-4f93-8b9a-bd1fa4bc7e8f" providerId="ADAL" clId="{9A53E081-897D-45B5-A014-4DFC49E51015}" dt="2025-01-01T14:56:58.274" v="4692" actId="113"/>
        <pc:sldMkLst>
          <pc:docMk/>
          <pc:sldMk cId="496107295" sldId="297"/>
        </pc:sldMkLst>
        <pc:spChg chg="mod">
          <ac:chgData name="Mohammed Naseer Sihanas" userId="baf10d46-ca0e-4f93-8b9a-bd1fa4bc7e8f" providerId="ADAL" clId="{9A53E081-897D-45B5-A014-4DFC49E51015}" dt="2025-01-01T14:56:58.274" v="4692" actId="113"/>
          <ac:spMkLst>
            <pc:docMk/>
            <pc:sldMk cId="496107295" sldId="297"/>
            <ac:spMk id="2" creationId="{CDC37EE8-012C-32CC-F3F0-86E640DDD220}"/>
          </ac:spMkLst>
        </pc:spChg>
      </pc:sldChg>
      <pc:sldChg chg="modNotesTx">
        <pc:chgData name="Mohammed Naseer Sihanas" userId="baf10d46-ca0e-4f93-8b9a-bd1fa4bc7e8f" providerId="ADAL" clId="{9A53E081-897D-45B5-A014-4DFC49E51015}" dt="2024-12-26T06:08:23.823" v="3815" actId="20577"/>
        <pc:sldMkLst>
          <pc:docMk/>
          <pc:sldMk cId="3136324813" sldId="298"/>
        </pc:sldMkLst>
      </pc:sldChg>
      <pc:sldChg chg="modNotesTx">
        <pc:chgData name="Mohammed Naseer Sihanas" userId="baf10d46-ca0e-4f93-8b9a-bd1fa4bc7e8f" providerId="ADAL" clId="{9A53E081-897D-45B5-A014-4DFC49E51015}" dt="2024-12-26T06:06:37.142" v="3805" actId="5793"/>
        <pc:sldMkLst>
          <pc:docMk/>
          <pc:sldMk cId="3869684852" sldId="299"/>
        </pc:sldMkLst>
      </pc:sldChg>
      <pc:sldChg chg="modNotesTx">
        <pc:chgData name="Mohammed Naseer Sihanas" userId="baf10d46-ca0e-4f93-8b9a-bd1fa4bc7e8f" providerId="ADAL" clId="{9A53E081-897D-45B5-A014-4DFC49E51015}" dt="2024-12-26T06:06:31.880" v="3801"/>
        <pc:sldMkLst>
          <pc:docMk/>
          <pc:sldMk cId="3434685232" sldId="300"/>
        </pc:sldMkLst>
      </pc:sldChg>
      <pc:sldChg chg="modNotesTx">
        <pc:chgData name="Mohammed Naseer Sihanas" userId="baf10d46-ca0e-4f93-8b9a-bd1fa4bc7e8f" providerId="ADAL" clId="{9A53E081-897D-45B5-A014-4DFC49E51015}" dt="2024-12-27T12:57:37.688" v="4046" actId="20577"/>
        <pc:sldMkLst>
          <pc:docMk/>
          <pc:sldMk cId="1869058261" sldId="301"/>
        </pc:sldMkLst>
      </pc:sldChg>
      <pc:sldChg chg="modSp del mod modNotesTx">
        <pc:chgData name="Mohammed Naseer Sihanas" userId="baf10d46-ca0e-4f93-8b9a-bd1fa4bc7e8f" providerId="ADAL" clId="{9A53E081-897D-45B5-A014-4DFC49E51015}" dt="2025-01-01T14:52:37.638" v="4586" actId="47"/>
        <pc:sldMkLst>
          <pc:docMk/>
          <pc:sldMk cId="2688047474" sldId="302"/>
        </pc:sldMkLst>
        <pc:spChg chg="mod">
          <ac:chgData name="Mohammed Naseer Sihanas" userId="baf10d46-ca0e-4f93-8b9a-bd1fa4bc7e8f" providerId="ADAL" clId="{9A53E081-897D-45B5-A014-4DFC49E51015}" dt="2024-12-26T00:43:12.949" v="3765" actId="20577"/>
          <ac:spMkLst>
            <pc:docMk/>
            <pc:sldMk cId="2688047474" sldId="302"/>
            <ac:spMk id="2" creationId="{5585F0CC-EF59-88D5-ED9B-571FFAD5ED4B}"/>
          </ac:spMkLst>
        </pc:spChg>
      </pc:sldChg>
      <pc:sldChg chg="addSp modSp mod modNotesTx">
        <pc:chgData name="Mohammed Naseer Sihanas" userId="baf10d46-ca0e-4f93-8b9a-bd1fa4bc7e8f" providerId="ADAL" clId="{9A53E081-897D-45B5-A014-4DFC49E51015}" dt="2025-01-02T06:00:25.890" v="4795" actId="1076"/>
        <pc:sldMkLst>
          <pc:docMk/>
          <pc:sldMk cId="1946113525" sldId="303"/>
        </pc:sldMkLst>
        <pc:spChg chg="add mod">
          <ac:chgData name="Mohammed Naseer Sihanas" userId="baf10d46-ca0e-4f93-8b9a-bd1fa4bc7e8f" providerId="ADAL" clId="{9A53E081-897D-45B5-A014-4DFC49E51015}" dt="2025-01-02T06:00:25.890" v="4795" actId="1076"/>
          <ac:spMkLst>
            <pc:docMk/>
            <pc:sldMk cId="1946113525" sldId="303"/>
            <ac:spMk id="2" creationId="{7C6989A3-A72E-973F-FD52-B53F201F7450}"/>
          </ac:spMkLst>
        </pc:spChg>
        <pc:spChg chg="mod">
          <ac:chgData name="Mohammed Naseer Sihanas" userId="baf10d46-ca0e-4f93-8b9a-bd1fa4bc7e8f" providerId="ADAL" clId="{9A53E081-897D-45B5-A014-4DFC49E51015}" dt="2025-01-02T06:00:21.448" v="4794" actId="1076"/>
          <ac:spMkLst>
            <pc:docMk/>
            <pc:sldMk cId="1946113525" sldId="303"/>
            <ac:spMk id="14" creationId="{B801D6C0-B5F4-5E40-9CD2-E6751ACA90FE}"/>
          </ac:spMkLst>
        </pc:spChg>
      </pc:sldChg>
      <pc:sldChg chg="modSp del mod">
        <pc:chgData name="Mohammed Naseer Sihanas" userId="baf10d46-ca0e-4f93-8b9a-bd1fa4bc7e8f" providerId="ADAL" clId="{9A53E081-897D-45B5-A014-4DFC49E51015}" dt="2025-01-01T14:53:10.481" v="4602" actId="47"/>
        <pc:sldMkLst>
          <pc:docMk/>
          <pc:sldMk cId="3243230158" sldId="304"/>
        </pc:sldMkLst>
        <pc:spChg chg="mod">
          <ac:chgData name="Mohammed Naseer Sihanas" userId="baf10d46-ca0e-4f93-8b9a-bd1fa4bc7e8f" providerId="ADAL" clId="{9A53E081-897D-45B5-A014-4DFC49E51015}" dt="2024-12-26T00:43:18.419" v="3769" actId="20577"/>
          <ac:spMkLst>
            <pc:docMk/>
            <pc:sldMk cId="3243230158" sldId="304"/>
            <ac:spMk id="2" creationId="{9E33FBC8-8E63-64C9-AF89-C91904991964}"/>
          </ac:spMkLst>
        </pc:spChg>
      </pc:sldChg>
      <pc:sldChg chg="addSp modSp mod modNotesTx">
        <pc:chgData name="Mohammed Naseer Sihanas" userId="baf10d46-ca0e-4f93-8b9a-bd1fa4bc7e8f" providerId="ADAL" clId="{9A53E081-897D-45B5-A014-4DFC49E51015}" dt="2025-01-02T05:59:10.249" v="4778" actId="20577"/>
        <pc:sldMkLst>
          <pc:docMk/>
          <pc:sldMk cId="2631765021" sldId="305"/>
        </pc:sldMkLst>
        <pc:spChg chg="add mod">
          <ac:chgData name="Mohammed Naseer Sihanas" userId="baf10d46-ca0e-4f93-8b9a-bd1fa4bc7e8f" providerId="ADAL" clId="{9A53E081-897D-45B5-A014-4DFC49E51015}" dt="2025-01-01T14:54:29.426" v="4681" actId="113"/>
          <ac:spMkLst>
            <pc:docMk/>
            <pc:sldMk cId="2631765021" sldId="305"/>
            <ac:spMk id="2" creationId="{44209E19-F34C-AA4D-E014-8F4720A2C8AC}"/>
          </ac:spMkLst>
        </pc:spChg>
        <pc:spChg chg="mod">
          <ac:chgData name="Mohammed Naseer Sihanas" userId="baf10d46-ca0e-4f93-8b9a-bd1fa4bc7e8f" providerId="ADAL" clId="{9A53E081-897D-45B5-A014-4DFC49E51015}" dt="2025-01-02T05:59:10.249" v="4778" actId="20577"/>
          <ac:spMkLst>
            <pc:docMk/>
            <pc:sldMk cId="2631765021" sldId="305"/>
            <ac:spMk id="14" creationId="{13FD6234-89D6-B4AC-4390-4BDC94D20837}"/>
          </ac:spMkLst>
        </pc:spChg>
      </pc:sldChg>
      <pc:sldChg chg="modSp del mod">
        <pc:chgData name="Mohammed Naseer Sihanas" userId="baf10d46-ca0e-4f93-8b9a-bd1fa4bc7e8f" providerId="ADAL" clId="{9A53E081-897D-45B5-A014-4DFC49E51015}" dt="2025-01-01T14:53:48.457" v="4642" actId="47"/>
        <pc:sldMkLst>
          <pc:docMk/>
          <pc:sldMk cId="1942020473" sldId="306"/>
        </pc:sldMkLst>
        <pc:spChg chg="mod">
          <ac:chgData name="Mohammed Naseer Sihanas" userId="baf10d46-ca0e-4f93-8b9a-bd1fa4bc7e8f" providerId="ADAL" clId="{9A53E081-897D-45B5-A014-4DFC49E51015}" dt="2024-12-26T00:43:23.411" v="3773" actId="20577"/>
          <ac:spMkLst>
            <pc:docMk/>
            <pc:sldMk cId="1942020473" sldId="306"/>
            <ac:spMk id="2" creationId="{631C2D2A-B118-B41C-756C-6BED6B08C240}"/>
          </ac:spMkLst>
        </pc:spChg>
      </pc:sldChg>
      <pc:sldChg chg="addSp modSp mod modNotesTx">
        <pc:chgData name="Mohammed Naseer Sihanas" userId="baf10d46-ca0e-4f93-8b9a-bd1fa4bc7e8f" providerId="ADAL" clId="{9A53E081-897D-45B5-A014-4DFC49E51015}" dt="2025-01-02T06:00:00.483" v="4788" actId="1076"/>
        <pc:sldMkLst>
          <pc:docMk/>
          <pc:sldMk cId="3405801661" sldId="307"/>
        </pc:sldMkLst>
        <pc:spChg chg="add mod">
          <ac:chgData name="Mohammed Naseer Sihanas" userId="baf10d46-ca0e-4f93-8b9a-bd1fa4bc7e8f" providerId="ADAL" clId="{9A53E081-897D-45B5-A014-4DFC49E51015}" dt="2025-01-01T14:54:26.634" v="4680" actId="113"/>
          <ac:spMkLst>
            <pc:docMk/>
            <pc:sldMk cId="3405801661" sldId="307"/>
            <ac:spMk id="2" creationId="{20ABE4C4-1182-36F9-4B9F-AE8760A6FA27}"/>
          </ac:spMkLst>
        </pc:spChg>
        <pc:spChg chg="mod">
          <ac:chgData name="Mohammed Naseer Sihanas" userId="baf10d46-ca0e-4f93-8b9a-bd1fa4bc7e8f" providerId="ADAL" clId="{9A53E081-897D-45B5-A014-4DFC49E51015}" dt="2025-01-02T06:00:00.483" v="4788" actId="1076"/>
          <ac:spMkLst>
            <pc:docMk/>
            <pc:sldMk cId="3405801661" sldId="307"/>
            <ac:spMk id="14" creationId="{84B5813C-E9CC-D20B-8AB3-128C44172519}"/>
          </ac:spMkLst>
        </pc:spChg>
      </pc:sldChg>
      <pc:sldChg chg="addSp modSp mod modNotesTx">
        <pc:chgData name="Mohammed Naseer Sihanas" userId="baf10d46-ca0e-4f93-8b9a-bd1fa4bc7e8f" providerId="ADAL" clId="{9A53E081-897D-45B5-A014-4DFC49E51015}" dt="2025-01-01T14:54:22.198" v="4679" actId="113"/>
        <pc:sldMkLst>
          <pc:docMk/>
          <pc:sldMk cId="921983525" sldId="308"/>
        </pc:sldMkLst>
        <pc:spChg chg="add mod">
          <ac:chgData name="Mohammed Naseer Sihanas" userId="baf10d46-ca0e-4f93-8b9a-bd1fa4bc7e8f" providerId="ADAL" clId="{9A53E081-897D-45B5-A014-4DFC49E51015}" dt="2025-01-01T14:54:22.198" v="4679" actId="113"/>
          <ac:spMkLst>
            <pc:docMk/>
            <pc:sldMk cId="921983525" sldId="308"/>
            <ac:spMk id="2" creationId="{44C75A31-2C75-61F6-1812-4D2FF58E04B4}"/>
          </ac:spMkLst>
        </pc:spChg>
        <pc:spChg chg="mod">
          <ac:chgData name="Mohammed Naseer Sihanas" userId="baf10d46-ca0e-4f93-8b9a-bd1fa4bc7e8f" providerId="ADAL" clId="{9A53E081-897D-45B5-A014-4DFC49E51015}" dt="2025-01-01T14:54:09.797" v="4676" actId="1036"/>
          <ac:spMkLst>
            <pc:docMk/>
            <pc:sldMk cId="921983525" sldId="308"/>
            <ac:spMk id="14" creationId="{5D39A2AF-0A31-ABDA-CE86-79A24E645B52}"/>
          </ac:spMkLst>
        </pc:spChg>
      </pc:sldChg>
      <pc:sldChg chg="modSp mod modNotesTx">
        <pc:chgData name="Mohammed Naseer Sihanas" userId="baf10d46-ca0e-4f93-8b9a-bd1fa4bc7e8f" providerId="ADAL" clId="{9A53E081-897D-45B5-A014-4DFC49E51015}" dt="2025-01-02T00:18:58.009" v="4705" actId="20577"/>
        <pc:sldMkLst>
          <pc:docMk/>
          <pc:sldMk cId="3915136776" sldId="309"/>
        </pc:sldMkLst>
        <pc:spChg chg="mod">
          <ac:chgData name="Mohammed Naseer Sihanas" userId="baf10d46-ca0e-4f93-8b9a-bd1fa4bc7e8f" providerId="ADAL" clId="{9A53E081-897D-45B5-A014-4DFC49E51015}" dt="2025-01-01T14:54:42.546" v="4683" actId="113"/>
          <ac:spMkLst>
            <pc:docMk/>
            <pc:sldMk cId="3915136776" sldId="309"/>
            <ac:spMk id="2" creationId="{D323EFB5-79D9-2D08-51FE-F203F8515D8D}"/>
          </ac:spMkLst>
        </pc:spChg>
      </pc:sldChg>
    </pc:docChg>
  </pc:docChgLst>
  <pc:docChgLst>
    <pc:chgData name="Mohammed Naseer Sihanas" userId="baf10d46-ca0e-4f93-8b9a-bd1fa4bc7e8f" providerId="ADAL" clId="{86C72FEF-F0B4-480B-A1E9-B0E19539FAD3}"/>
    <pc:docChg chg="undo redo custSel addSld delSld modSld sldOrd modMainMaster">
      <pc:chgData name="Mohammed Naseer Sihanas" userId="baf10d46-ca0e-4f93-8b9a-bd1fa4bc7e8f" providerId="ADAL" clId="{86C72FEF-F0B4-480B-A1E9-B0E19539FAD3}" dt="2024-12-24T07:24:15.503" v="2237" actId="20577"/>
      <pc:docMkLst>
        <pc:docMk/>
      </pc:docMkLst>
      <pc:sldChg chg="modSp mod modTransition modNotesTx">
        <pc:chgData name="Mohammed Naseer Sihanas" userId="baf10d46-ca0e-4f93-8b9a-bd1fa4bc7e8f" providerId="ADAL" clId="{86C72FEF-F0B4-480B-A1E9-B0E19539FAD3}" dt="2024-12-24T07:22:22.567" v="2220" actId="20577"/>
        <pc:sldMkLst>
          <pc:docMk/>
          <pc:sldMk cId="932762795" sldId="256"/>
        </pc:sldMkLst>
        <pc:spChg chg="mod">
          <ac:chgData name="Mohammed Naseer Sihanas" userId="baf10d46-ca0e-4f93-8b9a-bd1fa4bc7e8f" providerId="ADAL" clId="{86C72FEF-F0B4-480B-A1E9-B0E19539FAD3}" dt="2024-12-21T05:36:25.475" v="1211" actId="403"/>
          <ac:spMkLst>
            <pc:docMk/>
            <pc:sldMk cId="932762795" sldId="256"/>
            <ac:spMk id="2" creationId="{00000000-0000-0000-0000-000000000000}"/>
          </ac:spMkLst>
        </pc:spChg>
        <pc:spChg chg="mod">
          <ac:chgData name="Mohammed Naseer Sihanas" userId="baf10d46-ca0e-4f93-8b9a-bd1fa4bc7e8f" providerId="ADAL" clId="{86C72FEF-F0B4-480B-A1E9-B0E19539FAD3}" dt="2024-12-21T10:57:22.565" v="1690" actId="13926"/>
          <ac:spMkLst>
            <pc:docMk/>
            <pc:sldMk cId="932762795" sldId="256"/>
            <ac:spMk id="7" creationId="{00000000-0000-0000-0000-000000000000}"/>
          </ac:spMkLst>
        </pc:spChg>
      </pc:sldChg>
      <pc:sldChg chg="modSp mod modTransition modNotesTx">
        <pc:chgData name="Mohammed Naseer Sihanas" userId="baf10d46-ca0e-4f93-8b9a-bd1fa4bc7e8f" providerId="ADAL" clId="{86C72FEF-F0B4-480B-A1E9-B0E19539FAD3}" dt="2024-12-24T07:22:26.239" v="2221" actId="20577"/>
        <pc:sldMkLst>
          <pc:docMk/>
          <pc:sldMk cId="891432784" sldId="257"/>
        </pc:sldMkLst>
        <pc:spChg chg="mod">
          <ac:chgData name="Mohammed Naseer Sihanas" userId="baf10d46-ca0e-4f93-8b9a-bd1fa4bc7e8f" providerId="ADAL" clId="{86C72FEF-F0B4-480B-A1E9-B0E19539FAD3}" dt="2024-12-21T11:02:48.355" v="1775" actId="20577"/>
          <ac:spMkLst>
            <pc:docMk/>
            <pc:sldMk cId="891432784" sldId="257"/>
            <ac:spMk id="3" creationId="{00000000-0000-0000-0000-000000000000}"/>
          </ac:spMkLst>
        </pc:spChg>
      </pc:sldChg>
      <pc:sldChg chg="modSp mod modTransition modNotesTx">
        <pc:chgData name="Mohammed Naseer Sihanas" userId="baf10d46-ca0e-4f93-8b9a-bd1fa4bc7e8f" providerId="ADAL" clId="{86C72FEF-F0B4-480B-A1E9-B0E19539FAD3}" dt="2024-12-24T07:22:53.951" v="2224" actId="20577"/>
        <pc:sldMkLst>
          <pc:docMk/>
          <pc:sldMk cId="100369622" sldId="258"/>
        </pc:sldMkLst>
        <pc:spChg chg="mod">
          <ac:chgData name="Mohammed Naseer Sihanas" userId="baf10d46-ca0e-4f93-8b9a-bd1fa4bc7e8f" providerId="ADAL" clId="{86C72FEF-F0B4-480B-A1E9-B0E19539FAD3}" dt="2024-12-19T08:22:18.458" v="260" actId="27636"/>
          <ac:spMkLst>
            <pc:docMk/>
            <pc:sldMk cId="100369622" sldId="258"/>
            <ac:spMk id="3" creationId="{00000000-0000-0000-0000-000000000000}"/>
          </ac:spMkLst>
        </pc:spChg>
      </pc:sldChg>
      <pc:sldChg chg="addSp delSp modSp mod modTransition modNotesTx">
        <pc:chgData name="Mohammed Naseer Sihanas" userId="baf10d46-ca0e-4f93-8b9a-bd1fa4bc7e8f" providerId="ADAL" clId="{86C72FEF-F0B4-480B-A1E9-B0E19539FAD3}" dt="2024-12-24T07:22:38.502" v="2222" actId="20577"/>
        <pc:sldMkLst>
          <pc:docMk/>
          <pc:sldMk cId="1319477807" sldId="259"/>
        </pc:sldMkLst>
        <pc:spChg chg="add mod">
          <ac:chgData name="Mohammed Naseer Sihanas" userId="baf10d46-ca0e-4f93-8b9a-bd1fa4bc7e8f" providerId="ADAL" clId="{86C72FEF-F0B4-480B-A1E9-B0E19539FAD3}" dt="2024-12-19T04:50:40.494" v="175" actId="12"/>
          <ac:spMkLst>
            <pc:docMk/>
            <pc:sldMk cId="1319477807" sldId="259"/>
            <ac:spMk id="2" creationId="{310C470C-1885-7178-E4F5-741B454AF494}"/>
          </ac:spMkLst>
        </pc:spChg>
        <pc:spChg chg="del mod">
          <ac:chgData name="Mohammed Naseer Sihanas" userId="baf10d46-ca0e-4f93-8b9a-bd1fa4bc7e8f" providerId="ADAL" clId="{86C72FEF-F0B4-480B-A1E9-B0E19539FAD3}" dt="2024-12-19T04:56:17.797" v="196" actId="478"/>
          <ac:spMkLst>
            <pc:docMk/>
            <pc:sldMk cId="1319477807" sldId="259"/>
            <ac:spMk id="3" creationId="{0EBE4CCC-C2A9-8BCF-FCF5-9DCFB4A2E67E}"/>
          </ac:spMkLst>
        </pc:spChg>
        <pc:spChg chg="add">
          <ac:chgData name="Mohammed Naseer Sihanas" userId="baf10d46-ca0e-4f93-8b9a-bd1fa4bc7e8f" providerId="ADAL" clId="{86C72FEF-F0B4-480B-A1E9-B0E19539FAD3}" dt="2024-12-19T04:50:46.249" v="176"/>
          <ac:spMkLst>
            <pc:docMk/>
            <pc:sldMk cId="1319477807" sldId="259"/>
            <ac:spMk id="7" creationId="{7166E208-C251-83FA-8928-B5A25B29559D}"/>
          </ac:spMkLst>
        </pc:spChg>
        <pc:spChg chg="mod">
          <ac:chgData name="Mohammed Naseer Sihanas" userId="baf10d46-ca0e-4f93-8b9a-bd1fa4bc7e8f" providerId="ADAL" clId="{86C72FEF-F0B4-480B-A1E9-B0E19539FAD3}" dt="2024-12-19T04:55:08.979" v="192" actId="14100"/>
          <ac:spMkLst>
            <pc:docMk/>
            <pc:sldMk cId="1319477807" sldId="259"/>
            <ac:spMk id="8" creationId="{D540D9C5-63BD-87DD-A593-5C7AEB55E9F5}"/>
          </ac:spMkLst>
        </pc:spChg>
        <pc:spChg chg="add del mod">
          <ac:chgData name="Mohammed Naseer Sihanas" userId="baf10d46-ca0e-4f93-8b9a-bd1fa4bc7e8f" providerId="ADAL" clId="{86C72FEF-F0B4-480B-A1E9-B0E19539FAD3}" dt="2024-12-19T04:56:36.727" v="199" actId="478"/>
          <ac:spMkLst>
            <pc:docMk/>
            <pc:sldMk cId="1319477807" sldId="259"/>
            <ac:spMk id="10" creationId="{B6EA2624-3FB2-2F04-BBC1-89E0C22D7684}"/>
          </ac:spMkLst>
        </pc:spChg>
        <pc:spChg chg="add mod">
          <ac:chgData name="Mohammed Naseer Sihanas" userId="baf10d46-ca0e-4f93-8b9a-bd1fa4bc7e8f" providerId="ADAL" clId="{86C72FEF-F0B4-480B-A1E9-B0E19539FAD3}" dt="2024-12-19T04:57:45.539" v="207" actId="14100"/>
          <ac:spMkLst>
            <pc:docMk/>
            <pc:sldMk cId="1319477807" sldId="259"/>
            <ac:spMk id="11" creationId="{D764EE45-8CA4-0EDE-0484-E25C784E5404}"/>
          </ac:spMkLst>
        </pc:spChg>
      </pc:sldChg>
      <pc:sldChg chg="modSp mod ord modTransition">
        <pc:chgData name="Mohammed Naseer Sihanas" userId="baf10d46-ca0e-4f93-8b9a-bd1fa4bc7e8f" providerId="ADAL" clId="{86C72FEF-F0B4-480B-A1E9-B0E19539FAD3}" dt="2024-12-24T07:19:15.135" v="2219"/>
        <pc:sldMkLst>
          <pc:docMk/>
          <pc:sldMk cId="104598345" sldId="260"/>
        </pc:sldMkLst>
        <pc:spChg chg="mod">
          <ac:chgData name="Mohammed Naseer Sihanas" userId="baf10d46-ca0e-4f93-8b9a-bd1fa4bc7e8f" providerId="ADAL" clId="{86C72FEF-F0B4-480B-A1E9-B0E19539FAD3}" dt="2024-12-21T10:42:15.956" v="1587" actId="20577"/>
          <ac:spMkLst>
            <pc:docMk/>
            <pc:sldMk cId="104598345" sldId="260"/>
            <ac:spMk id="2" creationId="{00000000-0000-0000-0000-000000000000}"/>
          </ac:spMkLst>
        </pc:spChg>
      </pc:sldChg>
      <pc:sldChg chg="addSp delSp modSp mod modTransition modNotesTx">
        <pc:chgData name="Mohammed Naseer Sihanas" userId="baf10d46-ca0e-4f93-8b9a-bd1fa4bc7e8f" providerId="ADAL" clId="{86C72FEF-F0B4-480B-A1E9-B0E19539FAD3}" dt="2024-12-24T07:23:31.903" v="2231" actId="20577"/>
        <pc:sldMkLst>
          <pc:docMk/>
          <pc:sldMk cId="3966344777" sldId="261"/>
        </pc:sldMkLst>
        <pc:spChg chg="del">
          <ac:chgData name="Mohammed Naseer Sihanas" userId="baf10d46-ca0e-4f93-8b9a-bd1fa4bc7e8f" providerId="ADAL" clId="{86C72FEF-F0B4-480B-A1E9-B0E19539FAD3}" dt="2024-12-21T04:30:01.826" v="456" actId="478"/>
          <ac:spMkLst>
            <pc:docMk/>
            <pc:sldMk cId="3966344777" sldId="261"/>
            <ac:spMk id="2" creationId="{4808638B-2ED3-5639-D9FE-44EAE81DBC56}"/>
          </ac:spMkLst>
        </pc:spChg>
        <pc:spChg chg="add mod">
          <ac:chgData name="Mohammed Naseer Sihanas" userId="baf10d46-ca0e-4f93-8b9a-bd1fa4bc7e8f" providerId="ADAL" clId="{86C72FEF-F0B4-480B-A1E9-B0E19539FAD3}" dt="2024-12-21T11:30:06.445" v="2108" actId="1076"/>
          <ac:spMkLst>
            <pc:docMk/>
            <pc:sldMk cId="3966344777" sldId="261"/>
            <ac:spMk id="2" creationId="{7BDF2665-2509-3918-70F3-D66F78A4DD03}"/>
          </ac:spMkLst>
        </pc:spChg>
        <pc:spChg chg="add mod">
          <ac:chgData name="Mohammed Naseer Sihanas" userId="baf10d46-ca0e-4f93-8b9a-bd1fa4bc7e8f" providerId="ADAL" clId="{86C72FEF-F0B4-480B-A1E9-B0E19539FAD3}" dt="2024-12-21T11:30:36.113" v="2115" actId="1076"/>
          <ac:spMkLst>
            <pc:docMk/>
            <pc:sldMk cId="3966344777" sldId="261"/>
            <ac:spMk id="3" creationId="{5A900BC1-827C-FAB9-AA21-CCD55F53C4ED}"/>
          </ac:spMkLst>
        </pc:spChg>
        <pc:spChg chg="del">
          <ac:chgData name="Mohammed Naseer Sihanas" userId="baf10d46-ca0e-4f93-8b9a-bd1fa4bc7e8f" providerId="ADAL" clId="{86C72FEF-F0B4-480B-A1E9-B0E19539FAD3}" dt="2024-12-21T04:30:01.826" v="456" actId="478"/>
          <ac:spMkLst>
            <pc:docMk/>
            <pc:sldMk cId="3966344777" sldId="261"/>
            <ac:spMk id="3" creationId="{89D867EA-DB3F-5210-AD0A-A0C517DF88FC}"/>
          </ac:spMkLst>
        </pc:spChg>
        <pc:spChg chg="add mod">
          <ac:chgData name="Mohammed Naseer Sihanas" userId="baf10d46-ca0e-4f93-8b9a-bd1fa4bc7e8f" providerId="ADAL" clId="{86C72FEF-F0B4-480B-A1E9-B0E19539FAD3}" dt="2024-12-21T11:27:27.834" v="2076" actId="1076"/>
          <ac:spMkLst>
            <pc:docMk/>
            <pc:sldMk cId="3966344777" sldId="261"/>
            <ac:spMk id="7" creationId="{3246DB58-DB5F-8561-5C7A-333B72E454FA}"/>
          </ac:spMkLst>
        </pc:spChg>
        <pc:spChg chg="add mod">
          <ac:chgData name="Mohammed Naseer Sihanas" userId="baf10d46-ca0e-4f93-8b9a-bd1fa4bc7e8f" providerId="ADAL" clId="{86C72FEF-F0B4-480B-A1E9-B0E19539FAD3}" dt="2024-12-21T11:27:37.300" v="2078" actId="1076"/>
          <ac:spMkLst>
            <pc:docMk/>
            <pc:sldMk cId="3966344777" sldId="261"/>
            <ac:spMk id="8" creationId="{BA055626-699B-3C21-9D68-22B8F05798B8}"/>
          </ac:spMkLst>
        </pc:spChg>
        <pc:spChg chg="add mod">
          <ac:chgData name="Mohammed Naseer Sihanas" userId="baf10d46-ca0e-4f93-8b9a-bd1fa4bc7e8f" providerId="ADAL" clId="{86C72FEF-F0B4-480B-A1E9-B0E19539FAD3}" dt="2024-12-21T11:28:59.315" v="2099" actId="1076"/>
          <ac:spMkLst>
            <pc:docMk/>
            <pc:sldMk cId="3966344777" sldId="261"/>
            <ac:spMk id="9" creationId="{D6E7F18F-B443-9FE6-48CC-EAE02A48C3E2}"/>
          </ac:spMkLst>
        </pc:spChg>
        <pc:spChg chg="del">
          <ac:chgData name="Mohammed Naseer Sihanas" userId="baf10d46-ca0e-4f93-8b9a-bd1fa4bc7e8f" providerId="ADAL" clId="{86C72FEF-F0B4-480B-A1E9-B0E19539FAD3}" dt="2024-12-21T04:30:01.826" v="456" actId="478"/>
          <ac:spMkLst>
            <pc:docMk/>
            <pc:sldMk cId="3966344777" sldId="261"/>
            <ac:spMk id="10" creationId="{668B1EF0-8E09-672C-29F2-3F86CF5BD028}"/>
          </ac:spMkLst>
        </pc:spChg>
        <pc:spChg chg="del">
          <ac:chgData name="Mohammed Naseer Sihanas" userId="baf10d46-ca0e-4f93-8b9a-bd1fa4bc7e8f" providerId="ADAL" clId="{86C72FEF-F0B4-480B-A1E9-B0E19539FAD3}" dt="2024-12-21T04:30:01.826" v="456" actId="478"/>
          <ac:spMkLst>
            <pc:docMk/>
            <pc:sldMk cId="3966344777" sldId="261"/>
            <ac:spMk id="12" creationId="{0F7796D2-C20B-4CF8-EC86-6E48623886FD}"/>
          </ac:spMkLst>
        </pc:spChg>
        <pc:spChg chg="del">
          <ac:chgData name="Mohammed Naseer Sihanas" userId="baf10d46-ca0e-4f93-8b9a-bd1fa4bc7e8f" providerId="ADAL" clId="{86C72FEF-F0B4-480B-A1E9-B0E19539FAD3}" dt="2024-12-21T04:30:01.826" v="456" actId="478"/>
          <ac:spMkLst>
            <pc:docMk/>
            <pc:sldMk cId="3966344777" sldId="261"/>
            <ac:spMk id="13" creationId="{792B86AF-1C27-5EE1-0BC2-54069733C8EA}"/>
          </ac:spMkLst>
        </pc:spChg>
        <pc:spChg chg="del">
          <ac:chgData name="Mohammed Naseer Sihanas" userId="baf10d46-ca0e-4f93-8b9a-bd1fa4bc7e8f" providerId="ADAL" clId="{86C72FEF-F0B4-480B-A1E9-B0E19539FAD3}" dt="2024-12-21T04:30:01.826" v="456" actId="478"/>
          <ac:spMkLst>
            <pc:docMk/>
            <pc:sldMk cId="3966344777" sldId="261"/>
            <ac:spMk id="19" creationId="{7A922423-F9BA-477A-B765-F240E584C9BB}"/>
          </ac:spMkLst>
        </pc:spChg>
        <pc:spChg chg="del">
          <ac:chgData name="Mohammed Naseer Sihanas" userId="baf10d46-ca0e-4f93-8b9a-bd1fa4bc7e8f" providerId="ADAL" clId="{86C72FEF-F0B4-480B-A1E9-B0E19539FAD3}" dt="2024-12-21T04:30:01.826" v="456" actId="478"/>
          <ac:spMkLst>
            <pc:docMk/>
            <pc:sldMk cId="3966344777" sldId="261"/>
            <ac:spMk id="20" creationId="{60317E27-C990-17EA-89E4-7792C4B6A7DF}"/>
          </ac:spMkLst>
        </pc:spChg>
        <pc:spChg chg="del">
          <ac:chgData name="Mohammed Naseer Sihanas" userId="baf10d46-ca0e-4f93-8b9a-bd1fa4bc7e8f" providerId="ADAL" clId="{86C72FEF-F0B4-480B-A1E9-B0E19539FAD3}" dt="2024-12-21T04:30:01.826" v="456" actId="478"/>
          <ac:spMkLst>
            <pc:docMk/>
            <pc:sldMk cId="3966344777" sldId="261"/>
            <ac:spMk id="22" creationId="{E54DDF26-0895-9732-3BF9-2A1C2A3EDB94}"/>
          </ac:spMkLst>
        </pc:spChg>
        <pc:spChg chg="del">
          <ac:chgData name="Mohammed Naseer Sihanas" userId="baf10d46-ca0e-4f93-8b9a-bd1fa4bc7e8f" providerId="ADAL" clId="{86C72FEF-F0B4-480B-A1E9-B0E19539FAD3}" dt="2024-12-21T04:30:01.826" v="456" actId="478"/>
          <ac:spMkLst>
            <pc:docMk/>
            <pc:sldMk cId="3966344777" sldId="261"/>
            <ac:spMk id="23" creationId="{18FF3620-C2E9-D3AA-6333-7D1FCF8A66CF}"/>
          </ac:spMkLst>
        </pc:spChg>
        <pc:spChg chg="del">
          <ac:chgData name="Mohammed Naseer Sihanas" userId="baf10d46-ca0e-4f93-8b9a-bd1fa4bc7e8f" providerId="ADAL" clId="{86C72FEF-F0B4-480B-A1E9-B0E19539FAD3}" dt="2024-12-21T04:30:01.826" v="456" actId="478"/>
          <ac:spMkLst>
            <pc:docMk/>
            <pc:sldMk cId="3966344777" sldId="261"/>
            <ac:spMk id="24" creationId="{EFE5F061-F40D-BF62-46CF-550CF6E5CA27}"/>
          </ac:spMkLst>
        </pc:spChg>
        <pc:spChg chg="del">
          <ac:chgData name="Mohammed Naseer Sihanas" userId="baf10d46-ca0e-4f93-8b9a-bd1fa4bc7e8f" providerId="ADAL" clId="{86C72FEF-F0B4-480B-A1E9-B0E19539FAD3}" dt="2024-12-21T04:30:01.826" v="456" actId="478"/>
          <ac:spMkLst>
            <pc:docMk/>
            <pc:sldMk cId="3966344777" sldId="261"/>
            <ac:spMk id="25" creationId="{038F0592-E516-B8CA-D85A-E46E38FBD0C1}"/>
          </ac:spMkLst>
        </pc:spChg>
        <pc:spChg chg="del">
          <ac:chgData name="Mohammed Naseer Sihanas" userId="baf10d46-ca0e-4f93-8b9a-bd1fa4bc7e8f" providerId="ADAL" clId="{86C72FEF-F0B4-480B-A1E9-B0E19539FAD3}" dt="2024-12-21T04:30:01.826" v="456" actId="478"/>
          <ac:spMkLst>
            <pc:docMk/>
            <pc:sldMk cId="3966344777" sldId="261"/>
            <ac:spMk id="26" creationId="{953AD6F5-B2B0-DACD-B09C-642FBD2C399D}"/>
          </ac:spMkLst>
        </pc:spChg>
        <pc:spChg chg="del">
          <ac:chgData name="Mohammed Naseer Sihanas" userId="baf10d46-ca0e-4f93-8b9a-bd1fa4bc7e8f" providerId="ADAL" clId="{86C72FEF-F0B4-480B-A1E9-B0E19539FAD3}" dt="2024-12-21T04:30:01.826" v="456" actId="478"/>
          <ac:spMkLst>
            <pc:docMk/>
            <pc:sldMk cId="3966344777" sldId="261"/>
            <ac:spMk id="27" creationId="{039E5080-72EF-EA53-43CC-FF9EDE457DD4}"/>
          </ac:spMkLst>
        </pc:spChg>
        <pc:spChg chg="add mod">
          <ac:chgData name="Mohammed Naseer Sihanas" userId="baf10d46-ca0e-4f93-8b9a-bd1fa4bc7e8f" providerId="ADAL" clId="{86C72FEF-F0B4-480B-A1E9-B0E19539FAD3}" dt="2024-12-21T11:30:29.175" v="2114" actId="1076"/>
          <ac:spMkLst>
            <pc:docMk/>
            <pc:sldMk cId="3966344777" sldId="261"/>
            <ac:spMk id="30" creationId="{64A7A52E-BD4C-2B29-C203-6EF3CEF11572}"/>
          </ac:spMkLst>
        </pc:spChg>
        <pc:spChg chg="add del">
          <ac:chgData name="Mohammed Naseer Sihanas" userId="baf10d46-ca0e-4f93-8b9a-bd1fa4bc7e8f" providerId="ADAL" clId="{86C72FEF-F0B4-480B-A1E9-B0E19539FAD3}" dt="2024-12-21T11:17:05.291" v="1963" actId="478"/>
          <ac:spMkLst>
            <pc:docMk/>
            <pc:sldMk cId="3966344777" sldId="261"/>
            <ac:spMk id="32" creationId="{F15C1F1A-8C60-2B16-0562-3572ED7263BF}"/>
          </ac:spMkLst>
        </pc:spChg>
        <pc:cxnChg chg="add del mod">
          <ac:chgData name="Mohammed Naseer Sihanas" userId="baf10d46-ca0e-4f93-8b9a-bd1fa4bc7e8f" providerId="ADAL" clId="{86C72FEF-F0B4-480B-A1E9-B0E19539FAD3}" dt="2024-12-21T04:50:46.764" v="958" actId="478"/>
          <ac:cxnSpMkLst>
            <pc:docMk/>
            <pc:sldMk cId="3966344777" sldId="261"/>
            <ac:cxnSpMk id="11" creationId="{766DAF09-D492-2E7F-56C9-F1250ADD3A3D}"/>
          </ac:cxnSpMkLst>
        </pc:cxnChg>
        <pc:cxnChg chg="add mod">
          <ac:chgData name="Mohammed Naseer Sihanas" userId="baf10d46-ca0e-4f93-8b9a-bd1fa4bc7e8f" providerId="ADAL" clId="{86C72FEF-F0B4-480B-A1E9-B0E19539FAD3}" dt="2024-12-21T11:28:59.315" v="2099" actId="1076"/>
          <ac:cxnSpMkLst>
            <pc:docMk/>
            <pc:sldMk cId="3966344777" sldId="261"/>
            <ac:cxnSpMk id="14" creationId="{ADC24D30-7D37-44D8-377F-5926B39C4A08}"/>
          </ac:cxnSpMkLst>
        </pc:cxnChg>
        <pc:cxnChg chg="add mod">
          <ac:chgData name="Mohammed Naseer Sihanas" userId="baf10d46-ca0e-4f93-8b9a-bd1fa4bc7e8f" providerId="ADAL" clId="{86C72FEF-F0B4-480B-A1E9-B0E19539FAD3}" dt="2024-12-21T11:28:02.270" v="2093" actId="14100"/>
          <ac:cxnSpMkLst>
            <pc:docMk/>
            <pc:sldMk cId="3966344777" sldId="261"/>
            <ac:cxnSpMk id="15" creationId="{7D2A4A07-9FA6-2778-2F6D-774D3ADDC2C7}"/>
          </ac:cxnSpMkLst>
        </pc:cxnChg>
        <pc:cxnChg chg="add mod">
          <ac:chgData name="Mohammed Naseer Sihanas" userId="baf10d46-ca0e-4f93-8b9a-bd1fa4bc7e8f" providerId="ADAL" clId="{86C72FEF-F0B4-480B-A1E9-B0E19539FAD3}" dt="2024-12-21T11:30:14.554" v="2110" actId="14100"/>
          <ac:cxnSpMkLst>
            <pc:docMk/>
            <pc:sldMk cId="3966344777" sldId="261"/>
            <ac:cxnSpMk id="19" creationId="{8C11DDC7-856C-D5D6-A014-257541B81BC3}"/>
          </ac:cxnSpMkLst>
        </pc:cxnChg>
        <pc:cxnChg chg="add mod">
          <ac:chgData name="Mohammed Naseer Sihanas" userId="baf10d46-ca0e-4f93-8b9a-bd1fa4bc7e8f" providerId="ADAL" clId="{86C72FEF-F0B4-480B-A1E9-B0E19539FAD3}" dt="2024-12-21T11:30:38.824" v="2116" actId="14100"/>
          <ac:cxnSpMkLst>
            <pc:docMk/>
            <pc:sldMk cId="3966344777" sldId="261"/>
            <ac:cxnSpMk id="26" creationId="{096F3D16-94B6-74D6-8798-CC76EFE9CB40}"/>
          </ac:cxnSpMkLst>
        </pc:cxnChg>
      </pc:sldChg>
      <pc:sldChg chg="del">
        <pc:chgData name="Mohammed Naseer Sihanas" userId="baf10d46-ca0e-4f93-8b9a-bd1fa4bc7e8f" providerId="ADAL" clId="{86C72FEF-F0B4-480B-A1E9-B0E19539FAD3}" dt="2024-12-19T08:22:41.629" v="262" actId="2696"/>
        <pc:sldMkLst>
          <pc:docMk/>
          <pc:sldMk cId="1338395865" sldId="263"/>
        </pc:sldMkLst>
      </pc:sldChg>
      <pc:sldChg chg="modTransition modNotesTx">
        <pc:chgData name="Mohammed Naseer Sihanas" userId="baf10d46-ca0e-4f93-8b9a-bd1fa4bc7e8f" providerId="ADAL" clId="{86C72FEF-F0B4-480B-A1E9-B0E19539FAD3}" dt="2024-12-24T07:23:50.496" v="2232" actId="20577"/>
        <pc:sldMkLst>
          <pc:docMk/>
          <pc:sldMk cId="2660892434" sldId="265"/>
        </pc:sldMkLst>
      </pc:sldChg>
      <pc:sldChg chg="modSp mod modTransition">
        <pc:chgData name="Mohammed Naseer Sihanas" userId="baf10d46-ca0e-4f93-8b9a-bd1fa4bc7e8f" providerId="ADAL" clId="{86C72FEF-F0B4-480B-A1E9-B0E19539FAD3}" dt="2024-12-24T07:19:15.135" v="2219"/>
        <pc:sldMkLst>
          <pc:docMk/>
          <pc:sldMk cId="2558591677" sldId="266"/>
        </pc:sldMkLst>
        <pc:spChg chg="mod">
          <ac:chgData name="Mohammed Naseer Sihanas" userId="baf10d46-ca0e-4f93-8b9a-bd1fa4bc7e8f" providerId="ADAL" clId="{86C72FEF-F0B4-480B-A1E9-B0E19539FAD3}" dt="2024-12-21T10:33:56.389" v="1546" actId="1076"/>
          <ac:spMkLst>
            <pc:docMk/>
            <pc:sldMk cId="2558591677" sldId="266"/>
            <ac:spMk id="2" creationId="{00000000-0000-0000-0000-000000000000}"/>
          </ac:spMkLst>
        </pc:spChg>
      </pc:sldChg>
      <pc:sldChg chg="modSp mod modTransition">
        <pc:chgData name="Mohammed Naseer Sihanas" userId="baf10d46-ca0e-4f93-8b9a-bd1fa4bc7e8f" providerId="ADAL" clId="{86C72FEF-F0B4-480B-A1E9-B0E19539FAD3}" dt="2024-12-24T07:19:15.135" v="2219"/>
        <pc:sldMkLst>
          <pc:docMk/>
          <pc:sldMk cId="1894957646" sldId="267"/>
        </pc:sldMkLst>
        <pc:spChg chg="mod">
          <ac:chgData name="Mohammed Naseer Sihanas" userId="baf10d46-ca0e-4f93-8b9a-bd1fa4bc7e8f" providerId="ADAL" clId="{86C72FEF-F0B4-480B-A1E9-B0E19539FAD3}" dt="2024-12-21T10:35:42.113" v="1555" actId="20577"/>
          <ac:spMkLst>
            <pc:docMk/>
            <pc:sldMk cId="1894957646" sldId="267"/>
            <ac:spMk id="2" creationId="{00000000-0000-0000-0000-000000000000}"/>
          </ac:spMkLst>
        </pc:spChg>
      </pc:sldChg>
      <pc:sldChg chg="del">
        <pc:chgData name="Mohammed Naseer Sihanas" userId="baf10d46-ca0e-4f93-8b9a-bd1fa4bc7e8f" providerId="ADAL" clId="{86C72FEF-F0B4-480B-A1E9-B0E19539FAD3}" dt="2024-12-21T04:59:44.153" v="1025" actId="47"/>
        <pc:sldMkLst>
          <pc:docMk/>
          <pc:sldMk cId="1375064326" sldId="268"/>
        </pc:sldMkLst>
      </pc:sldChg>
      <pc:sldChg chg="del">
        <pc:chgData name="Mohammed Naseer Sihanas" userId="baf10d46-ca0e-4f93-8b9a-bd1fa4bc7e8f" providerId="ADAL" clId="{86C72FEF-F0B4-480B-A1E9-B0E19539FAD3}" dt="2024-12-21T04:59:47.047" v="1026" actId="47"/>
        <pc:sldMkLst>
          <pc:docMk/>
          <pc:sldMk cId="3672480713" sldId="269"/>
        </pc:sldMkLst>
      </pc:sldChg>
      <pc:sldChg chg="del">
        <pc:chgData name="Mohammed Naseer Sihanas" userId="baf10d46-ca0e-4f93-8b9a-bd1fa4bc7e8f" providerId="ADAL" clId="{86C72FEF-F0B4-480B-A1E9-B0E19539FAD3}" dt="2024-12-21T04:59:37.443" v="1024" actId="47"/>
        <pc:sldMkLst>
          <pc:docMk/>
          <pc:sldMk cId="728560859" sldId="271"/>
        </pc:sldMkLst>
      </pc:sldChg>
      <pc:sldChg chg="del">
        <pc:chgData name="Mohammed Naseer Sihanas" userId="baf10d46-ca0e-4f93-8b9a-bd1fa4bc7e8f" providerId="ADAL" clId="{86C72FEF-F0B4-480B-A1E9-B0E19539FAD3}" dt="2024-12-21T04:59:50.163" v="1028" actId="47"/>
        <pc:sldMkLst>
          <pc:docMk/>
          <pc:sldMk cId="1415970124" sldId="272"/>
        </pc:sldMkLst>
      </pc:sldChg>
      <pc:sldChg chg="del">
        <pc:chgData name="Mohammed Naseer Sihanas" userId="baf10d46-ca0e-4f93-8b9a-bd1fa4bc7e8f" providerId="ADAL" clId="{86C72FEF-F0B4-480B-A1E9-B0E19539FAD3}" dt="2024-12-21T05:00:12.725" v="1031" actId="47"/>
        <pc:sldMkLst>
          <pc:docMk/>
          <pc:sldMk cId="421766892" sldId="273"/>
        </pc:sldMkLst>
      </pc:sldChg>
      <pc:sldChg chg="modSp mod modTransition">
        <pc:chgData name="Mohammed Naseer Sihanas" userId="baf10d46-ca0e-4f93-8b9a-bd1fa4bc7e8f" providerId="ADAL" clId="{86C72FEF-F0B4-480B-A1E9-B0E19539FAD3}" dt="2024-12-24T07:19:15.135" v="2219"/>
        <pc:sldMkLst>
          <pc:docMk/>
          <pc:sldMk cId="1625561587" sldId="274"/>
        </pc:sldMkLst>
        <pc:spChg chg="mod">
          <ac:chgData name="Mohammed Naseer Sihanas" userId="baf10d46-ca0e-4f93-8b9a-bd1fa4bc7e8f" providerId="ADAL" clId="{86C72FEF-F0B4-480B-A1E9-B0E19539FAD3}" dt="2024-12-21T10:33:19.542" v="1538" actId="1076"/>
          <ac:spMkLst>
            <pc:docMk/>
            <pc:sldMk cId="1625561587" sldId="274"/>
            <ac:spMk id="2" creationId="{00000000-0000-0000-0000-000000000000}"/>
          </ac:spMkLst>
        </pc:spChg>
      </pc:sldChg>
      <pc:sldChg chg="modSp mod ord modTransition">
        <pc:chgData name="Mohammed Naseer Sihanas" userId="baf10d46-ca0e-4f93-8b9a-bd1fa4bc7e8f" providerId="ADAL" clId="{86C72FEF-F0B4-480B-A1E9-B0E19539FAD3}" dt="2024-12-24T07:19:15.135" v="2219"/>
        <pc:sldMkLst>
          <pc:docMk/>
          <pc:sldMk cId="417698082" sldId="275"/>
        </pc:sldMkLst>
        <pc:spChg chg="mod">
          <ac:chgData name="Mohammed Naseer Sihanas" userId="baf10d46-ca0e-4f93-8b9a-bd1fa4bc7e8f" providerId="ADAL" clId="{86C72FEF-F0B4-480B-A1E9-B0E19539FAD3}" dt="2024-12-21T10:34:21.999" v="1548" actId="20577"/>
          <ac:spMkLst>
            <pc:docMk/>
            <pc:sldMk cId="417698082" sldId="275"/>
            <ac:spMk id="2" creationId="{00000000-0000-0000-0000-000000000000}"/>
          </ac:spMkLst>
        </pc:spChg>
      </pc:sldChg>
      <pc:sldChg chg="del">
        <pc:chgData name="Mohammed Naseer Sihanas" userId="baf10d46-ca0e-4f93-8b9a-bd1fa4bc7e8f" providerId="ADAL" clId="{86C72FEF-F0B4-480B-A1E9-B0E19539FAD3}" dt="2024-12-21T04:59:36.207" v="1023" actId="47"/>
        <pc:sldMkLst>
          <pc:docMk/>
          <pc:sldMk cId="2455035784" sldId="277"/>
        </pc:sldMkLst>
      </pc:sldChg>
      <pc:sldChg chg="del">
        <pc:chgData name="Mohammed Naseer Sihanas" userId="baf10d46-ca0e-4f93-8b9a-bd1fa4bc7e8f" providerId="ADAL" clId="{86C72FEF-F0B4-480B-A1E9-B0E19539FAD3}" dt="2024-12-21T04:59:48.412" v="1027" actId="47"/>
        <pc:sldMkLst>
          <pc:docMk/>
          <pc:sldMk cId="2999461408" sldId="278"/>
        </pc:sldMkLst>
      </pc:sldChg>
      <pc:sldChg chg="del">
        <pc:chgData name="Mohammed Naseer Sihanas" userId="baf10d46-ca0e-4f93-8b9a-bd1fa4bc7e8f" providerId="ADAL" clId="{86C72FEF-F0B4-480B-A1E9-B0E19539FAD3}" dt="2024-12-21T04:59:56.139" v="1030" actId="47"/>
        <pc:sldMkLst>
          <pc:docMk/>
          <pc:sldMk cId="4001053500" sldId="279"/>
        </pc:sldMkLst>
      </pc:sldChg>
      <pc:sldChg chg="addSp delSp modSp mod ord modTransition setBg modNotesTx">
        <pc:chgData name="Mohammed Naseer Sihanas" userId="baf10d46-ca0e-4f93-8b9a-bd1fa4bc7e8f" providerId="ADAL" clId="{86C72FEF-F0B4-480B-A1E9-B0E19539FAD3}" dt="2024-12-24T07:24:15.503" v="2237" actId="20577"/>
        <pc:sldMkLst>
          <pc:docMk/>
          <pc:sldMk cId="2864293341" sldId="281"/>
        </pc:sldMkLst>
        <pc:spChg chg="mod">
          <ac:chgData name="Mohammed Naseer Sihanas" userId="baf10d46-ca0e-4f93-8b9a-bd1fa4bc7e8f" providerId="ADAL" clId="{86C72FEF-F0B4-480B-A1E9-B0E19539FAD3}" dt="2024-12-21T05:35:13.864" v="1204" actId="26606"/>
          <ac:spMkLst>
            <pc:docMk/>
            <pc:sldMk cId="2864293341" sldId="281"/>
            <ac:spMk id="4" creationId="{00000000-0000-0000-0000-000000000000}"/>
          </ac:spMkLst>
        </pc:spChg>
        <pc:spChg chg="mod">
          <ac:chgData name="Mohammed Naseer Sihanas" userId="baf10d46-ca0e-4f93-8b9a-bd1fa4bc7e8f" providerId="ADAL" clId="{86C72FEF-F0B4-480B-A1E9-B0E19539FAD3}" dt="2024-12-21T05:35:13.864" v="1204" actId="26606"/>
          <ac:spMkLst>
            <pc:docMk/>
            <pc:sldMk cId="2864293341" sldId="281"/>
            <ac:spMk id="5" creationId="{00000000-0000-0000-0000-000000000000}"/>
          </ac:spMkLst>
        </pc:spChg>
        <pc:spChg chg="mod">
          <ac:chgData name="Mohammed Naseer Sihanas" userId="baf10d46-ca0e-4f93-8b9a-bd1fa4bc7e8f" providerId="ADAL" clId="{86C72FEF-F0B4-480B-A1E9-B0E19539FAD3}" dt="2024-12-21T05:35:13.864" v="1204" actId="26606"/>
          <ac:spMkLst>
            <pc:docMk/>
            <pc:sldMk cId="2864293341" sldId="281"/>
            <ac:spMk id="6" creationId="{00000000-0000-0000-0000-000000000000}"/>
          </ac:spMkLst>
        </pc:spChg>
        <pc:spChg chg="mod ord">
          <ac:chgData name="Mohammed Naseer Sihanas" userId="baf10d46-ca0e-4f93-8b9a-bd1fa4bc7e8f" providerId="ADAL" clId="{86C72FEF-F0B4-480B-A1E9-B0E19539FAD3}" dt="2024-12-21T05:35:13.864" v="1204" actId="26606"/>
          <ac:spMkLst>
            <pc:docMk/>
            <pc:sldMk cId="2864293341" sldId="281"/>
            <ac:spMk id="10" creationId="{3FF5D812-AA07-E273-C83E-657A723BF81B}"/>
          </ac:spMkLst>
        </pc:spChg>
        <pc:spChg chg="add">
          <ac:chgData name="Mohammed Naseer Sihanas" userId="baf10d46-ca0e-4f93-8b9a-bd1fa4bc7e8f" providerId="ADAL" clId="{86C72FEF-F0B4-480B-A1E9-B0E19539FAD3}" dt="2024-12-21T05:35:13.864" v="1204" actId="26606"/>
          <ac:spMkLst>
            <pc:docMk/>
            <pc:sldMk cId="2864293341" sldId="281"/>
            <ac:spMk id="15" creationId="{A4AC5506-6312-4701-8D3C-40187889A947}"/>
          </ac:spMkLst>
        </pc:spChg>
        <pc:picChg chg="add mod ord">
          <ac:chgData name="Mohammed Naseer Sihanas" userId="baf10d46-ca0e-4f93-8b9a-bd1fa4bc7e8f" providerId="ADAL" clId="{86C72FEF-F0B4-480B-A1E9-B0E19539FAD3}" dt="2024-12-21T05:35:26.773" v="1206" actId="14100"/>
          <ac:picMkLst>
            <pc:docMk/>
            <pc:sldMk cId="2864293341" sldId="281"/>
            <ac:picMk id="3" creationId="{8E06AC0B-EFA7-8E57-8431-FFDB93B33DFA}"/>
          </ac:picMkLst>
        </pc:picChg>
        <pc:picChg chg="del">
          <ac:chgData name="Mohammed Naseer Sihanas" userId="baf10d46-ca0e-4f93-8b9a-bd1fa4bc7e8f" providerId="ADAL" clId="{86C72FEF-F0B4-480B-A1E9-B0E19539FAD3}" dt="2024-12-21T05:35:07.630" v="1202" actId="478"/>
          <ac:picMkLst>
            <pc:docMk/>
            <pc:sldMk cId="2864293341" sldId="281"/>
            <ac:picMk id="9" creationId="{DF6738E4-0560-3EE6-7789-3BD2F17DD9CB}"/>
          </ac:picMkLst>
        </pc:picChg>
      </pc:sldChg>
      <pc:sldChg chg="del">
        <pc:chgData name="Mohammed Naseer Sihanas" userId="baf10d46-ca0e-4f93-8b9a-bd1fa4bc7e8f" providerId="ADAL" clId="{86C72FEF-F0B4-480B-A1E9-B0E19539FAD3}" dt="2024-12-21T04:59:52.053" v="1029" actId="47"/>
        <pc:sldMkLst>
          <pc:docMk/>
          <pc:sldMk cId="3701384054" sldId="282"/>
        </pc:sldMkLst>
      </pc:sldChg>
      <pc:sldChg chg="del">
        <pc:chgData name="Mohammed Naseer Sihanas" userId="baf10d46-ca0e-4f93-8b9a-bd1fa4bc7e8f" providerId="ADAL" clId="{86C72FEF-F0B4-480B-A1E9-B0E19539FAD3}" dt="2024-12-19T08:22:39.178" v="261" actId="2696"/>
        <pc:sldMkLst>
          <pc:docMk/>
          <pc:sldMk cId="4237634195" sldId="283"/>
        </pc:sldMkLst>
      </pc:sldChg>
      <pc:sldChg chg="modTransition">
        <pc:chgData name="Mohammed Naseer Sihanas" userId="baf10d46-ca0e-4f93-8b9a-bd1fa4bc7e8f" providerId="ADAL" clId="{86C72FEF-F0B4-480B-A1E9-B0E19539FAD3}" dt="2024-12-24T07:19:15.135" v="2219"/>
        <pc:sldMkLst>
          <pc:docMk/>
          <pc:sldMk cId="3618522434" sldId="285"/>
        </pc:sldMkLst>
      </pc:sldChg>
      <pc:sldChg chg="modSp mod ord modTransition">
        <pc:chgData name="Mohammed Naseer Sihanas" userId="baf10d46-ca0e-4f93-8b9a-bd1fa4bc7e8f" providerId="ADAL" clId="{86C72FEF-F0B4-480B-A1E9-B0E19539FAD3}" dt="2024-12-24T07:19:15.135" v="2219"/>
        <pc:sldMkLst>
          <pc:docMk/>
          <pc:sldMk cId="3153658787" sldId="288"/>
        </pc:sldMkLst>
        <pc:spChg chg="mod">
          <ac:chgData name="Mohammed Naseer Sihanas" userId="baf10d46-ca0e-4f93-8b9a-bd1fa4bc7e8f" providerId="ADAL" clId="{86C72FEF-F0B4-480B-A1E9-B0E19539FAD3}" dt="2024-12-21T11:32:58.340" v="2138" actId="20577"/>
          <ac:spMkLst>
            <pc:docMk/>
            <pc:sldMk cId="3153658787" sldId="288"/>
            <ac:spMk id="3" creationId="{00000000-0000-0000-0000-000000000000}"/>
          </ac:spMkLst>
        </pc:spChg>
      </pc:sldChg>
      <pc:sldChg chg="del">
        <pc:chgData name="Mohammed Naseer Sihanas" userId="baf10d46-ca0e-4f93-8b9a-bd1fa4bc7e8f" providerId="ADAL" clId="{86C72FEF-F0B4-480B-A1E9-B0E19539FAD3}" dt="2024-12-21T05:00:25.253" v="1032" actId="47"/>
        <pc:sldMkLst>
          <pc:docMk/>
          <pc:sldMk cId="3135003794" sldId="290"/>
        </pc:sldMkLst>
      </pc:sldChg>
      <pc:sldChg chg="addSp modSp mod ord modTransition modNotesTx">
        <pc:chgData name="Mohammed Naseer Sihanas" userId="baf10d46-ca0e-4f93-8b9a-bd1fa4bc7e8f" providerId="ADAL" clId="{86C72FEF-F0B4-480B-A1E9-B0E19539FAD3}" dt="2024-12-24T07:23:00.918" v="2226" actId="20577"/>
        <pc:sldMkLst>
          <pc:docMk/>
          <pc:sldMk cId="3708950606" sldId="291"/>
        </pc:sldMkLst>
        <pc:spChg chg="add mod">
          <ac:chgData name="Mohammed Naseer Sihanas" userId="baf10d46-ca0e-4f93-8b9a-bd1fa4bc7e8f" providerId="ADAL" clId="{86C72FEF-F0B4-480B-A1E9-B0E19539FAD3}" dt="2024-12-21T11:14:34.365" v="1961" actId="1035"/>
          <ac:spMkLst>
            <pc:docMk/>
            <pc:sldMk cId="3708950606" sldId="291"/>
            <ac:spMk id="7" creationId="{7D785A9F-DFAB-E550-39EF-DC0335D94DBE}"/>
          </ac:spMkLst>
        </pc:spChg>
        <pc:spChg chg="add mod">
          <ac:chgData name="Mohammed Naseer Sihanas" userId="baf10d46-ca0e-4f93-8b9a-bd1fa4bc7e8f" providerId="ADAL" clId="{86C72FEF-F0B4-480B-A1E9-B0E19539FAD3}" dt="2024-12-21T11:14:34.365" v="1961" actId="1035"/>
          <ac:spMkLst>
            <pc:docMk/>
            <pc:sldMk cId="3708950606" sldId="291"/>
            <ac:spMk id="8" creationId="{C142BEB6-17E2-9E6B-2F3E-816A758A5DF3}"/>
          </ac:spMkLst>
        </pc:spChg>
        <pc:spChg chg="mod">
          <ac:chgData name="Mohammed Naseer Sihanas" userId="baf10d46-ca0e-4f93-8b9a-bd1fa4bc7e8f" providerId="ADAL" clId="{86C72FEF-F0B4-480B-A1E9-B0E19539FAD3}" dt="2024-12-21T11:07:30.013" v="1834" actId="20577"/>
          <ac:spMkLst>
            <pc:docMk/>
            <pc:sldMk cId="3708950606" sldId="291"/>
            <ac:spMk id="12" creationId="{F09930CF-904E-D92B-36F2-922655B2D191}"/>
          </ac:spMkLst>
        </pc:spChg>
        <pc:spChg chg="mod">
          <ac:chgData name="Mohammed Naseer Sihanas" userId="baf10d46-ca0e-4f93-8b9a-bd1fa4bc7e8f" providerId="ADAL" clId="{86C72FEF-F0B4-480B-A1E9-B0E19539FAD3}" dt="2024-12-21T11:10:25.915" v="1887" actId="1076"/>
          <ac:spMkLst>
            <pc:docMk/>
            <pc:sldMk cId="3708950606" sldId="291"/>
            <ac:spMk id="14" creationId="{530CBEF5-F6D6-56A6-48EE-3FC9F169EA45}"/>
          </ac:spMkLst>
        </pc:spChg>
        <pc:graphicFrameChg chg="add mod modGraphic">
          <ac:chgData name="Mohammed Naseer Sihanas" userId="baf10d46-ca0e-4f93-8b9a-bd1fa4bc7e8f" providerId="ADAL" clId="{86C72FEF-F0B4-480B-A1E9-B0E19539FAD3}" dt="2024-12-21T11:14:34.365" v="1961" actId="1035"/>
          <ac:graphicFrameMkLst>
            <pc:docMk/>
            <pc:sldMk cId="3708950606" sldId="291"/>
            <ac:graphicFrameMk id="2" creationId="{CD5782D6-0182-4565-8DF0-B9DD8925CC9F}"/>
          </ac:graphicFrameMkLst>
        </pc:graphicFrameChg>
      </pc:sldChg>
      <pc:sldChg chg="modSp mod modTransition">
        <pc:chgData name="Mohammed Naseer Sihanas" userId="baf10d46-ca0e-4f93-8b9a-bd1fa4bc7e8f" providerId="ADAL" clId="{86C72FEF-F0B4-480B-A1E9-B0E19539FAD3}" dt="2024-12-24T07:19:15.135" v="2219"/>
        <pc:sldMkLst>
          <pc:docMk/>
          <pc:sldMk cId="811265389" sldId="292"/>
        </pc:sldMkLst>
        <pc:spChg chg="mod">
          <ac:chgData name="Mohammed Naseer Sihanas" userId="baf10d46-ca0e-4f93-8b9a-bd1fa4bc7e8f" providerId="ADAL" clId="{86C72FEF-F0B4-480B-A1E9-B0E19539FAD3}" dt="2024-12-21T10:33:26.396" v="1539" actId="1076"/>
          <ac:spMkLst>
            <pc:docMk/>
            <pc:sldMk cId="811265389" sldId="292"/>
            <ac:spMk id="2" creationId="{00000000-0000-0000-0000-000000000000}"/>
          </ac:spMkLst>
        </pc:spChg>
      </pc:sldChg>
      <pc:sldChg chg="addSp delSp modSp mod modTransition modNotesTx">
        <pc:chgData name="Mohammed Naseer Sihanas" userId="baf10d46-ca0e-4f93-8b9a-bd1fa4bc7e8f" providerId="ADAL" clId="{86C72FEF-F0B4-480B-A1E9-B0E19539FAD3}" dt="2024-12-24T07:22:45.495" v="2223" actId="20577"/>
        <pc:sldMkLst>
          <pc:docMk/>
          <pc:sldMk cId="1162202113" sldId="293"/>
        </pc:sldMkLst>
        <pc:spChg chg="add del mod">
          <ac:chgData name="Mohammed Naseer Sihanas" userId="baf10d46-ca0e-4f93-8b9a-bd1fa4bc7e8f" providerId="ADAL" clId="{86C72FEF-F0B4-480B-A1E9-B0E19539FAD3}" dt="2024-12-19T05:04:37.721" v="217" actId="478"/>
          <ac:spMkLst>
            <pc:docMk/>
            <pc:sldMk cId="1162202113" sldId="293"/>
            <ac:spMk id="2" creationId="{CEB31AF7-9DA2-3E2A-9CBB-E4A4CAFFC211}"/>
          </ac:spMkLst>
        </pc:spChg>
        <pc:spChg chg="add mod">
          <ac:chgData name="Mohammed Naseer Sihanas" userId="baf10d46-ca0e-4f93-8b9a-bd1fa4bc7e8f" providerId="ADAL" clId="{86C72FEF-F0B4-480B-A1E9-B0E19539FAD3}" dt="2024-12-19T05:06:45.317" v="231" actId="1076"/>
          <ac:spMkLst>
            <pc:docMk/>
            <pc:sldMk cId="1162202113" sldId="293"/>
            <ac:spMk id="3" creationId="{32E1BD30-CAB7-BAB7-5DA9-B3C8519C915B}"/>
          </ac:spMkLst>
        </pc:spChg>
        <pc:spChg chg="del">
          <ac:chgData name="Mohammed Naseer Sihanas" userId="baf10d46-ca0e-4f93-8b9a-bd1fa4bc7e8f" providerId="ADAL" clId="{86C72FEF-F0B4-480B-A1E9-B0E19539FAD3}" dt="2024-12-19T05:03:46.678" v="209" actId="478"/>
          <ac:spMkLst>
            <pc:docMk/>
            <pc:sldMk cId="1162202113" sldId="293"/>
            <ac:spMk id="8" creationId="{D540D9C5-63BD-87DD-A593-5C7AEB55E9F5}"/>
          </ac:spMkLst>
        </pc:spChg>
        <pc:picChg chg="add mod">
          <ac:chgData name="Mohammed Naseer Sihanas" userId="baf10d46-ca0e-4f93-8b9a-bd1fa4bc7e8f" providerId="ADAL" clId="{86C72FEF-F0B4-480B-A1E9-B0E19539FAD3}" dt="2024-12-19T05:08:34.264" v="239" actId="1076"/>
          <ac:picMkLst>
            <pc:docMk/>
            <pc:sldMk cId="1162202113" sldId="293"/>
            <ac:picMk id="9" creationId="{3A5A9065-88BA-D135-576C-6E66E073C5DB}"/>
          </ac:picMkLst>
        </pc:picChg>
      </pc:sldChg>
      <pc:sldChg chg="modSp add mod ord modTransition">
        <pc:chgData name="Mohammed Naseer Sihanas" userId="baf10d46-ca0e-4f93-8b9a-bd1fa4bc7e8f" providerId="ADAL" clId="{86C72FEF-F0B4-480B-A1E9-B0E19539FAD3}" dt="2024-12-24T07:19:15.135" v="2219"/>
        <pc:sldMkLst>
          <pc:docMk/>
          <pc:sldMk cId="1990318614" sldId="294"/>
        </pc:sldMkLst>
        <pc:spChg chg="mod">
          <ac:chgData name="Mohammed Naseer Sihanas" userId="baf10d46-ca0e-4f93-8b9a-bd1fa4bc7e8f" providerId="ADAL" clId="{86C72FEF-F0B4-480B-A1E9-B0E19539FAD3}" dt="2024-12-19T08:51:20.782" v="384" actId="20577"/>
          <ac:spMkLst>
            <pc:docMk/>
            <pc:sldMk cId="1990318614" sldId="294"/>
            <ac:spMk id="2" creationId="{2A099F20-3F2D-A8FB-3130-403F2981627C}"/>
          </ac:spMkLst>
        </pc:spChg>
      </pc:sldChg>
      <pc:sldChg chg="addSp delSp modSp add mod ord modTransition modNotesTx">
        <pc:chgData name="Mohammed Naseer Sihanas" userId="baf10d46-ca0e-4f93-8b9a-bd1fa4bc7e8f" providerId="ADAL" clId="{86C72FEF-F0B4-480B-A1E9-B0E19539FAD3}" dt="2024-12-24T07:22:57.742" v="2225" actId="20577"/>
        <pc:sldMkLst>
          <pc:docMk/>
          <pc:sldMk cId="1759449543" sldId="295"/>
        </pc:sldMkLst>
        <pc:spChg chg="del mod">
          <ac:chgData name="Mohammed Naseer Sihanas" userId="baf10d46-ca0e-4f93-8b9a-bd1fa4bc7e8f" providerId="ADAL" clId="{86C72FEF-F0B4-480B-A1E9-B0E19539FAD3}" dt="2024-12-19T08:47:59.808" v="361" actId="478"/>
          <ac:spMkLst>
            <pc:docMk/>
            <pc:sldMk cId="1759449543" sldId="295"/>
            <ac:spMk id="3" creationId="{F62895B8-0CC5-012B-5858-414ED72750A4}"/>
          </ac:spMkLst>
        </pc:spChg>
        <pc:spChg chg="add del mod">
          <ac:chgData name="Mohammed Naseer Sihanas" userId="baf10d46-ca0e-4f93-8b9a-bd1fa4bc7e8f" providerId="ADAL" clId="{86C72FEF-F0B4-480B-A1E9-B0E19539FAD3}" dt="2024-12-19T08:48:03.846" v="362" actId="478"/>
          <ac:spMkLst>
            <pc:docMk/>
            <pc:sldMk cId="1759449543" sldId="295"/>
            <ac:spMk id="8" creationId="{2346420A-1D84-8732-341B-1D3268AAB10F}"/>
          </ac:spMkLst>
        </pc:spChg>
        <pc:graphicFrameChg chg="add mod modGraphic">
          <ac:chgData name="Mohammed Naseer Sihanas" userId="baf10d46-ca0e-4f93-8b9a-bd1fa4bc7e8f" providerId="ADAL" clId="{86C72FEF-F0B4-480B-A1E9-B0E19539FAD3}" dt="2024-12-22T05:35:51.318" v="2139" actId="207"/>
          <ac:graphicFrameMkLst>
            <pc:docMk/>
            <pc:sldMk cId="1759449543" sldId="295"/>
            <ac:graphicFrameMk id="2" creationId="{5002578D-F2FE-FD77-0C41-44DA3A48845A}"/>
          </ac:graphicFrameMkLst>
        </pc:graphicFrameChg>
      </pc:sldChg>
      <pc:sldChg chg="addSp delSp modSp add mod modTransition">
        <pc:chgData name="Mohammed Naseer Sihanas" userId="baf10d46-ca0e-4f93-8b9a-bd1fa4bc7e8f" providerId="ADAL" clId="{86C72FEF-F0B4-480B-A1E9-B0E19539FAD3}" dt="2024-12-24T07:19:15.135" v="2219"/>
        <pc:sldMkLst>
          <pc:docMk/>
          <pc:sldMk cId="1791928449" sldId="296"/>
        </pc:sldMkLst>
        <pc:spChg chg="del">
          <ac:chgData name="Mohammed Naseer Sihanas" userId="baf10d46-ca0e-4f93-8b9a-bd1fa4bc7e8f" providerId="ADAL" clId="{86C72FEF-F0B4-480B-A1E9-B0E19539FAD3}" dt="2024-12-21T05:07:25.854" v="1036" actId="478"/>
          <ac:spMkLst>
            <pc:docMk/>
            <pc:sldMk cId="1791928449" sldId="296"/>
            <ac:spMk id="2" creationId="{E387D842-605A-31AA-6677-1B6638DC6FCA}"/>
          </ac:spMkLst>
        </pc:spChg>
        <pc:spChg chg="add del mod">
          <ac:chgData name="Mohammed Naseer Sihanas" userId="baf10d46-ca0e-4f93-8b9a-bd1fa4bc7e8f" providerId="ADAL" clId="{86C72FEF-F0B4-480B-A1E9-B0E19539FAD3}" dt="2024-12-21T05:07:28.267" v="1037" actId="478"/>
          <ac:spMkLst>
            <pc:docMk/>
            <pc:sldMk cId="1791928449" sldId="296"/>
            <ac:spMk id="7" creationId="{BA7844F0-EA1F-65F6-53C7-36F098539196}"/>
          </ac:spMkLst>
        </pc:spChg>
        <pc:spChg chg="add del mod">
          <ac:chgData name="Mohammed Naseer Sihanas" userId="baf10d46-ca0e-4f93-8b9a-bd1fa4bc7e8f" providerId="ADAL" clId="{86C72FEF-F0B4-480B-A1E9-B0E19539FAD3}" dt="2024-12-21T05:07:58.436" v="1043" actId="478"/>
          <ac:spMkLst>
            <pc:docMk/>
            <pc:sldMk cId="1791928449" sldId="296"/>
            <ac:spMk id="9" creationId="{2C630A5C-6A78-E4B2-9BCD-6394B1913294}"/>
          </ac:spMkLst>
        </pc:spChg>
        <pc:graphicFrameChg chg="add del">
          <ac:chgData name="Mohammed Naseer Sihanas" userId="baf10d46-ca0e-4f93-8b9a-bd1fa4bc7e8f" providerId="ADAL" clId="{86C72FEF-F0B4-480B-A1E9-B0E19539FAD3}" dt="2024-12-21T05:07:54.877" v="1041" actId="478"/>
          <ac:graphicFrameMkLst>
            <pc:docMk/>
            <pc:sldMk cId="1791928449" sldId="296"/>
            <ac:graphicFrameMk id="10" creationId="{4DA6CB95-991D-FA78-B065-BF2A596F0821}"/>
          </ac:graphicFrameMkLst>
        </pc:graphicFrameChg>
        <pc:graphicFrameChg chg="add del mod modGraphic">
          <ac:chgData name="Mohammed Naseer Sihanas" userId="baf10d46-ca0e-4f93-8b9a-bd1fa4bc7e8f" providerId="ADAL" clId="{86C72FEF-F0B4-480B-A1E9-B0E19539FAD3}" dt="2024-12-21T05:09:56.771" v="1091" actId="478"/>
          <ac:graphicFrameMkLst>
            <pc:docMk/>
            <pc:sldMk cId="1791928449" sldId="296"/>
            <ac:graphicFrameMk id="11" creationId="{6F13F9FE-3E37-A56F-340C-6A9CF7D61314}"/>
          </ac:graphicFrameMkLst>
        </pc:graphicFrameChg>
        <pc:graphicFrameChg chg="add mod modGraphic">
          <ac:chgData name="Mohammed Naseer Sihanas" userId="baf10d46-ca0e-4f93-8b9a-bd1fa4bc7e8f" providerId="ADAL" clId="{86C72FEF-F0B4-480B-A1E9-B0E19539FAD3}" dt="2024-12-21T05:15:04.591" v="1200" actId="14734"/>
          <ac:graphicFrameMkLst>
            <pc:docMk/>
            <pc:sldMk cId="1791928449" sldId="296"/>
            <ac:graphicFrameMk id="12" creationId="{3D9AE9B7-978B-A269-5185-7E021B6C8CD3}"/>
          </ac:graphicFrameMkLst>
        </pc:graphicFrameChg>
      </pc:sldChg>
      <pc:sldChg chg="add del">
        <pc:chgData name="Mohammed Naseer Sihanas" userId="baf10d46-ca0e-4f93-8b9a-bd1fa4bc7e8f" providerId="ADAL" clId="{86C72FEF-F0B4-480B-A1E9-B0E19539FAD3}" dt="2024-12-19T08:54:54.774" v="386" actId="47"/>
        <pc:sldMkLst>
          <pc:docMk/>
          <pc:sldMk cId="2932710673" sldId="296"/>
        </pc:sldMkLst>
      </pc:sldChg>
      <pc:sldChg chg="modSp add mod ord modTransition">
        <pc:chgData name="Mohammed Naseer Sihanas" userId="baf10d46-ca0e-4f93-8b9a-bd1fa4bc7e8f" providerId="ADAL" clId="{86C72FEF-F0B4-480B-A1E9-B0E19539FAD3}" dt="2024-12-24T07:19:15.135" v="2219"/>
        <pc:sldMkLst>
          <pc:docMk/>
          <pc:sldMk cId="496107295" sldId="297"/>
        </pc:sldMkLst>
        <pc:spChg chg="mod">
          <ac:chgData name="Mohammed Naseer Sihanas" userId="baf10d46-ca0e-4f93-8b9a-bd1fa4bc7e8f" providerId="ADAL" clId="{86C72FEF-F0B4-480B-A1E9-B0E19539FAD3}" dt="2024-12-21T10:34:34.027" v="1549" actId="1076"/>
          <ac:spMkLst>
            <pc:docMk/>
            <pc:sldMk cId="496107295" sldId="297"/>
            <ac:spMk id="2" creationId="{CDC37EE8-012C-32CC-F3F0-86E640DDD220}"/>
          </ac:spMkLst>
        </pc:spChg>
      </pc:sldChg>
      <pc:sldChg chg="addSp delSp modSp add mod ord modTransition setBg modNotesTx">
        <pc:chgData name="Mohammed Naseer Sihanas" userId="baf10d46-ca0e-4f93-8b9a-bd1fa4bc7e8f" providerId="ADAL" clId="{86C72FEF-F0B4-480B-A1E9-B0E19539FAD3}" dt="2024-12-24T07:23:06.240" v="2227" actId="20577"/>
        <pc:sldMkLst>
          <pc:docMk/>
          <pc:sldMk cId="3136324813" sldId="298"/>
        </pc:sldMkLst>
        <pc:spChg chg="mod">
          <ac:chgData name="Mohammed Naseer Sihanas" userId="baf10d46-ca0e-4f93-8b9a-bd1fa4bc7e8f" providerId="ADAL" clId="{86C72FEF-F0B4-480B-A1E9-B0E19539FAD3}" dt="2024-12-21T07:40:30.467" v="1301" actId="26606"/>
          <ac:spMkLst>
            <pc:docMk/>
            <pc:sldMk cId="3136324813" sldId="298"/>
            <ac:spMk id="4" creationId="{EB1C8136-BA0C-5D0B-8A9C-286153FCDD5F}"/>
          </ac:spMkLst>
        </pc:spChg>
        <pc:spChg chg="mod">
          <ac:chgData name="Mohammed Naseer Sihanas" userId="baf10d46-ca0e-4f93-8b9a-bd1fa4bc7e8f" providerId="ADAL" clId="{86C72FEF-F0B4-480B-A1E9-B0E19539FAD3}" dt="2024-12-21T07:40:30.467" v="1301" actId="26606"/>
          <ac:spMkLst>
            <pc:docMk/>
            <pc:sldMk cId="3136324813" sldId="298"/>
            <ac:spMk id="5" creationId="{BD1F724E-E87D-7AAC-7D72-DE4C1B4C9425}"/>
          </ac:spMkLst>
        </pc:spChg>
        <pc:spChg chg="mod">
          <ac:chgData name="Mohammed Naseer Sihanas" userId="baf10d46-ca0e-4f93-8b9a-bd1fa4bc7e8f" providerId="ADAL" clId="{86C72FEF-F0B4-480B-A1E9-B0E19539FAD3}" dt="2024-12-21T07:40:30.467" v="1301" actId="26606"/>
          <ac:spMkLst>
            <pc:docMk/>
            <pc:sldMk cId="3136324813" sldId="298"/>
            <ac:spMk id="6" creationId="{89CF1681-04DE-2188-44BD-BA7632786236}"/>
          </ac:spMkLst>
        </pc:spChg>
        <pc:spChg chg="add del">
          <ac:chgData name="Mohammed Naseer Sihanas" userId="baf10d46-ca0e-4f93-8b9a-bd1fa4bc7e8f" providerId="ADAL" clId="{86C72FEF-F0B4-480B-A1E9-B0E19539FAD3}" dt="2024-12-21T07:39:05.445" v="1257" actId="26606"/>
          <ac:spMkLst>
            <pc:docMk/>
            <pc:sldMk cId="3136324813" sldId="298"/>
            <ac:spMk id="11" creationId="{8B089790-F4B6-46A7-BB28-7B74A9A9EFDC}"/>
          </ac:spMkLst>
        </pc:spChg>
        <pc:spChg chg="del">
          <ac:chgData name="Mohammed Naseer Sihanas" userId="baf10d46-ca0e-4f93-8b9a-bd1fa4bc7e8f" providerId="ADAL" clId="{86C72FEF-F0B4-480B-A1E9-B0E19539FAD3}" dt="2024-12-21T07:36:15.379" v="1252" actId="478"/>
          <ac:spMkLst>
            <pc:docMk/>
            <pc:sldMk cId="3136324813" sldId="298"/>
            <ac:spMk id="12" creationId="{F8519011-FBF7-6AFD-D8AD-EC340E0BEF3F}"/>
          </ac:spMkLst>
        </pc:spChg>
        <pc:spChg chg="del">
          <ac:chgData name="Mohammed Naseer Sihanas" userId="baf10d46-ca0e-4f93-8b9a-bd1fa4bc7e8f" providerId="ADAL" clId="{86C72FEF-F0B4-480B-A1E9-B0E19539FAD3}" dt="2024-12-21T07:36:19.665" v="1253" actId="478"/>
          <ac:spMkLst>
            <pc:docMk/>
            <pc:sldMk cId="3136324813" sldId="298"/>
            <ac:spMk id="14" creationId="{1E9E12B0-45C6-3706-84EF-30359F1D5D7E}"/>
          </ac:spMkLst>
        </pc:spChg>
        <pc:spChg chg="add del">
          <ac:chgData name="Mohammed Naseer Sihanas" userId="baf10d46-ca0e-4f93-8b9a-bd1fa4bc7e8f" providerId="ADAL" clId="{86C72FEF-F0B4-480B-A1E9-B0E19539FAD3}" dt="2024-12-21T07:39:09.408" v="1259" actId="26606"/>
          <ac:spMkLst>
            <pc:docMk/>
            <pc:sldMk cId="3136324813" sldId="298"/>
            <ac:spMk id="19" creationId="{7BDAC5B6-20CE-447F-8BA1-F2274AC7AE5B}"/>
          </ac:spMkLst>
        </pc:spChg>
        <pc:spChg chg="add del">
          <ac:chgData name="Mohammed Naseer Sihanas" userId="baf10d46-ca0e-4f93-8b9a-bd1fa4bc7e8f" providerId="ADAL" clId="{86C72FEF-F0B4-480B-A1E9-B0E19539FAD3}" dt="2024-12-21T07:39:09.408" v="1259" actId="26606"/>
          <ac:spMkLst>
            <pc:docMk/>
            <pc:sldMk cId="3136324813" sldId="298"/>
            <ac:spMk id="20" creationId="{D1D22B31-BF8F-446B-9009-8A251FB177CB}"/>
          </ac:spMkLst>
        </pc:spChg>
        <pc:spChg chg="add del">
          <ac:chgData name="Mohammed Naseer Sihanas" userId="baf10d46-ca0e-4f93-8b9a-bd1fa4bc7e8f" providerId="ADAL" clId="{86C72FEF-F0B4-480B-A1E9-B0E19539FAD3}" dt="2024-12-21T07:40:30.467" v="1301" actId="26606"/>
          <ac:spMkLst>
            <pc:docMk/>
            <pc:sldMk cId="3136324813" sldId="298"/>
            <ac:spMk id="22" creationId="{42A4FC2C-047E-45A5-965D-8E1E3BF09BC6}"/>
          </ac:spMkLst>
        </pc:spChg>
        <pc:grpChg chg="add del">
          <ac:chgData name="Mohammed Naseer Sihanas" userId="baf10d46-ca0e-4f93-8b9a-bd1fa4bc7e8f" providerId="ADAL" clId="{86C72FEF-F0B4-480B-A1E9-B0E19539FAD3}" dt="2024-12-21T07:39:05.445" v="1257" actId="26606"/>
          <ac:grpSpMkLst>
            <pc:docMk/>
            <pc:sldMk cId="3136324813" sldId="298"/>
            <ac:grpSpMk id="13" creationId="{9DE3F54D-33BC-4382-A2AB-5E002F0F1166}"/>
          </ac:grpSpMkLst>
        </pc:grpChg>
        <pc:picChg chg="add mod ord">
          <ac:chgData name="Mohammed Naseer Sihanas" userId="baf10d46-ca0e-4f93-8b9a-bd1fa4bc7e8f" providerId="ADAL" clId="{86C72FEF-F0B4-480B-A1E9-B0E19539FAD3}" dt="2024-12-21T07:49:03.882" v="1329" actId="1076"/>
          <ac:picMkLst>
            <pc:docMk/>
            <pc:sldMk cId="3136324813" sldId="298"/>
            <ac:picMk id="3" creationId="{582DD345-4B04-6372-FCB8-4F856B683177}"/>
          </ac:picMkLst>
        </pc:picChg>
        <pc:picChg chg="add mod">
          <ac:chgData name="Mohammed Naseer Sihanas" userId="baf10d46-ca0e-4f93-8b9a-bd1fa4bc7e8f" providerId="ADAL" clId="{86C72FEF-F0B4-480B-A1E9-B0E19539FAD3}" dt="2024-12-21T07:47:51.105" v="1307"/>
          <ac:picMkLst>
            <pc:docMk/>
            <pc:sldMk cId="3136324813" sldId="298"/>
            <ac:picMk id="7" creationId="{B1F9980F-257A-700E-7AEE-7D3661A5B573}"/>
          </ac:picMkLst>
        </pc:picChg>
        <pc:picChg chg="add mod">
          <ac:chgData name="Mohammed Naseer Sihanas" userId="baf10d46-ca0e-4f93-8b9a-bd1fa4bc7e8f" providerId="ADAL" clId="{86C72FEF-F0B4-480B-A1E9-B0E19539FAD3}" dt="2024-12-21T07:47:50.441" v="1306"/>
          <ac:picMkLst>
            <pc:docMk/>
            <pc:sldMk cId="3136324813" sldId="298"/>
            <ac:picMk id="9" creationId="{BAB50337-BFA7-5585-0194-EDC4D931EA65}"/>
          </ac:picMkLst>
        </pc:picChg>
      </pc:sldChg>
      <pc:sldChg chg="addSp delSp modSp add del mod">
        <pc:chgData name="Mohammed Naseer Sihanas" userId="baf10d46-ca0e-4f93-8b9a-bd1fa4bc7e8f" providerId="ADAL" clId="{86C72FEF-F0B4-480B-A1E9-B0E19539FAD3}" dt="2024-12-21T07:40:28.898" v="1300" actId="2890"/>
        <pc:sldMkLst>
          <pc:docMk/>
          <pc:sldMk cId="1520233096" sldId="299"/>
        </pc:sldMkLst>
        <pc:spChg chg="add del">
          <ac:chgData name="Mohammed Naseer Sihanas" userId="baf10d46-ca0e-4f93-8b9a-bd1fa4bc7e8f" providerId="ADAL" clId="{86C72FEF-F0B4-480B-A1E9-B0E19539FAD3}" dt="2024-12-21T07:40:25.885" v="1295" actId="26606"/>
          <ac:spMkLst>
            <pc:docMk/>
            <pc:sldMk cId="1520233096" sldId="299"/>
            <ac:spMk id="22" creationId="{588A595E-9A64-F98C-F33E-3FC73E749BAC}"/>
          </ac:spMkLst>
        </pc:spChg>
        <pc:spChg chg="add del">
          <ac:chgData name="Mohammed Naseer Sihanas" userId="baf10d46-ca0e-4f93-8b9a-bd1fa4bc7e8f" providerId="ADAL" clId="{86C72FEF-F0B4-480B-A1E9-B0E19539FAD3}" dt="2024-12-21T07:40:25.885" v="1295" actId="26606"/>
          <ac:spMkLst>
            <pc:docMk/>
            <pc:sldMk cId="1520233096" sldId="299"/>
            <ac:spMk id="27" creationId="{42A4FC2C-047E-45A5-965D-8E1E3BF09BC6}"/>
          </ac:spMkLst>
        </pc:spChg>
        <pc:picChg chg="add del">
          <ac:chgData name="Mohammed Naseer Sihanas" userId="baf10d46-ca0e-4f93-8b9a-bd1fa4bc7e8f" providerId="ADAL" clId="{86C72FEF-F0B4-480B-A1E9-B0E19539FAD3}" dt="2024-12-21T07:40:27.353" v="1298" actId="478"/>
          <ac:picMkLst>
            <pc:docMk/>
            <pc:sldMk cId="1520233096" sldId="299"/>
            <ac:picMk id="3" creationId="{9D5FC534-8611-19C4-FAB6-22F3017215F2}"/>
          </ac:picMkLst>
        </pc:picChg>
        <pc:picChg chg="add mod ord">
          <ac:chgData name="Mohammed Naseer Sihanas" userId="baf10d46-ca0e-4f93-8b9a-bd1fa4bc7e8f" providerId="ADAL" clId="{86C72FEF-F0B4-480B-A1E9-B0E19539FAD3}" dt="2024-12-21T07:40:26.574" v="1297" actId="931"/>
          <ac:picMkLst>
            <pc:docMk/>
            <pc:sldMk cId="1520233096" sldId="299"/>
            <ac:picMk id="7" creationId="{D795AC69-B9A1-B8CB-94C2-39C599A5E96A}"/>
          </ac:picMkLst>
        </pc:picChg>
      </pc:sldChg>
      <pc:sldChg chg="addSp delSp modSp add mod ord modTransition modNotesTx">
        <pc:chgData name="Mohammed Naseer Sihanas" userId="baf10d46-ca0e-4f93-8b9a-bd1fa4bc7e8f" providerId="ADAL" clId="{86C72FEF-F0B4-480B-A1E9-B0E19539FAD3}" dt="2024-12-24T07:23:08.674" v="2228" actId="20577"/>
        <pc:sldMkLst>
          <pc:docMk/>
          <pc:sldMk cId="3869684852" sldId="299"/>
        </pc:sldMkLst>
        <pc:picChg chg="del">
          <ac:chgData name="Mohammed Naseer Sihanas" userId="baf10d46-ca0e-4f93-8b9a-bd1fa4bc7e8f" providerId="ADAL" clId="{86C72FEF-F0B4-480B-A1E9-B0E19539FAD3}" dt="2024-12-21T07:48:51.623" v="1328" actId="478"/>
          <ac:picMkLst>
            <pc:docMk/>
            <pc:sldMk cId="3869684852" sldId="299"/>
            <ac:picMk id="3" creationId="{CA3738B3-3A69-3FF1-A207-EA1679083DCA}"/>
          </ac:picMkLst>
        </pc:picChg>
        <pc:picChg chg="add mod">
          <ac:chgData name="Mohammed Naseer Sihanas" userId="baf10d46-ca0e-4f93-8b9a-bd1fa4bc7e8f" providerId="ADAL" clId="{86C72FEF-F0B4-480B-A1E9-B0E19539FAD3}" dt="2024-12-21T10:35:10.672" v="1552" actId="2085"/>
          <ac:picMkLst>
            <pc:docMk/>
            <pc:sldMk cId="3869684852" sldId="299"/>
            <ac:picMk id="7" creationId="{108633AE-33E6-A60B-9A19-A2CC0C3E1CC7}"/>
          </ac:picMkLst>
        </pc:picChg>
      </pc:sldChg>
      <pc:sldChg chg="addSp delSp modSp add del mod">
        <pc:chgData name="Mohammed Naseer Sihanas" userId="baf10d46-ca0e-4f93-8b9a-bd1fa4bc7e8f" providerId="ADAL" clId="{86C72FEF-F0B4-480B-A1E9-B0E19539FAD3}" dt="2024-12-21T07:40:28.115" v="1299" actId="2890"/>
        <pc:sldMkLst>
          <pc:docMk/>
          <pc:sldMk cId="2483538039" sldId="300"/>
        </pc:sldMkLst>
        <pc:spChg chg="add del">
          <ac:chgData name="Mohammed Naseer Sihanas" userId="baf10d46-ca0e-4f93-8b9a-bd1fa4bc7e8f" providerId="ADAL" clId="{86C72FEF-F0B4-480B-A1E9-B0E19539FAD3}" dt="2024-12-21T07:40:24.076" v="1291" actId="26606"/>
          <ac:spMkLst>
            <pc:docMk/>
            <pc:sldMk cId="2483538039" sldId="300"/>
            <ac:spMk id="22" creationId="{C78FC788-B4ED-9069-D490-EFDED7EB98F0}"/>
          </ac:spMkLst>
        </pc:spChg>
        <pc:spChg chg="add del">
          <ac:chgData name="Mohammed Naseer Sihanas" userId="baf10d46-ca0e-4f93-8b9a-bd1fa4bc7e8f" providerId="ADAL" clId="{86C72FEF-F0B4-480B-A1E9-B0E19539FAD3}" dt="2024-12-21T07:40:24.076" v="1291" actId="26606"/>
          <ac:spMkLst>
            <pc:docMk/>
            <pc:sldMk cId="2483538039" sldId="300"/>
            <ac:spMk id="27" creationId="{42A4FC2C-047E-45A5-965D-8E1E3BF09BC6}"/>
          </ac:spMkLst>
        </pc:spChg>
        <pc:picChg chg="add del">
          <ac:chgData name="Mohammed Naseer Sihanas" userId="baf10d46-ca0e-4f93-8b9a-bd1fa4bc7e8f" providerId="ADAL" clId="{86C72FEF-F0B4-480B-A1E9-B0E19539FAD3}" dt="2024-12-21T07:40:25.304" v="1294" actId="478"/>
          <ac:picMkLst>
            <pc:docMk/>
            <pc:sldMk cId="2483538039" sldId="300"/>
            <ac:picMk id="3" creationId="{3576EA7B-1B1A-9410-857B-61E49F4DB493}"/>
          </ac:picMkLst>
        </pc:picChg>
        <pc:picChg chg="add mod ord">
          <ac:chgData name="Mohammed Naseer Sihanas" userId="baf10d46-ca0e-4f93-8b9a-bd1fa4bc7e8f" providerId="ADAL" clId="{86C72FEF-F0B4-480B-A1E9-B0E19539FAD3}" dt="2024-12-21T07:40:24.511" v="1293" actId="931"/>
          <ac:picMkLst>
            <pc:docMk/>
            <pc:sldMk cId="2483538039" sldId="300"/>
            <ac:picMk id="7" creationId="{E7419818-FE9E-2446-E9F0-D072B553826F}"/>
          </ac:picMkLst>
        </pc:picChg>
      </pc:sldChg>
      <pc:sldChg chg="addSp delSp modSp add mod modTransition modNotesTx">
        <pc:chgData name="Mohammed Naseer Sihanas" userId="baf10d46-ca0e-4f93-8b9a-bd1fa4bc7e8f" providerId="ADAL" clId="{86C72FEF-F0B4-480B-A1E9-B0E19539FAD3}" dt="2024-12-24T07:23:11.479" v="2229" actId="20577"/>
        <pc:sldMkLst>
          <pc:docMk/>
          <pc:sldMk cId="3434685232" sldId="300"/>
        </pc:sldMkLst>
        <pc:picChg chg="add del">
          <ac:chgData name="Mohammed Naseer Sihanas" userId="baf10d46-ca0e-4f93-8b9a-bd1fa4bc7e8f" providerId="ADAL" clId="{86C72FEF-F0B4-480B-A1E9-B0E19539FAD3}" dt="2024-12-21T07:48:37.466" v="1322" actId="478"/>
          <ac:picMkLst>
            <pc:docMk/>
            <pc:sldMk cId="3434685232" sldId="300"/>
            <ac:picMk id="3" creationId="{A38DD9F7-8CC6-30B0-1EF5-61C8B718D901}"/>
          </ac:picMkLst>
        </pc:picChg>
        <pc:picChg chg="add mod">
          <ac:chgData name="Mohammed Naseer Sihanas" userId="baf10d46-ca0e-4f93-8b9a-bd1fa4bc7e8f" providerId="ADAL" clId="{86C72FEF-F0B4-480B-A1E9-B0E19539FAD3}" dt="2024-12-21T07:48:40.402" v="1323" actId="1076"/>
          <ac:picMkLst>
            <pc:docMk/>
            <pc:sldMk cId="3434685232" sldId="300"/>
            <ac:picMk id="7" creationId="{8894C804-FE29-F90A-3166-2230BC6AB4D2}"/>
          </ac:picMkLst>
        </pc:picChg>
      </pc:sldChg>
      <pc:sldChg chg="addSp delSp modSp add mod modTransition modNotesTx">
        <pc:chgData name="Mohammed Naseer Sihanas" userId="baf10d46-ca0e-4f93-8b9a-bd1fa4bc7e8f" providerId="ADAL" clId="{86C72FEF-F0B4-480B-A1E9-B0E19539FAD3}" dt="2024-12-24T07:23:13.935" v="2230" actId="20577"/>
        <pc:sldMkLst>
          <pc:docMk/>
          <pc:sldMk cId="1869058261" sldId="301"/>
        </pc:sldMkLst>
        <pc:spChg chg="add del mod">
          <ac:chgData name="Mohammed Naseer Sihanas" userId="baf10d46-ca0e-4f93-8b9a-bd1fa4bc7e8f" providerId="ADAL" clId="{86C72FEF-F0B4-480B-A1E9-B0E19539FAD3}" dt="2024-12-21T07:54:30.004" v="1408" actId="478"/>
          <ac:spMkLst>
            <pc:docMk/>
            <pc:sldMk cId="1869058261" sldId="301"/>
            <ac:spMk id="3" creationId="{3D32BC92-6EE5-CED1-C591-3ABB7753C9D1}"/>
          </ac:spMkLst>
        </pc:spChg>
        <pc:spChg chg="add del">
          <ac:chgData name="Mohammed Naseer Sihanas" userId="baf10d46-ca0e-4f93-8b9a-bd1fa4bc7e8f" providerId="ADAL" clId="{86C72FEF-F0B4-480B-A1E9-B0E19539FAD3}" dt="2024-12-21T07:50:53.449" v="1350" actId="22"/>
          <ac:spMkLst>
            <pc:docMk/>
            <pc:sldMk cId="1869058261" sldId="301"/>
            <ac:spMk id="9" creationId="{26111304-93D0-1F79-2C4A-876F6CE8271E}"/>
          </ac:spMkLst>
        </pc:spChg>
        <pc:spChg chg="add del mod">
          <ac:chgData name="Mohammed Naseer Sihanas" userId="baf10d46-ca0e-4f93-8b9a-bd1fa4bc7e8f" providerId="ADAL" clId="{86C72FEF-F0B4-480B-A1E9-B0E19539FAD3}" dt="2024-12-21T07:54:11.477" v="1405" actId="478"/>
          <ac:spMkLst>
            <pc:docMk/>
            <pc:sldMk cId="1869058261" sldId="301"/>
            <ac:spMk id="10" creationId="{F5AB8062-A4EE-112B-E356-400FC17E0610}"/>
          </ac:spMkLst>
        </pc:spChg>
        <pc:spChg chg="add mod">
          <ac:chgData name="Mohammed Naseer Sihanas" userId="baf10d46-ca0e-4f93-8b9a-bd1fa4bc7e8f" providerId="ADAL" clId="{86C72FEF-F0B4-480B-A1E9-B0E19539FAD3}" dt="2024-12-23T13:21:39.629" v="2160" actId="20577"/>
          <ac:spMkLst>
            <pc:docMk/>
            <pc:sldMk cId="1869058261" sldId="301"/>
            <ac:spMk id="11" creationId="{0C04E3DA-956B-ADAE-1D45-C5E9386915BE}"/>
          </ac:spMkLst>
        </pc:spChg>
        <pc:picChg chg="del">
          <ac:chgData name="Mohammed Naseer Sihanas" userId="baf10d46-ca0e-4f93-8b9a-bd1fa4bc7e8f" providerId="ADAL" clId="{86C72FEF-F0B4-480B-A1E9-B0E19539FAD3}" dt="2024-12-21T07:49:33.420" v="1331" actId="478"/>
          <ac:picMkLst>
            <pc:docMk/>
            <pc:sldMk cId="1869058261" sldId="301"/>
            <ac:picMk id="7" creationId="{42363266-3BF6-EA09-0B80-8F079F15DA28}"/>
          </ac:picMkLst>
        </pc:picChg>
      </pc:sldChg>
      <pc:sldChg chg="modSp add mod ord modTransition">
        <pc:chgData name="Mohammed Naseer Sihanas" userId="baf10d46-ca0e-4f93-8b9a-bd1fa4bc7e8f" providerId="ADAL" clId="{86C72FEF-F0B4-480B-A1E9-B0E19539FAD3}" dt="2024-12-24T07:19:15.135" v="2219"/>
        <pc:sldMkLst>
          <pc:docMk/>
          <pc:sldMk cId="2688047474" sldId="302"/>
        </pc:sldMkLst>
        <pc:spChg chg="mod">
          <ac:chgData name="Mohammed Naseer Sihanas" userId="baf10d46-ca0e-4f93-8b9a-bd1fa4bc7e8f" providerId="ADAL" clId="{86C72FEF-F0B4-480B-A1E9-B0E19539FAD3}" dt="2024-12-21T07:59:52.531" v="1488" actId="20577"/>
          <ac:spMkLst>
            <pc:docMk/>
            <pc:sldMk cId="2688047474" sldId="302"/>
            <ac:spMk id="2" creationId="{5585F0CC-EF59-88D5-ED9B-571FFAD5ED4B}"/>
          </ac:spMkLst>
        </pc:spChg>
      </pc:sldChg>
      <pc:sldChg chg="delSp modSp add mod ord modTransition modNotesTx">
        <pc:chgData name="Mohammed Naseer Sihanas" userId="baf10d46-ca0e-4f93-8b9a-bd1fa4bc7e8f" providerId="ADAL" clId="{86C72FEF-F0B4-480B-A1E9-B0E19539FAD3}" dt="2024-12-24T07:24:07.253" v="2236" actId="20577"/>
        <pc:sldMkLst>
          <pc:docMk/>
          <pc:sldMk cId="1946113525" sldId="303"/>
        </pc:sldMkLst>
        <pc:spChg chg="del mod">
          <ac:chgData name="Mohammed Naseer Sihanas" userId="baf10d46-ca0e-4f93-8b9a-bd1fa4bc7e8f" providerId="ADAL" clId="{86C72FEF-F0B4-480B-A1E9-B0E19539FAD3}" dt="2024-12-21T08:03:30.728" v="1497" actId="478"/>
          <ac:spMkLst>
            <pc:docMk/>
            <pc:sldMk cId="1946113525" sldId="303"/>
            <ac:spMk id="12" creationId="{1E5A0715-9DA9-DC2B-3A80-99CE757C4779}"/>
          </ac:spMkLst>
        </pc:spChg>
        <pc:spChg chg="mod">
          <ac:chgData name="Mohammed Naseer Sihanas" userId="baf10d46-ca0e-4f93-8b9a-bd1fa4bc7e8f" providerId="ADAL" clId="{86C72FEF-F0B4-480B-A1E9-B0E19539FAD3}" dt="2024-12-21T08:17:59.464" v="1537" actId="113"/>
          <ac:spMkLst>
            <pc:docMk/>
            <pc:sldMk cId="1946113525" sldId="303"/>
            <ac:spMk id="14" creationId="{B801D6C0-B5F4-5E40-9CD2-E6751ACA90FE}"/>
          </ac:spMkLst>
        </pc:spChg>
      </pc:sldChg>
      <pc:sldChg chg="modSp add mod ord modTransition">
        <pc:chgData name="Mohammed Naseer Sihanas" userId="baf10d46-ca0e-4f93-8b9a-bd1fa4bc7e8f" providerId="ADAL" clId="{86C72FEF-F0B4-480B-A1E9-B0E19539FAD3}" dt="2024-12-24T07:19:15.135" v="2219"/>
        <pc:sldMkLst>
          <pc:docMk/>
          <pc:sldMk cId="3243230158" sldId="304"/>
        </pc:sldMkLst>
        <pc:spChg chg="mod">
          <ac:chgData name="Mohammed Naseer Sihanas" userId="baf10d46-ca0e-4f93-8b9a-bd1fa4bc7e8f" providerId="ADAL" clId="{86C72FEF-F0B4-480B-A1E9-B0E19539FAD3}" dt="2024-12-21T10:44:34.901" v="1606" actId="20577"/>
          <ac:spMkLst>
            <pc:docMk/>
            <pc:sldMk cId="3243230158" sldId="304"/>
            <ac:spMk id="2" creationId="{9E33FBC8-8E63-64C9-AF89-C91904991964}"/>
          </ac:spMkLst>
        </pc:spChg>
      </pc:sldChg>
      <pc:sldChg chg="modSp add mod modTransition modNotesTx">
        <pc:chgData name="Mohammed Naseer Sihanas" userId="baf10d46-ca0e-4f93-8b9a-bd1fa4bc7e8f" providerId="ADAL" clId="{86C72FEF-F0B4-480B-A1E9-B0E19539FAD3}" dt="2024-12-24T07:24:03.570" v="2235" actId="20577"/>
        <pc:sldMkLst>
          <pc:docMk/>
          <pc:sldMk cId="2631765021" sldId="305"/>
        </pc:sldMkLst>
        <pc:spChg chg="mod">
          <ac:chgData name="Mohammed Naseer Sihanas" userId="baf10d46-ca0e-4f93-8b9a-bd1fa4bc7e8f" providerId="ADAL" clId="{86C72FEF-F0B4-480B-A1E9-B0E19539FAD3}" dt="2024-12-23T13:13:49.419" v="2145" actId="403"/>
          <ac:spMkLst>
            <pc:docMk/>
            <pc:sldMk cId="2631765021" sldId="305"/>
            <ac:spMk id="14" creationId="{13FD6234-89D6-B4AC-4390-4BDC94D20837}"/>
          </ac:spMkLst>
        </pc:spChg>
      </pc:sldChg>
      <pc:sldChg chg="modSp add mod ord modTransition">
        <pc:chgData name="Mohammed Naseer Sihanas" userId="baf10d46-ca0e-4f93-8b9a-bd1fa4bc7e8f" providerId="ADAL" clId="{86C72FEF-F0B4-480B-A1E9-B0E19539FAD3}" dt="2024-12-24T07:19:15.135" v="2219"/>
        <pc:sldMkLst>
          <pc:docMk/>
          <pc:sldMk cId="1942020473" sldId="306"/>
        </pc:sldMkLst>
        <pc:spChg chg="mod">
          <ac:chgData name="Mohammed Naseer Sihanas" userId="baf10d46-ca0e-4f93-8b9a-bd1fa4bc7e8f" providerId="ADAL" clId="{86C72FEF-F0B4-480B-A1E9-B0E19539FAD3}" dt="2024-12-21T10:47:08.130" v="1641" actId="20577"/>
          <ac:spMkLst>
            <pc:docMk/>
            <pc:sldMk cId="1942020473" sldId="306"/>
            <ac:spMk id="2" creationId="{631C2D2A-B118-B41C-756C-6BED6B08C240}"/>
          </ac:spMkLst>
        </pc:spChg>
      </pc:sldChg>
      <pc:sldChg chg="addSp modSp add mod modTransition modNotesTx">
        <pc:chgData name="Mohammed Naseer Sihanas" userId="baf10d46-ca0e-4f93-8b9a-bd1fa4bc7e8f" providerId="ADAL" clId="{86C72FEF-F0B4-480B-A1E9-B0E19539FAD3}" dt="2024-12-24T07:23:57.721" v="2234" actId="20577"/>
        <pc:sldMkLst>
          <pc:docMk/>
          <pc:sldMk cId="3405801661" sldId="307"/>
        </pc:sldMkLst>
        <pc:spChg chg="add">
          <ac:chgData name="Mohammed Naseer Sihanas" userId="baf10d46-ca0e-4f93-8b9a-bd1fa4bc7e8f" providerId="ADAL" clId="{86C72FEF-F0B4-480B-A1E9-B0E19539FAD3}" dt="2024-12-21T10:50:43.259" v="1651"/>
          <ac:spMkLst>
            <pc:docMk/>
            <pc:sldMk cId="3405801661" sldId="307"/>
            <ac:spMk id="2" creationId="{7C8584F0-7843-D14F-FC72-83D5C752B4A2}"/>
          </ac:spMkLst>
        </pc:spChg>
        <pc:spChg chg="add">
          <ac:chgData name="Mohammed Naseer Sihanas" userId="baf10d46-ca0e-4f93-8b9a-bd1fa4bc7e8f" providerId="ADAL" clId="{86C72FEF-F0B4-480B-A1E9-B0E19539FAD3}" dt="2024-12-21T10:50:43.259" v="1651"/>
          <ac:spMkLst>
            <pc:docMk/>
            <pc:sldMk cId="3405801661" sldId="307"/>
            <ac:spMk id="3" creationId="{1872F0A9-8EAF-79C0-3809-0DD1F42FF07B}"/>
          </ac:spMkLst>
        </pc:spChg>
        <pc:spChg chg="add">
          <ac:chgData name="Mohammed Naseer Sihanas" userId="baf10d46-ca0e-4f93-8b9a-bd1fa4bc7e8f" providerId="ADAL" clId="{86C72FEF-F0B4-480B-A1E9-B0E19539FAD3}" dt="2024-12-21T10:50:43.259" v="1651"/>
          <ac:spMkLst>
            <pc:docMk/>
            <pc:sldMk cId="3405801661" sldId="307"/>
            <ac:spMk id="7" creationId="{7CD75273-EB91-72D1-BB87-41833D021015}"/>
          </ac:spMkLst>
        </pc:spChg>
        <pc:spChg chg="mod">
          <ac:chgData name="Mohammed Naseer Sihanas" userId="baf10d46-ca0e-4f93-8b9a-bd1fa4bc7e8f" providerId="ADAL" clId="{86C72FEF-F0B4-480B-A1E9-B0E19539FAD3}" dt="2024-12-24T06:03:30.638" v="2170" actId="20577"/>
          <ac:spMkLst>
            <pc:docMk/>
            <pc:sldMk cId="3405801661" sldId="307"/>
            <ac:spMk id="14" creationId="{84B5813C-E9CC-D20B-8AB3-128C44172519}"/>
          </ac:spMkLst>
        </pc:spChg>
      </pc:sldChg>
      <pc:sldChg chg="modSp add mod ord modTransition modNotesTx">
        <pc:chgData name="Mohammed Naseer Sihanas" userId="baf10d46-ca0e-4f93-8b9a-bd1fa4bc7e8f" providerId="ADAL" clId="{86C72FEF-F0B4-480B-A1E9-B0E19539FAD3}" dt="2024-12-24T07:23:54.572" v="2233" actId="20577"/>
        <pc:sldMkLst>
          <pc:docMk/>
          <pc:sldMk cId="921983525" sldId="308"/>
        </pc:sldMkLst>
        <pc:spChg chg="mod">
          <ac:chgData name="Mohammed Naseer Sihanas" userId="baf10d46-ca0e-4f93-8b9a-bd1fa4bc7e8f" providerId="ADAL" clId="{86C72FEF-F0B4-480B-A1E9-B0E19539FAD3}" dt="2024-12-21T10:56:06.869" v="1688" actId="1076"/>
          <ac:spMkLst>
            <pc:docMk/>
            <pc:sldMk cId="921983525" sldId="308"/>
            <ac:spMk id="14" creationId="{5D39A2AF-0A31-ABDA-CE86-79A24E645B52}"/>
          </ac:spMkLst>
        </pc:spChg>
      </pc:sldChg>
      <pc:sldChg chg="modSp add mod ord modTransition">
        <pc:chgData name="Mohammed Naseer Sihanas" userId="baf10d46-ca0e-4f93-8b9a-bd1fa4bc7e8f" providerId="ADAL" clId="{86C72FEF-F0B4-480B-A1E9-B0E19539FAD3}" dt="2024-12-24T07:19:15.135" v="2219"/>
        <pc:sldMkLst>
          <pc:docMk/>
          <pc:sldMk cId="3915136776" sldId="309"/>
        </pc:sldMkLst>
        <pc:spChg chg="mod">
          <ac:chgData name="Mohammed Naseer Sihanas" userId="baf10d46-ca0e-4f93-8b9a-bd1fa4bc7e8f" providerId="ADAL" clId="{86C72FEF-F0B4-480B-A1E9-B0E19539FAD3}" dt="2024-12-21T10:59:54.127" v="1704" actId="20577"/>
          <ac:spMkLst>
            <pc:docMk/>
            <pc:sldMk cId="3915136776" sldId="309"/>
            <ac:spMk id="2" creationId="{D323EFB5-79D9-2D08-51FE-F203F8515D8D}"/>
          </ac:spMkLst>
        </pc:spChg>
      </pc:sldChg>
      <pc:sldMasterChg chg="modTransition modSldLayout">
        <pc:chgData name="Mohammed Naseer Sihanas" userId="baf10d46-ca0e-4f93-8b9a-bd1fa4bc7e8f" providerId="ADAL" clId="{86C72FEF-F0B4-480B-A1E9-B0E19539FAD3}" dt="2024-12-24T07:19:15.135" v="2219"/>
        <pc:sldMasterMkLst>
          <pc:docMk/>
          <pc:sldMasterMk cId="4097400193" sldId="2147483648"/>
        </pc:sldMasterMkLst>
        <pc:sldLayoutChg chg="modTransition">
          <pc:chgData name="Mohammed Naseer Sihanas" userId="baf10d46-ca0e-4f93-8b9a-bd1fa4bc7e8f" providerId="ADAL" clId="{86C72FEF-F0B4-480B-A1E9-B0E19539FAD3}" dt="2024-12-24T07:19:15.135" v="2219"/>
          <pc:sldLayoutMkLst>
            <pc:docMk/>
            <pc:sldMasterMk cId="4097400193" sldId="2147483648"/>
            <pc:sldLayoutMk cId="422205874" sldId="2147483649"/>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894670880" sldId="2147483650"/>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3278954590" sldId="2147483651"/>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4206994761" sldId="2147483652"/>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2229060670" sldId="2147483653"/>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640157005" sldId="2147483654"/>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3195355535" sldId="2147483655"/>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3998189601" sldId="2147483656"/>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1137048918" sldId="2147483657"/>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3376925640" sldId="2147483658"/>
          </pc:sldLayoutMkLst>
        </pc:sldLayoutChg>
        <pc:sldLayoutChg chg="modTransition">
          <pc:chgData name="Mohammed Naseer Sihanas" userId="baf10d46-ca0e-4f93-8b9a-bd1fa4bc7e8f" providerId="ADAL" clId="{86C72FEF-F0B4-480B-A1E9-B0E19539FAD3}" dt="2024-12-24T07:19:15.135" v="2219"/>
          <pc:sldLayoutMkLst>
            <pc:docMk/>
            <pc:sldMasterMk cId="4097400193" sldId="2147483648"/>
            <pc:sldLayoutMk cId="3524196950" sldId="2147483659"/>
          </pc:sldLayoutMkLst>
        </pc:sldLayoutChg>
      </pc:sldMasterChg>
    </pc:docChg>
  </pc:docChgLst>
  <pc:docChgLst>
    <pc:chgData name="Mohammed Naseer Sihanas" userId="baf10d46-ca0e-4f93-8b9a-bd1fa4bc7e8f" providerId="ADAL" clId="{A0642F51-81B6-4830-B980-E8E167550FF1}"/>
    <pc:docChg chg="custSel delSld modSld">
      <pc:chgData name="Mohammed Naseer Sihanas" userId="baf10d46-ca0e-4f93-8b9a-bd1fa4bc7e8f" providerId="ADAL" clId="{A0642F51-81B6-4830-B980-E8E167550FF1}" dt="2024-10-07T09:20:37.960" v="205" actId="12"/>
      <pc:docMkLst>
        <pc:docMk/>
      </pc:docMkLst>
      <pc:sldChg chg="modNotesTx">
        <pc:chgData name="Mohammed Naseer Sihanas" userId="baf10d46-ca0e-4f93-8b9a-bd1fa4bc7e8f" providerId="ADAL" clId="{A0642F51-81B6-4830-B980-E8E167550FF1}" dt="2024-10-07T09:15:22.584" v="204" actId="6549"/>
        <pc:sldMkLst>
          <pc:docMk/>
          <pc:sldMk cId="932762795" sldId="256"/>
        </pc:sldMkLst>
      </pc:sldChg>
      <pc:sldChg chg="modNotesTx">
        <pc:chgData name="Mohammed Naseer Sihanas" userId="baf10d46-ca0e-4f93-8b9a-bd1fa4bc7e8f" providerId="ADAL" clId="{A0642F51-81B6-4830-B980-E8E167550FF1}" dt="2024-10-07T04:35:06.717" v="3"/>
        <pc:sldMkLst>
          <pc:docMk/>
          <pc:sldMk cId="891432784" sldId="257"/>
        </pc:sldMkLst>
      </pc:sldChg>
      <pc:sldChg chg="modNotesTx">
        <pc:chgData name="Mohammed Naseer Sihanas" userId="baf10d46-ca0e-4f93-8b9a-bd1fa4bc7e8f" providerId="ADAL" clId="{A0642F51-81B6-4830-B980-E8E167550FF1}" dt="2024-10-07T04:36:05.682" v="6"/>
        <pc:sldMkLst>
          <pc:docMk/>
          <pc:sldMk cId="100369622" sldId="258"/>
        </pc:sldMkLst>
      </pc:sldChg>
      <pc:sldChg chg="modNotesTx">
        <pc:chgData name="Mohammed Naseer Sihanas" userId="baf10d46-ca0e-4f93-8b9a-bd1fa4bc7e8f" providerId="ADAL" clId="{A0642F51-81B6-4830-B980-E8E167550FF1}" dt="2024-10-07T04:35:23.872" v="4"/>
        <pc:sldMkLst>
          <pc:docMk/>
          <pc:sldMk cId="1319477807" sldId="259"/>
        </pc:sldMkLst>
      </pc:sldChg>
      <pc:sldChg chg="modNotesTx">
        <pc:chgData name="Mohammed Naseer Sihanas" userId="baf10d46-ca0e-4f93-8b9a-bd1fa4bc7e8f" providerId="ADAL" clId="{A0642F51-81B6-4830-B980-E8E167550FF1}" dt="2024-10-07T09:12:56.667" v="119" actId="6549"/>
        <pc:sldMkLst>
          <pc:docMk/>
          <pc:sldMk cId="3966344777" sldId="261"/>
        </pc:sldMkLst>
      </pc:sldChg>
      <pc:sldChg chg="modNotesTx">
        <pc:chgData name="Mohammed Naseer Sihanas" userId="baf10d46-ca0e-4f93-8b9a-bd1fa4bc7e8f" providerId="ADAL" clId="{A0642F51-81B6-4830-B980-E8E167550FF1}" dt="2024-10-07T09:11:45.273" v="86" actId="5793"/>
        <pc:sldMkLst>
          <pc:docMk/>
          <pc:sldMk cId="1338395865" sldId="263"/>
        </pc:sldMkLst>
      </pc:sldChg>
      <pc:sldChg chg="modNotesTx">
        <pc:chgData name="Mohammed Naseer Sihanas" userId="baf10d46-ca0e-4f93-8b9a-bd1fa4bc7e8f" providerId="ADAL" clId="{A0642F51-81B6-4830-B980-E8E167550FF1}" dt="2024-10-07T04:46:40.951" v="17"/>
        <pc:sldMkLst>
          <pc:docMk/>
          <pc:sldMk cId="2660892434" sldId="265"/>
        </pc:sldMkLst>
      </pc:sldChg>
      <pc:sldChg chg="modNotesTx">
        <pc:chgData name="Mohammed Naseer Sihanas" userId="baf10d46-ca0e-4f93-8b9a-bd1fa4bc7e8f" providerId="ADAL" clId="{A0642F51-81B6-4830-B980-E8E167550FF1}" dt="2024-10-07T09:13:47.909" v="194" actId="20577"/>
        <pc:sldMkLst>
          <pc:docMk/>
          <pc:sldMk cId="3672480713" sldId="269"/>
        </pc:sldMkLst>
      </pc:sldChg>
      <pc:sldChg chg="del">
        <pc:chgData name="Mohammed Naseer Sihanas" userId="baf10d46-ca0e-4f93-8b9a-bd1fa4bc7e8f" providerId="ADAL" clId="{A0642F51-81B6-4830-B980-E8E167550FF1}" dt="2024-10-03T04:10:46.725" v="0" actId="47"/>
        <pc:sldMkLst>
          <pc:docMk/>
          <pc:sldMk cId="2568800362" sldId="270"/>
        </pc:sldMkLst>
      </pc:sldChg>
      <pc:sldChg chg="modNotesTx">
        <pc:chgData name="Mohammed Naseer Sihanas" userId="baf10d46-ca0e-4f93-8b9a-bd1fa4bc7e8f" providerId="ADAL" clId="{A0642F51-81B6-4830-B980-E8E167550FF1}" dt="2024-10-07T04:41:50.492" v="12"/>
        <pc:sldMkLst>
          <pc:docMk/>
          <pc:sldMk cId="728560859" sldId="271"/>
        </pc:sldMkLst>
      </pc:sldChg>
      <pc:sldChg chg="modNotesTx">
        <pc:chgData name="Mohammed Naseer Sihanas" userId="baf10d46-ca0e-4f93-8b9a-bd1fa4bc7e8f" providerId="ADAL" clId="{A0642F51-81B6-4830-B980-E8E167550FF1}" dt="2024-10-07T06:35:56.550" v="18" actId="20577"/>
        <pc:sldMkLst>
          <pc:docMk/>
          <pc:sldMk cId="1415970124" sldId="272"/>
        </pc:sldMkLst>
      </pc:sldChg>
      <pc:sldChg chg="modNotesTx">
        <pc:chgData name="Mohammed Naseer Sihanas" userId="baf10d46-ca0e-4f93-8b9a-bd1fa4bc7e8f" providerId="ADAL" clId="{A0642F51-81B6-4830-B980-E8E167550FF1}" dt="2024-10-07T04:44:24.976" v="15"/>
        <pc:sldMkLst>
          <pc:docMk/>
          <pc:sldMk cId="421766892" sldId="273"/>
        </pc:sldMkLst>
      </pc:sldChg>
      <pc:sldChg chg="del">
        <pc:chgData name="Mohammed Naseer Sihanas" userId="baf10d46-ca0e-4f93-8b9a-bd1fa4bc7e8f" providerId="ADAL" clId="{A0642F51-81B6-4830-B980-E8E167550FF1}" dt="2024-10-03T04:10:48.089" v="1" actId="47"/>
        <pc:sldMkLst>
          <pc:docMk/>
          <pc:sldMk cId="3332095496" sldId="276"/>
        </pc:sldMkLst>
      </pc:sldChg>
      <pc:sldChg chg="modNotesTx">
        <pc:chgData name="Mohammed Naseer Sihanas" userId="baf10d46-ca0e-4f93-8b9a-bd1fa4bc7e8f" providerId="ADAL" clId="{A0642F51-81B6-4830-B980-E8E167550FF1}" dt="2024-10-07T04:41:35.742" v="11"/>
        <pc:sldMkLst>
          <pc:docMk/>
          <pc:sldMk cId="2864293341" sldId="281"/>
        </pc:sldMkLst>
      </pc:sldChg>
      <pc:sldChg chg="modNotesTx">
        <pc:chgData name="Mohammed Naseer Sihanas" userId="baf10d46-ca0e-4f93-8b9a-bd1fa4bc7e8f" providerId="ADAL" clId="{A0642F51-81B6-4830-B980-E8E167550FF1}" dt="2024-10-07T04:43:10.418" v="14"/>
        <pc:sldMkLst>
          <pc:docMk/>
          <pc:sldMk cId="3701384054" sldId="282"/>
        </pc:sldMkLst>
      </pc:sldChg>
      <pc:sldChg chg="modNotesTx">
        <pc:chgData name="Mohammed Naseer Sihanas" userId="baf10d46-ca0e-4f93-8b9a-bd1fa4bc7e8f" providerId="ADAL" clId="{A0642F51-81B6-4830-B980-E8E167550FF1}" dt="2024-10-07T04:45:52.593" v="16"/>
        <pc:sldMkLst>
          <pc:docMk/>
          <pc:sldMk cId="3135003794" sldId="290"/>
        </pc:sldMkLst>
      </pc:sldChg>
      <pc:sldChg chg="modNotesTx">
        <pc:chgData name="Mohammed Naseer Sihanas" userId="baf10d46-ca0e-4f93-8b9a-bd1fa4bc7e8f" providerId="ADAL" clId="{A0642F51-81B6-4830-B980-E8E167550FF1}" dt="2024-10-07T09:20:37.960" v="205" actId="12"/>
        <pc:sldMkLst>
          <pc:docMk/>
          <pc:sldMk cId="3708950606" sldId="291"/>
        </pc:sldMkLst>
      </pc:sldChg>
      <pc:sldChg chg="modNotesTx">
        <pc:chgData name="Mohammed Naseer Sihanas" userId="baf10d46-ca0e-4f93-8b9a-bd1fa4bc7e8f" providerId="ADAL" clId="{A0642F51-81B6-4830-B980-E8E167550FF1}" dt="2024-10-07T04:35:42.016" v="5"/>
        <pc:sldMkLst>
          <pc:docMk/>
          <pc:sldMk cId="1162202113"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C16D-87A5-42A8-B140-98728FAD8B51}"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B0495-2115-43AA-BA4C-17B1B018F6D0}" type="slidenum">
              <a:rPr lang="en-US" smtClean="0"/>
              <a:t>‹#›</a:t>
            </a:fld>
            <a:endParaRPr lang="en-US"/>
          </a:p>
        </p:txBody>
      </p:sp>
    </p:spTree>
    <p:extLst>
      <p:ext uri="{BB962C8B-B14F-4D97-AF65-F5344CB8AC3E}">
        <p14:creationId xmlns:p14="http://schemas.microsoft.com/office/powerpoint/2010/main" val="29545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everyone.</a:t>
            </a:r>
          </a:p>
          <a:p>
            <a:r>
              <a:rPr lang="en-GB" dirty="0"/>
              <a:t>Today, I’m here to present my project on Automated Text Summarization for News Articles, a topic I selected for my PCP assignment.</a:t>
            </a:r>
          </a:p>
          <a:p>
            <a:endParaRPr lang="en-GB" dirty="0"/>
          </a:p>
          <a:p>
            <a:r>
              <a:rPr lang="en-GB" dirty="0"/>
              <a:t>My name is MN. Sihanas, and I worked under the guidance of my supervisor, Mrs. ALF. Sajeetha.</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a:t>
            </a:fld>
            <a:endParaRPr lang="en-US"/>
          </a:p>
        </p:txBody>
      </p:sp>
    </p:spTree>
    <p:extLst>
      <p:ext uri="{BB962C8B-B14F-4D97-AF65-F5344CB8AC3E}">
        <p14:creationId xmlns:p14="http://schemas.microsoft.com/office/powerpoint/2010/main" val="3208110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presentation will cover various aspects of the project, including the methodologies, challenges faced, and lessons learned, along with a live demonstration of the system in action.</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a:t>
            </a:fld>
            <a:endParaRPr lang="en-US"/>
          </a:p>
        </p:txBody>
      </p:sp>
    </p:spTree>
    <p:extLst>
      <p:ext uri="{BB962C8B-B14F-4D97-AF65-F5344CB8AC3E}">
        <p14:creationId xmlns:p14="http://schemas.microsoft.com/office/powerpoint/2010/main" val="2500069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At first let me provide some background information about the project and its importance.</a:t>
            </a:r>
          </a:p>
          <a:p>
            <a:endParaRPr lang="en-GB" dirty="0"/>
          </a:p>
          <a:p>
            <a:pPr marL="171450" indent="-171450">
              <a:buFont typeface="Arial" panose="020B0604020202020204" pitchFamily="34" charset="0"/>
              <a:buChar char="•"/>
            </a:pPr>
            <a:r>
              <a:rPr lang="en-GB" dirty="0"/>
              <a:t>We live in an era where digital content is overwhelming, and news articles are published in vast quantities every day. </a:t>
            </a:r>
          </a:p>
          <a:p>
            <a:pPr marL="171450" indent="-171450">
              <a:buFont typeface="Arial" panose="020B0604020202020204" pitchFamily="34" charset="0"/>
              <a:buChar char="•"/>
            </a:pPr>
            <a:r>
              <a:rPr lang="en-GB" dirty="0"/>
              <a:t>Manually reading and extracting key information from these articles is time-consuming and inefficient.</a:t>
            </a:r>
          </a:p>
          <a:p>
            <a:pPr marL="171450" indent="-171450">
              <a:buFont typeface="Arial" panose="020B0604020202020204" pitchFamily="34" charset="0"/>
              <a:buChar char="•"/>
            </a:pPr>
            <a:r>
              <a:rPr lang="en-GB" dirty="0"/>
              <a:t>Automated text summarization offers a solution by generating concise summaries that retain the essential information, saving time and effort.</a:t>
            </a:r>
          </a:p>
          <a:p>
            <a:endParaRPr lang="en-GB" dirty="0"/>
          </a:p>
          <a:p>
            <a:r>
              <a:rPr lang="en-GB" dirty="0"/>
              <a:t>This project is important for several reasons:</a:t>
            </a:r>
          </a:p>
          <a:p>
            <a:pPr marL="171450" indent="-171450">
              <a:buFont typeface="Arial" panose="020B0604020202020204" pitchFamily="34" charset="0"/>
              <a:buChar char="•"/>
            </a:pPr>
            <a:r>
              <a:rPr lang="en-GB" dirty="0"/>
              <a:t>It helps readers save time by focusing on the core information in news articles.</a:t>
            </a:r>
          </a:p>
          <a:p>
            <a:pPr marL="171450" indent="-171450">
              <a:buFont typeface="Arial" panose="020B0604020202020204" pitchFamily="34" charset="0"/>
              <a:buChar char="•"/>
            </a:pPr>
            <a:r>
              <a:rPr lang="en-GB" dirty="0"/>
              <a:t>It promotes accessibility for users with limited time or specific interests.</a:t>
            </a:r>
          </a:p>
          <a:p>
            <a:pPr marL="171450" indent="-171450">
              <a:buFont typeface="Arial" panose="020B0604020202020204" pitchFamily="34" charset="0"/>
              <a:buChar char="•"/>
            </a:pPr>
            <a:r>
              <a:rPr lang="en-GB" dirty="0"/>
              <a:t>It enables quick decision-making and knowledge acquisition, especially in fields like journalism, education, and research.</a:t>
            </a:r>
          </a:p>
          <a:p>
            <a:pPr marL="171450" indent="-171450">
              <a:buFont typeface="Arial" panose="020B0604020202020204" pitchFamily="34" charset="0"/>
              <a:buChar char="•"/>
            </a:pPr>
            <a:endParaRPr lang="en-GB" dirty="0"/>
          </a:p>
          <a:p>
            <a:r>
              <a:rPr lang="en-GB" dirty="0"/>
              <a:t>With this background, we can now move on to the Introduction to understand the project in more detail.</a:t>
            </a:r>
          </a:p>
          <a:p>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3</a:t>
            </a:fld>
            <a:endParaRPr lang="en-US"/>
          </a:p>
        </p:txBody>
      </p:sp>
    </p:spTree>
    <p:extLst>
      <p:ext uri="{BB962C8B-B14F-4D97-AF65-F5344CB8AC3E}">
        <p14:creationId xmlns:p14="http://schemas.microsoft.com/office/powerpoint/2010/main" val="2062347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News text summarization is the process of automatically generating a concise and meaningful summary of news articles. </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It involves extracting or abstracting key information from lengthy articles while maintaining their context and intent.</a:t>
            </a:r>
          </a:p>
          <a:p>
            <a:pPr marL="0" indent="0">
              <a:buFont typeface="Arial" panose="020B0604020202020204" pitchFamily="34" charset="0"/>
              <a:buNone/>
            </a:pPr>
            <a:endParaRPr lang="en-GB" dirty="0"/>
          </a:p>
          <a:p>
            <a:pPr marL="171450" indent="-171450">
              <a:buFont typeface="Arial" panose="020B0604020202020204" pitchFamily="34" charset="0"/>
              <a:buChar char="•"/>
            </a:pPr>
            <a:r>
              <a:rPr lang="en-GB" dirty="0"/>
              <a:t>The automation of summarization addresses the challenge of processing the overwhelming influx of digital news content. By automating this process, the system can save time and provide users with the core insights of lengthy articles quickly and efficiently.</a:t>
            </a:r>
          </a:p>
          <a:p>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4</a:t>
            </a:fld>
            <a:endParaRPr lang="en-US"/>
          </a:p>
        </p:txBody>
      </p:sp>
    </p:spTree>
    <p:extLst>
      <p:ext uri="{BB962C8B-B14F-4D97-AF65-F5344CB8AC3E}">
        <p14:creationId xmlns:p14="http://schemas.microsoft.com/office/powerpoint/2010/main" val="567870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slide, I will outline the primary objectives of my project.</a:t>
            </a:r>
          </a:p>
          <a:p>
            <a:endParaRPr lang="en-GB" dirty="0"/>
          </a:p>
          <a:p>
            <a:r>
              <a:rPr lang="en-GB" dirty="0"/>
              <a:t>The goal was to create a system capable of summarizing news articles from URLs into concise and meaningful summaries.</a:t>
            </a:r>
          </a:p>
          <a:p>
            <a:endParaRPr lang="en-GB" dirty="0"/>
          </a:p>
          <a:p>
            <a:r>
              <a:rPr lang="en-GB" dirty="0"/>
              <a:t>The system was designed to help users quickly extract the key information from lengthy news articles, improving productivity and comprehension.</a:t>
            </a:r>
          </a:p>
          <a:p>
            <a:endParaRPr lang="en-GB" dirty="0"/>
          </a:p>
          <a:p>
            <a:r>
              <a:rPr lang="en-GB" dirty="0"/>
              <a:t>This project showcases the application of advanced Natural Language Processing techniques in a practical, real-world scenarios.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5</a:t>
            </a:fld>
            <a:endParaRPr lang="en-US"/>
          </a:p>
        </p:txBody>
      </p:sp>
    </p:spTree>
    <p:extLst>
      <p:ext uri="{BB962C8B-B14F-4D97-AF65-F5344CB8AC3E}">
        <p14:creationId xmlns:p14="http://schemas.microsoft.com/office/powerpoint/2010/main" val="1206317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11E2A-A878-C07D-FC65-5902A9FAA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A67A2-6E64-41F5-6720-D7B536C7B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A54A4-759A-977F-AD06-67F3D6591D68}"/>
              </a:ext>
            </a:extLst>
          </p:cNvPr>
          <p:cNvSpPr>
            <a:spLocks noGrp="1"/>
          </p:cNvSpPr>
          <p:nvPr>
            <p:ph type="body" idx="1"/>
          </p:nvPr>
        </p:nvSpPr>
        <p:spPr/>
        <p:txBody>
          <a:bodyPr/>
          <a:lstStyle/>
          <a:p>
            <a:r>
              <a:rPr lang="en-GB" dirty="0"/>
              <a:t>For this project, I followed a few methodologies to achieve the project objectives.</a:t>
            </a:r>
          </a:p>
          <a:p>
            <a:endParaRPr lang="en-GB" dirty="0"/>
          </a:p>
          <a:p>
            <a:r>
              <a:rPr lang="en-GB" dirty="0"/>
              <a:t>Model Selection and Evaluation:</a:t>
            </a:r>
          </a:p>
          <a:p>
            <a:r>
              <a:rPr lang="en-GB" dirty="0"/>
              <a:t>I evaluated two pre-trained models, T5-base and Bart-base, for their performance in abstractive summarization.</a:t>
            </a:r>
          </a:p>
          <a:p>
            <a:r>
              <a:rPr lang="en-GB" dirty="0"/>
              <a:t>After comparing metrics like F1 Score, Precision, and Recall, I chose T5-base due to its superior performance.</a:t>
            </a:r>
          </a:p>
          <a:p>
            <a:endParaRPr lang="en-GB" dirty="0"/>
          </a:p>
          <a:p>
            <a:r>
              <a:rPr lang="en-GB" dirty="0"/>
              <a:t>Fine-tuning the Model:</a:t>
            </a:r>
          </a:p>
          <a:p>
            <a:r>
              <a:rPr lang="en-GB" dirty="0"/>
              <a:t>I fine-tuned the selected T5-base model using the SAMSUM dataset, which provided high-quality summaries.</a:t>
            </a:r>
          </a:p>
          <a:p>
            <a:endParaRPr lang="en-GB" dirty="0"/>
          </a:p>
          <a:p>
            <a:r>
              <a:rPr lang="en-GB" dirty="0"/>
              <a:t>summarization approach:</a:t>
            </a:r>
          </a:p>
          <a:p>
            <a:r>
              <a:rPr lang="en-GB" dirty="0"/>
              <a:t>for this project I chose the abstractive summarization approach which generates new, concise summaries by rephrasing and restructuring the original content.</a:t>
            </a:r>
          </a:p>
          <a:p>
            <a:endParaRPr lang="en-US" dirty="0"/>
          </a:p>
        </p:txBody>
      </p:sp>
      <p:sp>
        <p:nvSpPr>
          <p:cNvPr id="4" name="Slide Number Placeholder 3">
            <a:extLst>
              <a:ext uri="{FF2B5EF4-FFF2-40B4-BE49-F238E27FC236}">
                <a16:creationId xmlns:a16="http://schemas.microsoft.com/office/drawing/2014/main" id="{436E62E9-4899-C535-6B1A-7E1364540066}"/>
              </a:ext>
            </a:extLst>
          </p:cNvPr>
          <p:cNvSpPr>
            <a:spLocks noGrp="1"/>
          </p:cNvSpPr>
          <p:nvPr>
            <p:ph type="sldNum" sz="quarter" idx="5"/>
          </p:nvPr>
        </p:nvSpPr>
        <p:spPr/>
        <p:txBody>
          <a:bodyPr/>
          <a:lstStyle/>
          <a:p>
            <a:fld id="{5EBB0495-2115-43AA-BA4C-17B1B018F6D0}" type="slidenum">
              <a:rPr lang="en-US" smtClean="0"/>
              <a:t>6</a:t>
            </a:fld>
            <a:endParaRPr lang="en-US"/>
          </a:p>
        </p:txBody>
      </p:sp>
    </p:spTree>
    <p:extLst>
      <p:ext uri="{BB962C8B-B14F-4D97-AF65-F5344CB8AC3E}">
        <p14:creationId xmlns:p14="http://schemas.microsoft.com/office/powerpoint/2010/main" val="1425309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GB" dirty="0"/>
              <a:t>For this project, I used the SAMSUM dataset, which contains dialogue-style text along with human-written summaries.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One of the key reasons for selecting this dataset was that the pre-trained models I worked with, T5-base and Bart-base, were not originally trained on the SAMSUM dataset. This made fine-tuning essential to adapt the model for achieve better performance.</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Additionally, the dataset is highly relevant to real-world scenarios. Its high-quality summaries align well with the requirements of summarizing news articles, which demand accuracy and readability.</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This dataset was particularly well-suited for abstractive summarization tasks because it focuses on creating concise, human-like summaries.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I split the dataset into training, validation, and testing sets to ensure robust evaluation and performance. The split ratio was 80% for training. 20% for Test &amp; validation.</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7</a:t>
            </a:fld>
            <a:endParaRPr lang="en-US"/>
          </a:p>
        </p:txBody>
      </p:sp>
    </p:spTree>
    <p:extLst>
      <p:ext uri="{BB962C8B-B14F-4D97-AF65-F5344CB8AC3E}">
        <p14:creationId xmlns:p14="http://schemas.microsoft.com/office/powerpoint/2010/main" val="885365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identify the most suitable model for summarization, I compared two pre-trained models: </a:t>
            </a:r>
            <a:r>
              <a:rPr lang="en-GB" b="1" dirty="0"/>
              <a:t>T5-base</a:t>
            </a:r>
            <a:r>
              <a:rPr lang="en-GB" dirty="0"/>
              <a:t> and </a:t>
            </a:r>
            <a:r>
              <a:rPr lang="en-GB" b="1" dirty="0"/>
              <a:t>Bart-base</a:t>
            </a:r>
            <a:r>
              <a:rPr lang="en-GB" dirty="0"/>
              <a:t>. Both models are widely recognized for their capabilities in natural language processing, but I needed to determine which one would perform better for abstractive summarization.</a:t>
            </a:r>
          </a:p>
          <a:p>
            <a:endParaRPr lang="en-GB" dirty="0"/>
          </a:p>
          <a:p>
            <a:r>
              <a:rPr lang="en-GB" dirty="0"/>
              <a:t>The evaluation was based on rouge metrics…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8</a:t>
            </a:fld>
            <a:endParaRPr lang="en-US"/>
          </a:p>
        </p:txBody>
      </p:sp>
    </p:spTree>
    <p:extLst>
      <p:ext uri="{BB962C8B-B14F-4D97-AF65-F5344CB8AC3E}">
        <p14:creationId xmlns:p14="http://schemas.microsoft.com/office/powerpoint/2010/main" val="602353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49CA-6795-7D89-775F-D6EEE1685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EA33A-D45F-35C4-C93B-D1CF91C8C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E5CC-8E2C-68C4-DD73-FDB81C54E13D}"/>
              </a:ext>
            </a:extLst>
          </p:cNvPr>
          <p:cNvSpPr>
            <a:spLocks noGrp="1"/>
          </p:cNvSpPr>
          <p:nvPr>
            <p:ph type="body" idx="1"/>
          </p:nvPr>
        </p:nvSpPr>
        <p:spPr/>
        <p:txBody>
          <a:bodyPr/>
          <a:lstStyle/>
          <a:p>
            <a:pPr marL="0" marR="0">
              <a:lnSpc>
                <a:spcPct val="115000"/>
              </a:lnSpc>
              <a:spcBef>
                <a:spcPts val="0"/>
              </a:spcBef>
              <a:spcAft>
                <a:spcPts val="800"/>
              </a:spcAft>
            </a:pPr>
            <a:r>
              <a:rPr lang="en-GB" dirty="0"/>
              <a:t>After testing the both models, T5-base achieved overall better percentage in all rouge -1…</a:t>
            </a:r>
            <a:endParaRPr lang="en-US" dirty="0"/>
          </a:p>
        </p:txBody>
      </p:sp>
      <p:sp>
        <p:nvSpPr>
          <p:cNvPr id="4" name="Slide Number Placeholder 3">
            <a:extLst>
              <a:ext uri="{FF2B5EF4-FFF2-40B4-BE49-F238E27FC236}">
                <a16:creationId xmlns:a16="http://schemas.microsoft.com/office/drawing/2014/main" id="{139651AA-AF9B-41AC-1777-E700F207A1D5}"/>
              </a:ext>
            </a:extLst>
          </p:cNvPr>
          <p:cNvSpPr>
            <a:spLocks noGrp="1"/>
          </p:cNvSpPr>
          <p:nvPr>
            <p:ph type="sldNum" sz="quarter" idx="5"/>
          </p:nvPr>
        </p:nvSpPr>
        <p:spPr/>
        <p:txBody>
          <a:bodyPr/>
          <a:lstStyle/>
          <a:p>
            <a:fld id="{5EBB0495-2115-43AA-BA4C-17B1B018F6D0}" type="slidenum">
              <a:rPr lang="en-US" smtClean="0"/>
              <a:t>9</a:t>
            </a:fld>
            <a:endParaRPr lang="en-US"/>
          </a:p>
        </p:txBody>
      </p:sp>
    </p:spTree>
    <p:extLst>
      <p:ext uri="{BB962C8B-B14F-4D97-AF65-F5344CB8AC3E}">
        <p14:creationId xmlns:p14="http://schemas.microsoft.com/office/powerpoint/2010/main" val="1531615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24EED-A7FC-0ED8-B173-5D14E426E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F1C3E-08E5-03AC-27C5-811C12C12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E557D-1D01-8E57-DD40-C9E79A4BE476}"/>
              </a:ext>
            </a:extLst>
          </p:cNvPr>
          <p:cNvSpPr>
            <a:spLocks noGrp="1"/>
          </p:cNvSpPr>
          <p:nvPr>
            <p:ph type="body" idx="1"/>
          </p:nvPr>
        </p:nvSpPr>
        <p:spPr/>
        <p:txBody>
          <a:bodyPr/>
          <a:lstStyle/>
          <a:p>
            <a:pPr marL="0" marR="0">
              <a:lnSpc>
                <a:spcPct val="115000"/>
              </a:lnSpc>
              <a:spcBef>
                <a:spcPts val="0"/>
              </a:spcBef>
              <a:spcAft>
                <a:spcPts val="800"/>
              </a:spcAft>
            </a:pPr>
            <a:r>
              <a:rPr lang="en-GB" dirty="0"/>
              <a:t>rouge -2…</a:t>
            </a:r>
            <a:endParaRPr lang="en-US" dirty="0"/>
          </a:p>
        </p:txBody>
      </p:sp>
      <p:sp>
        <p:nvSpPr>
          <p:cNvPr id="4" name="Slide Number Placeholder 3">
            <a:extLst>
              <a:ext uri="{FF2B5EF4-FFF2-40B4-BE49-F238E27FC236}">
                <a16:creationId xmlns:a16="http://schemas.microsoft.com/office/drawing/2014/main" id="{36EDE44A-2364-36A4-EA53-631F7AC1378C}"/>
              </a:ext>
            </a:extLst>
          </p:cNvPr>
          <p:cNvSpPr>
            <a:spLocks noGrp="1"/>
          </p:cNvSpPr>
          <p:nvPr>
            <p:ph type="sldNum" sz="quarter" idx="5"/>
          </p:nvPr>
        </p:nvSpPr>
        <p:spPr/>
        <p:txBody>
          <a:bodyPr/>
          <a:lstStyle/>
          <a:p>
            <a:fld id="{5EBB0495-2115-43AA-BA4C-17B1B018F6D0}" type="slidenum">
              <a:rPr lang="en-US" smtClean="0"/>
              <a:t>10</a:t>
            </a:fld>
            <a:endParaRPr lang="en-US"/>
          </a:p>
        </p:txBody>
      </p:sp>
    </p:spTree>
    <p:extLst>
      <p:ext uri="{BB962C8B-B14F-4D97-AF65-F5344CB8AC3E}">
        <p14:creationId xmlns:p14="http://schemas.microsoft.com/office/powerpoint/2010/main" val="1602612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8200-67C2-BAA6-C093-7AC3FBF84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BAFFC-B78E-E9CD-BF0D-54373A09A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DA299-3215-FD33-A7D3-319A3DB9F7DC}"/>
              </a:ext>
            </a:extLst>
          </p:cNvPr>
          <p:cNvSpPr>
            <a:spLocks noGrp="1"/>
          </p:cNvSpPr>
          <p:nvPr>
            <p:ph type="body" idx="1"/>
          </p:nvPr>
        </p:nvSpPr>
        <p:spPr/>
        <p:txBody>
          <a:bodyPr/>
          <a:lstStyle/>
          <a:p>
            <a:pPr marL="0" marR="0">
              <a:lnSpc>
                <a:spcPct val="115000"/>
              </a:lnSpc>
              <a:spcBef>
                <a:spcPts val="0"/>
              </a:spcBef>
              <a:spcAft>
                <a:spcPts val="800"/>
              </a:spcAft>
            </a:pPr>
            <a:r>
              <a:rPr lang="en-GB" dirty="0"/>
              <a:t>and rouge –L than BART-base. Indicating that it was more reliable in generating concise and comprehensive summaries.</a:t>
            </a:r>
            <a:endParaRPr lang="en-US" dirty="0"/>
          </a:p>
        </p:txBody>
      </p:sp>
      <p:sp>
        <p:nvSpPr>
          <p:cNvPr id="4" name="Slide Number Placeholder 3">
            <a:extLst>
              <a:ext uri="{FF2B5EF4-FFF2-40B4-BE49-F238E27FC236}">
                <a16:creationId xmlns:a16="http://schemas.microsoft.com/office/drawing/2014/main" id="{ED7F8001-C22B-1F63-C706-F2817B140F3F}"/>
              </a:ext>
            </a:extLst>
          </p:cNvPr>
          <p:cNvSpPr>
            <a:spLocks noGrp="1"/>
          </p:cNvSpPr>
          <p:nvPr>
            <p:ph type="sldNum" sz="quarter" idx="5"/>
          </p:nvPr>
        </p:nvSpPr>
        <p:spPr/>
        <p:txBody>
          <a:bodyPr/>
          <a:lstStyle/>
          <a:p>
            <a:fld id="{5EBB0495-2115-43AA-BA4C-17B1B018F6D0}" type="slidenum">
              <a:rPr lang="en-US" smtClean="0"/>
              <a:t>11</a:t>
            </a:fld>
            <a:endParaRPr lang="en-US"/>
          </a:p>
        </p:txBody>
      </p:sp>
    </p:spTree>
    <p:extLst>
      <p:ext uri="{BB962C8B-B14F-4D97-AF65-F5344CB8AC3E}">
        <p14:creationId xmlns:p14="http://schemas.microsoft.com/office/powerpoint/2010/main" val="2263131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57A66-6EBD-9190-486B-1E539B165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5337D-2B3B-078D-6FB5-D044EDFCE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8806E-7E8B-55F6-8AEA-F9B741A87963}"/>
              </a:ext>
            </a:extLst>
          </p:cNvPr>
          <p:cNvSpPr>
            <a:spLocks noGrp="1"/>
          </p:cNvSpPr>
          <p:nvPr>
            <p:ph type="body" idx="1"/>
          </p:nvPr>
        </p:nvSpPr>
        <p:spPr/>
        <p:txBody>
          <a:bodyPr/>
          <a:lstStyle/>
          <a:p>
            <a:pPr marL="0" marR="0">
              <a:lnSpc>
                <a:spcPct val="115000"/>
              </a:lnSpc>
              <a:spcBef>
                <a:spcPts val="0"/>
              </a:spcBef>
              <a:spcAft>
                <a:spcPts val="800"/>
              </a:spcAft>
            </a:pPr>
            <a:r>
              <a:rPr lang="en-GB" dirty="0"/>
              <a:t>And it’s also shows that T5-base showed higher precision and recall than BART.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These factors are influenced my decision to chose T5-Base. T5-base consistently delivered better performance across various test cases while remaining resource-efficient.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Based on these results, I chose T5-base for fine-tuning and integration into the system. Its superior accuracy and reliability made it the best choice for meeting the project’s objectives.</a:t>
            </a:r>
            <a:endParaRPr lang="en-US" dirty="0"/>
          </a:p>
        </p:txBody>
      </p:sp>
      <p:sp>
        <p:nvSpPr>
          <p:cNvPr id="4" name="Slide Number Placeholder 3">
            <a:extLst>
              <a:ext uri="{FF2B5EF4-FFF2-40B4-BE49-F238E27FC236}">
                <a16:creationId xmlns:a16="http://schemas.microsoft.com/office/drawing/2014/main" id="{48B33D5D-3543-CDBA-86CD-64B35FF589B3}"/>
              </a:ext>
            </a:extLst>
          </p:cNvPr>
          <p:cNvSpPr>
            <a:spLocks noGrp="1"/>
          </p:cNvSpPr>
          <p:nvPr>
            <p:ph type="sldNum" sz="quarter" idx="5"/>
          </p:nvPr>
        </p:nvSpPr>
        <p:spPr/>
        <p:txBody>
          <a:bodyPr/>
          <a:lstStyle/>
          <a:p>
            <a:fld id="{5EBB0495-2115-43AA-BA4C-17B1B018F6D0}" type="slidenum">
              <a:rPr lang="en-US" smtClean="0"/>
              <a:t>12</a:t>
            </a:fld>
            <a:endParaRPr lang="en-US"/>
          </a:p>
        </p:txBody>
      </p:sp>
    </p:spTree>
    <p:extLst>
      <p:ext uri="{BB962C8B-B14F-4D97-AF65-F5344CB8AC3E}">
        <p14:creationId xmlns:p14="http://schemas.microsoft.com/office/powerpoint/2010/main" val="3420752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GB" dirty="0"/>
              <a:t>In this slide, I will walk you through the top-level architecture of the system, explaining the processes involved and the tools or libraries used at each step.</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The system begins with the </a:t>
            </a:r>
            <a:r>
              <a:rPr lang="en-GB" b="1" dirty="0"/>
              <a:t>Input</a:t>
            </a:r>
            <a:r>
              <a:rPr lang="en-GB" dirty="0"/>
              <a:t> phase, where the user provides a news article URL through a user-friendly interface built using </a:t>
            </a:r>
            <a:r>
              <a:rPr lang="en-GB" b="1" dirty="0"/>
              <a:t>Streamlit</a:t>
            </a:r>
            <a:r>
              <a:rPr lang="en-GB" dirty="0"/>
              <a: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Next, in the </a:t>
            </a:r>
            <a:r>
              <a:rPr lang="en-GB" b="1" dirty="0"/>
              <a:t>Article Extraction</a:t>
            </a:r>
            <a:r>
              <a:rPr lang="en-GB" dirty="0"/>
              <a:t> phase, the </a:t>
            </a:r>
            <a:r>
              <a:rPr lang="en-GB" b="1" dirty="0"/>
              <a:t>Newspaper3k</a:t>
            </a:r>
            <a:r>
              <a:rPr lang="en-GB" dirty="0"/>
              <a:t> library is used to fetch the article’s metadata, such as the title, authors, publish date, and the full text. This library is highly effective in parsing and extracting data from web pages.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Once the article is fetched, it moves to the </a:t>
            </a:r>
            <a:r>
              <a:rPr lang="en-GB" b="1" dirty="0"/>
              <a:t>Text Preprocessing</a:t>
            </a:r>
            <a:r>
              <a:rPr lang="en-GB" dirty="0"/>
              <a:t> phase. In this step, the text is cleaned and formatted to remove unnecessary characters, whitespace, or other inconsistencies with newspaper3k library. Custom Python functions were also used for this step.</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The pre-processed text is then passed to the </a:t>
            </a:r>
            <a:r>
              <a:rPr lang="en-GB" b="1" dirty="0"/>
              <a:t>Summarization</a:t>
            </a:r>
            <a:r>
              <a:rPr lang="en-GB" dirty="0"/>
              <a:t> phase, where the fine-tuned </a:t>
            </a:r>
            <a:r>
              <a:rPr lang="en-GB" b="1" dirty="0"/>
              <a:t>T5-base</a:t>
            </a:r>
            <a:r>
              <a:rPr lang="en-GB" dirty="0"/>
              <a:t> model generates the summary. The summarization process leverages </a:t>
            </a:r>
            <a:r>
              <a:rPr lang="en-GB" b="1" dirty="0"/>
              <a:t>Hugging Face Transformers</a:t>
            </a:r>
            <a:r>
              <a:rPr lang="en-GB" dirty="0"/>
              <a:t> and </a:t>
            </a:r>
            <a:r>
              <a:rPr lang="en-GB" b="1" dirty="0"/>
              <a:t>PyTorch</a:t>
            </a:r>
            <a:r>
              <a:rPr lang="en-GB" dirty="0"/>
              <a:t>. Techniques like tokenization and beam search are used here to optimize the summary generation process.</a:t>
            </a:r>
          </a:p>
          <a:p>
            <a:pPr marL="0" marR="0">
              <a:lnSpc>
                <a:spcPct val="115000"/>
              </a:lnSpc>
              <a:spcBef>
                <a:spcPts val="0"/>
              </a:spcBef>
              <a:spcAft>
                <a:spcPts val="800"/>
              </a:spcAft>
            </a:pPr>
            <a:endParaRPr lang="en-GB" dirty="0"/>
          </a:p>
          <a:p>
            <a:r>
              <a:rPr lang="en-GB" dirty="0"/>
              <a:t>Finally, in the </a:t>
            </a:r>
            <a:r>
              <a:rPr lang="en-GB" b="1" dirty="0"/>
              <a:t>Output</a:t>
            </a:r>
            <a:r>
              <a:rPr lang="en-GB" dirty="0"/>
              <a:t> phase, the system displays the results back to the user via the Streamlit interface. This includes the article metadata, and the generated summary.</a:t>
            </a:r>
          </a:p>
          <a:p>
            <a:endParaRPr lang="en-GB" dirty="0"/>
          </a:p>
          <a:p>
            <a:r>
              <a:rPr lang="en-GB" dirty="0"/>
              <a:t>Each of these steps is seamlessly integrated to create an efficient pipeline for news article summarization.</a:t>
            </a:r>
          </a:p>
          <a:p>
            <a:pPr marL="0" marR="0">
              <a:lnSpc>
                <a:spcPct val="115000"/>
              </a:lnSpc>
              <a:spcBef>
                <a:spcPts val="0"/>
              </a:spcBef>
              <a:spcAft>
                <a:spcPts val="800"/>
              </a:spcAft>
            </a:pP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14</a:t>
            </a:fld>
            <a:endParaRPr lang="en-US"/>
          </a:p>
        </p:txBody>
      </p:sp>
    </p:spTree>
    <p:extLst>
      <p:ext uri="{BB962C8B-B14F-4D97-AF65-F5344CB8AC3E}">
        <p14:creationId xmlns:p14="http://schemas.microsoft.com/office/powerpoint/2010/main" val="1817070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outlines the timeline of the project, which was completed over 11 weeks.</a:t>
            </a:r>
          </a:p>
          <a:p>
            <a:endParaRPr lang="en-GB" dirty="0"/>
          </a:p>
          <a:p>
            <a:r>
              <a:rPr lang="en-GB" dirty="0"/>
              <a:t>In week 1 I’ve selected the project topic and defined the objectives. Week 2 was dedicated to researching summarization techniques and related models. Then I started to evaluate the pre-trained models, fine-tuning the model, all the way down to preparing the documentation and report.</a:t>
            </a:r>
          </a:p>
          <a:p>
            <a:endParaRPr lang="en-GB" dirty="0"/>
          </a:p>
        </p:txBody>
      </p:sp>
      <p:sp>
        <p:nvSpPr>
          <p:cNvPr id="4" name="Slide Number Placeholder 3"/>
          <p:cNvSpPr>
            <a:spLocks noGrp="1"/>
          </p:cNvSpPr>
          <p:nvPr>
            <p:ph type="sldNum" sz="quarter" idx="5"/>
          </p:nvPr>
        </p:nvSpPr>
        <p:spPr/>
        <p:txBody>
          <a:bodyPr/>
          <a:lstStyle/>
          <a:p>
            <a:fld id="{5EBB0495-2115-43AA-BA4C-17B1B018F6D0}" type="slidenum">
              <a:rPr lang="en-US" smtClean="0"/>
              <a:t>15</a:t>
            </a:fld>
            <a:endParaRPr lang="en-US"/>
          </a:p>
        </p:txBody>
      </p:sp>
    </p:spTree>
    <p:extLst>
      <p:ext uri="{BB962C8B-B14F-4D97-AF65-F5344CB8AC3E}">
        <p14:creationId xmlns:p14="http://schemas.microsoft.com/office/powerpoint/2010/main" val="2768638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structured timeline ensured the project progressed systematically and stayed on track.</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16</a:t>
            </a:fld>
            <a:endParaRPr lang="en-US"/>
          </a:p>
        </p:txBody>
      </p:sp>
    </p:spTree>
    <p:extLst>
      <p:ext uri="{BB962C8B-B14F-4D97-AF65-F5344CB8AC3E}">
        <p14:creationId xmlns:p14="http://schemas.microsoft.com/office/powerpoint/2010/main" val="61424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move on to the demonstration. In this demonstration, I will walk you through the implementation and functionality of my news summarization system.</a:t>
            </a:r>
          </a:p>
          <a:p>
            <a:endParaRPr lang="en-GB" dirty="0"/>
          </a:p>
          <a:p>
            <a:r>
              <a:rPr lang="en-GB" dirty="0"/>
              <a:t>Let's take a look at the code behind this system.</a:t>
            </a:r>
          </a:p>
          <a:p>
            <a:endParaRPr lang="en-GB" dirty="0"/>
          </a:p>
          <a:p>
            <a:r>
              <a:rPr lang="en-GB" dirty="0"/>
              <a:t>In the beginning I’ve imported the required libraries, then loaded the SAMSUM dataset here with the default splitting of 80:20 ratio. Also loaded the T5-base model here. This process involved splitting the dialogues and summaries into pieces that the model can understand.</a:t>
            </a:r>
          </a:p>
          <a:p>
            <a:endParaRPr lang="en-GB" dirty="0"/>
          </a:p>
          <a:p>
            <a:r>
              <a:rPr lang="en-GB" dirty="0"/>
              <a:t>This function handles all the training parameters including number of training cycles, batch size and learning rate. Then here the model trained up to 8 times. Also the whole training process managed with PyTorch library.</a:t>
            </a:r>
          </a:p>
          <a:p>
            <a:endParaRPr lang="en-GB" dirty="0"/>
          </a:p>
          <a:p>
            <a:r>
              <a:rPr lang="en-GB" dirty="0"/>
              <a:t>After the training, the evaluation parameters were defined here to find rouge scores. After the evaluation process, I visualized all the scores in a plot using matplotlib library.</a:t>
            </a:r>
          </a:p>
          <a:p>
            <a:endParaRPr lang="en-GB" dirty="0"/>
          </a:p>
          <a:p>
            <a:r>
              <a:rPr lang="en-GB" dirty="0"/>
              <a:t>Now let's move on to the interface code. This is built using streamlit. The newspaper3K library fetches news articles from the web with the URL, feeds them to the fine-tuned T5-base model and displays all the generated summaries alongside original articles.</a:t>
            </a:r>
          </a:p>
          <a:p>
            <a:endParaRPr lang="en-GB" dirty="0"/>
          </a:p>
          <a:p>
            <a:pPr algn="ctr"/>
            <a:r>
              <a:rPr lang="en-GB" sz="1200" b="0" i="1" u="sng" dirty="0">
                <a:solidFill>
                  <a:srgbClr val="FFC000"/>
                </a:solidFill>
                <a:highlight>
                  <a:srgbClr val="FFFF00"/>
                </a:highlight>
              </a:rPr>
              <a:t>The entire system is hosted on the HuggingFace platform, which means anyone with the internet connection can access and use it.</a:t>
            </a:r>
          </a:p>
          <a:p>
            <a:endParaRPr lang="en-GB" dirty="0"/>
          </a:p>
          <a:p>
            <a:r>
              <a:rPr lang="en-GB" dirty="0"/>
              <a:t>To give clear idea of how this system works, I’ve selected a few news articles. I’ll feed their URLs into the application one by one.</a:t>
            </a:r>
          </a:p>
          <a:p>
            <a:endParaRPr lang="en-GB" dirty="0"/>
          </a:p>
          <a:p>
            <a:r>
              <a:rPr lang="en-GB" dirty="0"/>
              <a:t>Now the system is fetching the article from the web. Now it’s generating the summary. Now it’s displaying everything like generated summary and also the metadata like publish date, time and publisher.</a:t>
            </a:r>
          </a:p>
          <a:p>
            <a:endParaRPr lang="en-GB" dirty="0"/>
          </a:p>
          <a:p>
            <a:r>
              <a:rPr lang="en-GB" dirty="0"/>
              <a:t>Now let’s try with another article. Everything works fine. As you can see how the system fetches the articles, generates summaries and displaying everything in a user-friendly format. I hope this live demonstration clarifies how this news summarization system was built and works.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17</a:t>
            </a:fld>
            <a:endParaRPr lang="en-US"/>
          </a:p>
        </p:txBody>
      </p:sp>
    </p:spTree>
    <p:extLst>
      <p:ext uri="{BB962C8B-B14F-4D97-AF65-F5344CB8AC3E}">
        <p14:creationId xmlns:p14="http://schemas.microsoft.com/office/powerpoint/2010/main" val="481099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E83C-E6DA-798F-1E1B-585BDB50C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EB780-62B4-97CA-AA3C-68B4EEDE7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58CC3-0754-F9C2-98FF-8A7894588F6F}"/>
              </a:ext>
            </a:extLst>
          </p:cNvPr>
          <p:cNvSpPr>
            <a:spLocks noGrp="1"/>
          </p:cNvSpPr>
          <p:nvPr>
            <p:ph type="body" idx="1"/>
          </p:nvPr>
        </p:nvSpPr>
        <p:spPr/>
        <p:txBody>
          <a:bodyPr/>
          <a:lstStyle/>
          <a:p>
            <a:pPr marL="0" algn="l" rtl="0" eaLnBrk="1" latinLnBrk="0" hangingPunct="1">
              <a:spcBef>
                <a:spcPts val="0"/>
              </a:spcBef>
              <a:spcAft>
                <a:spcPts val="0"/>
              </a:spcAft>
            </a:pPr>
            <a:r>
              <a:rPr lang="en-GB" sz="1800" kern="1200" dirty="0">
                <a:solidFill>
                  <a:srgbClr val="000000"/>
                </a:solidFill>
                <a:effectLst/>
                <a:latin typeface="Calibri" panose="020F0502020204030204" pitchFamily="34" charset="0"/>
                <a:ea typeface="+mn-ea"/>
                <a:cs typeface="+mn-cs"/>
              </a:rPr>
              <a:t>Now, I’ll discuss the challenges I faced during this project.</a:t>
            </a:r>
          </a:p>
          <a:p>
            <a:pPr marL="0" algn="l" rtl="0" eaLnBrk="1" latinLnBrk="0" hangingPunct="1">
              <a:spcBef>
                <a:spcPts val="0"/>
              </a:spcBef>
              <a:spcAft>
                <a:spcPts val="0"/>
              </a:spcAft>
            </a:pPr>
            <a:endParaRPr lang="en-US" dirty="0">
              <a:effectLst/>
            </a:endParaRPr>
          </a:p>
          <a:p>
            <a:pPr marL="0" algn="l" rtl="0" eaLnBrk="1" latinLnBrk="0" hangingPunct="1">
              <a:spcBef>
                <a:spcPts val="0"/>
              </a:spcBef>
              <a:spcAft>
                <a:spcPts val="0"/>
              </a:spcAft>
            </a:pPr>
            <a:r>
              <a:rPr lang="en-GB" sz="1800" kern="1200" dirty="0">
                <a:solidFill>
                  <a:srgbClr val="000000"/>
                </a:solidFill>
                <a:effectLst/>
                <a:latin typeface="Calibri" panose="020F0502020204030204" pitchFamily="34" charset="0"/>
                <a:ea typeface="+mn-ea"/>
                <a:cs typeface="+mn-cs"/>
              </a:rPr>
              <a:t>The first challenge was </a:t>
            </a:r>
            <a:r>
              <a:rPr lang="en-GB" sz="1800" b="1" kern="1200" dirty="0">
                <a:solidFill>
                  <a:srgbClr val="000000"/>
                </a:solidFill>
                <a:effectLst/>
                <a:latin typeface="Calibri" panose="020F0502020204030204" pitchFamily="34" charset="0"/>
                <a:ea typeface="+mn-ea"/>
                <a:cs typeface="+mn-cs"/>
              </a:rPr>
              <a:t>limited computational resources</a:t>
            </a:r>
            <a:r>
              <a:rPr lang="en-GB" sz="1800" kern="1200" dirty="0">
                <a:solidFill>
                  <a:srgbClr val="000000"/>
                </a:solidFill>
                <a:effectLst/>
                <a:latin typeface="Calibri" panose="020F0502020204030204" pitchFamily="34" charset="0"/>
                <a:ea typeface="+mn-ea"/>
                <a:cs typeface="+mn-cs"/>
              </a:rPr>
              <a:t>. Larger models often require significant hardware capabilities, which I did not have access to. As a result, I opted for smaller, efficient models like T5-base.</a:t>
            </a:r>
          </a:p>
          <a:p>
            <a:pPr marL="0" algn="l" rtl="0" eaLnBrk="1" latinLnBrk="0" hangingPunct="1">
              <a:spcBef>
                <a:spcPts val="0"/>
              </a:spcBef>
              <a:spcAft>
                <a:spcPts val="0"/>
              </a:spcAft>
            </a:pPr>
            <a:endParaRPr lang="en-US" dirty="0">
              <a:effectLst/>
            </a:endParaRPr>
          </a:p>
          <a:p>
            <a:pPr marL="0" algn="l" rtl="0" eaLnBrk="1" latinLnBrk="0" hangingPunct="1">
              <a:spcBef>
                <a:spcPts val="0"/>
              </a:spcBef>
              <a:spcAft>
                <a:spcPts val="0"/>
              </a:spcAft>
            </a:pPr>
            <a:r>
              <a:rPr lang="en-GB" sz="1800" kern="1200" dirty="0">
                <a:solidFill>
                  <a:srgbClr val="000000"/>
                </a:solidFill>
                <a:effectLst/>
                <a:latin typeface="Calibri" panose="020F0502020204030204" pitchFamily="34" charset="0"/>
                <a:ea typeface="+mn-ea"/>
                <a:cs typeface="+mn-cs"/>
              </a:rPr>
              <a:t>Another challenge was </a:t>
            </a:r>
            <a:r>
              <a:rPr lang="en-GB" sz="1800" b="1" kern="1200" dirty="0">
                <a:solidFill>
                  <a:srgbClr val="000000"/>
                </a:solidFill>
                <a:effectLst/>
                <a:latin typeface="Calibri" panose="020F0502020204030204" pitchFamily="34" charset="0"/>
                <a:ea typeface="+mn-ea"/>
                <a:cs typeface="+mn-cs"/>
              </a:rPr>
              <a:t>dataset compatibility</a:t>
            </a:r>
            <a:r>
              <a:rPr lang="en-GB" sz="1800" kern="1200" dirty="0">
                <a:solidFill>
                  <a:srgbClr val="000000"/>
                </a:solidFill>
                <a:effectLst/>
                <a:latin typeface="Calibri" panose="020F0502020204030204" pitchFamily="34" charset="0"/>
                <a:ea typeface="+mn-ea"/>
                <a:cs typeface="+mn-cs"/>
              </a:rPr>
              <a:t>. The pre-trained models, T5-base and Bart-base, were not originally trained on the SAMSUM dataset. This required extensive fine-tuning to adapt the models to achieve better performance.</a:t>
            </a:r>
          </a:p>
          <a:p>
            <a:pPr marL="0" algn="l" rtl="0" eaLnBrk="1" latinLnBrk="0" hangingPunct="1">
              <a:spcBef>
                <a:spcPts val="0"/>
              </a:spcBef>
              <a:spcAft>
                <a:spcPts val="0"/>
              </a:spcAft>
            </a:pPr>
            <a:endParaRPr lang="en-US" dirty="0">
              <a:effectLst/>
            </a:endParaRPr>
          </a:p>
          <a:p>
            <a:pPr marL="0" algn="l" rtl="0" eaLnBrk="1" latinLnBrk="0" hangingPunct="1">
              <a:spcBef>
                <a:spcPts val="0"/>
              </a:spcBef>
              <a:spcAft>
                <a:spcPts val="0"/>
              </a:spcAft>
            </a:pPr>
            <a:r>
              <a:rPr lang="en-GB" sz="1800" kern="1200" dirty="0">
                <a:solidFill>
                  <a:srgbClr val="000000"/>
                </a:solidFill>
                <a:effectLst/>
                <a:latin typeface="Calibri" panose="020F0502020204030204" pitchFamily="34" charset="0"/>
                <a:ea typeface="+mn-ea"/>
                <a:cs typeface="+mn-cs"/>
              </a:rPr>
              <a:t>Finally, there were challenges related to </a:t>
            </a:r>
            <a:r>
              <a:rPr lang="en-GB" sz="1800" b="1" kern="1200" dirty="0">
                <a:solidFill>
                  <a:srgbClr val="000000"/>
                </a:solidFill>
                <a:effectLst/>
                <a:latin typeface="Calibri" panose="020F0502020204030204" pitchFamily="34" charset="0"/>
                <a:ea typeface="+mn-ea"/>
                <a:cs typeface="+mn-cs"/>
              </a:rPr>
              <a:t>error handling in article summarization</a:t>
            </a:r>
            <a:r>
              <a:rPr lang="en-GB" sz="1800" kern="1200" dirty="0">
                <a:solidFill>
                  <a:srgbClr val="000000"/>
                </a:solidFill>
                <a:effectLst/>
                <a:latin typeface="Calibri" panose="020F0502020204030204" pitchFamily="34" charset="0"/>
                <a:ea typeface="+mn-ea"/>
                <a:cs typeface="+mn-cs"/>
              </a:rPr>
              <a:t>. Poorly formatted or incomplete articles fetched from URLs occasionally caused interruptions in the summarization process.</a:t>
            </a:r>
          </a:p>
          <a:p>
            <a:pPr marL="0" algn="l" rtl="0" eaLnBrk="1" latinLnBrk="0" hangingPunct="1">
              <a:spcBef>
                <a:spcPts val="0"/>
              </a:spcBef>
              <a:spcAft>
                <a:spcPts val="0"/>
              </a:spcAft>
            </a:pPr>
            <a:endParaRPr lang="en-US" dirty="0">
              <a:effectLst/>
            </a:endParaRPr>
          </a:p>
          <a:p>
            <a:pPr marL="0" algn="l" rtl="0" eaLnBrk="1" latinLnBrk="0" hangingPunct="1">
              <a:spcBef>
                <a:spcPts val="0"/>
              </a:spcBef>
              <a:spcAft>
                <a:spcPts val="0"/>
              </a:spcAft>
            </a:pPr>
            <a:r>
              <a:rPr lang="en-GB" sz="1800" kern="1200" dirty="0">
                <a:solidFill>
                  <a:srgbClr val="000000"/>
                </a:solidFill>
                <a:effectLst/>
                <a:latin typeface="Calibri" panose="020F0502020204030204" pitchFamily="34" charset="0"/>
                <a:ea typeface="+mn-ea"/>
                <a:cs typeface="+mn-cs"/>
              </a:rPr>
              <a:t>Despite these challenges, each issue provided an opportunity to learn and improve the system. Next, I’ll share the lessons I’ve learned from this project.</a:t>
            </a:r>
            <a:endParaRPr lang="en-US" dirty="0">
              <a:effectLst/>
            </a:endParaRPr>
          </a:p>
          <a:p>
            <a:pPr marL="0" marR="0">
              <a:lnSpc>
                <a:spcPct val="115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2A0970F6-66FE-FA6E-A56C-B73CE0A9A2CF}"/>
              </a:ext>
            </a:extLst>
          </p:cNvPr>
          <p:cNvSpPr>
            <a:spLocks noGrp="1"/>
          </p:cNvSpPr>
          <p:nvPr>
            <p:ph type="sldNum" sz="quarter" idx="5"/>
          </p:nvPr>
        </p:nvSpPr>
        <p:spPr/>
        <p:txBody>
          <a:bodyPr/>
          <a:lstStyle/>
          <a:p>
            <a:fld id="{5EBB0495-2115-43AA-BA4C-17B1B018F6D0}" type="slidenum">
              <a:rPr lang="en-US" smtClean="0"/>
              <a:t>18</a:t>
            </a:fld>
            <a:endParaRPr lang="en-US"/>
          </a:p>
        </p:txBody>
      </p:sp>
    </p:spTree>
    <p:extLst>
      <p:ext uri="{BB962C8B-B14F-4D97-AF65-F5344CB8AC3E}">
        <p14:creationId xmlns:p14="http://schemas.microsoft.com/office/powerpoint/2010/main" val="562650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7F8D9-5568-1AEC-691C-941F1EFB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7EFEC-270F-86CF-D70A-63C6DF042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6D303-E0A0-8952-77CB-076EA59BBC8E}"/>
              </a:ext>
            </a:extLst>
          </p:cNvPr>
          <p:cNvSpPr>
            <a:spLocks noGrp="1"/>
          </p:cNvSpPr>
          <p:nvPr>
            <p:ph type="body" idx="1"/>
          </p:nvPr>
        </p:nvSpPr>
        <p:spPr/>
        <p:txBody>
          <a:bodyPr/>
          <a:lstStyle/>
          <a:p>
            <a:pPr marL="0" marR="0">
              <a:lnSpc>
                <a:spcPct val="115000"/>
              </a:lnSpc>
              <a:spcBef>
                <a:spcPts val="0"/>
              </a:spcBef>
              <a:spcAft>
                <a:spcPts val="800"/>
              </a:spcAft>
            </a:pPr>
            <a:r>
              <a:rPr lang="en-GB" dirty="0"/>
              <a:t>I gained several valuable lessons that enhanced my skills and understanding of text summarization and project development.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Firstly, I learned the importance of </a:t>
            </a:r>
            <a:r>
              <a:rPr lang="en-GB" b="1" dirty="0"/>
              <a:t>model selection and fine-tuning</a:t>
            </a:r>
            <a:r>
              <a:rPr lang="en-GB" dirty="0"/>
              <a:t>. Evaluating multiple models, showed me how crucial it is to choose a model that aligns with the project’s objectives.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Secondly, I understood how to </a:t>
            </a:r>
            <a:r>
              <a:rPr lang="en-GB" b="1" dirty="0"/>
              <a:t>efficiently use computational resources</a:t>
            </a:r>
            <a:r>
              <a:rPr lang="en-GB" dirty="0"/>
              <a:t>. Since I had limited hardware capabilities, I optimized my approach by selecting smaller models that delivered high performance without exceeding resource limits.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Another significant lesson was in </a:t>
            </a:r>
            <a:r>
              <a:rPr lang="en-GB" b="1" dirty="0"/>
              <a:t>error management and debugging</a:t>
            </a:r>
            <a:r>
              <a:rPr lang="en-GB" dirty="0"/>
              <a:t>. Encountering issues during article pre-processing and summarization helped me improve my problem-solving skills and refine the system to handle diverse inputs effectively.</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These lessons will be valuable for my future projects, and I’m excited to apply what I’ve learned.</a:t>
            </a:r>
            <a:endParaRPr lang="en-US" dirty="0"/>
          </a:p>
        </p:txBody>
      </p:sp>
      <p:sp>
        <p:nvSpPr>
          <p:cNvPr id="4" name="Slide Number Placeholder 3">
            <a:extLst>
              <a:ext uri="{FF2B5EF4-FFF2-40B4-BE49-F238E27FC236}">
                <a16:creationId xmlns:a16="http://schemas.microsoft.com/office/drawing/2014/main" id="{CFA4C5EA-9E7B-98B1-B99E-D2402BEE0DA8}"/>
              </a:ext>
            </a:extLst>
          </p:cNvPr>
          <p:cNvSpPr>
            <a:spLocks noGrp="1"/>
          </p:cNvSpPr>
          <p:nvPr>
            <p:ph type="sldNum" sz="quarter" idx="5"/>
          </p:nvPr>
        </p:nvSpPr>
        <p:spPr/>
        <p:txBody>
          <a:bodyPr/>
          <a:lstStyle/>
          <a:p>
            <a:fld id="{5EBB0495-2115-43AA-BA4C-17B1B018F6D0}" type="slidenum">
              <a:rPr lang="en-US" smtClean="0"/>
              <a:t>19</a:t>
            </a:fld>
            <a:endParaRPr lang="en-US"/>
          </a:p>
        </p:txBody>
      </p:sp>
    </p:spTree>
    <p:extLst>
      <p:ext uri="{BB962C8B-B14F-4D97-AF65-F5344CB8AC3E}">
        <p14:creationId xmlns:p14="http://schemas.microsoft.com/office/powerpoint/2010/main" val="121738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7286B-9958-C2E0-88D0-EFE8BD1B5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6904F-DFDB-886A-F9A1-A6F38E159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719AB-F31C-F7AB-C0A4-8D034E138DF0}"/>
              </a:ext>
            </a:extLst>
          </p:cNvPr>
          <p:cNvSpPr>
            <a:spLocks noGrp="1"/>
          </p:cNvSpPr>
          <p:nvPr>
            <p:ph type="body" idx="1"/>
          </p:nvPr>
        </p:nvSpPr>
        <p:spPr/>
        <p:txBody>
          <a:bodyPr/>
          <a:lstStyle/>
          <a:p>
            <a:pPr marL="0" marR="0">
              <a:lnSpc>
                <a:spcPct val="115000"/>
              </a:lnSpc>
              <a:spcBef>
                <a:spcPts val="0"/>
              </a:spcBef>
              <a:spcAft>
                <a:spcPts val="800"/>
              </a:spcAft>
            </a:pPr>
            <a:r>
              <a:rPr lang="en-GB" dirty="0"/>
              <a:t>I also have some potential future directions to enhance this project.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One key area is to </a:t>
            </a:r>
            <a:r>
              <a:rPr lang="en-GB" b="1" dirty="0"/>
              <a:t>expand to larger models</a:t>
            </a:r>
            <a:r>
              <a:rPr lang="en-GB" dirty="0"/>
              <a:t>, such as T5-large or Pegasus. These models could provide even better summarization quality, although they would require more computational resources.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Another direction is to introduce </a:t>
            </a:r>
            <a:r>
              <a:rPr lang="en-GB" b="1" dirty="0"/>
              <a:t>support for multiple languages</a:t>
            </a:r>
            <a:r>
              <a:rPr lang="en-GB" dirty="0"/>
              <a:t>. By using multilingual models, the system could summarize news articles in different languages, making it more accessible to a global audience.</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Finally, I aim to </a:t>
            </a:r>
            <a:r>
              <a:rPr lang="en-GB" b="1" dirty="0"/>
              <a:t>enhance dataset utilization</a:t>
            </a:r>
            <a:r>
              <a:rPr lang="en-GB" dirty="0"/>
              <a:t> by incorporating larger and more diverse datasets. This would help improve the model’s generalization across various news domains.</a:t>
            </a:r>
          </a:p>
          <a:p>
            <a:endParaRPr lang="en-GB" dirty="0"/>
          </a:p>
          <a:p>
            <a:r>
              <a:rPr lang="en-GB" dirty="0"/>
              <a:t>These enhancements would significantly broaden the scope and impact of the project.</a:t>
            </a:r>
          </a:p>
          <a:p>
            <a:pPr marL="0" marR="0">
              <a:lnSpc>
                <a:spcPct val="115000"/>
              </a:lnSpc>
              <a:spcBef>
                <a:spcPts val="0"/>
              </a:spcBef>
              <a:spcAft>
                <a:spcPts val="800"/>
              </a:spcAft>
            </a:pPr>
            <a:endParaRPr lang="en-US" dirty="0"/>
          </a:p>
        </p:txBody>
      </p:sp>
      <p:sp>
        <p:nvSpPr>
          <p:cNvPr id="4" name="Slide Number Placeholder 3">
            <a:extLst>
              <a:ext uri="{FF2B5EF4-FFF2-40B4-BE49-F238E27FC236}">
                <a16:creationId xmlns:a16="http://schemas.microsoft.com/office/drawing/2014/main" id="{080D0D3B-4424-FF7F-109F-4EF8B3C30D3A}"/>
              </a:ext>
            </a:extLst>
          </p:cNvPr>
          <p:cNvSpPr>
            <a:spLocks noGrp="1"/>
          </p:cNvSpPr>
          <p:nvPr>
            <p:ph type="sldNum" sz="quarter" idx="5"/>
          </p:nvPr>
        </p:nvSpPr>
        <p:spPr/>
        <p:txBody>
          <a:bodyPr/>
          <a:lstStyle/>
          <a:p>
            <a:fld id="{5EBB0495-2115-43AA-BA4C-17B1B018F6D0}" type="slidenum">
              <a:rPr lang="en-US" smtClean="0"/>
              <a:t>20</a:t>
            </a:fld>
            <a:endParaRPr lang="en-US"/>
          </a:p>
        </p:txBody>
      </p:sp>
    </p:spTree>
    <p:extLst>
      <p:ext uri="{BB962C8B-B14F-4D97-AF65-F5344CB8AC3E}">
        <p14:creationId xmlns:p14="http://schemas.microsoft.com/office/powerpoint/2010/main" val="525909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CFA4B-9601-BB5D-2BB4-18FDF31F9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D150A-6B15-CC27-6E3B-242C6DBB9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51196-B9CB-507F-EF66-26422D83C2A7}"/>
              </a:ext>
            </a:extLst>
          </p:cNvPr>
          <p:cNvSpPr>
            <a:spLocks noGrp="1"/>
          </p:cNvSpPr>
          <p:nvPr>
            <p:ph type="body" idx="1"/>
          </p:nvPr>
        </p:nvSpPr>
        <p:spPr/>
        <p:txBody>
          <a:bodyPr/>
          <a:lstStyle/>
          <a:p>
            <a:pPr marL="0" marR="0">
              <a:lnSpc>
                <a:spcPct val="115000"/>
              </a:lnSpc>
              <a:spcBef>
                <a:spcPts val="0"/>
              </a:spcBef>
              <a:spcAft>
                <a:spcPts val="800"/>
              </a:spcAft>
            </a:pPr>
            <a:r>
              <a:rPr lang="en-GB" dirty="0"/>
              <a:t>In conclusion, this project successfully developed an automated news article summarization system using a fine-tuned </a:t>
            </a:r>
            <a:r>
              <a:rPr lang="en-GB" b="1" dirty="0"/>
              <a:t>T5-base</a:t>
            </a:r>
            <a:r>
              <a:rPr lang="en-GB" dirty="0"/>
              <a:t> model.</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The system demonstrates the effectiveness of </a:t>
            </a:r>
            <a:r>
              <a:rPr lang="en-GB" b="1" dirty="0"/>
              <a:t>abstractive summarization</a:t>
            </a:r>
            <a:r>
              <a:rPr lang="en-GB" dirty="0"/>
              <a:t> in generating concise, human-like summaries, which address the challenges of processing overwhelming influx of digital news content.</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This project also highlighted the practical applications of </a:t>
            </a:r>
            <a:r>
              <a:rPr lang="en-GB" b="1" dirty="0"/>
              <a:t>Natural Language Processing</a:t>
            </a:r>
            <a:r>
              <a:rPr lang="en-GB" dirty="0"/>
              <a:t> techniques, showcasing how they can be used to simplify complex tasks.</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Throughout the project, I faced challenges such as limited computational resources and dataset compatibility. However, I was able to overcome these obstacles and deliver a functional and efficient solution.</a:t>
            </a:r>
          </a:p>
          <a:p>
            <a:pPr marL="0" marR="0">
              <a:lnSpc>
                <a:spcPct val="115000"/>
              </a:lnSpc>
              <a:spcBef>
                <a:spcPts val="0"/>
              </a:spcBef>
              <a:spcAft>
                <a:spcPts val="800"/>
              </a:spcAft>
            </a:pPr>
            <a:endParaRPr lang="en-GB" dirty="0"/>
          </a:p>
          <a:p>
            <a:pPr marL="0" marR="0">
              <a:lnSpc>
                <a:spcPct val="115000"/>
              </a:lnSpc>
              <a:spcBef>
                <a:spcPts val="0"/>
              </a:spcBef>
              <a:spcAft>
                <a:spcPts val="800"/>
              </a:spcAft>
            </a:pPr>
            <a:r>
              <a:rPr lang="en-GB" dirty="0"/>
              <a:t>Overall, the experience was highly educational and provided insights into model development, error handling, and system integration. I believe this project lays a strong foundation for my future works.</a:t>
            </a:r>
            <a:endParaRPr lang="en-US" dirty="0"/>
          </a:p>
        </p:txBody>
      </p:sp>
      <p:sp>
        <p:nvSpPr>
          <p:cNvPr id="4" name="Slide Number Placeholder 3">
            <a:extLst>
              <a:ext uri="{FF2B5EF4-FFF2-40B4-BE49-F238E27FC236}">
                <a16:creationId xmlns:a16="http://schemas.microsoft.com/office/drawing/2014/main" id="{7A3C90D4-60DD-DC74-E2C5-538E17643EDF}"/>
              </a:ext>
            </a:extLst>
          </p:cNvPr>
          <p:cNvSpPr>
            <a:spLocks noGrp="1"/>
          </p:cNvSpPr>
          <p:nvPr>
            <p:ph type="sldNum" sz="quarter" idx="5"/>
          </p:nvPr>
        </p:nvSpPr>
        <p:spPr/>
        <p:txBody>
          <a:bodyPr/>
          <a:lstStyle/>
          <a:p>
            <a:fld id="{5EBB0495-2115-43AA-BA4C-17B1B018F6D0}" type="slidenum">
              <a:rPr lang="en-US" smtClean="0"/>
              <a:t>21</a:t>
            </a:fld>
            <a:endParaRPr lang="en-US"/>
          </a:p>
        </p:txBody>
      </p:sp>
    </p:spTree>
    <p:extLst>
      <p:ext uri="{BB962C8B-B14F-4D97-AF65-F5344CB8AC3E}">
        <p14:creationId xmlns:p14="http://schemas.microsoft.com/office/powerpoint/2010/main" val="760453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all for your time and attention throughout this presentation. and I’m grateful for this opportunity.</a:t>
            </a:r>
          </a:p>
          <a:p>
            <a:endParaRPr lang="en-GB" dirty="0"/>
          </a:p>
          <a:p>
            <a:r>
              <a:rPr lang="en-GB" dirty="0"/>
              <a:t>I would like to express my sincere gratitude to my supervisor, Mrs. Fathima Sajeetha, my assessor, Mr. Mohamed Nizzad, and thanks for presence of Mr. Nismy, and all the lecturers who have provided invaluable guidance and support throughout my project.</a:t>
            </a:r>
          </a:p>
          <a:p>
            <a:endParaRPr lang="en-GB" dirty="0"/>
          </a:p>
          <a:p>
            <a:r>
              <a:rPr lang="en-GB" dirty="0"/>
              <a:t>If you have any questions or need further clarification on any aspect of the project, I’d be happy to address them now.</a:t>
            </a:r>
          </a:p>
          <a:p>
            <a:endParaRPr lang="en-GB" dirty="0"/>
          </a:p>
          <a:p>
            <a:r>
              <a:rPr lang="en-US" dirty="0"/>
              <a:t>Once again, thank you!</a:t>
            </a:r>
          </a:p>
        </p:txBody>
      </p:sp>
      <p:sp>
        <p:nvSpPr>
          <p:cNvPr id="4" name="Slide Number Placeholder 3"/>
          <p:cNvSpPr>
            <a:spLocks noGrp="1"/>
          </p:cNvSpPr>
          <p:nvPr>
            <p:ph type="sldNum" sz="quarter" idx="5"/>
          </p:nvPr>
        </p:nvSpPr>
        <p:spPr/>
        <p:txBody>
          <a:bodyPr/>
          <a:lstStyle/>
          <a:p>
            <a:fld id="{5EBB0495-2115-43AA-BA4C-17B1B018F6D0}" type="slidenum">
              <a:rPr lang="en-US" smtClean="0"/>
              <a:t>23</a:t>
            </a:fld>
            <a:endParaRPr lang="en-US"/>
          </a:p>
        </p:txBody>
      </p:sp>
    </p:spTree>
    <p:extLst>
      <p:ext uri="{BB962C8B-B14F-4D97-AF65-F5344CB8AC3E}">
        <p14:creationId xmlns:p14="http://schemas.microsoft.com/office/powerpoint/2010/main" val="2825972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EC768C-970C-4EFB-B5DE-E73583204FED}" type="datetime1">
              <a:rPr lang="en-US" smtClean="0"/>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22058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8946708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E1D71B-C944-40CB-9225-EA433BB07F45}" type="datetime1">
              <a:rPr lang="en-US" smtClean="0"/>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27895459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058ECA-02C5-4D99-AFFD-84EA363A536D}" type="datetime1">
              <a:rPr lang="en-US" smtClean="0"/>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069947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4073E0-3DBC-4BAA-84B9-0F85CC501F88}" type="datetime1">
              <a:rPr lang="en-US" smtClean="0"/>
              <a:t>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222906067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9C761F-A406-4505-8459-B97881E80F0E}" type="datetime1">
              <a:rPr lang="en-US" smtClean="0"/>
              <a:t>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6401570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0DCC-C7A3-4DC1-8DCD-1C5B33BCF6DA}" type="datetime1">
              <a:rPr lang="en-US" smtClean="0"/>
              <a:t>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19535553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ACD9E2-7770-43EB-8701-2490B377D92A}" type="datetime1">
              <a:rPr lang="en-US" smtClean="0"/>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99818960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91ED9B-92CF-4B2F-A610-74DC6EFE6E8B}" type="datetime1">
              <a:rPr lang="en-US" smtClean="0"/>
              <a:t>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113704891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A9613B-0BA2-4A64-A532-F6C966C6DF40}" type="datetime1">
              <a:rPr lang="en-US" smtClean="0"/>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3769256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44F18-9DB9-4BF6-A25D-A0C007A942DF}" type="datetime1">
              <a:rPr lang="en-US" smtClean="0"/>
              <a:t>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5241969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3C8A-7B11-4C95-B8FE-DA0F896160D6}" type="datetime1">
              <a:rPr lang="en-US" smtClean="0"/>
              <a:t>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A9502-7A70-47B0-BD1F-E2BBA2404010}" type="slidenum">
              <a:rPr lang="en-US" smtClean="0"/>
              <a:t>‹#›</a:t>
            </a:fld>
            <a:endParaRPr lang="en-US"/>
          </a:p>
        </p:txBody>
      </p:sp>
    </p:spTree>
    <p:extLst>
      <p:ext uri="{BB962C8B-B14F-4D97-AF65-F5344CB8AC3E}">
        <p14:creationId xmlns:p14="http://schemas.microsoft.com/office/powerpoint/2010/main" val="409740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7" y="563418"/>
            <a:ext cx="9984508" cy="1921163"/>
          </a:xfrm>
        </p:spPr>
        <p:txBody>
          <a:bodyPr>
            <a:normAutofit/>
          </a:bodyPr>
          <a:lstStyle/>
          <a:p>
            <a:r>
              <a:rPr lang="en-US" dirty="0"/>
              <a:t>Automated Text Summarization for News Articles</a:t>
            </a:r>
          </a:p>
        </p:txBody>
      </p:sp>
      <p:sp>
        <p:nvSpPr>
          <p:cNvPr id="4" name="Date Placeholder 3"/>
          <p:cNvSpPr>
            <a:spLocks noGrp="1"/>
          </p:cNvSpPr>
          <p:nvPr>
            <p:ph type="dt" sz="half" idx="10"/>
          </p:nvPr>
        </p:nvSpPr>
        <p:spPr/>
        <p:txBody>
          <a:bodyPr/>
          <a:lstStyle/>
          <a:p>
            <a:fld id="{4AC05905-566F-4D77-AB2B-760164113BC0}" type="datetime1">
              <a:rPr lang="en-US" smtClean="0"/>
              <a:t>1/1/2025</a:t>
            </a:fld>
            <a:endParaRPr lang="en-US" dirty="0"/>
          </a:p>
        </p:txBody>
      </p:sp>
      <p:sp>
        <p:nvSpPr>
          <p:cNvPr id="5" name="Footer Placeholder 4"/>
          <p:cNvSpPr>
            <a:spLocks noGrp="1"/>
          </p:cNvSpPr>
          <p:nvPr>
            <p:ph type="ftr" sz="quarter" idx="11"/>
          </p:nvPr>
        </p:nvSpPr>
        <p:spPr/>
        <p:txBody>
          <a:bodyPr/>
          <a:lstStyle/>
          <a:p>
            <a:r>
              <a:rPr lang="en-US" dirty="0"/>
              <a:t>PCP</a:t>
            </a:r>
          </a:p>
        </p:txBody>
      </p:sp>
      <p:sp>
        <p:nvSpPr>
          <p:cNvPr id="6" name="Slide Number Placeholder 5"/>
          <p:cNvSpPr>
            <a:spLocks noGrp="1"/>
          </p:cNvSpPr>
          <p:nvPr>
            <p:ph type="sldNum" sz="quarter" idx="12"/>
          </p:nvPr>
        </p:nvSpPr>
        <p:spPr/>
        <p:txBody>
          <a:bodyPr/>
          <a:lstStyle/>
          <a:p>
            <a:fld id="{67FA9502-7A70-47B0-BD1F-E2BBA2404010}" type="slidenum">
              <a:rPr lang="en-US" smtClean="0"/>
              <a:t>1</a:t>
            </a:fld>
            <a:endParaRPr lang="en-US"/>
          </a:p>
        </p:txBody>
      </p:sp>
      <p:sp>
        <p:nvSpPr>
          <p:cNvPr id="7" name="Google Shape;286;p26"/>
          <p:cNvSpPr txBox="1">
            <a:spLocks noGrp="1"/>
          </p:cNvSpPr>
          <p:nvPr>
            <p:ph type="subTitle" idx="1"/>
          </p:nvPr>
        </p:nvSpPr>
        <p:spPr>
          <a:xfrm>
            <a:off x="424872" y="4935504"/>
            <a:ext cx="5143512" cy="126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 MN. SIHANAS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Supervisor: MRS. ALF. SAJEETHA</a:t>
            </a:r>
            <a:endParaRPr dirty="0"/>
          </a:p>
        </p:txBody>
      </p:sp>
      <p:pic>
        <p:nvPicPr>
          <p:cNvPr id="10"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0773" y="5122942"/>
            <a:ext cx="1973027" cy="1079887"/>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6;p26">
            <a:extLst>
              <a:ext uri="{FF2B5EF4-FFF2-40B4-BE49-F238E27FC236}">
                <a16:creationId xmlns:a16="http://schemas.microsoft.com/office/drawing/2014/main" id="{0A780991-E5A6-7C22-165E-954CFE5E63B7}"/>
              </a:ext>
            </a:extLst>
          </p:cNvPr>
          <p:cNvSpPr txBox="1">
            <a:spLocks/>
          </p:cNvSpPr>
          <p:nvPr/>
        </p:nvSpPr>
        <p:spPr>
          <a:xfrm>
            <a:off x="2521527" y="2561724"/>
            <a:ext cx="7148946" cy="118976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GB" i="1" dirty="0"/>
              <a:t>“In an age of overwhelming information, text summarization helps extract key insights efficiently.”</a:t>
            </a:r>
          </a:p>
        </p:txBody>
      </p:sp>
    </p:spTree>
    <p:extLst>
      <p:ext uri="{BB962C8B-B14F-4D97-AF65-F5344CB8AC3E}">
        <p14:creationId xmlns:p14="http://schemas.microsoft.com/office/powerpoint/2010/main" val="9327627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63" y="259918"/>
            <a:ext cx="10515600" cy="871538"/>
          </a:xfrm>
        </p:spPr>
        <p:txBody>
          <a:bodyPr>
            <a:normAutofit fontScale="90000"/>
          </a:bodyPr>
          <a:lstStyle/>
          <a:p>
            <a:pPr lvl="0"/>
            <a:br>
              <a:rPr lang="en-US" b="1" dirty="0"/>
            </a:br>
            <a:r>
              <a:rPr lang="en-US" b="1" dirty="0"/>
              <a:t>Table of contents</a:t>
            </a:r>
            <a:br>
              <a:rPr lang="en-US" b="1" dirty="0"/>
            </a:br>
            <a:endParaRPr lang="en-US" b="1" dirty="0"/>
          </a:p>
        </p:txBody>
      </p:sp>
      <p:sp>
        <p:nvSpPr>
          <p:cNvPr id="3" name="Content Placeholder 2"/>
          <p:cNvSpPr>
            <a:spLocks noGrp="1"/>
          </p:cNvSpPr>
          <p:nvPr>
            <p:ph idx="1"/>
          </p:nvPr>
        </p:nvSpPr>
        <p:spPr>
          <a:xfrm>
            <a:off x="838200" y="1274618"/>
            <a:ext cx="10515600" cy="5218546"/>
          </a:xfrm>
        </p:spPr>
        <p:txBody>
          <a:bodyPr>
            <a:normAutofit fontScale="85000" lnSpcReduction="20000"/>
          </a:bodyPr>
          <a:lstStyle/>
          <a:p>
            <a:pPr marL="514350" lvl="0" indent="-514350">
              <a:buFont typeface="+mj-lt"/>
              <a:buAutoNum type="arabicPeriod"/>
            </a:pPr>
            <a:r>
              <a:rPr lang="en-US" dirty="0"/>
              <a:t>Background Information</a:t>
            </a:r>
          </a:p>
          <a:p>
            <a:pPr marL="514350" lvl="0" indent="-514350">
              <a:buFont typeface="+mj-lt"/>
              <a:buAutoNum type="arabicPeriod"/>
            </a:pPr>
            <a:r>
              <a:rPr lang="en-US" dirty="0"/>
              <a:t>Introduction</a:t>
            </a:r>
          </a:p>
          <a:p>
            <a:pPr marL="514350" indent="-514350">
              <a:buFont typeface="+mj-lt"/>
              <a:buAutoNum type="arabicPeriod"/>
            </a:pPr>
            <a:r>
              <a:rPr lang="en-US" dirty="0"/>
              <a:t>Project Objectives</a:t>
            </a:r>
          </a:p>
          <a:p>
            <a:pPr marL="514350" lvl="0" indent="-514350">
              <a:buFont typeface="+mj-lt"/>
              <a:buAutoNum type="arabicPeriod"/>
            </a:pPr>
            <a:r>
              <a:rPr lang="en-US" dirty="0"/>
              <a:t>Methodologies</a:t>
            </a:r>
          </a:p>
          <a:p>
            <a:pPr marL="514350" lvl="0" indent="-514350">
              <a:buFont typeface="+mj-lt"/>
              <a:buAutoNum type="arabicPeriod"/>
            </a:pPr>
            <a:r>
              <a:rPr lang="en-US" dirty="0"/>
              <a:t>Dataset</a:t>
            </a:r>
          </a:p>
          <a:p>
            <a:pPr marL="514350" lvl="0" indent="-514350">
              <a:buFont typeface="+mj-lt"/>
              <a:buAutoNum type="arabicPeriod"/>
            </a:pPr>
            <a:r>
              <a:rPr lang="en-US" dirty="0"/>
              <a:t>Model Evaluation &amp; Selection</a:t>
            </a:r>
          </a:p>
          <a:p>
            <a:pPr marL="514350" lvl="0" indent="-514350">
              <a:buFont typeface="+mj-lt"/>
              <a:buAutoNum type="arabicPeriod"/>
            </a:pPr>
            <a:r>
              <a:rPr lang="en-US" dirty="0"/>
              <a:t>Top Level Architecture</a:t>
            </a:r>
          </a:p>
          <a:p>
            <a:pPr marL="514350" lvl="0" indent="-514350">
              <a:buFont typeface="+mj-lt"/>
              <a:buAutoNum type="arabicPeriod"/>
            </a:pPr>
            <a:r>
              <a:rPr lang="en-US" dirty="0"/>
              <a:t>Timeline</a:t>
            </a:r>
          </a:p>
          <a:p>
            <a:pPr marL="514350" lvl="0" indent="-514350">
              <a:buFont typeface="+mj-lt"/>
              <a:buAutoNum type="arabicPeriod"/>
            </a:pPr>
            <a:r>
              <a:rPr lang="en-US" dirty="0"/>
              <a:t>Demonstration</a:t>
            </a:r>
          </a:p>
          <a:p>
            <a:pPr marL="514350" lvl="0" indent="-514350">
              <a:buFont typeface="+mj-lt"/>
              <a:buAutoNum type="arabicPeriod"/>
            </a:pPr>
            <a:r>
              <a:rPr lang="en-US" dirty="0"/>
              <a:t>Challenges</a:t>
            </a:r>
          </a:p>
          <a:p>
            <a:pPr marL="514350" lvl="0" indent="-514350">
              <a:buFont typeface="+mj-lt"/>
              <a:buAutoNum type="arabicPeriod"/>
            </a:pPr>
            <a:r>
              <a:rPr lang="en-US" dirty="0"/>
              <a:t>Lessons Learned</a:t>
            </a:r>
          </a:p>
          <a:p>
            <a:pPr marL="514350" lvl="0" indent="-514350">
              <a:buFont typeface="+mj-lt"/>
              <a:buAutoNum type="arabicPeriod"/>
            </a:pPr>
            <a:r>
              <a:rPr lang="en-US" dirty="0"/>
              <a:t>Future Direction</a:t>
            </a:r>
          </a:p>
          <a:p>
            <a:pPr marL="514350" lvl="0" indent="-514350">
              <a:buFont typeface="+mj-lt"/>
              <a:buAutoNum type="arabicPeriod"/>
            </a:pPr>
            <a:r>
              <a:rPr lang="en-US" dirty="0"/>
              <a:t>Conclusion</a:t>
            </a:r>
          </a:p>
          <a:p>
            <a:endParaRPr lang="en-US" dirty="0"/>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a:t>
            </a:fld>
            <a:endParaRPr lang="en-US"/>
          </a:p>
        </p:txBody>
      </p:sp>
    </p:spTree>
    <p:extLst>
      <p:ext uri="{BB962C8B-B14F-4D97-AF65-F5344CB8AC3E}">
        <p14:creationId xmlns:p14="http://schemas.microsoft.com/office/powerpoint/2010/main" val="89143278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1/1/2025</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a:t>
            </a:fld>
            <a:endParaRPr lang="en-US"/>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517248" y="3777664"/>
            <a:ext cx="11277588" cy="2447636"/>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Importance:</a:t>
            </a:r>
            <a:endParaRPr lang="en-GB" sz="2800" dirty="0"/>
          </a:p>
          <a:p>
            <a:pPr marL="342900" indent="-342900" algn="l">
              <a:lnSpc>
                <a:spcPct val="100000"/>
              </a:lnSpc>
              <a:buFont typeface="Arial" panose="020B0604020202020204" pitchFamily="34" charset="0"/>
              <a:buChar char="•"/>
            </a:pPr>
            <a:r>
              <a:rPr lang="en-GB" dirty="0"/>
              <a:t>Helps readers save time by focusing on the core information in news articles.</a:t>
            </a:r>
          </a:p>
          <a:p>
            <a:pPr marL="342900" indent="-342900" algn="l">
              <a:lnSpc>
                <a:spcPct val="100000"/>
              </a:lnSpc>
              <a:buFont typeface="Arial" panose="020B0604020202020204" pitchFamily="34" charset="0"/>
              <a:buChar char="•"/>
            </a:pPr>
            <a:r>
              <a:rPr lang="en-GB" dirty="0"/>
              <a:t>Promotes accessibility for users with limited time or specific interests.</a:t>
            </a:r>
          </a:p>
          <a:p>
            <a:pPr marL="342900" indent="-342900" algn="l">
              <a:lnSpc>
                <a:spcPct val="100000"/>
              </a:lnSpc>
              <a:buFont typeface="Arial" panose="020B0604020202020204" pitchFamily="34" charset="0"/>
              <a:buChar char="•"/>
            </a:pPr>
            <a:r>
              <a:rPr lang="en-GB" dirty="0"/>
              <a:t>Enables quick decision-making and knowledge acquisition in various domains like journalism, education and research.</a:t>
            </a:r>
          </a:p>
          <a:p>
            <a:pPr algn="l">
              <a:lnSpc>
                <a:spcPct val="100000"/>
              </a:lnSpc>
              <a:buFont typeface="Arial" panose="020B0604020202020204" pitchFamily="34" charset="0"/>
              <a:buChar char="•"/>
            </a:pPr>
            <a:endParaRPr lang="en-GB" dirty="0"/>
          </a:p>
        </p:txBody>
      </p:sp>
      <p:sp>
        <p:nvSpPr>
          <p:cNvPr id="11" name="Google Shape;286;p26">
            <a:extLst>
              <a:ext uri="{FF2B5EF4-FFF2-40B4-BE49-F238E27FC236}">
                <a16:creationId xmlns:a16="http://schemas.microsoft.com/office/drawing/2014/main" id="{D764EE45-8CA4-0EDE-0484-E25C784E5404}"/>
              </a:ext>
            </a:extLst>
          </p:cNvPr>
          <p:cNvSpPr txBox="1">
            <a:spLocks/>
          </p:cNvSpPr>
          <p:nvPr/>
        </p:nvSpPr>
        <p:spPr>
          <a:xfrm>
            <a:off x="517248" y="690698"/>
            <a:ext cx="11277588" cy="3292475"/>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About the Project:</a:t>
            </a:r>
            <a:endParaRPr lang="en-GB" sz="2800" dirty="0"/>
          </a:p>
          <a:p>
            <a:pPr marL="342900" indent="-342900" algn="l">
              <a:lnSpc>
                <a:spcPct val="100000"/>
              </a:lnSpc>
              <a:buFont typeface="Arial" panose="020B0604020202020204" pitchFamily="34" charset="0"/>
              <a:buChar char="•"/>
            </a:pPr>
            <a:r>
              <a:rPr lang="en-GB" dirty="0"/>
              <a:t>In an era of overwhelming digital content, news articles are published in vast quantities every day.</a:t>
            </a:r>
          </a:p>
          <a:p>
            <a:pPr marL="342900" indent="-342900" algn="l">
              <a:lnSpc>
                <a:spcPct val="100000"/>
              </a:lnSpc>
              <a:buFont typeface="Arial" panose="020B0604020202020204" pitchFamily="34" charset="0"/>
              <a:buChar char="•"/>
            </a:pPr>
            <a:r>
              <a:rPr lang="en-GB" dirty="0"/>
              <a:t>Manually reading and extracting key information from these articles is time-consuming and inefficient.</a:t>
            </a:r>
          </a:p>
          <a:p>
            <a:pPr marL="342900" indent="-342900" algn="l">
              <a:lnSpc>
                <a:spcPct val="100000"/>
              </a:lnSpc>
              <a:buFont typeface="Arial" panose="020B0604020202020204" pitchFamily="34" charset="0"/>
              <a:buChar char="•"/>
            </a:pPr>
            <a:r>
              <a:rPr lang="en-GB" dirty="0"/>
              <a:t>Automated text summarization offers a solution by generating concise summaries that retain the essential information.</a:t>
            </a:r>
          </a:p>
          <a:p>
            <a:pPr algn="l">
              <a:lnSpc>
                <a:spcPct val="100000"/>
              </a:lnSpc>
              <a:buFont typeface="Arial" panose="020B0604020202020204" pitchFamily="34" charset="0"/>
              <a:buChar char="•"/>
            </a:pPr>
            <a:endParaRPr lang="en-GB" dirty="0"/>
          </a:p>
        </p:txBody>
      </p:sp>
      <p:sp>
        <p:nvSpPr>
          <p:cNvPr id="2" name="Title 1">
            <a:extLst>
              <a:ext uri="{FF2B5EF4-FFF2-40B4-BE49-F238E27FC236}">
                <a16:creationId xmlns:a16="http://schemas.microsoft.com/office/drawing/2014/main" id="{CEBE6D57-FE26-39F9-C97C-7F86B93A7026}"/>
              </a:ext>
            </a:extLst>
          </p:cNvPr>
          <p:cNvSpPr>
            <a:spLocks noGrp="1"/>
          </p:cNvSpPr>
          <p:nvPr>
            <p:ph type="ctrTitle"/>
          </p:nvPr>
        </p:nvSpPr>
        <p:spPr>
          <a:xfrm>
            <a:off x="-877454" y="-147647"/>
            <a:ext cx="9144000" cy="1038576"/>
          </a:xfrm>
        </p:spPr>
        <p:txBody>
          <a:bodyPr>
            <a:normAutofit/>
          </a:bodyPr>
          <a:lstStyle/>
          <a:p>
            <a:r>
              <a:rPr lang="en" sz="4400" b="1" dirty="0"/>
              <a:t>01. </a:t>
            </a:r>
            <a:r>
              <a:rPr lang="en-US" sz="4400" b="1" dirty="0"/>
              <a:t>Background Information</a:t>
            </a:r>
          </a:p>
        </p:txBody>
      </p:sp>
    </p:spTree>
    <p:extLst>
      <p:ext uri="{BB962C8B-B14F-4D97-AF65-F5344CB8AC3E}">
        <p14:creationId xmlns:p14="http://schemas.microsoft.com/office/powerpoint/2010/main" val="131947780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1/1/2025</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4</a:t>
            </a:fld>
            <a:endParaRPr lang="en-US"/>
          </a:p>
        </p:txBody>
      </p:sp>
      <p:sp>
        <p:nvSpPr>
          <p:cNvPr id="3" name="Google Shape;286;p26">
            <a:extLst>
              <a:ext uri="{FF2B5EF4-FFF2-40B4-BE49-F238E27FC236}">
                <a16:creationId xmlns:a16="http://schemas.microsoft.com/office/drawing/2014/main" id="{32E1BD30-CAB7-BAB7-5DA9-B3C8519C915B}"/>
              </a:ext>
            </a:extLst>
          </p:cNvPr>
          <p:cNvSpPr txBox="1">
            <a:spLocks/>
          </p:cNvSpPr>
          <p:nvPr/>
        </p:nvSpPr>
        <p:spPr>
          <a:xfrm>
            <a:off x="838200" y="1169945"/>
            <a:ext cx="10289310" cy="386747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r>
              <a:rPr lang="en-GB" sz="2800" dirty="0"/>
              <a:t>News text summarization is the process of automatically generating a concise and meaningful summary of news articles.</a:t>
            </a:r>
          </a:p>
          <a:p>
            <a:pPr marL="342900" indent="-342900" algn="l">
              <a:lnSpc>
                <a:spcPct val="100000"/>
              </a:lnSpc>
              <a:buFont typeface="Arial" panose="020B0604020202020204" pitchFamily="34" charset="0"/>
              <a:buChar char="•"/>
            </a:pPr>
            <a:r>
              <a:rPr lang="en-GB" sz="2800" dirty="0"/>
              <a:t>It involves extracting or abstracting key information from lengthy articles while maintaining the context and intent.</a:t>
            </a:r>
          </a:p>
          <a:p>
            <a:pPr marL="342900" indent="-342900" algn="l">
              <a:lnSpc>
                <a:spcPct val="100000"/>
              </a:lnSpc>
              <a:buFont typeface="Arial" panose="020B0604020202020204" pitchFamily="34" charset="0"/>
              <a:buChar char="•"/>
            </a:pPr>
            <a:r>
              <a:rPr lang="en-GB" sz="2800" dirty="0"/>
              <a:t>By automating summarization, the project addresses the challenges of processing the overwhelming influx of digital news content.</a:t>
            </a:r>
          </a:p>
          <a:p>
            <a:pPr algn="l">
              <a:lnSpc>
                <a:spcPct val="100000"/>
              </a:lnSpc>
              <a:buFont typeface="Arial" panose="020B0604020202020204" pitchFamily="34" charset="0"/>
              <a:buChar char="•"/>
            </a:pPr>
            <a:endParaRPr lang="en-GB" sz="2800" dirty="0"/>
          </a:p>
        </p:txBody>
      </p:sp>
      <p:pic>
        <p:nvPicPr>
          <p:cNvPr id="9" name="Picture 8" descr="A newspaper with a magnifying glass&#10;&#10;Description automatically generated">
            <a:extLst>
              <a:ext uri="{FF2B5EF4-FFF2-40B4-BE49-F238E27FC236}">
                <a16:creationId xmlns:a16="http://schemas.microsoft.com/office/drawing/2014/main" id="{3A5A9065-88BA-D135-576C-6E66E073C5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2200" y="4520181"/>
            <a:ext cx="1550656" cy="1550656"/>
          </a:xfrm>
          <a:prstGeom prst="rect">
            <a:avLst/>
          </a:prstGeom>
        </p:spPr>
      </p:pic>
      <p:sp>
        <p:nvSpPr>
          <p:cNvPr id="2" name="Title 1">
            <a:extLst>
              <a:ext uri="{FF2B5EF4-FFF2-40B4-BE49-F238E27FC236}">
                <a16:creationId xmlns:a16="http://schemas.microsoft.com/office/drawing/2014/main" id="{88F3FC2B-CE42-1747-D825-F21EABAC701B}"/>
              </a:ext>
            </a:extLst>
          </p:cNvPr>
          <p:cNvSpPr>
            <a:spLocks noGrp="1"/>
          </p:cNvSpPr>
          <p:nvPr>
            <p:ph type="ctrTitle"/>
          </p:nvPr>
        </p:nvSpPr>
        <p:spPr>
          <a:xfrm>
            <a:off x="838200" y="136525"/>
            <a:ext cx="3880427" cy="1038576"/>
          </a:xfrm>
        </p:spPr>
        <p:txBody>
          <a:bodyPr>
            <a:normAutofit/>
          </a:bodyPr>
          <a:lstStyle/>
          <a:p>
            <a:r>
              <a:rPr lang="en" sz="4400" b="1" dirty="0"/>
              <a:t>02. </a:t>
            </a:r>
            <a:r>
              <a:rPr lang="en-US" sz="4400" b="1" dirty="0"/>
              <a:t>Introduction</a:t>
            </a:r>
          </a:p>
        </p:txBody>
      </p:sp>
    </p:spTree>
    <p:extLst>
      <p:ext uri="{BB962C8B-B14F-4D97-AF65-F5344CB8AC3E}">
        <p14:creationId xmlns:p14="http://schemas.microsoft.com/office/powerpoint/2010/main" val="11622021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13102"/>
            <a:ext cx="10515600" cy="4273191"/>
          </a:xfrm>
        </p:spPr>
        <p:txBody>
          <a:bodyPr>
            <a:normAutofit/>
          </a:bodyPr>
          <a:lstStyle/>
          <a:p>
            <a:pPr algn="just">
              <a:lnSpc>
                <a:spcPct val="100000"/>
              </a:lnSpc>
              <a:spcAft>
                <a:spcPts val="1000"/>
              </a:spcAft>
              <a:buFont typeface="Wingdings" panose="05000000000000000000" pitchFamily="2" charset="2"/>
              <a:buChar char="§"/>
            </a:pPr>
            <a:r>
              <a:rPr lang="en-GB" b="1" dirty="0"/>
              <a:t>Develop an Efficient Summarization Tool</a:t>
            </a:r>
            <a:r>
              <a:rPr lang="en-GB" dirty="0"/>
              <a:t>: Create a system capable of summarizing news articles from URLs into concise, meaningful summaries.</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anose="05000000000000000000" pitchFamily="2" charset="2"/>
              <a:buChar char="§"/>
            </a:pPr>
            <a:r>
              <a:rPr lang="en-GB" b="1" dirty="0"/>
              <a:t>Optimize Time and Effort in News Consumption</a:t>
            </a:r>
            <a:r>
              <a:rPr lang="en-US" dirty="0"/>
              <a:t>: </a:t>
            </a:r>
            <a:r>
              <a:rPr lang="en-GB" dirty="0"/>
              <a:t>Enable users to quickly extract the key information from lengthy news articles, improving productivity and comprehension.</a:t>
            </a:r>
            <a:endParaRPr lang="en-US" dirty="0"/>
          </a:p>
          <a:p>
            <a:pPr algn="just">
              <a:lnSpc>
                <a:spcPct val="100000"/>
              </a:lnSpc>
              <a:spcAft>
                <a:spcPts val="1000"/>
              </a:spcAft>
              <a:buFont typeface="Wingdings" panose="05000000000000000000" pitchFamily="2" charset="2"/>
              <a:buChar char="§"/>
            </a:pPr>
            <a:r>
              <a:rPr lang="en-US" b="1" dirty="0"/>
              <a:t>Demonstrate NLP Capabilities</a:t>
            </a:r>
            <a:r>
              <a:rPr lang="en-US" dirty="0"/>
              <a:t>: </a:t>
            </a:r>
            <a:r>
              <a:rPr lang="en-GB" dirty="0"/>
              <a:t>Showcase the application of advanced Natural Language Processing techniques in real-world scenarios.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5</a:t>
            </a:fld>
            <a:endParaRPr lang="en-US"/>
          </a:p>
        </p:txBody>
      </p:sp>
      <p:sp>
        <p:nvSpPr>
          <p:cNvPr id="2" name="Title 1">
            <a:extLst>
              <a:ext uri="{FF2B5EF4-FFF2-40B4-BE49-F238E27FC236}">
                <a16:creationId xmlns:a16="http://schemas.microsoft.com/office/drawing/2014/main" id="{BA181D3B-696E-EF20-CCD3-A7DB64A971C5}"/>
              </a:ext>
            </a:extLst>
          </p:cNvPr>
          <p:cNvSpPr txBox="1">
            <a:spLocks/>
          </p:cNvSpPr>
          <p:nvPr/>
        </p:nvSpPr>
        <p:spPr>
          <a:xfrm>
            <a:off x="838200" y="468473"/>
            <a:ext cx="9144000" cy="6032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 b="1" dirty="0"/>
            </a:br>
            <a:r>
              <a:rPr lang="en" b="1" dirty="0"/>
              <a:t>03. </a:t>
            </a:r>
            <a:r>
              <a:rPr lang="en-US" b="1" dirty="0"/>
              <a:t>Project Objectives</a:t>
            </a:r>
            <a:br>
              <a:rPr lang="en" b="1" dirty="0"/>
            </a:br>
            <a:endParaRPr lang="en-US" b="1" dirty="0"/>
          </a:p>
        </p:txBody>
      </p:sp>
    </p:spTree>
    <p:extLst>
      <p:ext uri="{BB962C8B-B14F-4D97-AF65-F5344CB8AC3E}">
        <p14:creationId xmlns:p14="http://schemas.microsoft.com/office/powerpoint/2010/main" val="10036962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1B4F-239E-8A71-D8D1-9299AD00D0D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1DB7865-2F5D-3167-B75D-2C68A2AF17B5}"/>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E48E31CF-734B-ADC0-B9C1-EDAF13F4A52B}"/>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32D2A6AB-A8CD-14A0-C235-285ED5AC6ADD}"/>
              </a:ext>
            </a:extLst>
          </p:cNvPr>
          <p:cNvSpPr>
            <a:spLocks noGrp="1"/>
          </p:cNvSpPr>
          <p:nvPr>
            <p:ph type="sldNum" sz="quarter" idx="12"/>
          </p:nvPr>
        </p:nvSpPr>
        <p:spPr/>
        <p:txBody>
          <a:bodyPr/>
          <a:lstStyle/>
          <a:p>
            <a:fld id="{67FA9502-7A70-47B0-BD1F-E2BBA2404010}" type="slidenum">
              <a:rPr lang="en-US" smtClean="0"/>
              <a:t>6</a:t>
            </a:fld>
            <a:endParaRPr lang="en-US"/>
          </a:p>
        </p:txBody>
      </p:sp>
      <p:graphicFrame>
        <p:nvGraphicFramePr>
          <p:cNvPr id="2" name="Table 1">
            <a:extLst>
              <a:ext uri="{FF2B5EF4-FFF2-40B4-BE49-F238E27FC236}">
                <a16:creationId xmlns:a16="http://schemas.microsoft.com/office/drawing/2014/main" id="{5002578D-F2FE-FD77-0C41-44DA3A48845A}"/>
              </a:ext>
            </a:extLst>
          </p:cNvPr>
          <p:cNvGraphicFramePr>
            <a:graphicFrameLocks noGrp="1"/>
          </p:cNvGraphicFramePr>
          <p:nvPr>
            <p:extLst>
              <p:ext uri="{D42A27DB-BD31-4B8C-83A1-F6EECF244321}">
                <p14:modId xmlns:p14="http://schemas.microsoft.com/office/powerpoint/2010/main" val="3277092653"/>
              </p:ext>
            </p:extLst>
          </p:nvPr>
        </p:nvGraphicFramePr>
        <p:xfrm>
          <a:off x="838200" y="1283846"/>
          <a:ext cx="10515600" cy="4757686"/>
        </p:xfrm>
        <a:graphic>
          <a:graphicData uri="http://schemas.openxmlformats.org/drawingml/2006/table">
            <a:tbl>
              <a:tblPr firstRow="1" bandRow="1">
                <a:tableStyleId>{5202B0CA-FC54-4496-8BCA-5EF66A818D29}</a:tableStyleId>
              </a:tblPr>
              <a:tblGrid>
                <a:gridCol w="2191327">
                  <a:extLst>
                    <a:ext uri="{9D8B030D-6E8A-4147-A177-3AD203B41FA5}">
                      <a16:colId xmlns:a16="http://schemas.microsoft.com/office/drawing/2014/main" val="1273580764"/>
                    </a:ext>
                  </a:extLst>
                </a:gridCol>
                <a:gridCol w="8324273">
                  <a:extLst>
                    <a:ext uri="{9D8B030D-6E8A-4147-A177-3AD203B41FA5}">
                      <a16:colId xmlns:a16="http://schemas.microsoft.com/office/drawing/2014/main" val="1771404545"/>
                    </a:ext>
                  </a:extLst>
                </a:gridCol>
              </a:tblGrid>
              <a:tr h="510743">
                <a:tc>
                  <a:txBody>
                    <a:bodyPr/>
                    <a:lstStyle/>
                    <a:p>
                      <a:pPr algn="ctr"/>
                      <a:r>
                        <a:rPr lang="en-GB" sz="2400" dirty="0">
                          <a:solidFill>
                            <a:schemeClr val="bg1"/>
                          </a:solidFill>
                        </a:rPr>
                        <a:t>Methodology</a:t>
                      </a:r>
                      <a:endParaRPr lang="en-US" sz="24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solidFill>
                            <a:schemeClr val="bg1"/>
                          </a:solidFill>
                        </a:rPr>
                        <a:t>Description</a:t>
                      </a:r>
                      <a:endParaRPr lang="en-US" sz="2400"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2419447"/>
                  </a:ext>
                </a:extLst>
              </a:tr>
              <a:tr h="849339">
                <a:tc>
                  <a:txBody>
                    <a:bodyPr/>
                    <a:lstStyle/>
                    <a:p>
                      <a:pPr algn="ctr"/>
                      <a:r>
                        <a:rPr lang="en-GB" sz="2400" b="1" dirty="0">
                          <a:solidFill>
                            <a:schemeClr val="tx1"/>
                          </a:solidFill>
                        </a:rPr>
                        <a:t>Model Selection and Evaluation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0" dirty="0">
                          <a:solidFill>
                            <a:schemeClr val="tx1"/>
                          </a:solidFill>
                        </a:rPr>
                        <a:t>Evaluated T5-base and Bart-base models for abstractive summarization. Chose </a:t>
                      </a:r>
                      <a:r>
                        <a:rPr lang="en-GB" sz="2400" b="1" dirty="0">
                          <a:solidFill>
                            <a:srgbClr val="FF0000"/>
                          </a:solidFill>
                        </a:rPr>
                        <a:t>T5-base</a:t>
                      </a:r>
                      <a:r>
                        <a:rPr lang="en-GB" sz="2400" b="0" dirty="0">
                          <a:solidFill>
                            <a:schemeClr val="tx1"/>
                          </a:solidFill>
                        </a:rPr>
                        <a:t> due to a higher F1 score during evaluation.</a:t>
                      </a:r>
                    </a:p>
                    <a:p>
                      <a:pPr algn="l"/>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406064"/>
                  </a:ext>
                </a:extLst>
              </a:tr>
              <a:tr h="1185981">
                <a:tc>
                  <a:txBody>
                    <a:bodyPr/>
                    <a:lstStyle/>
                    <a:p>
                      <a:pPr algn="ctr"/>
                      <a:r>
                        <a:rPr lang="en-GB" sz="2400" b="1" dirty="0"/>
                        <a:t>Fine-tuning the Pre-trained Model</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sz="2400" dirty="0"/>
                        <a:t>Fine-tuned the T5-base model using the </a:t>
                      </a:r>
                      <a:r>
                        <a:rPr lang="en-GB" sz="2400" b="1" dirty="0">
                          <a:solidFill>
                            <a:srgbClr val="FF0000"/>
                          </a:solidFill>
                        </a:rPr>
                        <a:t>SAMSUM</a:t>
                      </a:r>
                      <a:r>
                        <a:rPr lang="en-GB" sz="2400" dirty="0"/>
                        <a:t> dataset.</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098251"/>
                  </a:ext>
                </a:extLst>
              </a:tr>
              <a:tr h="1503743">
                <a:tc>
                  <a:txBody>
                    <a:bodyPr/>
                    <a:lstStyle/>
                    <a:p>
                      <a:pPr algn="ctr"/>
                      <a:r>
                        <a:rPr lang="en-GB" sz="2400" b="1" dirty="0"/>
                        <a:t>Summarization Approach</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sz="2400" dirty="0"/>
                        <a:t>adopted </a:t>
                      </a:r>
                      <a:r>
                        <a:rPr lang="en-GB" sz="2400" b="1" dirty="0">
                          <a:solidFill>
                            <a:srgbClr val="FF0000"/>
                          </a:solidFill>
                        </a:rPr>
                        <a:t>abstractive summarization </a:t>
                      </a:r>
                      <a:r>
                        <a:rPr lang="en-GB" sz="2400" dirty="0"/>
                        <a:t>approach, which generates new, concise summaries by rephrasing and restructuring the original content.</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2852690"/>
                  </a:ext>
                </a:extLst>
              </a:tr>
            </a:tbl>
          </a:graphicData>
        </a:graphic>
      </p:graphicFrame>
      <p:sp>
        <p:nvSpPr>
          <p:cNvPr id="3" name="Title 1">
            <a:extLst>
              <a:ext uri="{FF2B5EF4-FFF2-40B4-BE49-F238E27FC236}">
                <a16:creationId xmlns:a16="http://schemas.microsoft.com/office/drawing/2014/main" id="{D5E5F438-D287-5AB9-9A1F-A0D4E42D6581}"/>
              </a:ext>
            </a:extLst>
          </p:cNvPr>
          <p:cNvSpPr txBox="1">
            <a:spLocks/>
          </p:cNvSpPr>
          <p:nvPr/>
        </p:nvSpPr>
        <p:spPr>
          <a:xfrm>
            <a:off x="838200" y="87861"/>
            <a:ext cx="9144000"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t>04. Methodologies</a:t>
            </a:r>
            <a:endParaRPr lang="en-US" b="1" dirty="0"/>
          </a:p>
        </p:txBody>
      </p:sp>
    </p:spTree>
    <p:extLst>
      <p:ext uri="{BB962C8B-B14F-4D97-AF65-F5344CB8AC3E}">
        <p14:creationId xmlns:p14="http://schemas.microsoft.com/office/powerpoint/2010/main" val="175944954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7</a:t>
            </a:fld>
            <a:endParaRPr lang="en-US"/>
          </a:p>
        </p:txBody>
      </p:sp>
      <p:sp>
        <p:nvSpPr>
          <p:cNvPr id="12" name="TextBox 11">
            <a:extLst>
              <a:ext uri="{FF2B5EF4-FFF2-40B4-BE49-F238E27FC236}">
                <a16:creationId xmlns:a16="http://schemas.microsoft.com/office/drawing/2014/main" id="{F09930CF-904E-D92B-36F2-922655B2D191}"/>
              </a:ext>
            </a:extLst>
          </p:cNvPr>
          <p:cNvSpPr txBox="1"/>
          <p:nvPr/>
        </p:nvSpPr>
        <p:spPr>
          <a:xfrm>
            <a:off x="286323" y="902112"/>
            <a:ext cx="11159837" cy="830997"/>
          </a:xfrm>
          <a:prstGeom prst="rect">
            <a:avLst/>
          </a:prstGeom>
          <a:noFill/>
        </p:spPr>
        <p:txBody>
          <a:bodyPr wrap="square">
            <a:spAutoFit/>
          </a:bodyPr>
          <a:lstStyle/>
          <a:p>
            <a:pPr marL="457200" lvl="1" indent="0">
              <a:lnSpc>
                <a:spcPct val="100000"/>
              </a:lnSpc>
              <a:buNone/>
            </a:pPr>
            <a:r>
              <a:rPr lang="en-GB" sz="2400" dirty="0"/>
              <a:t>Selected Dataset: “</a:t>
            </a:r>
            <a:r>
              <a:rPr lang="en-GB" sz="2400" b="1" dirty="0">
                <a:solidFill>
                  <a:srgbClr val="FF0000"/>
                </a:solidFill>
              </a:rPr>
              <a:t>SAMSUM</a:t>
            </a:r>
            <a:r>
              <a:rPr lang="en-GB" sz="2400" dirty="0"/>
              <a:t>" which contains dialogue-style text and human-written summaries.</a:t>
            </a:r>
          </a:p>
        </p:txBody>
      </p:sp>
      <p:sp>
        <p:nvSpPr>
          <p:cNvPr id="14" name="TextBox 13">
            <a:extLst>
              <a:ext uri="{FF2B5EF4-FFF2-40B4-BE49-F238E27FC236}">
                <a16:creationId xmlns:a16="http://schemas.microsoft.com/office/drawing/2014/main" id="{530CBEF5-F6D6-56A6-48EE-3FC9F169EA45}"/>
              </a:ext>
            </a:extLst>
          </p:cNvPr>
          <p:cNvSpPr txBox="1"/>
          <p:nvPr/>
        </p:nvSpPr>
        <p:spPr>
          <a:xfrm>
            <a:off x="727366" y="1622425"/>
            <a:ext cx="10411691" cy="4001095"/>
          </a:xfrm>
          <a:prstGeom prst="rect">
            <a:avLst/>
          </a:prstGeom>
          <a:noFill/>
        </p:spPr>
        <p:txBody>
          <a:bodyPr wrap="square">
            <a:spAutoFit/>
          </a:bodyPr>
          <a:lstStyle/>
          <a:p>
            <a:pPr>
              <a:lnSpc>
                <a:spcPct val="150000"/>
              </a:lnSpc>
            </a:pPr>
            <a:r>
              <a:rPr lang="en-GB" sz="2800" b="1" dirty="0"/>
              <a:t>Why SAMSUM?</a:t>
            </a:r>
            <a:r>
              <a:rPr lang="en-GB" sz="2800" dirty="0"/>
              <a:t> </a:t>
            </a:r>
            <a:endParaRPr lang="en-GB" sz="2000" b="1" dirty="0"/>
          </a:p>
          <a:p>
            <a:pPr marL="342900" indent="-342900">
              <a:buFont typeface="Wingdings" panose="05000000000000000000" pitchFamily="2" charset="2"/>
              <a:buChar char="§"/>
            </a:pPr>
            <a:r>
              <a:rPr lang="en-GB" sz="2400" dirty="0"/>
              <a:t>Both T5-base and Bart-base models are not originally trained on the SAMSUM dataset, making fine-tuning essential to improve performance.</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Real-World Relevance</a:t>
            </a:r>
            <a:r>
              <a:rPr lang="en-GB" sz="2400" dirty="0"/>
              <a:t>: Provides high-quality summaries that align with the requirements of news article summarization.</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Concise: </a:t>
            </a:r>
            <a:r>
              <a:rPr lang="en-GB" sz="2400" dirty="0"/>
              <a:t>Suitable for abstractive summarization tasks due to its focus on creating concise, human-like summaries.</a:t>
            </a:r>
          </a:p>
          <a:p>
            <a:pPr marL="342900" indent="-342900">
              <a:buFont typeface="Wingdings" panose="05000000000000000000" pitchFamily="2" charset="2"/>
              <a:buChar char="§"/>
            </a:pPr>
            <a:endParaRPr lang="en-GB" sz="2000" dirty="0"/>
          </a:p>
        </p:txBody>
      </p:sp>
      <p:graphicFrame>
        <p:nvGraphicFramePr>
          <p:cNvPr id="2" name="Table 1">
            <a:extLst>
              <a:ext uri="{FF2B5EF4-FFF2-40B4-BE49-F238E27FC236}">
                <a16:creationId xmlns:a16="http://schemas.microsoft.com/office/drawing/2014/main" id="{CD5782D6-0182-4565-8DF0-B9DD8925CC9F}"/>
              </a:ext>
            </a:extLst>
          </p:cNvPr>
          <p:cNvGraphicFramePr>
            <a:graphicFrameLocks noGrp="1"/>
          </p:cNvGraphicFramePr>
          <p:nvPr>
            <p:extLst>
              <p:ext uri="{D42A27DB-BD31-4B8C-83A1-F6EECF244321}">
                <p14:modId xmlns:p14="http://schemas.microsoft.com/office/powerpoint/2010/main" val="519714936"/>
              </p:ext>
            </p:extLst>
          </p:nvPr>
        </p:nvGraphicFramePr>
        <p:xfrm>
          <a:off x="8788408" y="5073718"/>
          <a:ext cx="1826490" cy="1097280"/>
        </p:xfrm>
        <a:graphic>
          <a:graphicData uri="http://schemas.openxmlformats.org/drawingml/2006/table">
            <a:tbl>
              <a:tblPr firstRow="1" bandRow="1">
                <a:tableStyleId>{AF606853-7671-496A-8E4F-DF71F8EC918B}</a:tableStyleId>
              </a:tblPr>
              <a:tblGrid>
                <a:gridCol w="1117599">
                  <a:extLst>
                    <a:ext uri="{9D8B030D-6E8A-4147-A177-3AD203B41FA5}">
                      <a16:colId xmlns:a16="http://schemas.microsoft.com/office/drawing/2014/main" val="4290094472"/>
                    </a:ext>
                  </a:extLst>
                </a:gridCol>
                <a:gridCol w="708891">
                  <a:extLst>
                    <a:ext uri="{9D8B030D-6E8A-4147-A177-3AD203B41FA5}">
                      <a16:colId xmlns:a16="http://schemas.microsoft.com/office/drawing/2014/main" val="3562748687"/>
                    </a:ext>
                  </a:extLst>
                </a:gridCol>
              </a:tblGrid>
              <a:tr h="317088">
                <a:tc>
                  <a:txBody>
                    <a:bodyPr/>
                    <a:lstStyle/>
                    <a:p>
                      <a:r>
                        <a:rPr lang="en-GB" dirty="0"/>
                        <a:t>Training</a:t>
                      </a:r>
                      <a:endParaRPr lang="en-US" dirty="0"/>
                    </a:p>
                  </a:txBody>
                  <a:tcPr/>
                </a:tc>
                <a:tc>
                  <a:txBody>
                    <a:bodyPr/>
                    <a:lstStyle/>
                    <a:p>
                      <a:r>
                        <a:rPr lang="en-GB" dirty="0"/>
                        <a:t>80%</a:t>
                      </a:r>
                      <a:endParaRPr lang="en-US" dirty="0"/>
                    </a:p>
                  </a:txBody>
                  <a:tcPr/>
                </a:tc>
                <a:extLst>
                  <a:ext uri="{0D108BD9-81ED-4DB2-BD59-A6C34878D82A}">
                    <a16:rowId xmlns:a16="http://schemas.microsoft.com/office/drawing/2014/main" val="3219860026"/>
                  </a:ext>
                </a:extLst>
              </a:tr>
              <a:tr h="317088">
                <a:tc>
                  <a:txBody>
                    <a:bodyPr/>
                    <a:lstStyle/>
                    <a:p>
                      <a:r>
                        <a:rPr lang="en-GB" dirty="0"/>
                        <a:t>Test</a:t>
                      </a:r>
                      <a:endParaRPr lang="en-US" dirty="0"/>
                    </a:p>
                  </a:txBody>
                  <a:tcPr/>
                </a:tc>
                <a:tc>
                  <a:txBody>
                    <a:bodyPr/>
                    <a:lstStyle/>
                    <a:p>
                      <a:r>
                        <a:rPr lang="en-GB" dirty="0"/>
                        <a:t>10%</a:t>
                      </a:r>
                      <a:endParaRPr lang="en-US" dirty="0"/>
                    </a:p>
                  </a:txBody>
                  <a:tcPr/>
                </a:tc>
                <a:extLst>
                  <a:ext uri="{0D108BD9-81ED-4DB2-BD59-A6C34878D82A}">
                    <a16:rowId xmlns:a16="http://schemas.microsoft.com/office/drawing/2014/main" val="2529424201"/>
                  </a:ext>
                </a:extLst>
              </a:tr>
              <a:tr h="317088">
                <a:tc>
                  <a:txBody>
                    <a:bodyPr/>
                    <a:lstStyle/>
                    <a:p>
                      <a:r>
                        <a:rPr lang="en-GB" dirty="0"/>
                        <a:t>Validation</a:t>
                      </a:r>
                      <a:endParaRPr lang="en-US" dirty="0"/>
                    </a:p>
                  </a:txBody>
                  <a:tcPr/>
                </a:tc>
                <a:tc>
                  <a:txBody>
                    <a:bodyPr/>
                    <a:lstStyle/>
                    <a:p>
                      <a:r>
                        <a:rPr lang="en-GB" dirty="0"/>
                        <a:t>10%</a:t>
                      </a:r>
                      <a:endParaRPr lang="en-US" dirty="0"/>
                    </a:p>
                  </a:txBody>
                  <a:tcPr/>
                </a:tc>
                <a:extLst>
                  <a:ext uri="{0D108BD9-81ED-4DB2-BD59-A6C34878D82A}">
                    <a16:rowId xmlns:a16="http://schemas.microsoft.com/office/drawing/2014/main" val="3792174668"/>
                  </a:ext>
                </a:extLst>
              </a:tr>
            </a:tbl>
          </a:graphicData>
        </a:graphic>
      </p:graphicFrame>
      <p:sp>
        <p:nvSpPr>
          <p:cNvPr id="7" name="TextBox 6">
            <a:extLst>
              <a:ext uri="{FF2B5EF4-FFF2-40B4-BE49-F238E27FC236}">
                <a16:creationId xmlns:a16="http://schemas.microsoft.com/office/drawing/2014/main" id="{7D785A9F-DFAB-E550-39EF-DC0335D94DBE}"/>
              </a:ext>
            </a:extLst>
          </p:cNvPr>
          <p:cNvSpPr txBox="1"/>
          <p:nvPr/>
        </p:nvSpPr>
        <p:spPr>
          <a:xfrm>
            <a:off x="6597081" y="5422303"/>
            <a:ext cx="1623291" cy="400110"/>
          </a:xfrm>
          <a:prstGeom prst="rect">
            <a:avLst/>
          </a:prstGeom>
          <a:noFill/>
        </p:spPr>
        <p:txBody>
          <a:bodyPr wrap="square">
            <a:spAutoFit/>
          </a:bodyPr>
          <a:lstStyle/>
          <a:p>
            <a:r>
              <a:rPr lang="en-GB" sz="2000" b="1" dirty="0">
                <a:solidFill>
                  <a:schemeClr val="accent5">
                    <a:lumMod val="50000"/>
                  </a:schemeClr>
                </a:solidFill>
              </a:rPr>
              <a:t>Dataset Split:</a:t>
            </a:r>
            <a:endParaRPr lang="en-US" sz="2000" dirty="0">
              <a:solidFill>
                <a:schemeClr val="accent5">
                  <a:lumMod val="50000"/>
                </a:schemeClr>
              </a:solidFill>
            </a:endParaRPr>
          </a:p>
        </p:txBody>
      </p:sp>
      <p:sp>
        <p:nvSpPr>
          <p:cNvPr id="8" name="Left Brace 7">
            <a:extLst>
              <a:ext uri="{FF2B5EF4-FFF2-40B4-BE49-F238E27FC236}">
                <a16:creationId xmlns:a16="http://schemas.microsoft.com/office/drawing/2014/main" id="{C142BEB6-17E2-9E6B-2F3E-816A758A5DF3}"/>
              </a:ext>
            </a:extLst>
          </p:cNvPr>
          <p:cNvSpPr/>
          <p:nvPr/>
        </p:nvSpPr>
        <p:spPr>
          <a:xfrm>
            <a:off x="8128008" y="5073718"/>
            <a:ext cx="471054" cy="1097280"/>
          </a:xfrm>
          <a:prstGeom prst="leftBrace">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itle 1">
            <a:extLst>
              <a:ext uri="{FF2B5EF4-FFF2-40B4-BE49-F238E27FC236}">
                <a16:creationId xmlns:a16="http://schemas.microsoft.com/office/drawing/2014/main" id="{95A44F69-E982-4216-A253-FE59AC5E25E3}"/>
              </a:ext>
            </a:extLst>
          </p:cNvPr>
          <p:cNvSpPr txBox="1">
            <a:spLocks/>
          </p:cNvSpPr>
          <p:nvPr/>
        </p:nvSpPr>
        <p:spPr>
          <a:xfrm>
            <a:off x="745840" y="48257"/>
            <a:ext cx="9144000"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t>05. Dataset</a:t>
            </a:r>
            <a:endParaRPr lang="en-US" b="1" dirty="0"/>
          </a:p>
        </p:txBody>
      </p:sp>
    </p:spTree>
    <p:extLst>
      <p:ext uri="{BB962C8B-B14F-4D97-AF65-F5344CB8AC3E}">
        <p14:creationId xmlns:p14="http://schemas.microsoft.com/office/powerpoint/2010/main" val="3708950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83796-7DED-3DBB-E8FC-738C1B67A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37EE8-012C-32CC-F3F0-86E640DDD220}"/>
              </a:ext>
            </a:extLst>
          </p:cNvPr>
          <p:cNvSpPr>
            <a:spLocks noGrp="1"/>
          </p:cNvSpPr>
          <p:nvPr>
            <p:ph type="ctrTitle"/>
          </p:nvPr>
        </p:nvSpPr>
        <p:spPr>
          <a:xfrm>
            <a:off x="822036" y="2390424"/>
            <a:ext cx="10547927" cy="1038576"/>
          </a:xfrm>
        </p:spPr>
        <p:txBody>
          <a:bodyPr>
            <a:noAutofit/>
          </a:bodyPr>
          <a:lstStyle/>
          <a:p>
            <a:r>
              <a:rPr lang="en" b="1" dirty="0"/>
              <a:t>06. Model selection &amp; Evaluation</a:t>
            </a:r>
            <a:endParaRPr lang="en-US" b="1" dirty="0"/>
          </a:p>
        </p:txBody>
      </p:sp>
      <p:sp>
        <p:nvSpPr>
          <p:cNvPr id="4" name="Date Placeholder 3">
            <a:extLst>
              <a:ext uri="{FF2B5EF4-FFF2-40B4-BE49-F238E27FC236}">
                <a16:creationId xmlns:a16="http://schemas.microsoft.com/office/drawing/2014/main" id="{F776E8EE-B785-0A52-70A7-CDD19200E543}"/>
              </a:ext>
            </a:extLst>
          </p:cNvPr>
          <p:cNvSpPr>
            <a:spLocks noGrp="1"/>
          </p:cNvSpPr>
          <p:nvPr>
            <p:ph type="dt" sz="half" idx="10"/>
          </p:nvPr>
        </p:nvSpPr>
        <p:spPr/>
        <p:txBody>
          <a:bodyPr/>
          <a:lstStyle/>
          <a:p>
            <a:fld id="{5BEC768C-970C-4EFB-B5DE-E73583204FED}" type="datetime1">
              <a:rPr lang="en-US" smtClean="0"/>
              <a:t>1/1/2025</a:t>
            </a:fld>
            <a:endParaRPr lang="en-US"/>
          </a:p>
        </p:txBody>
      </p:sp>
      <p:sp>
        <p:nvSpPr>
          <p:cNvPr id="5" name="Footer Placeholder 4">
            <a:extLst>
              <a:ext uri="{FF2B5EF4-FFF2-40B4-BE49-F238E27FC236}">
                <a16:creationId xmlns:a16="http://schemas.microsoft.com/office/drawing/2014/main" id="{C57BA991-416A-1C8C-F2CC-72634CD2E193}"/>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767C5A9D-8FA7-F48E-4325-CB75FAF806ED}"/>
              </a:ext>
            </a:extLst>
          </p:cNvPr>
          <p:cNvSpPr>
            <a:spLocks noGrp="1"/>
          </p:cNvSpPr>
          <p:nvPr>
            <p:ph type="sldNum" sz="quarter" idx="12"/>
          </p:nvPr>
        </p:nvSpPr>
        <p:spPr/>
        <p:txBody>
          <a:bodyPr/>
          <a:lstStyle/>
          <a:p>
            <a:fld id="{67FA9502-7A70-47B0-BD1F-E2BBA2404010}" type="slidenum">
              <a:rPr lang="en-US" smtClean="0"/>
              <a:t>8</a:t>
            </a:fld>
            <a:endParaRPr lang="en-US"/>
          </a:p>
        </p:txBody>
      </p:sp>
    </p:spTree>
    <p:extLst>
      <p:ext uri="{BB962C8B-B14F-4D97-AF65-F5344CB8AC3E}">
        <p14:creationId xmlns:p14="http://schemas.microsoft.com/office/powerpoint/2010/main" val="4961072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9A30-2DC9-B449-4113-A44E22096CE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1C8136-BA0C-5D0B-8A9C-286153FCDD5F}"/>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BD1F724E-E87D-7AAC-7D72-DE4C1B4C9425}"/>
              </a:ext>
            </a:extLst>
          </p:cNvPr>
          <p:cNvSpPr>
            <a:spLocks noGrp="1"/>
          </p:cNvSpPr>
          <p:nvPr>
            <p:ph type="ftr" sz="quarter" idx="11"/>
          </p:nvPr>
        </p:nvSpPr>
        <p:spPr/>
        <p:txBody>
          <a:bodyPr/>
          <a:lstStyle/>
          <a:p>
            <a:r>
              <a:rPr lang="en-GB"/>
              <a:t>PCP</a:t>
            </a:r>
            <a:endParaRPr lang="en-US" dirty="0"/>
          </a:p>
        </p:txBody>
      </p:sp>
      <p:sp>
        <p:nvSpPr>
          <p:cNvPr id="6" name="Slide Number Placeholder 5">
            <a:extLst>
              <a:ext uri="{FF2B5EF4-FFF2-40B4-BE49-F238E27FC236}">
                <a16:creationId xmlns:a16="http://schemas.microsoft.com/office/drawing/2014/main" id="{89CF1681-04DE-2188-44BD-BA7632786236}"/>
              </a:ext>
            </a:extLst>
          </p:cNvPr>
          <p:cNvSpPr>
            <a:spLocks noGrp="1"/>
          </p:cNvSpPr>
          <p:nvPr>
            <p:ph type="sldNum" sz="quarter" idx="12"/>
          </p:nvPr>
        </p:nvSpPr>
        <p:spPr/>
        <p:txBody>
          <a:bodyPr/>
          <a:lstStyle/>
          <a:p>
            <a:fld id="{67FA9502-7A70-47B0-BD1F-E2BBA2404010}" type="slidenum">
              <a:rPr lang="en-US" smtClean="0"/>
              <a:t>9</a:t>
            </a:fld>
            <a:endParaRPr lang="en-US"/>
          </a:p>
        </p:txBody>
      </p:sp>
      <p:pic>
        <p:nvPicPr>
          <p:cNvPr id="3" name="Picture 2" descr="A graph of different colored squares&#10;&#10;Description automatically generated with medium confidence">
            <a:extLst>
              <a:ext uri="{FF2B5EF4-FFF2-40B4-BE49-F238E27FC236}">
                <a16:creationId xmlns:a16="http://schemas.microsoft.com/office/drawing/2014/main" id="{582DD345-4B04-6372-FCB8-4F856B683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319" y="967528"/>
            <a:ext cx="8703362" cy="4922944"/>
          </a:xfrm>
          <a:prstGeom prst="rect">
            <a:avLst/>
          </a:prstGeom>
        </p:spPr>
      </p:pic>
    </p:spTree>
    <p:extLst>
      <p:ext uri="{BB962C8B-B14F-4D97-AF65-F5344CB8AC3E}">
        <p14:creationId xmlns:p14="http://schemas.microsoft.com/office/powerpoint/2010/main" val="31363248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E14F-3392-8681-D25E-6E693C1415C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49FF7C1-C09A-CD43-48A9-A530D09EDF9D}"/>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BE06770D-9F67-20E3-A074-842E5B94A0AD}"/>
              </a:ext>
            </a:extLst>
          </p:cNvPr>
          <p:cNvSpPr>
            <a:spLocks noGrp="1"/>
          </p:cNvSpPr>
          <p:nvPr>
            <p:ph type="ftr" sz="quarter" idx="11"/>
          </p:nvPr>
        </p:nvSpPr>
        <p:spPr/>
        <p:txBody>
          <a:bodyPr/>
          <a:lstStyle/>
          <a:p>
            <a:r>
              <a:rPr lang="en-GB"/>
              <a:t>PCP</a:t>
            </a:r>
            <a:endParaRPr lang="en-US" dirty="0"/>
          </a:p>
        </p:txBody>
      </p:sp>
      <p:sp>
        <p:nvSpPr>
          <p:cNvPr id="6" name="Slide Number Placeholder 5">
            <a:extLst>
              <a:ext uri="{FF2B5EF4-FFF2-40B4-BE49-F238E27FC236}">
                <a16:creationId xmlns:a16="http://schemas.microsoft.com/office/drawing/2014/main" id="{9A0DCFD5-B7CD-279D-2D0C-D593A1E83A91}"/>
              </a:ext>
            </a:extLst>
          </p:cNvPr>
          <p:cNvSpPr>
            <a:spLocks noGrp="1"/>
          </p:cNvSpPr>
          <p:nvPr>
            <p:ph type="sldNum" sz="quarter" idx="12"/>
          </p:nvPr>
        </p:nvSpPr>
        <p:spPr/>
        <p:txBody>
          <a:bodyPr/>
          <a:lstStyle/>
          <a:p>
            <a:fld id="{67FA9502-7A70-47B0-BD1F-E2BBA2404010}" type="slidenum">
              <a:rPr lang="en-US" smtClean="0"/>
              <a:t>10</a:t>
            </a:fld>
            <a:endParaRPr lang="en-US"/>
          </a:p>
        </p:txBody>
      </p:sp>
      <p:pic>
        <p:nvPicPr>
          <p:cNvPr id="7" name="Picture 6" descr="A graph of different colored squares&#10;&#10;Description automatically generated with medium confidence">
            <a:extLst>
              <a:ext uri="{FF2B5EF4-FFF2-40B4-BE49-F238E27FC236}">
                <a16:creationId xmlns:a16="http://schemas.microsoft.com/office/drawing/2014/main" id="{108633AE-33E6-A60B-9A19-A2CC0C3E1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319" y="967528"/>
            <a:ext cx="8703362" cy="4922944"/>
          </a:xfrm>
          <a:prstGeom prst="rect">
            <a:avLst/>
          </a:prstGeom>
          <a:ln>
            <a:noFill/>
          </a:ln>
        </p:spPr>
      </p:pic>
    </p:spTree>
    <p:extLst>
      <p:ext uri="{BB962C8B-B14F-4D97-AF65-F5344CB8AC3E}">
        <p14:creationId xmlns:p14="http://schemas.microsoft.com/office/powerpoint/2010/main" val="386968485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80A5-0E7C-437A-2340-5532E949F6C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0E484DD-A442-B645-EEEB-F6F219219F97}"/>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3C44FA93-AF86-E53A-1126-CE9FB1F1E71D}"/>
              </a:ext>
            </a:extLst>
          </p:cNvPr>
          <p:cNvSpPr>
            <a:spLocks noGrp="1"/>
          </p:cNvSpPr>
          <p:nvPr>
            <p:ph type="ftr" sz="quarter" idx="11"/>
          </p:nvPr>
        </p:nvSpPr>
        <p:spPr/>
        <p:txBody>
          <a:bodyPr/>
          <a:lstStyle/>
          <a:p>
            <a:r>
              <a:rPr lang="en-GB"/>
              <a:t>PCP</a:t>
            </a:r>
            <a:endParaRPr lang="en-US" dirty="0"/>
          </a:p>
        </p:txBody>
      </p:sp>
      <p:sp>
        <p:nvSpPr>
          <p:cNvPr id="6" name="Slide Number Placeholder 5">
            <a:extLst>
              <a:ext uri="{FF2B5EF4-FFF2-40B4-BE49-F238E27FC236}">
                <a16:creationId xmlns:a16="http://schemas.microsoft.com/office/drawing/2014/main" id="{4AC3CF70-5FBD-96DD-3794-BC16191F058E}"/>
              </a:ext>
            </a:extLst>
          </p:cNvPr>
          <p:cNvSpPr>
            <a:spLocks noGrp="1"/>
          </p:cNvSpPr>
          <p:nvPr>
            <p:ph type="sldNum" sz="quarter" idx="12"/>
          </p:nvPr>
        </p:nvSpPr>
        <p:spPr/>
        <p:txBody>
          <a:bodyPr/>
          <a:lstStyle/>
          <a:p>
            <a:fld id="{67FA9502-7A70-47B0-BD1F-E2BBA2404010}" type="slidenum">
              <a:rPr lang="en-US" smtClean="0"/>
              <a:t>11</a:t>
            </a:fld>
            <a:endParaRPr lang="en-US"/>
          </a:p>
        </p:txBody>
      </p:sp>
      <p:pic>
        <p:nvPicPr>
          <p:cNvPr id="7" name="Picture 6" descr="A graph of different colored squares&#10;&#10;Description automatically generated with medium confidence">
            <a:extLst>
              <a:ext uri="{FF2B5EF4-FFF2-40B4-BE49-F238E27FC236}">
                <a16:creationId xmlns:a16="http://schemas.microsoft.com/office/drawing/2014/main" id="{8894C804-FE29-F90A-3166-2230BC6AB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319" y="967528"/>
            <a:ext cx="8703362" cy="4922944"/>
          </a:xfrm>
          <a:prstGeom prst="rect">
            <a:avLst/>
          </a:prstGeom>
        </p:spPr>
      </p:pic>
    </p:spTree>
    <p:extLst>
      <p:ext uri="{BB962C8B-B14F-4D97-AF65-F5344CB8AC3E}">
        <p14:creationId xmlns:p14="http://schemas.microsoft.com/office/powerpoint/2010/main" val="34346852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EF46-C6A5-2A0D-D451-C613272635E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893D433-DA3C-2BDD-7676-4BD9CCDB0077}"/>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DFA3B7A0-C975-8B03-4F57-83AC9A5BA0CD}"/>
              </a:ext>
            </a:extLst>
          </p:cNvPr>
          <p:cNvSpPr>
            <a:spLocks noGrp="1"/>
          </p:cNvSpPr>
          <p:nvPr>
            <p:ph type="ftr" sz="quarter" idx="11"/>
          </p:nvPr>
        </p:nvSpPr>
        <p:spPr/>
        <p:txBody>
          <a:bodyPr/>
          <a:lstStyle/>
          <a:p>
            <a:r>
              <a:rPr lang="en-GB"/>
              <a:t>PCP</a:t>
            </a:r>
            <a:endParaRPr lang="en-US" dirty="0"/>
          </a:p>
        </p:txBody>
      </p:sp>
      <p:sp>
        <p:nvSpPr>
          <p:cNvPr id="6" name="Slide Number Placeholder 5">
            <a:extLst>
              <a:ext uri="{FF2B5EF4-FFF2-40B4-BE49-F238E27FC236}">
                <a16:creationId xmlns:a16="http://schemas.microsoft.com/office/drawing/2014/main" id="{D0284F66-A6C5-E7BF-A439-318CB75DFA7C}"/>
              </a:ext>
            </a:extLst>
          </p:cNvPr>
          <p:cNvSpPr>
            <a:spLocks noGrp="1"/>
          </p:cNvSpPr>
          <p:nvPr>
            <p:ph type="sldNum" sz="quarter" idx="12"/>
          </p:nvPr>
        </p:nvSpPr>
        <p:spPr/>
        <p:txBody>
          <a:bodyPr/>
          <a:lstStyle/>
          <a:p>
            <a:fld id="{67FA9502-7A70-47B0-BD1F-E2BBA2404010}" type="slidenum">
              <a:rPr lang="en-US" smtClean="0"/>
              <a:t>12</a:t>
            </a:fld>
            <a:endParaRPr lang="en-US"/>
          </a:p>
        </p:txBody>
      </p:sp>
      <p:sp>
        <p:nvSpPr>
          <p:cNvPr id="11" name="TextBox 10">
            <a:extLst>
              <a:ext uri="{FF2B5EF4-FFF2-40B4-BE49-F238E27FC236}">
                <a16:creationId xmlns:a16="http://schemas.microsoft.com/office/drawing/2014/main" id="{0C04E3DA-956B-ADAE-1D45-C5E9386915BE}"/>
              </a:ext>
            </a:extLst>
          </p:cNvPr>
          <p:cNvSpPr txBox="1"/>
          <p:nvPr/>
        </p:nvSpPr>
        <p:spPr>
          <a:xfrm>
            <a:off x="614215" y="581705"/>
            <a:ext cx="10469421" cy="5509200"/>
          </a:xfrm>
          <a:prstGeom prst="rect">
            <a:avLst/>
          </a:prstGeom>
          <a:noFill/>
        </p:spPr>
        <p:txBody>
          <a:bodyPr wrap="square">
            <a:spAutoFit/>
          </a:bodyPr>
          <a:lstStyle/>
          <a:p>
            <a:r>
              <a:rPr lang="en-GB" sz="3200" b="1" dirty="0"/>
              <a:t>Why T5-Base?</a:t>
            </a:r>
            <a:r>
              <a:rPr lang="en-GB" sz="3200" dirty="0"/>
              <a:t> </a:t>
            </a:r>
          </a:p>
          <a:p>
            <a:pPr>
              <a:buFont typeface="Arial" panose="020B0604020202020204" pitchFamily="34" charset="0"/>
              <a:buChar char="•"/>
            </a:pPr>
            <a:endParaRPr lang="en-GB" sz="2000" b="1" dirty="0"/>
          </a:p>
          <a:p>
            <a:pPr marL="342900" indent="-342900">
              <a:buFont typeface="Wingdings" panose="05000000000000000000" pitchFamily="2" charset="2"/>
              <a:buChar char="§"/>
            </a:pPr>
            <a:r>
              <a:rPr lang="en-GB" sz="2800" b="1" dirty="0"/>
              <a:t>Higher F1 Score: </a:t>
            </a:r>
            <a:r>
              <a:rPr lang="en-GB" sz="2800" dirty="0"/>
              <a:t>T5-base achieved better F1 Score, outperforming Bart-base, indicating better overall accuracy.</a:t>
            </a:r>
          </a:p>
          <a:p>
            <a:pPr marL="342900" indent="-342900">
              <a:buFont typeface="Wingdings" panose="05000000000000000000" pitchFamily="2" charset="2"/>
              <a:buChar char="§"/>
            </a:pPr>
            <a:endParaRPr lang="en-GB" sz="2800" dirty="0"/>
          </a:p>
          <a:p>
            <a:pPr marL="342900" indent="-342900">
              <a:buFont typeface="Wingdings" panose="05000000000000000000" pitchFamily="2" charset="2"/>
              <a:buChar char="§"/>
            </a:pPr>
            <a:r>
              <a:rPr lang="en-GB" sz="2800" b="1" dirty="0"/>
              <a:t>Better Precision and Recall: </a:t>
            </a:r>
            <a:r>
              <a:rPr lang="en-GB" sz="2800" dirty="0"/>
              <a:t>T5-base showed higher precision and recall, making it more reliable in generating concise and comprehensive summaries.</a:t>
            </a:r>
          </a:p>
          <a:p>
            <a:pPr marL="342900" indent="-342900">
              <a:buFont typeface="Wingdings" panose="05000000000000000000" pitchFamily="2" charset="2"/>
              <a:buChar char="§"/>
            </a:pPr>
            <a:endParaRPr lang="en-GB" sz="2800" dirty="0"/>
          </a:p>
          <a:p>
            <a:pPr marL="342900" indent="-342900">
              <a:buFont typeface="Wingdings" panose="05000000000000000000" pitchFamily="2" charset="2"/>
              <a:buChar char="§"/>
            </a:pPr>
            <a:r>
              <a:rPr lang="en-GB" sz="2800" b="1" dirty="0"/>
              <a:t>Efficiency: </a:t>
            </a:r>
            <a:r>
              <a:rPr lang="en-GB" sz="2800" dirty="0"/>
              <a:t>During evaluation, T5-base demonstrated consistent performance across various test cases, aligning with the project’s objectives.</a:t>
            </a:r>
          </a:p>
          <a:p>
            <a:pPr marL="342900" indent="-342900">
              <a:buFont typeface="Wingdings" panose="05000000000000000000" pitchFamily="2" charset="2"/>
              <a:buChar char="§"/>
            </a:pPr>
            <a:endParaRPr lang="en-GB" sz="2000" dirty="0"/>
          </a:p>
        </p:txBody>
      </p:sp>
    </p:spTree>
    <p:extLst>
      <p:ext uri="{BB962C8B-B14F-4D97-AF65-F5344CB8AC3E}">
        <p14:creationId xmlns:p14="http://schemas.microsoft.com/office/powerpoint/2010/main" val="18690582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46758"/>
            <a:ext cx="9144000" cy="2387600"/>
          </a:xfrm>
        </p:spPr>
        <p:txBody>
          <a:bodyPr>
            <a:noAutofit/>
          </a:bodyPr>
          <a:lstStyle/>
          <a:p>
            <a:br>
              <a:rPr lang="en" b="1" dirty="0"/>
            </a:br>
            <a:r>
              <a:rPr lang="en" b="1" dirty="0"/>
              <a:t>07. </a:t>
            </a:r>
            <a:r>
              <a:rPr lang="en-US" b="1" dirty="0"/>
              <a:t>Top Level Architecture</a:t>
            </a:r>
            <a:br>
              <a:rPr lang="en" b="1" dirty="0"/>
            </a:br>
            <a:endParaRPr lang="en-US" b="1" dirty="0"/>
          </a:p>
        </p:txBody>
      </p:sp>
      <p:sp>
        <p:nvSpPr>
          <p:cNvPr id="4" name="Date Placeholder 3"/>
          <p:cNvSpPr>
            <a:spLocks noGrp="1"/>
          </p:cNvSpPr>
          <p:nvPr>
            <p:ph type="dt" sz="half" idx="10"/>
          </p:nvPr>
        </p:nvSpPr>
        <p:spPr/>
        <p:txBody>
          <a:bodyPr/>
          <a:lstStyle/>
          <a:p>
            <a:fld id="{5BEC768C-970C-4EFB-B5DE-E73583204FED}"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13</a:t>
            </a:fld>
            <a:endParaRPr lang="en-US"/>
          </a:p>
        </p:txBody>
      </p:sp>
    </p:spTree>
    <p:extLst>
      <p:ext uri="{BB962C8B-B14F-4D97-AF65-F5344CB8AC3E}">
        <p14:creationId xmlns:p14="http://schemas.microsoft.com/office/powerpoint/2010/main" val="189495764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14</a:t>
            </a:fld>
            <a:endParaRPr lang="en-US"/>
          </a:p>
        </p:txBody>
      </p:sp>
      <p:sp>
        <p:nvSpPr>
          <p:cNvPr id="7" name="Rectangle 6">
            <a:extLst>
              <a:ext uri="{FF2B5EF4-FFF2-40B4-BE49-F238E27FC236}">
                <a16:creationId xmlns:a16="http://schemas.microsoft.com/office/drawing/2014/main" id="{3246DB58-DB5F-8561-5C7A-333B72E454FA}"/>
              </a:ext>
            </a:extLst>
          </p:cNvPr>
          <p:cNvSpPr/>
          <p:nvPr/>
        </p:nvSpPr>
        <p:spPr>
          <a:xfrm>
            <a:off x="838200" y="295564"/>
            <a:ext cx="2309091" cy="1676396"/>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000" b="1" dirty="0">
                <a:solidFill>
                  <a:schemeClr val="accent4">
                    <a:lumMod val="60000"/>
                    <a:lumOff val="40000"/>
                  </a:schemeClr>
                </a:solidFill>
                <a:highlight>
                  <a:srgbClr val="000080"/>
                </a:highlight>
              </a:rPr>
              <a:t>Input</a:t>
            </a:r>
            <a:r>
              <a:rPr lang="en-GB" sz="2000" b="1" dirty="0">
                <a:solidFill>
                  <a:schemeClr val="bg1"/>
                </a:solidFill>
                <a:highlight>
                  <a:srgbClr val="000080"/>
                </a:highlight>
              </a:rPr>
              <a:t> </a:t>
            </a:r>
            <a:r>
              <a:rPr lang="en-GB" sz="2000" b="1" dirty="0"/>
              <a:t>-</a:t>
            </a:r>
            <a:r>
              <a:rPr lang="en-GB" dirty="0"/>
              <a:t> User provides news article URL via streamlit interface.</a:t>
            </a:r>
          </a:p>
          <a:p>
            <a:pPr algn="ctr"/>
            <a:endParaRPr lang="en-GB" dirty="0"/>
          </a:p>
          <a:p>
            <a:pPr algn="ctr"/>
            <a:r>
              <a:rPr lang="en-GB" b="1" dirty="0">
                <a:solidFill>
                  <a:schemeClr val="bg1"/>
                </a:solidFill>
                <a:highlight>
                  <a:srgbClr val="000000"/>
                </a:highlight>
              </a:rPr>
              <a:t>Tools used - Streamlit</a:t>
            </a:r>
            <a:endParaRPr lang="en-US" b="1" dirty="0">
              <a:solidFill>
                <a:schemeClr val="bg1"/>
              </a:solidFill>
              <a:highlight>
                <a:srgbClr val="000000"/>
              </a:highlight>
            </a:endParaRPr>
          </a:p>
        </p:txBody>
      </p:sp>
      <p:sp>
        <p:nvSpPr>
          <p:cNvPr id="8" name="Rectangle 7">
            <a:extLst>
              <a:ext uri="{FF2B5EF4-FFF2-40B4-BE49-F238E27FC236}">
                <a16:creationId xmlns:a16="http://schemas.microsoft.com/office/drawing/2014/main" id="{BA055626-699B-3C21-9D68-22B8F05798B8}"/>
              </a:ext>
            </a:extLst>
          </p:cNvPr>
          <p:cNvSpPr/>
          <p:nvPr/>
        </p:nvSpPr>
        <p:spPr>
          <a:xfrm>
            <a:off x="4047836" y="295564"/>
            <a:ext cx="3874654" cy="1676396"/>
          </a:xfrm>
          <a:prstGeom prst="rect">
            <a:avLst/>
          </a:prstGeom>
          <a:solidFill>
            <a:schemeClr val="accent5">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b="1" dirty="0">
                <a:solidFill>
                  <a:schemeClr val="accent4">
                    <a:lumMod val="60000"/>
                    <a:lumOff val="40000"/>
                  </a:schemeClr>
                </a:solidFill>
                <a:highlight>
                  <a:srgbClr val="000080"/>
                </a:highlight>
              </a:rPr>
              <a:t>Article Extraction </a:t>
            </a:r>
            <a:r>
              <a:rPr lang="en-US" sz="2000" b="1" dirty="0"/>
              <a:t>- </a:t>
            </a:r>
            <a:r>
              <a:rPr lang="en-US" dirty="0"/>
              <a:t>the newspaper3k library fetches title, author, publish date and full text of the article.</a:t>
            </a:r>
          </a:p>
          <a:p>
            <a:pPr algn="ctr"/>
            <a:endParaRPr lang="en-US" b="1" dirty="0"/>
          </a:p>
          <a:p>
            <a:pPr algn="ctr"/>
            <a:r>
              <a:rPr lang="en-US" b="1" dirty="0">
                <a:highlight>
                  <a:srgbClr val="000000"/>
                </a:highlight>
              </a:rPr>
              <a:t>Tools used - Newspaper3k </a:t>
            </a:r>
          </a:p>
        </p:txBody>
      </p:sp>
      <p:sp>
        <p:nvSpPr>
          <p:cNvPr id="9" name="Rectangle 8">
            <a:extLst>
              <a:ext uri="{FF2B5EF4-FFF2-40B4-BE49-F238E27FC236}">
                <a16:creationId xmlns:a16="http://schemas.microsoft.com/office/drawing/2014/main" id="{D6E7F18F-B443-9FE6-48CC-EAE02A48C3E2}"/>
              </a:ext>
            </a:extLst>
          </p:cNvPr>
          <p:cNvSpPr/>
          <p:nvPr/>
        </p:nvSpPr>
        <p:spPr>
          <a:xfrm>
            <a:off x="7868227" y="2351951"/>
            <a:ext cx="4032827" cy="1676396"/>
          </a:xfrm>
          <a:prstGeom prst="rect">
            <a:avLst/>
          </a:prstGeom>
          <a:solidFill>
            <a:schemeClr val="accent5">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b="1" dirty="0">
                <a:solidFill>
                  <a:schemeClr val="accent4">
                    <a:lumMod val="60000"/>
                    <a:lumOff val="40000"/>
                  </a:schemeClr>
                </a:solidFill>
                <a:highlight>
                  <a:srgbClr val="000080"/>
                </a:highlight>
              </a:rPr>
              <a:t>Text</a:t>
            </a:r>
            <a:r>
              <a:rPr lang="en-US" sz="2000" b="1" dirty="0">
                <a:highlight>
                  <a:srgbClr val="000080"/>
                </a:highlight>
              </a:rPr>
              <a:t> </a:t>
            </a:r>
            <a:r>
              <a:rPr lang="en-US" sz="2000" b="1" dirty="0">
                <a:solidFill>
                  <a:schemeClr val="accent4">
                    <a:lumMod val="60000"/>
                    <a:lumOff val="40000"/>
                  </a:schemeClr>
                </a:solidFill>
                <a:highlight>
                  <a:srgbClr val="000080"/>
                </a:highlight>
              </a:rPr>
              <a:t>Preprocessing</a:t>
            </a:r>
            <a:r>
              <a:rPr lang="en-US" sz="2000" b="1" dirty="0">
                <a:highlight>
                  <a:srgbClr val="000080"/>
                </a:highlight>
              </a:rPr>
              <a:t> </a:t>
            </a:r>
            <a:r>
              <a:rPr lang="en-US" sz="2000" b="1" dirty="0"/>
              <a:t>- </a:t>
            </a:r>
            <a:r>
              <a:rPr lang="en-GB" dirty="0"/>
              <a:t>Clean and preprocess the extracted text to remove unnecessary characters and whitespace.</a:t>
            </a:r>
          </a:p>
          <a:p>
            <a:pPr algn="ctr"/>
            <a:endParaRPr lang="en-GB" b="1" dirty="0"/>
          </a:p>
          <a:p>
            <a:pPr algn="ctr"/>
            <a:r>
              <a:rPr lang="en-US" b="1" dirty="0">
                <a:highlight>
                  <a:srgbClr val="000000"/>
                </a:highlight>
              </a:rPr>
              <a:t>Tools used - Newspaper3k</a:t>
            </a:r>
            <a:endParaRPr lang="en-US" b="1" dirty="0"/>
          </a:p>
        </p:txBody>
      </p:sp>
      <p:sp>
        <p:nvSpPr>
          <p:cNvPr id="2" name="Rectangle 1">
            <a:extLst>
              <a:ext uri="{FF2B5EF4-FFF2-40B4-BE49-F238E27FC236}">
                <a16:creationId xmlns:a16="http://schemas.microsoft.com/office/drawing/2014/main" id="{7BDF2665-2509-3918-70F3-D66F78A4DD03}"/>
              </a:ext>
            </a:extLst>
          </p:cNvPr>
          <p:cNvSpPr/>
          <p:nvPr/>
        </p:nvSpPr>
        <p:spPr>
          <a:xfrm>
            <a:off x="838200" y="4185227"/>
            <a:ext cx="4512252" cy="1676396"/>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000" b="1" dirty="0">
                <a:solidFill>
                  <a:schemeClr val="accent4">
                    <a:lumMod val="60000"/>
                    <a:lumOff val="40000"/>
                  </a:schemeClr>
                </a:solidFill>
                <a:highlight>
                  <a:srgbClr val="000080"/>
                </a:highlight>
              </a:rPr>
              <a:t>Summarization</a:t>
            </a:r>
            <a:r>
              <a:rPr lang="en-GB" sz="2000" b="1" dirty="0">
                <a:solidFill>
                  <a:schemeClr val="bg1"/>
                </a:solidFill>
              </a:rPr>
              <a:t> </a:t>
            </a:r>
            <a:r>
              <a:rPr lang="en-GB" sz="2000" b="1" dirty="0"/>
              <a:t>-</a:t>
            </a:r>
            <a:r>
              <a:rPr lang="en-GB" dirty="0"/>
              <a:t> model generates an abstractive summary using Tokenization and Beam search for optimal summary generation.</a:t>
            </a:r>
          </a:p>
          <a:p>
            <a:pPr algn="ctr"/>
            <a:endParaRPr lang="en-GB" dirty="0"/>
          </a:p>
          <a:p>
            <a:pPr algn="ctr"/>
            <a:r>
              <a:rPr lang="en-US" b="1" dirty="0">
                <a:highlight>
                  <a:srgbClr val="000000"/>
                </a:highlight>
              </a:rPr>
              <a:t>Tools used – Transformers, PyTorch</a:t>
            </a:r>
            <a:endParaRPr lang="en-US" dirty="0"/>
          </a:p>
        </p:txBody>
      </p:sp>
      <p:sp>
        <p:nvSpPr>
          <p:cNvPr id="3" name="Rectangle 2">
            <a:extLst>
              <a:ext uri="{FF2B5EF4-FFF2-40B4-BE49-F238E27FC236}">
                <a16:creationId xmlns:a16="http://schemas.microsoft.com/office/drawing/2014/main" id="{5A900BC1-827C-FAB9-AA21-CCD55F53C4ED}"/>
              </a:ext>
            </a:extLst>
          </p:cNvPr>
          <p:cNvSpPr/>
          <p:nvPr/>
        </p:nvSpPr>
        <p:spPr>
          <a:xfrm>
            <a:off x="7525326" y="4508990"/>
            <a:ext cx="3512128" cy="1575743"/>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2000" b="1" dirty="0">
                <a:solidFill>
                  <a:schemeClr val="accent4">
                    <a:lumMod val="60000"/>
                    <a:lumOff val="40000"/>
                  </a:schemeClr>
                </a:solidFill>
                <a:highlight>
                  <a:srgbClr val="000080"/>
                </a:highlight>
              </a:rPr>
              <a:t>Output</a:t>
            </a:r>
            <a:r>
              <a:rPr lang="en-GB" sz="2000" b="1" dirty="0">
                <a:solidFill>
                  <a:schemeClr val="bg1"/>
                </a:solidFill>
              </a:rPr>
              <a:t> </a:t>
            </a:r>
            <a:r>
              <a:rPr lang="en-GB" sz="2000" b="1" dirty="0"/>
              <a:t>–</a:t>
            </a:r>
            <a:r>
              <a:rPr lang="en-GB" dirty="0"/>
              <a:t> Display Article metadata Generated summary and Original article (optional, in collapsed view).</a:t>
            </a:r>
          </a:p>
          <a:p>
            <a:pPr algn="ctr"/>
            <a:endParaRPr lang="en-GB" dirty="0"/>
          </a:p>
          <a:p>
            <a:pPr algn="ctr"/>
            <a:r>
              <a:rPr lang="en-GB" b="1" dirty="0">
                <a:solidFill>
                  <a:schemeClr val="bg1"/>
                </a:solidFill>
                <a:highlight>
                  <a:srgbClr val="000000"/>
                </a:highlight>
              </a:rPr>
              <a:t>Tools used - Streamlit</a:t>
            </a:r>
            <a:endParaRPr lang="en-US" dirty="0"/>
          </a:p>
        </p:txBody>
      </p:sp>
      <p:cxnSp>
        <p:nvCxnSpPr>
          <p:cNvPr id="14" name="Straight Arrow Connector 13">
            <a:extLst>
              <a:ext uri="{FF2B5EF4-FFF2-40B4-BE49-F238E27FC236}">
                <a16:creationId xmlns:a16="http://schemas.microsoft.com/office/drawing/2014/main" id="{ADC24D30-7D37-44D8-377F-5926B39C4A08}"/>
              </a:ext>
            </a:extLst>
          </p:cNvPr>
          <p:cNvCxnSpPr>
            <a:cxnSpLocks/>
            <a:stCxn id="8" idx="3"/>
            <a:endCxn id="9" idx="0"/>
          </p:cNvCxnSpPr>
          <p:nvPr/>
        </p:nvCxnSpPr>
        <p:spPr>
          <a:xfrm>
            <a:off x="7922490" y="1133762"/>
            <a:ext cx="1962151" cy="1218189"/>
          </a:xfrm>
          <a:prstGeom prst="bent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3">
            <a:extLst>
              <a:ext uri="{FF2B5EF4-FFF2-40B4-BE49-F238E27FC236}">
                <a16:creationId xmlns:a16="http://schemas.microsoft.com/office/drawing/2014/main" id="{7D2A4A07-9FA6-2778-2F6D-774D3ADDC2C7}"/>
              </a:ext>
            </a:extLst>
          </p:cNvPr>
          <p:cNvCxnSpPr>
            <a:cxnSpLocks/>
            <a:stCxn id="7" idx="3"/>
            <a:endCxn id="8" idx="1"/>
          </p:cNvCxnSpPr>
          <p:nvPr/>
        </p:nvCxnSpPr>
        <p:spPr>
          <a:xfrm>
            <a:off x="3147291" y="1133762"/>
            <a:ext cx="900545"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3">
            <a:extLst>
              <a:ext uri="{FF2B5EF4-FFF2-40B4-BE49-F238E27FC236}">
                <a16:creationId xmlns:a16="http://schemas.microsoft.com/office/drawing/2014/main" id="{8C11DDC7-856C-D5D6-A014-257541B81BC3}"/>
              </a:ext>
            </a:extLst>
          </p:cNvPr>
          <p:cNvCxnSpPr>
            <a:cxnSpLocks/>
            <a:stCxn id="9" idx="1"/>
            <a:endCxn id="2" idx="0"/>
          </p:cNvCxnSpPr>
          <p:nvPr/>
        </p:nvCxnSpPr>
        <p:spPr>
          <a:xfrm rot="10800000" flipV="1">
            <a:off x="3094327" y="3190149"/>
            <a:ext cx="4773901" cy="995078"/>
          </a:xfrm>
          <a:prstGeom prst="bentConnector2">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13">
            <a:extLst>
              <a:ext uri="{FF2B5EF4-FFF2-40B4-BE49-F238E27FC236}">
                <a16:creationId xmlns:a16="http://schemas.microsoft.com/office/drawing/2014/main" id="{096F3D16-94B6-74D6-8798-CC76EFE9CB40}"/>
              </a:ext>
            </a:extLst>
          </p:cNvPr>
          <p:cNvCxnSpPr>
            <a:cxnSpLocks/>
            <a:endCxn id="3" idx="1"/>
          </p:cNvCxnSpPr>
          <p:nvPr/>
        </p:nvCxnSpPr>
        <p:spPr>
          <a:xfrm>
            <a:off x="5350452" y="5023426"/>
            <a:ext cx="2174874" cy="273436"/>
          </a:xfrm>
          <a:prstGeom prst="bentConnector3">
            <a:avLst>
              <a:gd name="adj1" fmla="val 50000"/>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4A7A52E-BD4C-2B29-C203-6EF3CEF11572}"/>
              </a:ext>
            </a:extLst>
          </p:cNvPr>
          <p:cNvSpPr txBox="1"/>
          <p:nvPr/>
        </p:nvSpPr>
        <p:spPr>
          <a:xfrm>
            <a:off x="3914414" y="2700699"/>
            <a:ext cx="3133725" cy="880369"/>
          </a:xfrm>
          <a:prstGeom prst="rect">
            <a:avLst/>
          </a:prstGeom>
          <a:noFill/>
        </p:spPr>
        <p:txBody>
          <a:bodyPr wrap="square">
            <a:spAutoFit/>
          </a:bodyPr>
          <a:lstStyle/>
          <a:p>
            <a:pPr>
              <a:lnSpc>
                <a:spcPct val="150000"/>
              </a:lnSpc>
            </a:pPr>
            <a:r>
              <a:rPr lang="en-GB" b="1" i="1" dirty="0">
                <a:solidFill>
                  <a:srgbClr val="002060"/>
                </a:solidFill>
              </a:rPr>
              <a:t>Pre-processed text is passed to the fine-tuned </a:t>
            </a:r>
            <a:r>
              <a:rPr lang="en-GB" b="1" i="1" dirty="0">
                <a:solidFill>
                  <a:srgbClr val="FF0000"/>
                </a:solidFill>
              </a:rPr>
              <a:t>T5-base</a:t>
            </a:r>
            <a:r>
              <a:rPr lang="en-GB" b="1" i="1" dirty="0">
                <a:solidFill>
                  <a:srgbClr val="002060"/>
                </a:solidFill>
              </a:rPr>
              <a:t> model.</a:t>
            </a:r>
            <a:endParaRPr lang="en-US" b="1" i="1" dirty="0">
              <a:solidFill>
                <a:srgbClr val="002060"/>
              </a:solidFill>
            </a:endParaRPr>
          </a:p>
        </p:txBody>
      </p:sp>
    </p:spTree>
    <p:extLst>
      <p:ext uri="{BB962C8B-B14F-4D97-AF65-F5344CB8AC3E}">
        <p14:creationId xmlns:p14="http://schemas.microsoft.com/office/powerpoint/2010/main" val="39663447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6D582-FFDF-A97F-C024-A880731DC7B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97052A6-5161-4A20-AB4E-F116EAC75A87}"/>
              </a:ext>
            </a:extLst>
          </p:cNvPr>
          <p:cNvSpPr>
            <a:spLocks noGrp="1"/>
          </p:cNvSpPr>
          <p:nvPr>
            <p:ph type="dt" sz="half" idx="10"/>
          </p:nvPr>
        </p:nvSpPr>
        <p:spPr/>
        <p:txBody>
          <a:bodyPr/>
          <a:lstStyle/>
          <a:p>
            <a:fld id="{5BEC768C-970C-4EFB-B5DE-E73583204FED}" type="datetime1">
              <a:rPr lang="en-US" smtClean="0"/>
              <a:t>1/1/2025</a:t>
            </a:fld>
            <a:endParaRPr lang="en-US"/>
          </a:p>
        </p:txBody>
      </p:sp>
      <p:sp>
        <p:nvSpPr>
          <p:cNvPr id="5" name="Footer Placeholder 4">
            <a:extLst>
              <a:ext uri="{FF2B5EF4-FFF2-40B4-BE49-F238E27FC236}">
                <a16:creationId xmlns:a16="http://schemas.microsoft.com/office/drawing/2014/main" id="{77EF53C6-1202-410F-F2AD-423037981BE3}"/>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90FED7DA-482D-ADFA-7ABE-E6B15F548F8F}"/>
              </a:ext>
            </a:extLst>
          </p:cNvPr>
          <p:cNvSpPr>
            <a:spLocks noGrp="1"/>
          </p:cNvSpPr>
          <p:nvPr>
            <p:ph type="sldNum" sz="quarter" idx="12"/>
          </p:nvPr>
        </p:nvSpPr>
        <p:spPr/>
        <p:txBody>
          <a:bodyPr/>
          <a:lstStyle/>
          <a:p>
            <a:fld id="{67FA9502-7A70-47B0-BD1F-E2BBA2404010}" type="slidenum">
              <a:rPr lang="en-US" smtClean="0"/>
              <a:t>15</a:t>
            </a:fld>
            <a:endParaRPr lang="en-US"/>
          </a:p>
        </p:txBody>
      </p:sp>
      <p:graphicFrame>
        <p:nvGraphicFramePr>
          <p:cNvPr id="12" name="Table 11">
            <a:extLst>
              <a:ext uri="{FF2B5EF4-FFF2-40B4-BE49-F238E27FC236}">
                <a16:creationId xmlns:a16="http://schemas.microsoft.com/office/drawing/2014/main" id="{3D9AE9B7-978B-A269-5185-7E021B6C8CD3}"/>
              </a:ext>
            </a:extLst>
          </p:cNvPr>
          <p:cNvGraphicFramePr>
            <a:graphicFrameLocks noGrp="1"/>
          </p:cNvGraphicFramePr>
          <p:nvPr>
            <p:extLst>
              <p:ext uri="{D42A27DB-BD31-4B8C-83A1-F6EECF244321}">
                <p14:modId xmlns:p14="http://schemas.microsoft.com/office/powerpoint/2010/main" val="872026587"/>
              </p:ext>
            </p:extLst>
          </p:nvPr>
        </p:nvGraphicFramePr>
        <p:xfrm>
          <a:off x="1039091" y="1191491"/>
          <a:ext cx="10113818" cy="4754880"/>
        </p:xfrm>
        <a:graphic>
          <a:graphicData uri="http://schemas.openxmlformats.org/drawingml/2006/table">
            <a:tbl>
              <a:tblPr firstRow="1" bandRow="1">
                <a:tableStyleId>{7DF18680-E054-41AD-8BC1-D1AEF772440D}</a:tableStyleId>
              </a:tblPr>
              <a:tblGrid>
                <a:gridCol w="1431636">
                  <a:extLst>
                    <a:ext uri="{9D8B030D-6E8A-4147-A177-3AD203B41FA5}">
                      <a16:colId xmlns:a16="http://schemas.microsoft.com/office/drawing/2014/main" val="3090391987"/>
                    </a:ext>
                  </a:extLst>
                </a:gridCol>
                <a:gridCol w="8682182">
                  <a:extLst>
                    <a:ext uri="{9D8B030D-6E8A-4147-A177-3AD203B41FA5}">
                      <a16:colId xmlns:a16="http://schemas.microsoft.com/office/drawing/2014/main" val="2987791225"/>
                    </a:ext>
                  </a:extLst>
                </a:gridCol>
              </a:tblGrid>
              <a:tr h="387927">
                <a:tc>
                  <a:txBody>
                    <a:bodyPr/>
                    <a:lstStyle/>
                    <a:p>
                      <a:pPr algn="ctr"/>
                      <a:r>
                        <a:rPr lang="en-GB" sz="2000" dirty="0"/>
                        <a:t>Week(s)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85000"/>
                        <a:lumOff val="15000"/>
                      </a:schemeClr>
                    </a:solidFill>
                  </a:tcPr>
                </a:tc>
                <a:tc>
                  <a:txBody>
                    <a:bodyPr/>
                    <a:lstStyle/>
                    <a:p>
                      <a:pPr algn="ctr"/>
                      <a:r>
                        <a:rPr lang="en-GB" sz="2000" dirty="0"/>
                        <a:t>Task(s)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85000"/>
                        <a:lumOff val="15000"/>
                      </a:schemeClr>
                    </a:solidFill>
                  </a:tcPr>
                </a:tc>
                <a:extLst>
                  <a:ext uri="{0D108BD9-81ED-4DB2-BD59-A6C34878D82A}">
                    <a16:rowId xmlns:a16="http://schemas.microsoft.com/office/drawing/2014/main" val="175760074"/>
                  </a:ext>
                </a:extLst>
              </a:tr>
              <a:tr h="392015">
                <a:tc>
                  <a:txBody>
                    <a:bodyPr/>
                    <a:lstStyle/>
                    <a:p>
                      <a:r>
                        <a:rPr lang="en-GB" sz="2000" dirty="0"/>
                        <a:t>Week 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Selected project topic and defined objectives.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4780645"/>
                  </a:ext>
                </a:extLst>
              </a:tr>
              <a:tr h="392015">
                <a:tc>
                  <a:txBody>
                    <a:bodyPr/>
                    <a:lstStyle/>
                    <a:p>
                      <a:r>
                        <a:rPr lang="en-GB" sz="2000" dirty="0"/>
                        <a:t>Week 2</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Conducted research on summarization techniques and related models.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7826192"/>
                  </a:ext>
                </a:extLst>
              </a:tr>
              <a:tr h="392015">
                <a:tc>
                  <a:txBody>
                    <a:bodyPr/>
                    <a:lstStyle/>
                    <a:p>
                      <a:r>
                        <a:rPr lang="en-GB" sz="2000" dirty="0"/>
                        <a:t>Week 3</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Evaluated and compared pre-trained models (T5-base and Bart-base).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5773610"/>
                  </a:ext>
                </a:extLst>
              </a:tr>
              <a:tr h="392015">
                <a:tc>
                  <a:txBody>
                    <a:bodyPr/>
                    <a:lstStyle/>
                    <a:p>
                      <a:r>
                        <a:rPr lang="en-GB" sz="2000" dirty="0"/>
                        <a:t>Week 4</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Pre-processed the SAMSUM dataset for fine-tuning.</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3998796"/>
                  </a:ext>
                </a:extLst>
              </a:tr>
              <a:tr h="392015">
                <a:tc>
                  <a:txBody>
                    <a:bodyPr/>
                    <a:lstStyle/>
                    <a:p>
                      <a:r>
                        <a:rPr lang="en-GB" sz="2000" dirty="0"/>
                        <a:t>Week 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Fine-tuned the T5-base model with the SAMSUM dataset.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0599682"/>
                  </a:ext>
                </a:extLst>
              </a:tr>
              <a:tr h="392015">
                <a:tc>
                  <a:txBody>
                    <a:bodyPr/>
                    <a:lstStyle/>
                    <a:p>
                      <a:r>
                        <a:rPr lang="en-GB" sz="2000" dirty="0"/>
                        <a:t>Week 6</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Tested and validated the fine-tuned model with news articles.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324298"/>
                  </a:ext>
                </a:extLst>
              </a:tr>
              <a:tr h="392015">
                <a:tc>
                  <a:txBody>
                    <a:bodyPr/>
                    <a:lstStyle/>
                    <a:p>
                      <a:r>
                        <a:rPr lang="en-GB" sz="2000" dirty="0"/>
                        <a:t>Week 7</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Developed a user interface using Streamlit for summarization.</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468462"/>
                  </a:ext>
                </a:extLst>
              </a:tr>
              <a:tr h="392015">
                <a:tc>
                  <a:txBody>
                    <a:bodyPr/>
                    <a:lstStyle/>
                    <a:p>
                      <a:r>
                        <a:rPr lang="en-GB" sz="2000" dirty="0"/>
                        <a:t>Week 8</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Integrated the model and user interface into a complete application.</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311198"/>
                  </a:ext>
                </a:extLst>
              </a:tr>
              <a:tr h="392015">
                <a:tc>
                  <a:txBody>
                    <a:bodyPr/>
                    <a:lstStyle/>
                    <a:p>
                      <a:r>
                        <a:rPr lang="en-GB" sz="2000" dirty="0"/>
                        <a:t>Week 9</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Conducted performance evaluation and refined the model.</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0780958"/>
                  </a:ext>
                </a:extLst>
              </a:tr>
              <a:tr h="392015">
                <a:tc>
                  <a:txBody>
                    <a:bodyPr/>
                    <a:lstStyle/>
                    <a:p>
                      <a:r>
                        <a:rPr lang="en-GB" sz="2000" dirty="0"/>
                        <a:t>Week 10</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Prepared the final presentation slides and demo.</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0372660"/>
                  </a:ext>
                </a:extLst>
              </a:tr>
              <a:tr h="392015">
                <a:tc>
                  <a:txBody>
                    <a:bodyPr/>
                    <a:lstStyle/>
                    <a:p>
                      <a:r>
                        <a:rPr lang="en-GB" sz="2000" dirty="0"/>
                        <a:t>Week 11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dirty="0"/>
                        <a:t>Prepared documentation and report of the project.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8549334"/>
                  </a:ext>
                </a:extLst>
              </a:tr>
            </a:tbl>
          </a:graphicData>
        </a:graphic>
      </p:graphicFrame>
      <p:sp>
        <p:nvSpPr>
          <p:cNvPr id="2" name="Title 1">
            <a:extLst>
              <a:ext uri="{FF2B5EF4-FFF2-40B4-BE49-F238E27FC236}">
                <a16:creationId xmlns:a16="http://schemas.microsoft.com/office/drawing/2014/main" id="{549EBC71-D469-BB3E-DD59-5496DCA2CBA2}"/>
              </a:ext>
            </a:extLst>
          </p:cNvPr>
          <p:cNvSpPr>
            <a:spLocks noGrp="1"/>
          </p:cNvSpPr>
          <p:nvPr>
            <p:ph type="ctrTitle"/>
          </p:nvPr>
        </p:nvSpPr>
        <p:spPr>
          <a:xfrm>
            <a:off x="369453" y="46182"/>
            <a:ext cx="4036291" cy="1038576"/>
          </a:xfrm>
        </p:spPr>
        <p:txBody>
          <a:bodyPr>
            <a:normAutofit/>
          </a:bodyPr>
          <a:lstStyle/>
          <a:p>
            <a:r>
              <a:rPr lang="en" sz="4400" b="1" dirty="0"/>
              <a:t>08. </a:t>
            </a:r>
            <a:r>
              <a:rPr lang="en-US" sz="4400" b="1" dirty="0"/>
              <a:t>Timeline</a:t>
            </a:r>
          </a:p>
        </p:txBody>
      </p:sp>
    </p:spTree>
    <p:extLst>
      <p:ext uri="{BB962C8B-B14F-4D97-AF65-F5344CB8AC3E}">
        <p14:creationId xmlns:p14="http://schemas.microsoft.com/office/powerpoint/2010/main" val="17919284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F5D812-AA07-E273-C83E-657A723BF81B}"/>
              </a:ext>
            </a:extLst>
          </p:cNvPr>
          <p:cNvSpPr txBox="1"/>
          <p:nvPr/>
        </p:nvSpPr>
        <p:spPr>
          <a:xfrm>
            <a:off x="556532"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a:solidFill>
                  <a:schemeClr val="bg1"/>
                </a:solidFill>
                <a:latin typeface="+mj-lt"/>
                <a:ea typeface="+mj-ea"/>
                <a:cs typeface="+mj-cs"/>
              </a:rPr>
              <a:t>GHANTT CHART</a:t>
            </a:r>
          </a:p>
        </p:txBody>
      </p:sp>
      <p:pic>
        <p:nvPicPr>
          <p:cNvPr id="3" name="Picture 2" descr="A screenshot of a computer&#10;&#10;Description automatically generated">
            <a:extLst>
              <a:ext uri="{FF2B5EF4-FFF2-40B4-BE49-F238E27FC236}">
                <a16:creationId xmlns:a16="http://schemas.microsoft.com/office/drawing/2014/main" id="{8E06AC0B-EFA7-8E57-8431-FFDB93B33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67" y="1579419"/>
            <a:ext cx="10905066" cy="3860800"/>
          </a:xfrm>
          <a:prstGeom prst="rect">
            <a:avLst/>
          </a:prstGeom>
        </p:spPr>
      </p:pic>
      <p:sp>
        <p:nvSpPr>
          <p:cNvPr id="4" name="Date Placeholder 3"/>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5BEC768C-970C-4EFB-B5DE-E73583204FED}" type="datetime1">
              <a:rPr lang="en-US" smtClean="0"/>
              <a:pPr>
                <a:spcAft>
                  <a:spcPts val="600"/>
                </a:spcAft>
              </a:pPr>
              <a:t>1/1/2025</a:t>
            </a:fld>
            <a:endParaRPr lang="en-US"/>
          </a:p>
        </p:txBody>
      </p:sp>
      <p:sp>
        <p:nvSpPr>
          <p:cNvPr id="5" name="Footer Placeholder 4"/>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PCP</a:t>
            </a:r>
          </a:p>
        </p:txBody>
      </p:sp>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7FA9502-7A70-47B0-BD1F-E2BBA2404010}" type="slidenum">
              <a:rPr lang="en-US" smtClean="0"/>
              <a:pPr>
                <a:spcAft>
                  <a:spcPts val="600"/>
                </a:spcAft>
              </a:pPr>
              <a:t>16</a:t>
            </a:fld>
            <a:endParaRPr lang="en-US"/>
          </a:p>
        </p:txBody>
      </p:sp>
    </p:spTree>
    <p:extLst>
      <p:ext uri="{BB962C8B-B14F-4D97-AF65-F5344CB8AC3E}">
        <p14:creationId xmlns:p14="http://schemas.microsoft.com/office/powerpoint/2010/main" val="28642933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D460-CCBA-02B0-4AD6-0A0B44F11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3EFB5-79D9-2D08-51FE-F203F8515D8D}"/>
              </a:ext>
            </a:extLst>
          </p:cNvPr>
          <p:cNvSpPr>
            <a:spLocks noGrp="1"/>
          </p:cNvSpPr>
          <p:nvPr>
            <p:ph type="ctrTitle"/>
          </p:nvPr>
        </p:nvSpPr>
        <p:spPr>
          <a:xfrm>
            <a:off x="1524000" y="2863273"/>
            <a:ext cx="9144000" cy="1038576"/>
          </a:xfrm>
        </p:spPr>
        <p:txBody>
          <a:bodyPr>
            <a:normAutofit/>
          </a:bodyPr>
          <a:lstStyle/>
          <a:p>
            <a:r>
              <a:rPr lang="en" b="1" dirty="0"/>
              <a:t>09. </a:t>
            </a:r>
            <a:r>
              <a:rPr lang="en-US" b="1" dirty="0"/>
              <a:t>Demonstration</a:t>
            </a:r>
          </a:p>
        </p:txBody>
      </p:sp>
      <p:sp>
        <p:nvSpPr>
          <p:cNvPr id="4" name="Date Placeholder 3">
            <a:extLst>
              <a:ext uri="{FF2B5EF4-FFF2-40B4-BE49-F238E27FC236}">
                <a16:creationId xmlns:a16="http://schemas.microsoft.com/office/drawing/2014/main" id="{CDE58922-D094-F10C-4E53-97988B99C039}"/>
              </a:ext>
            </a:extLst>
          </p:cNvPr>
          <p:cNvSpPr>
            <a:spLocks noGrp="1"/>
          </p:cNvSpPr>
          <p:nvPr>
            <p:ph type="dt" sz="half" idx="10"/>
          </p:nvPr>
        </p:nvSpPr>
        <p:spPr/>
        <p:txBody>
          <a:bodyPr/>
          <a:lstStyle/>
          <a:p>
            <a:fld id="{5BEC768C-970C-4EFB-B5DE-E73583204FED}" type="datetime1">
              <a:rPr lang="en-US" smtClean="0"/>
              <a:t>1/1/2025</a:t>
            </a:fld>
            <a:endParaRPr lang="en-US"/>
          </a:p>
        </p:txBody>
      </p:sp>
      <p:sp>
        <p:nvSpPr>
          <p:cNvPr id="5" name="Footer Placeholder 4">
            <a:extLst>
              <a:ext uri="{FF2B5EF4-FFF2-40B4-BE49-F238E27FC236}">
                <a16:creationId xmlns:a16="http://schemas.microsoft.com/office/drawing/2014/main" id="{A236513D-E736-8BB1-FAB9-5E7C6D09E811}"/>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08CED8A3-CA9A-9A2C-EC61-45BDCFF5B64D}"/>
              </a:ext>
            </a:extLst>
          </p:cNvPr>
          <p:cNvSpPr>
            <a:spLocks noGrp="1"/>
          </p:cNvSpPr>
          <p:nvPr>
            <p:ph type="sldNum" sz="quarter" idx="12"/>
          </p:nvPr>
        </p:nvSpPr>
        <p:spPr/>
        <p:txBody>
          <a:bodyPr/>
          <a:lstStyle/>
          <a:p>
            <a:fld id="{67FA9502-7A70-47B0-BD1F-E2BBA2404010}" type="slidenum">
              <a:rPr lang="en-US" smtClean="0"/>
              <a:t>17</a:t>
            </a:fld>
            <a:endParaRPr lang="en-US"/>
          </a:p>
        </p:txBody>
      </p:sp>
    </p:spTree>
    <p:extLst>
      <p:ext uri="{BB962C8B-B14F-4D97-AF65-F5344CB8AC3E}">
        <p14:creationId xmlns:p14="http://schemas.microsoft.com/office/powerpoint/2010/main" val="391513677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53266-9B0A-6216-92E8-E6C3F45F5E0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A4EB38F-2F10-6DAE-CD80-805B5BDAE61D}"/>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3DC85944-3AB1-31B3-B0F3-439C9A612AA9}"/>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C76CA1E3-309E-B3CC-77F7-A9ACC2C76D01}"/>
              </a:ext>
            </a:extLst>
          </p:cNvPr>
          <p:cNvSpPr>
            <a:spLocks noGrp="1"/>
          </p:cNvSpPr>
          <p:nvPr>
            <p:ph type="sldNum" sz="quarter" idx="12"/>
          </p:nvPr>
        </p:nvSpPr>
        <p:spPr/>
        <p:txBody>
          <a:bodyPr/>
          <a:lstStyle/>
          <a:p>
            <a:fld id="{67FA9502-7A70-47B0-BD1F-E2BBA2404010}" type="slidenum">
              <a:rPr lang="en-US" smtClean="0"/>
              <a:t>18</a:t>
            </a:fld>
            <a:endParaRPr lang="en-US"/>
          </a:p>
        </p:txBody>
      </p:sp>
      <p:sp>
        <p:nvSpPr>
          <p:cNvPr id="14" name="TextBox 13">
            <a:extLst>
              <a:ext uri="{FF2B5EF4-FFF2-40B4-BE49-F238E27FC236}">
                <a16:creationId xmlns:a16="http://schemas.microsoft.com/office/drawing/2014/main" id="{B801D6C0-B5F4-5E40-9CD2-E6751ACA90FE}"/>
              </a:ext>
            </a:extLst>
          </p:cNvPr>
          <p:cNvSpPr txBox="1"/>
          <p:nvPr/>
        </p:nvSpPr>
        <p:spPr>
          <a:xfrm>
            <a:off x="531091" y="1534345"/>
            <a:ext cx="11129818" cy="4462760"/>
          </a:xfrm>
          <a:prstGeom prst="rect">
            <a:avLst/>
          </a:prstGeom>
          <a:noFill/>
        </p:spPr>
        <p:txBody>
          <a:bodyPr wrap="square">
            <a:spAutoFit/>
          </a:bodyPr>
          <a:lstStyle/>
          <a:p>
            <a:pPr marL="342900" indent="-342900">
              <a:buFont typeface="Wingdings" panose="05000000000000000000" pitchFamily="2" charset="2"/>
              <a:buChar char="§"/>
            </a:pPr>
            <a:r>
              <a:rPr lang="en-GB" sz="2400" b="1" dirty="0"/>
              <a:t>Limited Computational Resources: </a:t>
            </a:r>
            <a:r>
              <a:rPr lang="en-GB" sz="2400" dirty="0"/>
              <a:t>Faced challenges in handling larger models due to hardware constraints, leading to the selection of smaller, more efficient models like T5-base.</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Dataset Compatibility: </a:t>
            </a:r>
            <a:r>
              <a:rPr lang="en-GB" sz="2400" dirty="0"/>
              <a:t>Pre-trained models like T5-base and Bart-base were not originally trained on the SAMSUM dataset, requiring extensive fine-tuning to achieve desired performance.</a:t>
            </a:r>
          </a:p>
          <a:p>
            <a:endParaRPr lang="en-GB" sz="2400" b="1" dirty="0"/>
          </a:p>
          <a:p>
            <a:pPr marL="342900" indent="-342900">
              <a:buFont typeface="Wingdings" panose="05000000000000000000" pitchFamily="2" charset="2"/>
              <a:buChar char="§"/>
            </a:pPr>
            <a:r>
              <a:rPr lang="en-GB" sz="2400" b="1" dirty="0"/>
              <a:t>Error Handling in Article Summarization: </a:t>
            </a:r>
            <a:r>
              <a:rPr lang="en-GB" sz="2400" dirty="0"/>
              <a:t>Issues in handling poorly formatted or incomplete articles fetched from URLs caused interruptions in the summarization process.</a:t>
            </a:r>
          </a:p>
          <a:p>
            <a:pPr marL="342900" indent="-342900">
              <a:buFont typeface="Wingdings" panose="05000000000000000000" pitchFamily="2" charset="2"/>
              <a:buChar char="§"/>
            </a:pPr>
            <a:endParaRPr lang="en-GB" sz="2000" dirty="0"/>
          </a:p>
        </p:txBody>
      </p:sp>
      <p:sp>
        <p:nvSpPr>
          <p:cNvPr id="2" name="Title 1">
            <a:extLst>
              <a:ext uri="{FF2B5EF4-FFF2-40B4-BE49-F238E27FC236}">
                <a16:creationId xmlns:a16="http://schemas.microsoft.com/office/drawing/2014/main" id="{7C6989A3-A72E-973F-FD52-B53F201F7450}"/>
              </a:ext>
            </a:extLst>
          </p:cNvPr>
          <p:cNvSpPr txBox="1">
            <a:spLocks/>
          </p:cNvSpPr>
          <p:nvPr/>
        </p:nvSpPr>
        <p:spPr>
          <a:xfrm>
            <a:off x="531091" y="316147"/>
            <a:ext cx="9144000"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t>10. </a:t>
            </a:r>
            <a:r>
              <a:rPr lang="en-US" b="1" dirty="0"/>
              <a:t>Challenges</a:t>
            </a:r>
          </a:p>
        </p:txBody>
      </p:sp>
    </p:spTree>
    <p:extLst>
      <p:ext uri="{BB962C8B-B14F-4D97-AF65-F5344CB8AC3E}">
        <p14:creationId xmlns:p14="http://schemas.microsoft.com/office/powerpoint/2010/main" val="194611352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F6B37-850C-6FD4-21E2-9D124E76216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5DDB0C8-D72F-FD92-3731-611CC86836FF}"/>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21C0FA51-A035-97B2-642F-252709921E85}"/>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7A4315E5-6CA3-A338-55D3-54CAA3416321}"/>
              </a:ext>
            </a:extLst>
          </p:cNvPr>
          <p:cNvSpPr>
            <a:spLocks noGrp="1"/>
          </p:cNvSpPr>
          <p:nvPr>
            <p:ph type="sldNum" sz="quarter" idx="12"/>
          </p:nvPr>
        </p:nvSpPr>
        <p:spPr/>
        <p:txBody>
          <a:bodyPr/>
          <a:lstStyle/>
          <a:p>
            <a:fld id="{67FA9502-7A70-47B0-BD1F-E2BBA2404010}" type="slidenum">
              <a:rPr lang="en-US" smtClean="0"/>
              <a:t>19</a:t>
            </a:fld>
            <a:endParaRPr lang="en-US"/>
          </a:p>
        </p:txBody>
      </p:sp>
      <p:sp>
        <p:nvSpPr>
          <p:cNvPr id="14" name="TextBox 13">
            <a:extLst>
              <a:ext uri="{FF2B5EF4-FFF2-40B4-BE49-F238E27FC236}">
                <a16:creationId xmlns:a16="http://schemas.microsoft.com/office/drawing/2014/main" id="{13FD6234-89D6-B4AC-4390-4BDC94D20837}"/>
              </a:ext>
            </a:extLst>
          </p:cNvPr>
          <p:cNvSpPr txBox="1"/>
          <p:nvPr/>
        </p:nvSpPr>
        <p:spPr>
          <a:xfrm>
            <a:off x="588818" y="1444203"/>
            <a:ext cx="10411691" cy="3785652"/>
          </a:xfrm>
          <a:prstGeom prst="rect">
            <a:avLst/>
          </a:prstGeom>
          <a:noFill/>
        </p:spPr>
        <p:txBody>
          <a:bodyPr wrap="square">
            <a:spAutoFit/>
          </a:bodyPr>
          <a:lstStyle/>
          <a:p>
            <a:pPr marL="342900" indent="-342900">
              <a:buFont typeface="Wingdings" panose="05000000000000000000" pitchFamily="2" charset="2"/>
              <a:buChar char="§"/>
            </a:pPr>
            <a:r>
              <a:rPr lang="en-GB" sz="2400" b="1" dirty="0"/>
              <a:t>Model Selection and Fine-tuning: </a:t>
            </a:r>
            <a:r>
              <a:rPr lang="en-GB" sz="2400" dirty="0"/>
              <a:t>Gained insights into the importance of evaluating multiple models and selecting the one best suited for the project’s objectives.</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Efficient Use of Resources: </a:t>
            </a:r>
            <a:r>
              <a:rPr lang="en-GB" sz="2400" dirty="0"/>
              <a:t>Learned to optimize computational resources by selecting smaller models without compromising performance.</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Error Management and Debugging: </a:t>
            </a:r>
            <a:r>
              <a:rPr lang="en-GB" sz="2400" dirty="0"/>
              <a:t>Improved skills in identifying and resolving errors during model implementation and article summarization.</a:t>
            </a:r>
          </a:p>
          <a:p>
            <a:pPr marL="342900" indent="-342900">
              <a:buFont typeface="Wingdings" panose="05000000000000000000" pitchFamily="2" charset="2"/>
              <a:buChar char="§"/>
            </a:pPr>
            <a:endParaRPr lang="en-GB" sz="2400" b="1" dirty="0"/>
          </a:p>
        </p:txBody>
      </p:sp>
      <p:sp>
        <p:nvSpPr>
          <p:cNvPr id="2" name="Title 1">
            <a:extLst>
              <a:ext uri="{FF2B5EF4-FFF2-40B4-BE49-F238E27FC236}">
                <a16:creationId xmlns:a16="http://schemas.microsoft.com/office/drawing/2014/main" id="{44209E19-F34C-AA4D-E014-8F4720A2C8AC}"/>
              </a:ext>
            </a:extLst>
          </p:cNvPr>
          <p:cNvSpPr txBox="1">
            <a:spLocks/>
          </p:cNvSpPr>
          <p:nvPr/>
        </p:nvSpPr>
        <p:spPr>
          <a:xfrm>
            <a:off x="729673" y="221673"/>
            <a:ext cx="5366327"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a:t>11. </a:t>
            </a:r>
            <a:r>
              <a:rPr lang="en-US" b="1"/>
              <a:t>Lessons Learned</a:t>
            </a:r>
            <a:endParaRPr lang="en-US" b="1" dirty="0"/>
          </a:p>
        </p:txBody>
      </p:sp>
    </p:spTree>
    <p:extLst>
      <p:ext uri="{BB962C8B-B14F-4D97-AF65-F5344CB8AC3E}">
        <p14:creationId xmlns:p14="http://schemas.microsoft.com/office/powerpoint/2010/main" val="26317650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579B-24EC-269F-6A55-6993B76D6A0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AAEA5CF-DFDC-C88E-102B-16203A784A7E}"/>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288049E9-F74A-06CE-3C52-DDB148F5A7FE}"/>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63CFFD19-EB11-76A5-B7E2-FCC2C4FE3E87}"/>
              </a:ext>
            </a:extLst>
          </p:cNvPr>
          <p:cNvSpPr>
            <a:spLocks noGrp="1"/>
          </p:cNvSpPr>
          <p:nvPr>
            <p:ph type="sldNum" sz="quarter" idx="12"/>
          </p:nvPr>
        </p:nvSpPr>
        <p:spPr/>
        <p:txBody>
          <a:bodyPr/>
          <a:lstStyle/>
          <a:p>
            <a:fld id="{67FA9502-7A70-47B0-BD1F-E2BBA2404010}" type="slidenum">
              <a:rPr lang="en-US" smtClean="0"/>
              <a:t>20</a:t>
            </a:fld>
            <a:endParaRPr lang="en-US"/>
          </a:p>
        </p:txBody>
      </p:sp>
      <p:sp>
        <p:nvSpPr>
          <p:cNvPr id="14" name="TextBox 13">
            <a:extLst>
              <a:ext uri="{FF2B5EF4-FFF2-40B4-BE49-F238E27FC236}">
                <a16:creationId xmlns:a16="http://schemas.microsoft.com/office/drawing/2014/main" id="{84B5813C-E9CC-D20B-8AB3-128C44172519}"/>
              </a:ext>
            </a:extLst>
          </p:cNvPr>
          <p:cNvSpPr txBox="1"/>
          <p:nvPr/>
        </p:nvSpPr>
        <p:spPr>
          <a:xfrm>
            <a:off x="736601" y="1566952"/>
            <a:ext cx="10617199" cy="3724096"/>
          </a:xfrm>
          <a:prstGeom prst="rect">
            <a:avLst/>
          </a:prstGeom>
          <a:noFill/>
        </p:spPr>
        <p:txBody>
          <a:bodyPr wrap="square">
            <a:spAutoFit/>
          </a:bodyPr>
          <a:lstStyle/>
          <a:p>
            <a:pPr marL="342900" indent="-342900">
              <a:buFont typeface="Wingdings" panose="05000000000000000000" pitchFamily="2" charset="2"/>
              <a:buChar char="§"/>
            </a:pPr>
            <a:r>
              <a:rPr lang="en-GB" sz="2400" b="1" dirty="0"/>
              <a:t>Expand to Larger Models: </a:t>
            </a:r>
            <a:r>
              <a:rPr lang="en-GB" sz="2400" dirty="0"/>
              <a:t>Explore and fine-tune larger pre-trained models like T5-large or Pegasus for potentially better summarization quality.</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Support for Multiple Languages: </a:t>
            </a:r>
            <a:r>
              <a:rPr lang="en-GB" sz="2400" dirty="0"/>
              <a:t>Extend the system to summarize articles in different languages using multilingual models.</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b="1" dirty="0"/>
              <a:t>Enhanced Dataset Utilization: </a:t>
            </a:r>
            <a:r>
              <a:rPr lang="en-GB" sz="2400" dirty="0"/>
              <a:t>Incorporate larger and more diverse datasets to improve the model's generalization across various news domains.</a:t>
            </a:r>
          </a:p>
          <a:p>
            <a:endParaRPr lang="en-GB" sz="2400" dirty="0"/>
          </a:p>
          <a:p>
            <a:endParaRPr lang="en-GB" sz="2000" dirty="0"/>
          </a:p>
        </p:txBody>
      </p:sp>
      <p:sp>
        <p:nvSpPr>
          <p:cNvPr id="2" name="Title 1">
            <a:extLst>
              <a:ext uri="{FF2B5EF4-FFF2-40B4-BE49-F238E27FC236}">
                <a16:creationId xmlns:a16="http://schemas.microsoft.com/office/drawing/2014/main" id="{20ABE4C4-1182-36F9-4B9F-AE8760A6FA27}"/>
              </a:ext>
            </a:extLst>
          </p:cNvPr>
          <p:cNvSpPr txBox="1">
            <a:spLocks/>
          </p:cNvSpPr>
          <p:nvPr/>
        </p:nvSpPr>
        <p:spPr>
          <a:xfrm>
            <a:off x="838200" y="172932"/>
            <a:ext cx="5052291"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t>12. </a:t>
            </a:r>
            <a:r>
              <a:rPr lang="en-US" b="1" dirty="0"/>
              <a:t>Future Direction</a:t>
            </a:r>
          </a:p>
        </p:txBody>
      </p:sp>
    </p:spTree>
    <p:extLst>
      <p:ext uri="{BB962C8B-B14F-4D97-AF65-F5344CB8AC3E}">
        <p14:creationId xmlns:p14="http://schemas.microsoft.com/office/powerpoint/2010/main" val="340580166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9393-7AFE-2CDB-A927-0D369FEDE0C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72546BD-91D7-7359-DC0C-8649DAAE5333}"/>
              </a:ext>
            </a:extLst>
          </p:cNvPr>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a:extLst>
              <a:ext uri="{FF2B5EF4-FFF2-40B4-BE49-F238E27FC236}">
                <a16:creationId xmlns:a16="http://schemas.microsoft.com/office/drawing/2014/main" id="{D213F767-BF96-399D-F9E2-6D0E56FF9D01}"/>
              </a:ext>
            </a:extLst>
          </p:cNvPr>
          <p:cNvSpPr>
            <a:spLocks noGrp="1"/>
          </p:cNvSpPr>
          <p:nvPr>
            <p:ph type="ftr" sz="quarter" idx="11"/>
          </p:nvPr>
        </p:nvSpPr>
        <p:spPr/>
        <p:txBody>
          <a:bodyPr/>
          <a:lstStyle/>
          <a:p>
            <a:r>
              <a:rPr lang="en-GB" dirty="0"/>
              <a:t>PCP</a:t>
            </a:r>
            <a:endParaRPr lang="en-US" dirty="0"/>
          </a:p>
        </p:txBody>
      </p:sp>
      <p:sp>
        <p:nvSpPr>
          <p:cNvPr id="6" name="Slide Number Placeholder 5">
            <a:extLst>
              <a:ext uri="{FF2B5EF4-FFF2-40B4-BE49-F238E27FC236}">
                <a16:creationId xmlns:a16="http://schemas.microsoft.com/office/drawing/2014/main" id="{64BB1B01-367F-ED93-5285-A3CB26A7E149}"/>
              </a:ext>
            </a:extLst>
          </p:cNvPr>
          <p:cNvSpPr>
            <a:spLocks noGrp="1"/>
          </p:cNvSpPr>
          <p:nvPr>
            <p:ph type="sldNum" sz="quarter" idx="12"/>
          </p:nvPr>
        </p:nvSpPr>
        <p:spPr/>
        <p:txBody>
          <a:bodyPr/>
          <a:lstStyle/>
          <a:p>
            <a:fld id="{67FA9502-7A70-47B0-BD1F-E2BBA2404010}" type="slidenum">
              <a:rPr lang="en-US" smtClean="0"/>
              <a:t>21</a:t>
            </a:fld>
            <a:endParaRPr lang="en-US"/>
          </a:p>
        </p:txBody>
      </p:sp>
      <p:sp>
        <p:nvSpPr>
          <p:cNvPr id="14" name="TextBox 13">
            <a:extLst>
              <a:ext uri="{FF2B5EF4-FFF2-40B4-BE49-F238E27FC236}">
                <a16:creationId xmlns:a16="http://schemas.microsoft.com/office/drawing/2014/main" id="{5D39A2AF-0A31-ABDA-CE86-79A24E645B52}"/>
              </a:ext>
            </a:extLst>
          </p:cNvPr>
          <p:cNvSpPr txBox="1"/>
          <p:nvPr/>
        </p:nvSpPr>
        <p:spPr>
          <a:xfrm>
            <a:off x="838200" y="1496098"/>
            <a:ext cx="10411691" cy="4278094"/>
          </a:xfrm>
          <a:prstGeom prst="rect">
            <a:avLst/>
          </a:prstGeom>
          <a:noFill/>
        </p:spPr>
        <p:txBody>
          <a:bodyPr wrap="square">
            <a:spAutoFit/>
          </a:bodyPr>
          <a:lstStyle/>
          <a:p>
            <a:pPr marL="342900" indent="-342900">
              <a:buFont typeface="Wingdings" panose="05000000000000000000" pitchFamily="2" charset="2"/>
              <a:buChar char="§"/>
            </a:pPr>
            <a:r>
              <a:rPr lang="en-GB" sz="2400" dirty="0"/>
              <a:t>Successfully developed an </a:t>
            </a:r>
            <a:r>
              <a:rPr lang="en-GB" sz="2400" i="1" dirty="0">
                <a:solidFill>
                  <a:schemeClr val="accent5">
                    <a:lumMod val="50000"/>
                  </a:schemeClr>
                </a:solidFill>
              </a:rPr>
              <a:t>automated news article summarization system</a:t>
            </a:r>
            <a:r>
              <a:rPr lang="en-GB" sz="2400" dirty="0"/>
              <a:t> using a fine-tuned T5-base model.</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dirty="0"/>
              <a:t>The project highlights the effectiveness of </a:t>
            </a:r>
            <a:r>
              <a:rPr lang="en-GB" sz="2400" i="1" dirty="0">
                <a:solidFill>
                  <a:schemeClr val="accent5">
                    <a:lumMod val="50000"/>
                  </a:schemeClr>
                </a:solidFill>
              </a:rPr>
              <a:t>abstractive summarization </a:t>
            </a:r>
            <a:r>
              <a:rPr lang="en-GB" sz="2400" dirty="0"/>
              <a:t>in generating concise, human-like summaries.</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dirty="0"/>
              <a:t>Demonstrated the practical application of </a:t>
            </a:r>
            <a:r>
              <a:rPr lang="en-GB" sz="2400" i="1" dirty="0">
                <a:solidFill>
                  <a:schemeClr val="accent5">
                    <a:lumMod val="50000"/>
                  </a:schemeClr>
                </a:solidFill>
              </a:rPr>
              <a:t>NLP techniques </a:t>
            </a:r>
            <a:r>
              <a:rPr lang="en-GB" sz="2400" dirty="0"/>
              <a:t>in real-world scenarios.</a:t>
            </a:r>
          </a:p>
          <a:p>
            <a:pPr marL="342900" indent="-342900">
              <a:buFont typeface="Wingdings" panose="05000000000000000000" pitchFamily="2" charset="2"/>
              <a:buChar char="§"/>
            </a:pPr>
            <a:endParaRPr lang="en-GB" sz="2400" dirty="0"/>
          </a:p>
          <a:p>
            <a:pPr marL="342900" indent="-342900">
              <a:buFont typeface="Wingdings" panose="05000000000000000000" pitchFamily="2" charset="2"/>
              <a:buChar char="§"/>
            </a:pPr>
            <a:r>
              <a:rPr lang="en-GB" sz="2400" dirty="0"/>
              <a:t>Overcame challenges such as </a:t>
            </a:r>
            <a:r>
              <a:rPr lang="en-GB" sz="2400" i="1" dirty="0">
                <a:solidFill>
                  <a:schemeClr val="accent5">
                    <a:lumMod val="50000"/>
                  </a:schemeClr>
                </a:solidFill>
              </a:rPr>
              <a:t>limited computational resources</a:t>
            </a:r>
            <a:r>
              <a:rPr lang="en-GB" sz="2400" dirty="0"/>
              <a:t> and </a:t>
            </a:r>
            <a:r>
              <a:rPr lang="en-GB" sz="2400" i="1" dirty="0">
                <a:solidFill>
                  <a:schemeClr val="accent5">
                    <a:lumMod val="50000"/>
                  </a:schemeClr>
                </a:solidFill>
              </a:rPr>
              <a:t>dataset</a:t>
            </a:r>
            <a:r>
              <a:rPr lang="en-GB" sz="2400" dirty="0"/>
              <a:t> </a:t>
            </a:r>
            <a:r>
              <a:rPr lang="en-GB" sz="2400" i="1" dirty="0">
                <a:solidFill>
                  <a:schemeClr val="accent5">
                    <a:lumMod val="50000"/>
                  </a:schemeClr>
                </a:solidFill>
              </a:rPr>
              <a:t>compatibility</a:t>
            </a:r>
            <a:r>
              <a:rPr lang="en-GB" sz="2400" dirty="0"/>
              <a:t> to deliver a functional solution.</a:t>
            </a:r>
            <a:endParaRPr lang="en-GB" sz="2000" dirty="0"/>
          </a:p>
        </p:txBody>
      </p:sp>
      <p:sp>
        <p:nvSpPr>
          <p:cNvPr id="2" name="Title 1">
            <a:extLst>
              <a:ext uri="{FF2B5EF4-FFF2-40B4-BE49-F238E27FC236}">
                <a16:creationId xmlns:a16="http://schemas.microsoft.com/office/drawing/2014/main" id="{44C75A31-2C75-61F6-1812-4D2FF58E04B4}"/>
              </a:ext>
            </a:extLst>
          </p:cNvPr>
          <p:cNvSpPr txBox="1">
            <a:spLocks/>
          </p:cNvSpPr>
          <p:nvPr/>
        </p:nvSpPr>
        <p:spPr>
          <a:xfrm>
            <a:off x="838200" y="240146"/>
            <a:ext cx="3611418" cy="1038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 b="1" dirty="0"/>
              <a:t>13. </a:t>
            </a:r>
            <a:r>
              <a:rPr lang="en-US" b="1" dirty="0"/>
              <a:t>Conclusion</a:t>
            </a:r>
          </a:p>
        </p:txBody>
      </p:sp>
    </p:spTree>
    <p:extLst>
      <p:ext uri="{BB962C8B-B14F-4D97-AF65-F5344CB8AC3E}">
        <p14:creationId xmlns:p14="http://schemas.microsoft.com/office/powerpoint/2010/main" val="92198352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12. References</a:t>
            </a:r>
            <a:endParaRPr lang="en-US" dirty="0"/>
          </a:p>
        </p:txBody>
      </p:sp>
      <p:sp>
        <p:nvSpPr>
          <p:cNvPr id="3" name="Content Placeholder 2"/>
          <p:cNvSpPr>
            <a:spLocks noGrp="1"/>
          </p:cNvSpPr>
          <p:nvPr>
            <p:ph idx="1"/>
          </p:nvPr>
        </p:nvSpPr>
        <p:spPr/>
        <p:txBody>
          <a:bodyPr>
            <a:normAutofit/>
          </a:bodyPr>
          <a:lstStyle/>
          <a:p>
            <a:pPr marL="0" indent="0">
              <a:buNone/>
            </a:pPr>
            <a:r>
              <a:rPr lang="en-GB" sz="2400" b="0" i="0" dirty="0">
                <a:effectLst/>
                <a:latin typeface="Calibri" panose="020F0502020204030204" pitchFamily="34" charset="0"/>
              </a:rPr>
              <a:t>Zhang, H., Xu, J. and Wang, J. (2019). </a:t>
            </a:r>
            <a:r>
              <a:rPr lang="en-GB" sz="2400" b="0" i="1" dirty="0">
                <a:effectLst/>
                <a:latin typeface="Calibri" panose="020F0502020204030204" pitchFamily="34" charset="0"/>
              </a:rPr>
              <a:t>Pretraining-Based Natural Language Generation for Text Summarization</a:t>
            </a:r>
            <a:r>
              <a:rPr lang="en-GB" sz="2400" b="0" i="0" dirty="0">
                <a:effectLst/>
                <a:latin typeface="Calibri" panose="020F0502020204030204" pitchFamily="34" charset="0"/>
              </a:rPr>
              <a:t>. [online] arXiv.org. Available at: https://doi.org/10.48550/arXiv.1902.09243 [</a:t>
            </a:r>
            <a:r>
              <a:rPr lang="en-GB" sz="2400" b="0" i="0">
                <a:effectLst/>
                <a:latin typeface="Calibri" panose="020F0502020204030204" pitchFamily="34" charset="0"/>
              </a:rPr>
              <a:t>Accessed </a:t>
            </a:r>
            <a:r>
              <a:rPr lang="en-GB" sz="2400">
                <a:latin typeface="Calibri" panose="020F0502020204030204" pitchFamily="34" charset="0"/>
              </a:rPr>
              <a:t>10 Dec</a:t>
            </a:r>
            <a:r>
              <a:rPr lang="en-GB" sz="2400" b="0" i="0">
                <a:effectLst/>
                <a:latin typeface="Calibri" panose="020F0502020204030204" pitchFamily="34" charset="0"/>
              </a:rPr>
              <a:t>. </a:t>
            </a:r>
            <a:r>
              <a:rPr lang="en-GB" sz="2400" b="0" i="0" dirty="0">
                <a:effectLst/>
                <a:latin typeface="Calibri" panose="020F0502020204030204" pitchFamily="34" charset="0"/>
              </a:rPr>
              <a:t>2024].</a:t>
            </a:r>
          </a:p>
          <a:p>
            <a:pPr marL="0" indent="0">
              <a:buNone/>
            </a:pPr>
            <a:r>
              <a:rPr lang="en-GB" sz="2400" b="0" i="0" dirty="0">
                <a:effectLst/>
                <a:latin typeface="Calibri" panose="020F0502020204030204" pitchFamily="34" charset="0"/>
              </a:rPr>
              <a:t>Cheng, J. and Lapata, M. (2016). </a:t>
            </a:r>
            <a:r>
              <a:rPr lang="en-GB" sz="2400" b="0" i="1" dirty="0">
                <a:effectLst/>
                <a:latin typeface="Calibri" panose="020F0502020204030204" pitchFamily="34" charset="0"/>
              </a:rPr>
              <a:t>Neural Summarization by Extracting Sentences and Words</a:t>
            </a:r>
            <a:r>
              <a:rPr lang="en-GB" sz="2400" b="0" i="0" dirty="0">
                <a:effectLst/>
                <a:latin typeface="Calibri" panose="020F0502020204030204" pitchFamily="34" charset="0"/>
              </a:rPr>
              <a:t>. [online] ACLWeb. doi:https://doi.org/10.18653/v1/P16-1046.</a:t>
            </a:r>
          </a:p>
          <a:p>
            <a:pPr marL="0" indent="0">
              <a:buNone/>
            </a:pPr>
            <a:r>
              <a:rPr lang="en-GB" sz="2400" b="0" i="0" dirty="0">
                <a:effectLst/>
                <a:latin typeface="Calibri" panose="020F0502020204030204" pitchFamily="34" charset="0"/>
              </a:rPr>
              <a:t>Nenkova, A. (2011). Automatic Summarization. </a:t>
            </a:r>
            <a:r>
              <a:rPr lang="en-GB" sz="2400" b="0" i="1" dirty="0">
                <a:effectLst/>
                <a:latin typeface="Calibri" panose="020F0502020204030204" pitchFamily="34" charset="0"/>
              </a:rPr>
              <a:t>Foundations and Trends® in Information Retrieval</a:t>
            </a:r>
            <a:r>
              <a:rPr lang="en-GB" sz="2400" b="0" i="0" dirty="0">
                <a:effectLst/>
                <a:latin typeface="Calibri" panose="020F0502020204030204" pitchFamily="34" charset="0"/>
              </a:rPr>
              <a:t>, 5(2), pp.103–233. doi:https://doi.org/10.1561/1500000015.</a:t>
            </a:r>
          </a:p>
          <a:p>
            <a:pPr marL="0" indent="0">
              <a:buNone/>
            </a:pPr>
            <a:r>
              <a:rPr lang="en-GB" sz="2400" b="0" i="0" dirty="0">
                <a:effectLst/>
                <a:latin typeface="Calibri" panose="020F0502020204030204" pitchFamily="34" charset="0"/>
              </a:rPr>
              <a:t>Liu, Y. and Lapata, M. (2019). </a:t>
            </a:r>
            <a:r>
              <a:rPr lang="en-GB" sz="2400" b="0" i="1" dirty="0">
                <a:effectLst/>
                <a:latin typeface="Calibri" panose="020F0502020204030204" pitchFamily="34" charset="0"/>
              </a:rPr>
              <a:t>Text Summarization with Pretrained Encoders</a:t>
            </a:r>
            <a:r>
              <a:rPr lang="en-GB" sz="2400" b="0" i="0" dirty="0">
                <a:effectLst/>
                <a:latin typeface="Calibri" panose="020F0502020204030204" pitchFamily="34" charset="0"/>
              </a:rPr>
              <a:t>. [online] arXiv.org. Available at: https://doi.org/10.48550/arXiv.1908.08345 [Accessed </a:t>
            </a:r>
            <a:r>
              <a:rPr lang="en-GB" sz="2400" dirty="0">
                <a:latin typeface="Calibri" panose="020F0502020204030204" pitchFamily="34" charset="0"/>
              </a:rPr>
              <a:t>10</a:t>
            </a:r>
            <a:r>
              <a:rPr lang="en-GB" sz="2400" b="0" i="0" dirty="0">
                <a:effectLst/>
                <a:latin typeface="Calibri" panose="020F0502020204030204" pitchFamily="34" charset="0"/>
              </a:rPr>
              <a:t> Dec. 2024].</a:t>
            </a:r>
          </a:p>
          <a:p>
            <a:pPr marL="0" indent="0">
              <a:buNone/>
            </a:pPr>
            <a:endParaRPr lang="en-US" sz="2400" dirty="0"/>
          </a:p>
        </p:txBody>
      </p:sp>
      <p:sp>
        <p:nvSpPr>
          <p:cNvPr id="4" name="Date Placeholder 3"/>
          <p:cNvSpPr>
            <a:spLocks noGrp="1"/>
          </p:cNvSpPr>
          <p:nvPr>
            <p:ph type="dt" sz="half" idx="10"/>
          </p:nvPr>
        </p:nvSpPr>
        <p:spPr/>
        <p:txBody>
          <a:bodyPr/>
          <a:lstStyle/>
          <a:p>
            <a:fld id="{3437773C-C63E-4153-AD6F-417D2DE601BE}"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22</a:t>
            </a:fld>
            <a:endParaRPr lang="en-US"/>
          </a:p>
        </p:txBody>
      </p:sp>
    </p:spTree>
    <p:extLst>
      <p:ext uri="{BB962C8B-B14F-4D97-AF65-F5344CB8AC3E}">
        <p14:creationId xmlns:p14="http://schemas.microsoft.com/office/powerpoint/2010/main" val="315365878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973988"/>
          </a:xfrm>
        </p:spPr>
        <p:txBody>
          <a:bodyPr/>
          <a:lstStyle/>
          <a:p>
            <a:pPr algn="ctr"/>
            <a:r>
              <a:rPr lang="en" dirty="0"/>
              <a:t>Thanks!</a:t>
            </a:r>
            <a:endParaRPr lang="en-US" dirty="0"/>
          </a:p>
        </p:txBody>
      </p:sp>
      <p:sp>
        <p:nvSpPr>
          <p:cNvPr id="3" name="Text Placeholder 2"/>
          <p:cNvSpPr>
            <a:spLocks noGrp="1"/>
          </p:cNvSpPr>
          <p:nvPr>
            <p:ph type="body" idx="1"/>
          </p:nvPr>
        </p:nvSpPr>
        <p:spPr>
          <a:xfrm>
            <a:off x="838200" y="3962446"/>
            <a:ext cx="10515600" cy="1500187"/>
          </a:xfrm>
        </p:spPr>
        <p:txBody>
          <a:bodyPr/>
          <a:lstStyle/>
          <a:p>
            <a:pPr lvl="0" algn="ctr"/>
            <a:r>
              <a:rPr lang="en-US" dirty="0">
                <a:solidFill>
                  <a:schemeClr val="tx1">
                    <a:lumMod val="85000"/>
                    <a:lumOff val="15000"/>
                  </a:schemeClr>
                </a:solidFill>
              </a:rPr>
              <a:t>Do you have any questions?</a:t>
            </a:r>
          </a:p>
          <a:p>
            <a:pPr algn="ctr"/>
            <a:endParaRPr lang="en-US" dirty="0"/>
          </a:p>
        </p:txBody>
      </p:sp>
      <p:sp>
        <p:nvSpPr>
          <p:cNvPr id="4" name="Date Placeholder 3"/>
          <p:cNvSpPr>
            <a:spLocks noGrp="1"/>
          </p:cNvSpPr>
          <p:nvPr>
            <p:ph type="dt" sz="half" idx="10"/>
          </p:nvPr>
        </p:nvSpPr>
        <p:spPr/>
        <p:txBody>
          <a:bodyPr/>
          <a:lstStyle/>
          <a:p>
            <a:fld id="{96E1D71B-C944-40CB-9225-EA433BB07F45}" type="datetime1">
              <a:rPr lang="en-US" smtClean="0"/>
              <a:t>1/1/2025</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23</a:t>
            </a:fld>
            <a:endParaRPr lang="en-US"/>
          </a:p>
        </p:txBody>
      </p:sp>
    </p:spTree>
    <p:extLst>
      <p:ext uri="{BB962C8B-B14F-4D97-AF65-F5344CB8AC3E}">
        <p14:creationId xmlns:p14="http://schemas.microsoft.com/office/powerpoint/2010/main" val="26608924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25792</TotalTime>
  <Words>3394</Words>
  <Application>Microsoft Office PowerPoint</Application>
  <PresentationFormat>Widescreen</PresentationFormat>
  <Paragraphs>374</Paragraphs>
  <Slides>23</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Office Theme</vt:lpstr>
      <vt:lpstr>Automated Text Summarization for News Articles</vt:lpstr>
      <vt:lpstr> Table of contents </vt:lpstr>
      <vt:lpstr>01. Background Information</vt:lpstr>
      <vt:lpstr>02. Introduction</vt:lpstr>
      <vt:lpstr>PowerPoint Presentation</vt:lpstr>
      <vt:lpstr>PowerPoint Presentation</vt:lpstr>
      <vt:lpstr>PowerPoint Presentation</vt:lpstr>
      <vt:lpstr>06. Model selection &amp; Evaluation</vt:lpstr>
      <vt:lpstr>PowerPoint Presentation</vt:lpstr>
      <vt:lpstr>PowerPoint Presentation</vt:lpstr>
      <vt:lpstr>PowerPoint Presentation</vt:lpstr>
      <vt:lpstr>PowerPoint Presentation</vt:lpstr>
      <vt:lpstr> 07. Top Level Architecture </vt:lpstr>
      <vt:lpstr>PowerPoint Presentation</vt:lpstr>
      <vt:lpstr>08. Timeline</vt:lpstr>
      <vt:lpstr>PowerPoint Presentation</vt:lpstr>
      <vt:lpstr>09. Demonstration</vt:lpstr>
      <vt:lpstr>PowerPoint Presentation</vt:lpstr>
      <vt:lpstr>PowerPoint Presentation</vt:lpstr>
      <vt:lpstr>PowerPoint Presentation</vt:lpstr>
      <vt:lpstr>PowerPoint Presentation</vt:lpstr>
      <vt:lpstr>12. References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Proposal Title&gt;</dc:title>
  <dc:creator>RUMANA</dc:creator>
  <cp:lastModifiedBy>Mohammed Naseer Sihanas</cp:lastModifiedBy>
  <cp:revision>4</cp:revision>
  <dcterms:created xsi:type="dcterms:W3CDTF">2023-08-24T05:14:28Z</dcterms:created>
  <dcterms:modified xsi:type="dcterms:W3CDTF">2025-01-02T06:02:46Z</dcterms:modified>
</cp:coreProperties>
</file>