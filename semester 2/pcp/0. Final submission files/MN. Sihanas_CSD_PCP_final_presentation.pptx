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9" r:id="rId4"/>
    <p:sldId id="293" r:id="rId5"/>
    <p:sldId id="258" r:id="rId6"/>
    <p:sldId id="295" r:id="rId7"/>
    <p:sldId id="291" r:id="rId8"/>
    <p:sldId id="297" r:id="rId9"/>
    <p:sldId id="298" r:id="rId10"/>
    <p:sldId id="299" r:id="rId11"/>
    <p:sldId id="300" r:id="rId12"/>
    <p:sldId id="301" r:id="rId13"/>
    <p:sldId id="267" r:id="rId14"/>
    <p:sldId id="261" r:id="rId15"/>
    <p:sldId id="296" r:id="rId16"/>
    <p:sldId id="281" r:id="rId17"/>
    <p:sldId id="309" r:id="rId18"/>
    <p:sldId id="303" r:id="rId19"/>
    <p:sldId id="305" r:id="rId20"/>
    <p:sldId id="307" r:id="rId21"/>
    <p:sldId id="308" r:id="rId22"/>
    <p:sldId id="288" r:id="rId23"/>
    <p:sldId id="26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68" autoAdjust="0"/>
    <p:restoredTop sz="37758" autoAdjust="0"/>
  </p:normalViewPr>
  <p:slideViewPr>
    <p:cSldViewPr snapToGrid="0">
      <p:cViewPr varScale="1">
        <p:scale>
          <a:sx n="31" d="100"/>
          <a:sy n="31" d="100"/>
        </p:scale>
        <p:origin x="270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Naseer Sihanas" userId="baf10d46-ca0e-4f93-8b9a-bd1fa4bc7e8f" providerId="ADAL" clId="{32A03C5B-530E-43AF-83E6-277E635702AC}"/>
    <pc:docChg chg="modSld">
      <pc:chgData name="Mohammed Naseer Sihanas" userId="baf10d46-ca0e-4f93-8b9a-bd1fa4bc7e8f" providerId="ADAL" clId="{32A03C5B-530E-43AF-83E6-277E635702AC}" dt="2025-01-07T13:51:05.457" v="20" actId="20577"/>
      <pc:docMkLst>
        <pc:docMk/>
      </pc:docMkLst>
      <pc:sldChg chg="modNotesTx">
        <pc:chgData name="Mohammed Naseer Sihanas" userId="baf10d46-ca0e-4f93-8b9a-bd1fa4bc7e8f" providerId="ADAL" clId="{32A03C5B-530E-43AF-83E6-277E635702AC}" dt="2025-01-07T13:50:11.327" v="0" actId="20577"/>
        <pc:sldMkLst>
          <pc:docMk/>
          <pc:sldMk cId="932762795" sldId="256"/>
        </pc:sldMkLst>
      </pc:sldChg>
      <pc:sldChg chg="modNotesTx">
        <pc:chgData name="Mohammed Naseer Sihanas" userId="baf10d46-ca0e-4f93-8b9a-bd1fa4bc7e8f" providerId="ADAL" clId="{32A03C5B-530E-43AF-83E6-277E635702AC}" dt="2025-01-07T13:50:13.831" v="1" actId="20577"/>
        <pc:sldMkLst>
          <pc:docMk/>
          <pc:sldMk cId="891432784" sldId="257"/>
        </pc:sldMkLst>
      </pc:sldChg>
      <pc:sldChg chg="modNotesTx">
        <pc:chgData name="Mohammed Naseer Sihanas" userId="baf10d46-ca0e-4f93-8b9a-bd1fa4bc7e8f" providerId="ADAL" clId="{32A03C5B-530E-43AF-83E6-277E635702AC}" dt="2025-01-07T13:50:20.341" v="4" actId="20577"/>
        <pc:sldMkLst>
          <pc:docMk/>
          <pc:sldMk cId="100369622" sldId="258"/>
        </pc:sldMkLst>
      </pc:sldChg>
      <pc:sldChg chg="modNotesTx">
        <pc:chgData name="Mohammed Naseer Sihanas" userId="baf10d46-ca0e-4f93-8b9a-bd1fa4bc7e8f" providerId="ADAL" clId="{32A03C5B-530E-43AF-83E6-277E635702AC}" dt="2025-01-07T13:50:16.017" v="2" actId="20577"/>
        <pc:sldMkLst>
          <pc:docMk/>
          <pc:sldMk cId="1319477807" sldId="259"/>
        </pc:sldMkLst>
      </pc:sldChg>
      <pc:sldChg chg="modNotesTx">
        <pc:chgData name="Mohammed Naseer Sihanas" userId="baf10d46-ca0e-4f93-8b9a-bd1fa4bc7e8f" providerId="ADAL" clId="{32A03C5B-530E-43AF-83E6-277E635702AC}" dt="2025-01-07T13:50:42.323" v="12" actId="20577"/>
        <pc:sldMkLst>
          <pc:docMk/>
          <pc:sldMk cId="3966344777" sldId="261"/>
        </pc:sldMkLst>
      </pc:sldChg>
      <pc:sldChg chg="modNotesTx">
        <pc:chgData name="Mohammed Naseer Sihanas" userId="baf10d46-ca0e-4f93-8b9a-bd1fa4bc7e8f" providerId="ADAL" clId="{32A03C5B-530E-43AF-83E6-277E635702AC}" dt="2025-01-07T13:51:05.457" v="20" actId="20577"/>
        <pc:sldMkLst>
          <pc:docMk/>
          <pc:sldMk cId="2660892434" sldId="265"/>
        </pc:sldMkLst>
      </pc:sldChg>
      <pc:sldChg chg="modNotesTx">
        <pc:chgData name="Mohammed Naseer Sihanas" userId="baf10d46-ca0e-4f93-8b9a-bd1fa4bc7e8f" providerId="ADAL" clId="{32A03C5B-530E-43AF-83E6-277E635702AC}" dt="2025-01-07T13:50:46.907" v="14" actId="20577"/>
        <pc:sldMkLst>
          <pc:docMk/>
          <pc:sldMk cId="2864293341" sldId="281"/>
        </pc:sldMkLst>
      </pc:sldChg>
      <pc:sldChg chg="modNotesTx">
        <pc:chgData name="Mohammed Naseer Sihanas" userId="baf10d46-ca0e-4f93-8b9a-bd1fa4bc7e8f" providerId="ADAL" clId="{32A03C5B-530E-43AF-83E6-277E635702AC}" dt="2025-01-07T13:50:25.465" v="6" actId="20577"/>
        <pc:sldMkLst>
          <pc:docMk/>
          <pc:sldMk cId="3708950606" sldId="291"/>
        </pc:sldMkLst>
      </pc:sldChg>
      <pc:sldChg chg="modNotesTx">
        <pc:chgData name="Mohammed Naseer Sihanas" userId="baf10d46-ca0e-4f93-8b9a-bd1fa4bc7e8f" providerId="ADAL" clId="{32A03C5B-530E-43AF-83E6-277E635702AC}" dt="2025-01-07T13:50:18.167" v="3" actId="20577"/>
        <pc:sldMkLst>
          <pc:docMk/>
          <pc:sldMk cId="1162202113" sldId="293"/>
        </pc:sldMkLst>
      </pc:sldChg>
      <pc:sldChg chg="modNotesTx">
        <pc:chgData name="Mohammed Naseer Sihanas" userId="baf10d46-ca0e-4f93-8b9a-bd1fa4bc7e8f" providerId="ADAL" clId="{32A03C5B-530E-43AF-83E6-277E635702AC}" dt="2025-01-07T13:50:23.147" v="5" actId="20577"/>
        <pc:sldMkLst>
          <pc:docMk/>
          <pc:sldMk cId="1759449543" sldId="295"/>
        </pc:sldMkLst>
      </pc:sldChg>
      <pc:sldChg chg="modNotesTx">
        <pc:chgData name="Mohammed Naseer Sihanas" userId="baf10d46-ca0e-4f93-8b9a-bd1fa4bc7e8f" providerId="ADAL" clId="{32A03C5B-530E-43AF-83E6-277E635702AC}" dt="2025-01-07T13:50:44.544" v="13" actId="20577"/>
        <pc:sldMkLst>
          <pc:docMk/>
          <pc:sldMk cId="1791928449" sldId="296"/>
        </pc:sldMkLst>
      </pc:sldChg>
      <pc:sldChg chg="modNotesTx">
        <pc:chgData name="Mohammed Naseer Sihanas" userId="baf10d46-ca0e-4f93-8b9a-bd1fa4bc7e8f" providerId="ADAL" clId="{32A03C5B-530E-43AF-83E6-277E635702AC}" dt="2025-01-07T13:50:27.969" v="7" actId="20577"/>
        <pc:sldMkLst>
          <pc:docMk/>
          <pc:sldMk cId="496107295" sldId="297"/>
        </pc:sldMkLst>
      </pc:sldChg>
      <pc:sldChg chg="modNotesTx">
        <pc:chgData name="Mohammed Naseer Sihanas" userId="baf10d46-ca0e-4f93-8b9a-bd1fa4bc7e8f" providerId="ADAL" clId="{32A03C5B-530E-43AF-83E6-277E635702AC}" dt="2025-01-07T13:50:31.414" v="8" actId="20577"/>
        <pc:sldMkLst>
          <pc:docMk/>
          <pc:sldMk cId="3136324813" sldId="298"/>
        </pc:sldMkLst>
      </pc:sldChg>
      <pc:sldChg chg="modNotesTx">
        <pc:chgData name="Mohammed Naseer Sihanas" userId="baf10d46-ca0e-4f93-8b9a-bd1fa4bc7e8f" providerId="ADAL" clId="{32A03C5B-530E-43AF-83E6-277E635702AC}" dt="2025-01-07T13:50:34.009" v="9" actId="20577"/>
        <pc:sldMkLst>
          <pc:docMk/>
          <pc:sldMk cId="3869684852" sldId="299"/>
        </pc:sldMkLst>
      </pc:sldChg>
      <pc:sldChg chg="modNotesTx">
        <pc:chgData name="Mohammed Naseer Sihanas" userId="baf10d46-ca0e-4f93-8b9a-bd1fa4bc7e8f" providerId="ADAL" clId="{32A03C5B-530E-43AF-83E6-277E635702AC}" dt="2025-01-07T13:50:36.328" v="10" actId="20577"/>
        <pc:sldMkLst>
          <pc:docMk/>
          <pc:sldMk cId="3434685232" sldId="300"/>
        </pc:sldMkLst>
      </pc:sldChg>
      <pc:sldChg chg="modNotesTx">
        <pc:chgData name="Mohammed Naseer Sihanas" userId="baf10d46-ca0e-4f93-8b9a-bd1fa4bc7e8f" providerId="ADAL" clId="{32A03C5B-530E-43AF-83E6-277E635702AC}" dt="2025-01-07T13:50:38.585" v="11" actId="20577"/>
        <pc:sldMkLst>
          <pc:docMk/>
          <pc:sldMk cId="1869058261" sldId="301"/>
        </pc:sldMkLst>
      </pc:sldChg>
      <pc:sldChg chg="modNotesTx">
        <pc:chgData name="Mohammed Naseer Sihanas" userId="baf10d46-ca0e-4f93-8b9a-bd1fa4bc7e8f" providerId="ADAL" clId="{32A03C5B-530E-43AF-83E6-277E635702AC}" dt="2025-01-07T13:50:52.802" v="16" actId="20577"/>
        <pc:sldMkLst>
          <pc:docMk/>
          <pc:sldMk cId="1946113525" sldId="303"/>
        </pc:sldMkLst>
      </pc:sldChg>
      <pc:sldChg chg="modNotesTx">
        <pc:chgData name="Mohammed Naseer Sihanas" userId="baf10d46-ca0e-4f93-8b9a-bd1fa4bc7e8f" providerId="ADAL" clId="{32A03C5B-530E-43AF-83E6-277E635702AC}" dt="2025-01-07T13:50:55.554" v="17" actId="20577"/>
        <pc:sldMkLst>
          <pc:docMk/>
          <pc:sldMk cId="2631765021" sldId="305"/>
        </pc:sldMkLst>
      </pc:sldChg>
      <pc:sldChg chg="modNotesTx">
        <pc:chgData name="Mohammed Naseer Sihanas" userId="baf10d46-ca0e-4f93-8b9a-bd1fa4bc7e8f" providerId="ADAL" clId="{32A03C5B-530E-43AF-83E6-277E635702AC}" dt="2025-01-07T13:50:58.106" v="18" actId="20577"/>
        <pc:sldMkLst>
          <pc:docMk/>
          <pc:sldMk cId="3405801661" sldId="307"/>
        </pc:sldMkLst>
      </pc:sldChg>
      <pc:sldChg chg="modNotesTx">
        <pc:chgData name="Mohammed Naseer Sihanas" userId="baf10d46-ca0e-4f93-8b9a-bd1fa4bc7e8f" providerId="ADAL" clId="{32A03C5B-530E-43AF-83E6-277E635702AC}" dt="2025-01-07T13:51:00.348" v="19" actId="20577"/>
        <pc:sldMkLst>
          <pc:docMk/>
          <pc:sldMk cId="921983525" sldId="308"/>
        </pc:sldMkLst>
      </pc:sldChg>
      <pc:sldChg chg="modNotesTx">
        <pc:chgData name="Mohammed Naseer Sihanas" userId="baf10d46-ca0e-4f93-8b9a-bd1fa4bc7e8f" providerId="ADAL" clId="{32A03C5B-530E-43AF-83E6-277E635702AC}" dt="2025-01-07T13:50:50.260" v="15" actId="20577"/>
        <pc:sldMkLst>
          <pc:docMk/>
          <pc:sldMk cId="3915136776" sldId="309"/>
        </pc:sldMkLst>
      </pc:sldChg>
    </pc:docChg>
  </pc:docChgLst>
  <pc:docChgLst>
    <pc:chgData name="Mohammed Naseer Sihanas" userId="baf10d46-ca0e-4f93-8b9a-bd1fa4bc7e8f" providerId="ADAL" clId="{4BCA0B4D-1EF0-4107-B531-E5C45D9F1352}"/>
    <pc:docChg chg="undo redo custSel addSld delSld modSld sldOrd">
      <pc:chgData name="Mohammed Naseer Sihanas" userId="baf10d46-ca0e-4f93-8b9a-bd1fa4bc7e8f" providerId="ADAL" clId="{4BCA0B4D-1EF0-4107-B531-E5C45D9F1352}" dt="2024-10-02T06:13:02.811" v="4501" actId="20577"/>
      <pc:docMkLst>
        <pc:docMk/>
      </pc:docMkLst>
      <pc:sldChg chg="addSp delSp modSp mod">
        <pc:chgData name="Mohammed Naseer Sihanas" userId="baf10d46-ca0e-4f93-8b9a-bd1fa4bc7e8f" providerId="ADAL" clId="{4BCA0B4D-1EF0-4107-B531-E5C45D9F1352}" dt="2024-10-02T05:52:16.080" v="4323" actId="20577"/>
        <pc:sldMkLst>
          <pc:docMk/>
          <pc:sldMk cId="932762795" sldId="256"/>
        </pc:sldMkLst>
        <pc:spChg chg="mod">
          <ac:chgData name="Mohammed Naseer Sihanas" userId="baf10d46-ca0e-4f93-8b9a-bd1fa4bc7e8f" providerId="ADAL" clId="{4BCA0B4D-1EF0-4107-B531-E5C45D9F1352}" dt="2024-09-29T14:37:08.612" v="2699" actId="404"/>
          <ac:spMkLst>
            <pc:docMk/>
            <pc:sldMk cId="932762795" sldId="256"/>
            <ac:spMk id="2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09-25T06:05:34.290" v="27" actId="478"/>
          <ac:spMkLst>
            <pc:docMk/>
            <pc:sldMk cId="932762795" sldId="256"/>
            <ac:spMk id="3" creationId="{C7547E18-3FC8-FFDE-1830-DFA2AC7EA1EE}"/>
          </ac:spMkLst>
        </pc:spChg>
        <pc:spChg chg="mod">
          <ac:chgData name="Mohammed Naseer Sihanas" userId="baf10d46-ca0e-4f93-8b9a-bd1fa4bc7e8f" providerId="ADAL" clId="{4BCA0B4D-1EF0-4107-B531-E5C45D9F1352}" dt="2024-09-29T03:33:54.198" v="1251" actId="20577"/>
          <ac:spMkLst>
            <pc:docMk/>
            <pc:sldMk cId="932762795" sldId="256"/>
            <ac:spMk id="5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10-02T05:52:16.080" v="4323" actId="20577"/>
          <ac:spMkLst>
            <pc:docMk/>
            <pc:sldMk cId="932762795" sldId="256"/>
            <ac:spMk id="7" creationId="{00000000-0000-0000-0000-000000000000}"/>
          </ac:spMkLst>
        </pc:spChg>
        <pc:spChg chg="add mod">
          <ac:chgData name="Mohammed Naseer Sihanas" userId="baf10d46-ca0e-4f93-8b9a-bd1fa4bc7e8f" providerId="ADAL" clId="{4BCA0B4D-1EF0-4107-B531-E5C45D9F1352}" dt="2024-09-25T06:10:14.365" v="111" actId="114"/>
          <ac:spMkLst>
            <pc:docMk/>
            <pc:sldMk cId="932762795" sldId="256"/>
            <ac:spMk id="8" creationId="{0A780991-E5A6-7C22-165E-954CFE5E63B7}"/>
          </ac:spMkLst>
        </pc:spChg>
        <pc:spChg chg="add mod">
          <ac:chgData name="Mohammed Naseer Sihanas" userId="baf10d46-ca0e-4f93-8b9a-bd1fa4bc7e8f" providerId="ADAL" clId="{4BCA0B4D-1EF0-4107-B531-E5C45D9F1352}" dt="2024-09-25T06:09:07.594" v="86"/>
          <ac:spMkLst>
            <pc:docMk/>
            <pc:sldMk cId="932762795" sldId="256"/>
            <ac:spMk id="9" creationId="{D35C82BF-E5D2-392A-2986-90479E977367}"/>
          </ac:spMkLst>
        </pc:spChg>
      </pc:sldChg>
      <pc:sldChg chg="modSp mod">
        <pc:chgData name="Mohammed Naseer Sihanas" userId="baf10d46-ca0e-4f93-8b9a-bd1fa4bc7e8f" providerId="ADAL" clId="{4BCA0B4D-1EF0-4107-B531-E5C45D9F1352}" dt="2024-10-02T06:07:02.991" v="4397" actId="27636"/>
        <pc:sldMkLst>
          <pc:docMk/>
          <pc:sldMk cId="891432784" sldId="257"/>
        </pc:sldMkLst>
        <pc:spChg chg="mod">
          <ac:chgData name="Mohammed Naseer Sihanas" userId="baf10d46-ca0e-4f93-8b9a-bd1fa4bc7e8f" providerId="ADAL" clId="{4BCA0B4D-1EF0-4107-B531-E5C45D9F1352}" dt="2024-10-02T06:07:02.991" v="4397" actId="27636"/>
          <ac:spMkLst>
            <pc:docMk/>
            <pc:sldMk cId="891432784" sldId="257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3:04.106" v="2260" actId="20577"/>
          <ac:spMkLst>
            <pc:docMk/>
            <pc:sldMk cId="891432784" sldId="257"/>
            <ac:spMk id="5" creationId="{00000000-0000-0000-0000-000000000000}"/>
          </ac:spMkLst>
        </pc:spChg>
      </pc:sldChg>
      <pc:sldChg chg="addSp delSp modSp mod">
        <pc:chgData name="Mohammed Naseer Sihanas" userId="baf10d46-ca0e-4f93-8b9a-bd1fa4bc7e8f" providerId="ADAL" clId="{4BCA0B4D-1EF0-4107-B531-E5C45D9F1352}" dt="2024-09-29T03:33:38.230" v="1248" actId="20577"/>
        <pc:sldMkLst>
          <pc:docMk/>
          <pc:sldMk cId="100369622" sldId="258"/>
        </pc:sldMkLst>
        <pc:spChg chg="del">
          <ac:chgData name="Mohammed Naseer Sihanas" userId="baf10d46-ca0e-4f93-8b9a-bd1fa4bc7e8f" providerId="ADAL" clId="{4BCA0B4D-1EF0-4107-B531-E5C45D9F1352}" dt="2024-09-26T09:14:55.620" v="302" actId="478"/>
          <ac:spMkLst>
            <pc:docMk/>
            <pc:sldMk cId="100369622" sldId="258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8T02:21:13.107" v="1044" actId="27636"/>
          <ac:spMkLst>
            <pc:docMk/>
            <pc:sldMk cId="100369622" sldId="258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03:33:38.230" v="1248" actId="20577"/>
          <ac:spMkLst>
            <pc:docMk/>
            <pc:sldMk cId="100369622" sldId="258"/>
            <ac:spMk id="5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09-26T09:14:58.182" v="303" actId="478"/>
          <ac:spMkLst>
            <pc:docMk/>
            <pc:sldMk cId="100369622" sldId="258"/>
            <ac:spMk id="8" creationId="{2E87C757-3EAD-4C04-088C-015ED7D83915}"/>
          </ac:spMkLst>
        </pc:spChg>
      </pc:sldChg>
      <pc:sldChg chg="addSp delSp modSp mod">
        <pc:chgData name="Mohammed Naseer Sihanas" userId="baf10d46-ca0e-4f93-8b9a-bd1fa4bc7e8f" providerId="ADAL" clId="{4BCA0B4D-1EF0-4107-B531-E5C45D9F1352}" dt="2024-10-02T06:13:02.811" v="4501" actId="20577"/>
        <pc:sldMkLst>
          <pc:docMk/>
          <pc:sldMk cId="1319477807" sldId="259"/>
        </pc:sldMkLst>
        <pc:spChg chg="del mod">
          <ac:chgData name="Mohammed Naseer Sihanas" userId="baf10d46-ca0e-4f93-8b9a-bd1fa4bc7e8f" providerId="ADAL" clId="{4BCA0B4D-1EF0-4107-B531-E5C45D9F1352}" dt="2024-09-25T06:32:13.381" v="230" actId="478"/>
          <ac:spMkLst>
            <pc:docMk/>
            <pc:sldMk cId="1319477807" sldId="259"/>
            <ac:spMk id="2" creationId="{00000000-0000-0000-0000-000000000000}"/>
          </ac:spMkLst>
        </pc:spChg>
        <pc:spChg chg="add mod">
          <ac:chgData name="Mohammed Naseer Sihanas" userId="baf10d46-ca0e-4f93-8b9a-bd1fa4bc7e8f" providerId="ADAL" clId="{4BCA0B4D-1EF0-4107-B531-E5C45D9F1352}" dt="2024-09-28T02:15:20.663" v="995" actId="14100"/>
          <ac:spMkLst>
            <pc:docMk/>
            <pc:sldMk cId="1319477807" sldId="259"/>
            <ac:spMk id="2" creationId="{6D7A2FB0-A1B1-56FF-0409-A58A2CEE046A}"/>
          </ac:spMkLst>
        </pc:spChg>
        <pc:spChg chg="add del mod">
          <ac:chgData name="Mohammed Naseer Sihanas" userId="baf10d46-ca0e-4f93-8b9a-bd1fa4bc7e8f" providerId="ADAL" clId="{4BCA0B4D-1EF0-4107-B531-E5C45D9F1352}" dt="2024-10-02T06:13:02.811" v="4501" actId="20577"/>
          <ac:spMkLst>
            <pc:docMk/>
            <pc:sldMk cId="1319477807" sldId="259"/>
            <ac:spMk id="3" creationId="{0EBE4CCC-C2A9-8BCF-FCF5-9DCFB4A2E67E}"/>
          </ac:spMkLst>
        </pc:spChg>
        <pc:spChg chg="mod">
          <ac:chgData name="Mohammed Naseer Sihanas" userId="baf10d46-ca0e-4f93-8b9a-bd1fa4bc7e8f" providerId="ADAL" clId="{4BCA0B4D-1EF0-4107-B531-E5C45D9F1352}" dt="2024-09-29T14:26:24.457" v="2483" actId="20577"/>
          <ac:spMkLst>
            <pc:docMk/>
            <pc:sldMk cId="1319477807" sldId="259"/>
            <ac:spMk id="5" creationId="{00000000-0000-0000-0000-000000000000}"/>
          </ac:spMkLst>
        </pc:spChg>
        <pc:spChg chg="add mod">
          <ac:chgData name="Mohammed Naseer Sihanas" userId="baf10d46-ca0e-4f93-8b9a-bd1fa4bc7e8f" providerId="ADAL" clId="{4BCA0B4D-1EF0-4107-B531-E5C45D9F1352}" dt="2024-09-25T06:19:41.499" v="169"/>
          <ac:spMkLst>
            <pc:docMk/>
            <pc:sldMk cId="1319477807" sldId="259"/>
            <ac:spMk id="7" creationId="{954554ED-9255-FBC7-597E-57BFDB73DC73}"/>
          </ac:spMkLst>
        </pc:spChg>
        <pc:spChg chg="add mod">
          <ac:chgData name="Mohammed Naseer Sihanas" userId="baf10d46-ca0e-4f93-8b9a-bd1fa4bc7e8f" providerId="ADAL" clId="{4BCA0B4D-1EF0-4107-B531-E5C45D9F1352}" dt="2024-09-28T02:16:06.698" v="1006" actId="1076"/>
          <ac:spMkLst>
            <pc:docMk/>
            <pc:sldMk cId="1319477807" sldId="259"/>
            <ac:spMk id="7" creationId="{C687405C-1BB5-F02D-BA99-086F54F4A33B}"/>
          </ac:spMkLst>
        </pc:spChg>
        <pc:spChg chg="add mod">
          <ac:chgData name="Mohammed Naseer Sihanas" userId="baf10d46-ca0e-4f93-8b9a-bd1fa4bc7e8f" providerId="ADAL" clId="{4BCA0B4D-1EF0-4107-B531-E5C45D9F1352}" dt="2024-09-29T03:34:31.581" v="1256" actId="1076"/>
          <ac:spMkLst>
            <pc:docMk/>
            <pc:sldMk cId="1319477807" sldId="259"/>
            <ac:spMk id="8" creationId="{D540D9C5-63BD-87DD-A593-5C7AEB55E9F5}"/>
          </ac:spMkLst>
        </pc:spChg>
        <pc:spChg chg="add del mod">
          <ac:chgData name="Mohammed Naseer Sihanas" userId="baf10d46-ca0e-4f93-8b9a-bd1fa4bc7e8f" providerId="ADAL" clId="{4BCA0B4D-1EF0-4107-B531-E5C45D9F1352}" dt="2024-09-25T06:32:15.179" v="231" actId="478"/>
          <ac:spMkLst>
            <pc:docMk/>
            <pc:sldMk cId="1319477807" sldId="259"/>
            <ac:spMk id="10" creationId="{E33FEE1E-315E-C0B1-0D00-98667318D39A}"/>
          </ac:spMkLst>
        </pc:spChg>
      </pc:sldChg>
      <pc:sldChg chg="modSp mod ord">
        <pc:chgData name="Mohammed Naseer Sihanas" userId="baf10d46-ca0e-4f93-8b9a-bd1fa4bc7e8f" providerId="ADAL" clId="{4BCA0B4D-1EF0-4107-B531-E5C45D9F1352}" dt="2024-10-02T06:10:28.125" v="4455" actId="20577"/>
        <pc:sldMkLst>
          <pc:docMk/>
          <pc:sldMk cId="104598345" sldId="260"/>
        </pc:sldMkLst>
        <pc:spChg chg="mod">
          <ac:chgData name="Mohammed Naseer Sihanas" userId="baf10d46-ca0e-4f93-8b9a-bd1fa4bc7e8f" providerId="ADAL" clId="{4BCA0B4D-1EF0-4107-B531-E5C45D9F1352}" dt="2024-10-02T06:10:28.125" v="4455" actId="20577"/>
          <ac:spMkLst>
            <pc:docMk/>
            <pc:sldMk cId="104598345" sldId="260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17.790" v="2517" actId="20577"/>
          <ac:spMkLst>
            <pc:docMk/>
            <pc:sldMk cId="104598345" sldId="260"/>
            <ac:spMk id="5" creationId="{00000000-0000-0000-0000-000000000000}"/>
          </ac:spMkLst>
        </pc:spChg>
      </pc:sldChg>
      <pc:sldChg chg="addSp delSp modSp mod ord">
        <pc:chgData name="Mohammed Naseer Sihanas" userId="baf10d46-ca0e-4f93-8b9a-bd1fa4bc7e8f" providerId="ADAL" clId="{4BCA0B4D-1EF0-4107-B531-E5C45D9F1352}" dt="2024-10-02T05:51:43.352" v="4304" actId="1076"/>
        <pc:sldMkLst>
          <pc:docMk/>
          <pc:sldMk cId="3966344777" sldId="261"/>
        </pc:sldMkLst>
        <pc:spChg chg="del">
          <ac:chgData name="Mohammed Naseer Sihanas" userId="baf10d46-ca0e-4f93-8b9a-bd1fa4bc7e8f" providerId="ADAL" clId="{4BCA0B4D-1EF0-4107-B531-E5C45D9F1352}" dt="2024-09-26T09:27:22.880" v="363" actId="478"/>
          <ac:spMkLst>
            <pc:docMk/>
            <pc:sldMk cId="3966344777" sldId="261"/>
            <ac:spMk id="2" creationId="{00000000-0000-0000-0000-000000000000}"/>
          </ac:spMkLst>
        </pc:spChg>
        <pc:spChg chg="add mod">
          <ac:chgData name="Mohammed Naseer Sihanas" userId="baf10d46-ca0e-4f93-8b9a-bd1fa4bc7e8f" providerId="ADAL" clId="{4BCA0B4D-1EF0-4107-B531-E5C45D9F1352}" dt="2024-10-02T05:50:41.885" v="4291" actId="1076"/>
          <ac:spMkLst>
            <pc:docMk/>
            <pc:sldMk cId="3966344777" sldId="261"/>
            <ac:spMk id="2" creationId="{4808638B-2ED3-5639-D9FE-44EAE81DBC56}"/>
          </ac:spMkLst>
        </pc:spChg>
        <pc:spChg chg="del">
          <ac:chgData name="Mohammed Naseer Sihanas" userId="baf10d46-ca0e-4f93-8b9a-bd1fa4bc7e8f" providerId="ADAL" clId="{4BCA0B4D-1EF0-4107-B531-E5C45D9F1352}" dt="2024-09-26T09:27:16.655" v="361" actId="478"/>
          <ac:spMkLst>
            <pc:docMk/>
            <pc:sldMk cId="3966344777" sldId="261"/>
            <ac:spMk id="3" creationId="{00000000-0000-0000-0000-000000000000}"/>
          </ac:spMkLst>
        </pc:spChg>
        <pc:spChg chg="add mod">
          <ac:chgData name="Mohammed Naseer Sihanas" userId="baf10d46-ca0e-4f93-8b9a-bd1fa4bc7e8f" providerId="ADAL" clId="{4BCA0B4D-1EF0-4107-B531-E5C45D9F1352}" dt="2024-10-02T05:51:09.207" v="4297" actId="1076"/>
          <ac:spMkLst>
            <pc:docMk/>
            <pc:sldMk cId="3966344777" sldId="261"/>
            <ac:spMk id="3" creationId="{89D867EA-DB3F-5210-AD0A-A0C517DF88FC}"/>
          </ac:spMkLst>
        </pc:spChg>
        <pc:spChg chg="mod">
          <ac:chgData name="Mohammed Naseer Sihanas" userId="baf10d46-ca0e-4f93-8b9a-bd1fa4bc7e8f" providerId="ADAL" clId="{4BCA0B4D-1EF0-4107-B531-E5C45D9F1352}" dt="2024-09-29T14:26:51.034" v="2498" actId="20577"/>
          <ac:spMkLst>
            <pc:docMk/>
            <pc:sldMk cId="3966344777" sldId="261"/>
            <ac:spMk id="5" creationId="{00000000-0000-0000-0000-000000000000}"/>
          </ac:spMkLst>
        </pc:spChg>
        <pc:spChg chg="add">
          <ac:chgData name="Mohammed Naseer Sihanas" userId="baf10d46-ca0e-4f93-8b9a-bd1fa4bc7e8f" providerId="ADAL" clId="{4BCA0B4D-1EF0-4107-B531-E5C45D9F1352}" dt="2024-10-01T08:29:16.572" v="4156"/>
          <ac:spMkLst>
            <pc:docMk/>
            <pc:sldMk cId="3966344777" sldId="261"/>
            <ac:spMk id="7" creationId="{74BAD0F1-D6B9-F5A3-08F0-4F41EDC2993C}"/>
          </ac:spMkLst>
        </pc:spChg>
        <pc:spChg chg="add mod">
          <ac:chgData name="Mohammed Naseer Sihanas" userId="baf10d46-ca0e-4f93-8b9a-bd1fa4bc7e8f" providerId="ADAL" clId="{4BCA0B4D-1EF0-4107-B531-E5C45D9F1352}" dt="2024-10-01T08:29:36.401" v="4176"/>
          <ac:spMkLst>
            <pc:docMk/>
            <pc:sldMk cId="3966344777" sldId="261"/>
            <ac:spMk id="8" creationId="{15ED236D-588B-78DD-462D-8FF95E188106}"/>
          </ac:spMkLst>
        </pc:spChg>
        <pc:spChg chg="add del mod">
          <ac:chgData name="Mohammed Naseer Sihanas" userId="baf10d46-ca0e-4f93-8b9a-bd1fa4bc7e8f" providerId="ADAL" clId="{4BCA0B4D-1EF0-4107-B531-E5C45D9F1352}" dt="2024-09-26T09:27:20.474" v="362" actId="478"/>
          <ac:spMkLst>
            <pc:docMk/>
            <pc:sldMk cId="3966344777" sldId="261"/>
            <ac:spMk id="8" creationId="{DB01D515-E880-DC5D-C813-670E96D56776}"/>
          </ac:spMkLst>
        </pc:spChg>
        <pc:spChg chg="add mod">
          <ac:chgData name="Mohammed Naseer Sihanas" userId="baf10d46-ca0e-4f93-8b9a-bd1fa4bc7e8f" providerId="ADAL" clId="{4BCA0B4D-1EF0-4107-B531-E5C45D9F1352}" dt="2024-10-01T08:29:35.338" v="4173"/>
          <ac:spMkLst>
            <pc:docMk/>
            <pc:sldMk cId="3966344777" sldId="261"/>
            <ac:spMk id="9" creationId="{40340AAE-7B30-BA3B-8538-21862CB970E4}"/>
          </ac:spMkLst>
        </pc:spChg>
        <pc:spChg chg="add mod">
          <ac:chgData name="Mohammed Naseer Sihanas" userId="baf10d46-ca0e-4f93-8b9a-bd1fa4bc7e8f" providerId="ADAL" clId="{4BCA0B4D-1EF0-4107-B531-E5C45D9F1352}" dt="2024-10-02T05:51:43.352" v="4304" actId="1076"/>
          <ac:spMkLst>
            <pc:docMk/>
            <pc:sldMk cId="3966344777" sldId="261"/>
            <ac:spMk id="10" creationId="{668B1EF0-8E09-672C-29F2-3F86CF5BD028}"/>
          </ac:spMkLst>
        </pc:spChg>
        <pc:spChg chg="add del mod">
          <ac:chgData name="Mohammed Naseer Sihanas" userId="baf10d46-ca0e-4f93-8b9a-bd1fa4bc7e8f" providerId="ADAL" clId="{4BCA0B4D-1EF0-4107-B531-E5C45D9F1352}" dt="2024-09-26T09:27:24.583" v="364" actId="478"/>
          <ac:spMkLst>
            <pc:docMk/>
            <pc:sldMk cId="3966344777" sldId="261"/>
            <ac:spMk id="10" creationId="{6B5626BD-4D17-7F2A-D191-9BFF0ACC51C5}"/>
          </ac:spMkLst>
        </pc:spChg>
        <pc:spChg chg="add del mod">
          <ac:chgData name="Mohammed Naseer Sihanas" userId="baf10d46-ca0e-4f93-8b9a-bd1fa4bc7e8f" providerId="ADAL" clId="{4BCA0B4D-1EF0-4107-B531-E5C45D9F1352}" dt="2024-10-01T08:15:27.460" v="4143" actId="478"/>
          <ac:spMkLst>
            <pc:docMk/>
            <pc:sldMk cId="3966344777" sldId="261"/>
            <ac:spMk id="11" creationId="{F14E820B-1E16-BD27-289C-314485C1C286}"/>
          </ac:spMkLst>
        </pc:spChg>
        <pc:spChg chg="add mod">
          <ac:chgData name="Mohammed Naseer Sihanas" userId="baf10d46-ca0e-4f93-8b9a-bd1fa4bc7e8f" providerId="ADAL" clId="{4BCA0B4D-1EF0-4107-B531-E5C45D9F1352}" dt="2024-10-02T05:50:25.872" v="4284" actId="1076"/>
          <ac:spMkLst>
            <pc:docMk/>
            <pc:sldMk cId="3966344777" sldId="261"/>
            <ac:spMk id="12" creationId="{0F7796D2-C20B-4CF8-EC86-6E48623886FD}"/>
          </ac:spMkLst>
        </pc:spChg>
        <pc:spChg chg="add mod">
          <ac:chgData name="Mohammed Naseer Sihanas" userId="baf10d46-ca0e-4f93-8b9a-bd1fa4bc7e8f" providerId="ADAL" clId="{4BCA0B4D-1EF0-4107-B531-E5C45D9F1352}" dt="2024-10-02T05:50:29.628" v="4285" actId="1076"/>
          <ac:spMkLst>
            <pc:docMk/>
            <pc:sldMk cId="3966344777" sldId="261"/>
            <ac:spMk id="13" creationId="{792B86AF-1C27-5EE1-0BC2-54069733C8EA}"/>
          </ac:spMkLst>
        </pc:spChg>
        <pc:spChg chg="add mod">
          <ac:chgData name="Mohammed Naseer Sihanas" userId="baf10d46-ca0e-4f93-8b9a-bd1fa4bc7e8f" providerId="ADAL" clId="{4BCA0B4D-1EF0-4107-B531-E5C45D9F1352}" dt="2024-09-26T09:42:44.912" v="569" actId="1076"/>
          <ac:spMkLst>
            <pc:docMk/>
            <pc:sldMk cId="3966344777" sldId="261"/>
            <ac:spMk id="14" creationId="{9DB0D09E-9E15-2990-B4CD-5843910FCF1A}"/>
          </ac:spMkLst>
        </pc:spChg>
        <pc:spChg chg="add del mod">
          <ac:chgData name="Mohammed Naseer Sihanas" userId="baf10d46-ca0e-4f93-8b9a-bd1fa4bc7e8f" providerId="ADAL" clId="{4BCA0B4D-1EF0-4107-B531-E5C45D9F1352}" dt="2024-10-02T05:41:17.540" v="4192" actId="478"/>
          <ac:spMkLst>
            <pc:docMk/>
            <pc:sldMk cId="3966344777" sldId="261"/>
            <ac:spMk id="15" creationId="{A41194D4-AFBC-5C44-BE3C-D5688318A375}"/>
          </ac:spMkLst>
        </pc:spChg>
        <pc:spChg chg="add mod ord">
          <ac:chgData name="Mohammed Naseer Sihanas" userId="baf10d46-ca0e-4f93-8b9a-bd1fa4bc7e8f" providerId="ADAL" clId="{4BCA0B4D-1EF0-4107-B531-E5C45D9F1352}" dt="2024-09-26T09:42:28.060" v="566" actId="164"/>
          <ac:spMkLst>
            <pc:docMk/>
            <pc:sldMk cId="3966344777" sldId="261"/>
            <ac:spMk id="16" creationId="{D96C472C-8A5B-C9A2-F3CA-5D3C1C6C68E2}"/>
          </ac:spMkLst>
        </pc:spChg>
        <pc:spChg chg="add mod">
          <ac:chgData name="Mohammed Naseer Sihanas" userId="baf10d46-ca0e-4f93-8b9a-bd1fa4bc7e8f" providerId="ADAL" clId="{4BCA0B4D-1EF0-4107-B531-E5C45D9F1352}" dt="2024-09-26T09:43:02.285" v="574" actId="1076"/>
          <ac:spMkLst>
            <pc:docMk/>
            <pc:sldMk cId="3966344777" sldId="261"/>
            <ac:spMk id="17" creationId="{6037ACE7-3158-79D7-BC98-E5D749B0C616}"/>
          </ac:spMkLst>
        </pc:spChg>
        <pc:spChg chg="add del mod">
          <ac:chgData name="Mohammed Naseer Sihanas" userId="baf10d46-ca0e-4f93-8b9a-bd1fa4bc7e8f" providerId="ADAL" clId="{4BCA0B4D-1EF0-4107-B531-E5C45D9F1352}" dt="2024-10-02T05:42:56.971" v="4210" actId="478"/>
          <ac:spMkLst>
            <pc:docMk/>
            <pc:sldMk cId="3966344777" sldId="261"/>
            <ac:spMk id="18" creationId="{BE1074C4-503F-113D-DF4A-8F0444DEEBC6}"/>
          </ac:spMkLst>
        </pc:spChg>
        <pc:spChg chg="add mod">
          <ac:chgData name="Mohammed Naseer Sihanas" userId="baf10d46-ca0e-4f93-8b9a-bd1fa4bc7e8f" providerId="ADAL" clId="{4BCA0B4D-1EF0-4107-B531-E5C45D9F1352}" dt="2024-10-02T05:51:43.352" v="4304" actId="1076"/>
          <ac:spMkLst>
            <pc:docMk/>
            <pc:sldMk cId="3966344777" sldId="261"/>
            <ac:spMk id="19" creationId="{7A922423-F9BA-477A-B765-F240E584C9BB}"/>
          </ac:spMkLst>
        </pc:spChg>
        <pc:spChg chg="add mod">
          <ac:chgData name="Mohammed Naseer Sihanas" userId="baf10d46-ca0e-4f93-8b9a-bd1fa4bc7e8f" providerId="ADAL" clId="{4BCA0B4D-1EF0-4107-B531-E5C45D9F1352}" dt="2024-09-26T09:39:03.786" v="533"/>
          <ac:spMkLst>
            <pc:docMk/>
            <pc:sldMk cId="3966344777" sldId="261"/>
            <ac:spMk id="19" creationId="{E4B4A9EA-7642-9D5F-F73A-DB61EA60AF4E}"/>
          </ac:spMkLst>
        </pc:spChg>
        <pc:spChg chg="add mod">
          <ac:chgData name="Mohammed Naseer Sihanas" userId="baf10d46-ca0e-4f93-8b9a-bd1fa4bc7e8f" providerId="ADAL" clId="{4BCA0B4D-1EF0-4107-B531-E5C45D9F1352}" dt="2024-10-02T05:51:43.352" v="4304" actId="1076"/>
          <ac:spMkLst>
            <pc:docMk/>
            <pc:sldMk cId="3966344777" sldId="261"/>
            <ac:spMk id="20" creationId="{60317E27-C990-17EA-89E4-7792C4B6A7DF}"/>
          </ac:spMkLst>
        </pc:spChg>
        <pc:spChg chg="add mod">
          <ac:chgData name="Mohammed Naseer Sihanas" userId="baf10d46-ca0e-4f93-8b9a-bd1fa4bc7e8f" providerId="ADAL" clId="{4BCA0B4D-1EF0-4107-B531-E5C45D9F1352}" dt="2024-10-02T05:50:31.257" v="4286" actId="1076"/>
          <ac:spMkLst>
            <pc:docMk/>
            <pc:sldMk cId="3966344777" sldId="261"/>
            <ac:spMk id="22" creationId="{E54DDF26-0895-9732-3BF9-2A1C2A3EDB94}"/>
          </ac:spMkLst>
        </pc:spChg>
        <pc:spChg chg="add mod">
          <ac:chgData name="Mohammed Naseer Sihanas" userId="baf10d46-ca0e-4f93-8b9a-bd1fa4bc7e8f" providerId="ADAL" clId="{4BCA0B4D-1EF0-4107-B531-E5C45D9F1352}" dt="2024-10-02T05:50:34.759" v="4287" actId="1076"/>
          <ac:spMkLst>
            <pc:docMk/>
            <pc:sldMk cId="3966344777" sldId="261"/>
            <ac:spMk id="23" creationId="{18FF3620-C2E9-D3AA-6333-7D1FCF8A66CF}"/>
          </ac:spMkLst>
        </pc:spChg>
        <pc:spChg chg="add mod">
          <ac:chgData name="Mohammed Naseer Sihanas" userId="baf10d46-ca0e-4f93-8b9a-bd1fa4bc7e8f" providerId="ADAL" clId="{4BCA0B4D-1EF0-4107-B531-E5C45D9F1352}" dt="2024-10-02T05:51:18.372" v="4300" actId="1076"/>
          <ac:spMkLst>
            <pc:docMk/>
            <pc:sldMk cId="3966344777" sldId="261"/>
            <ac:spMk id="24" creationId="{EFE5F061-F40D-BF62-46CF-550CF6E5CA27}"/>
          </ac:spMkLst>
        </pc:spChg>
        <pc:spChg chg="add mod">
          <ac:chgData name="Mohammed Naseer Sihanas" userId="baf10d46-ca0e-4f93-8b9a-bd1fa4bc7e8f" providerId="ADAL" clId="{4BCA0B4D-1EF0-4107-B531-E5C45D9F1352}" dt="2024-10-02T05:51:43.352" v="4304" actId="1076"/>
          <ac:spMkLst>
            <pc:docMk/>
            <pc:sldMk cId="3966344777" sldId="261"/>
            <ac:spMk id="25" creationId="{038F0592-E516-B8CA-D85A-E46E38FBD0C1}"/>
          </ac:spMkLst>
        </pc:spChg>
        <pc:spChg chg="add mod">
          <ac:chgData name="Mohammed Naseer Sihanas" userId="baf10d46-ca0e-4f93-8b9a-bd1fa4bc7e8f" providerId="ADAL" clId="{4BCA0B4D-1EF0-4107-B531-E5C45D9F1352}" dt="2024-10-02T05:51:43.352" v="4304" actId="1076"/>
          <ac:spMkLst>
            <pc:docMk/>
            <pc:sldMk cId="3966344777" sldId="261"/>
            <ac:spMk id="26" creationId="{953AD6F5-B2B0-DACD-B09C-642FBD2C399D}"/>
          </ac:spMkLst>
        </pc:spChg>
        <pc:spChg chg="add mod">
          <ac:chgData name="Mohammed Naseer Sihanas" userId="baf10d46-ca0e-4f93-8b9a-bd1fa4bc7e8f" providerId="ADAL" clId="{4BCA0B4D-1EF0-4107-B531-E5C45D9F1352}" dt="2024-10-02T05:51:29.173" v="4303" actId="1076"/>
          <ac:spMkLst>
            <pc:docMk/>
            <pc:sldMk cId="3966344777" sldId="261"/>
            <ac:spMk id="27" creationId="{039E5080-72EF-EA53-43CC-FF9EDE457DD4}"/>
          </ac:spMkLst>
        </pc:spChg>
        <pc:spChg chg="add del mod">
          <ac:chgData name="Mohammed Naseer Sihanas" userId="baf10d46-ca0e-4f93-8b9a-bd1fa4bc7e8f" providerId="ADAL" clId="{4BCA0B4D-1EF0-4107-B531-E5C45D9F1352}" dt="2024-10-02T05:49:06.041" v="4268" actId="478"/>
          <ac:spMkLst>
            <pc:docMk/>
            <pc:sldMk cId="3966344777" sldId="261"/>
            <ac:spMk id="28" creationId="{A958AFFC-EB3C-0837-5032-60B18F7A4946}"/>
          </ac:spMkLst>
        </pc:spChg>
        <pc:grpChg chg="add del mod">
          <ac:chgData name="Mohammed Naseer Sihanas" userId="baf10d46-ca0e-4f93-8b9a-bd1fa4bc7e8f" providerId="ADAL" clId="{4BCA0B4D-1EF0-4107-B531-E5C45D9F1352}" dt="2024-10-02T05:41:18.699" v="4193" actId="478"/>
          <ac:grpSpMkLst>
            <pc:docMk/>
            <pc:sldMk cId="3966344777" sldId="261"/>
            <ac:grpSpMk id="21" creationId="{C7134A4B-E7CC-0C3F-7540-D7EE9B0BF72F}"/>
          </ac:grpSpMkLst>
        </pc:grpChg>
      </pc:sldChg>
      <pc:sldChg chg="del">
        <pc:chgData name="Mohammed Naseer Sihanas" userId="baf10d46-ca0e-4f93-8b9a-bd1fa4bc7e8f" providerId="ADAL" clId="{4BCA0B4D-1EF0-4107-B531-E5C45D9F1352}" dt="2024-09-29T14:36:50.157" v="2698" actId="47"/>
        <pc:sldMkLst>
          <pc:docMk/>
          <pc:sldMk cId="688049821" sldId="262"/>
        </pc:sldMkLst>
      </pc:sldChg>
      <pc:sldChg chg="addSp delSp modSp mod ord">
        <pc:chgData name="Mohammed Naseer Sihanas" userId="baf10d46-ca0e-4f93-8b9a-bd1fa4bc7e8f" providerId="ADAL" clId="{4BCA0B4D-1EF0-4107-B531-E5C45D9F1352}" dt="2024-10-02T06:04:55.618" v="4378" actId="207"/>
        <pc:sldMkLst>
          <pc:docMk/>
          <pc:sldMk cId="1338395865" sldId="263"/>
        </pc:sldMkLst>
        <pc:spChg chg="del mod">
          <ac:chgData name="Mohammed Naseer Sihanas" userId="baf10d46-ca0e-4f93-8b9a-bd1fa4bc7e8f" providerId="ADAL" clId="{4BCA0B4D-1EF0-4107-B531-E5C45D9F1352}" dt="2024-09-29T05:40:46.977" v="2040" actId="478"/>
          <ac:spMkLst>
            <pc:docMk/>
            <pc:sldMk cId="1338395865" sldId="263"/>
            <ac:spMk id="2" creationId="{00000000-0000-0000-0000-000000000000}"/>
          </ac:spMkLst>
        </pc:spChg>
        <pc:spChg chg="del">
          <ac:chgData name="Mohammed Naseer Sihanas" userId="baf10d46-ca0e-4f93-8b9a-bd1fa4bc7e8f" providerId="ADAL" clId="{4BCA0B4D-1EF0-4107-B531-E5C45D9F1352}" dt="2024-09-29T05:40:48.555" v="2041" actId="478"/>
          <ac:spMkLst>
            <pc:docMk/>
            <pc:sldMk cId="1338395865" sldId="263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6:40.353" v="2492" actId="20577"/>
          <ac:spMkLst>
            <pc:docMk/>
            <pc:sldMk cId="1338395865" sldId="263"/>
            <ac:spMk id="5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09-29T05:40:50.367" v="2042" actId="478"/>
          <ac:spMkLst>
            <pc:docMk/>
            <pc:sldMk cId="1338395865" sldId="263"/>
            <ac:spMk id="8" creationId="{92C90EDB-7B99-5D59-5C7A-397773B03C4E}"/>
          </ac:spMkLst>
        </pc:spChg>
        <pc:spChg chg="add del mod">
          <ac:chgData name="Mohammed Naseer Sihanas" userId="baf10d46-ca0e-4f93-8b9a-bd1fa4bc7e8f" providerId="ADAL" clId="{4BCA0B4D-1EF0-4107-B531-E5C45D9F1352}" dt="2024-09-29T05:40:51.289" v="2043" actId="478"/>
          <ac:spMkLst>
            <pc:docMk/>
            <pc:sldMk cId="1338395865" sldId="263"/>
            <ac:spMk id="10" creationId="{13BE9C48-ECEA-7CA6-30DF-9A4ACC2B2845}"/>
          </ac:spMkLst>
        </pc:spChg>
        <pc:graphicFrameChg chg="add mod modGraphic">
          <ac:chgData name="Mohammed Naseer Sihanas" userId="baf10d46-ca0e-4f93-8b9a-bd1fa4bc7e8f" providerId="ADAL" clId="{4BCA0B4D-1EF0-4107-B531-E5C45D9F1352}" dt="2024-10-02T06:04:55.618" v="4378" actId="207"/>
          <ac:graphicFrameMkLst>
            <pc:docMk/>
            <pc:sldMk cId="1338395865" sldId="263"/>
            <ac:graphicFrameMk id="11" creationId="{320F1BD8-FC10-04B4-0C65-CA541D9D7684}"/>
          </ac:graphicFrameMkLst>
        </pc:graphicFrameChg>
      </pc:sldChg>
      <pc:sldChg chg="modSp mod">
        <pc:chgData name="Mohammed Naseer Sihanas" userId="baf10d46-ca0e-4f93-8b9a-bd1fa4bc7e8f" providerId="ADAL" clId="{4BCA0B4D-1EF0-4107-B531-E5C45D9F1352}" dt="2024-09-29T14:28:14.121" v="2552" actId="20577"/>
        <pc:sldMkLst>
          <pc:docMk/>
          <pc:sldMk cId="2660892434" sldId="265"/>
        </pc:sldMkLst>
        <pc:spChg chg="mod">
          <ac:chgData name="Mohammed Naseer Sihanas" userId="baf10d46-ca0e-4f93-8b9a-bd1fa4bc7e8f" providerId="ADAL" clId="{4BCA0B4D-1EF0-4107-B531-E5C45D9F1352}" dt="2024-09-29T14:28:14.121" v="2552" actId="20577"/>
          <ac:spMkLst>
            <pc:docMk/>
            <pc:sldMk cId="2660892434" sldId="265"/>
            <ac:spMk id="5" creationId="{00000000-0000-0000-0000-000000000000}"/>
          </ac:spMkLst>
        </pc:spChg>
      </pc:sldChg>
      <pc:sldChg chg="modSp add mod ord">
        <pc:chgData name="Mohammed Naseer Sihanas" userId="baf10d46-ca0e-4f93-8b9a-bd1fa4bc7e8f" providerId="ADAL" clId="{4BCA0B4D-1EF0-4107-B531-E5C45D9F1352}" dt="2024-10-02T06:09:03.746" v="4440" actId="20577"/>
        <pc:sldMkLst>
          <pc:docMk/>
          <pc:sldMk cId="2558591677" sldId="266"/>
        </pc:sldMkLst>
        <pc:spChg chg="mod">
          <ac:chgData name="Mohammed Naseer Sihanas" userId="baf10d46-ca0e-4f93-8b9a-bd1fa4bc7e8f" providerId="ADAL" clId="{4BCA0B4D-1EF0-4107-B531-E5C45D9F1352}" dt="2024-10-02T06:09:03.746" v="4440" actId="20577"/>
          <ac:spMkLst>
            <pc:docMk/>
            <pc:sldMk cId="2558591677" sldId="266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6:28.707" v="2486" actId="20577"/>
          <ac:spMkLst>
            <pc:docMk/>
            <pc:sldMk cId="2558591677" sldId="266"/>
            <ac:spMk id="5" creationId="{00000000-0000-0000-0000-000000000000}"/>
          </ac:spMkLst>
        </pc:spChg>
      </pc:sldChg>
      <pc:sldChg chg="modSp add mod">
        <pc:chgData name="Mohammed Naseer Sihanas" userId="baf10d46-ca0e-4f93-8b9a-bd1fa4bc7e8f" providerId="ADAL" clId="{4BCA0B4D-1EF0-4107-B531-E5C45D9F1352}" dt="2024-10-02T06:09:18.010" v="4445" actId="20577"/>
        <pc:sldMkLst>
          <pc:docMk/>
          <pc:sldMk cId="1894957646" sldId="267"/>
        </pc:sldMkLst>
        <pc:spChg chg="mod">
          <ac:chgData name="Mohammed Naseer Sihanas" userId="baf10d46-ca0e-4f93-8b9a-bd1fa4bc7e8f" providerId="ADAL" clId="{4BCA0B4D-1EF0-4107-B531-E5C45D9F1352}" dt="2024-10-02T06:09:18.010" v="4445" actId="20577"/>
          <ac:spMkLst>
            <pc:docMk/>
            <pc:sldMk cId="1894957646" sldId="267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6:44.979" v="2495" actId="20577"/>
          <ac:spMkLst>
            <pc:docMk/>
            <pc:sldMk cId="1894957646" sldId="267"/>
            <ac:spMk id="5" creationId="{00000000-0000-0000-0000-000000000000}"/>
          </ac:spMkLst>
        </pc:spChg>
      </pc:sldChg>
      <pc:sldChg chg="modSp add mod">
        <pc:chgData name="Mohammed Naseer Sihanas" userId="baf10d46-ca0e-4f93-8b9a-bd1fa4bc7e8f" providerId="ADAL" clId="{4BCA0B4D-1EF0-4107-B531-E5C45D9F1352}" dt="2024-10-02T06:09:24.921" v="4449" actId="20577"/>
        <pc:sldMkLst>
          <pc:docMk/>
          <pc:sldMk cId="1375064326" sldId="268"/>
        </pc:sldMkLst>
        <pc:spChg chg="mod">
          <ac:chgData name="Mohammed Naseer Sihanas" userId="baf10d46-ca0e-4f93-8b9a-bd1fa4bc7e8f" providerId="ADAL" clId="{4BCA0B4D-1EF0-4107-B531-E5C45D9F1352}" dt="2024-10-02T06:09:24.921" v="4449" actId="20577"/>
          <ac:spMkLst>
            <pc:docMk/>
            <pc:sldMk cId="1375064326" sldId="268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6:55.200" v="2501" actId="20577"/>
          <ac:spMkLst>
            <pc:docMk/>
            <pc:sldMk cId="1375064326" sldId="268"/>
            <ac:spMk id="5" creationId="{00000000-0000-0000-0000-000000000000}"/>
          </ac:spMkLst>
        </pc:spChg>
      </pc:sldChg>
      <pc:sldChg chg="addSp delSp modSp add mod">
        <pc:chgData name="Mohammed Naseer Sihanas" userId="baf10d46-ca0e-4f93-8b9a-bd1fa4bc7e8f" providerId="ADAL" clId="{4BCA0B4D-1EF0-4107-B531-E5C45D9F1352}" dt="2024-09-29T14:27:00.118" v="2504" actId="20577"/>
        <pc:sldMkLst>
          <pc:docMk/>
          <pc:sldMk cId="3672480713" sldId="269"/>
        </pc:sldMkLst>
        <pc:spChg chg="del mod">
          <ac:chgData name="Mohammed Naseer Sihanas" userId="baf10d46-ca0e-4f93-8b9a-bd1fa4bc7e8f" providerId="ADAL" clId="{4BCA0B4D-1EF0-4107-B531-E5C45D9F1352}" dt="2024-09-26T09:52:46.933" v="639" actId="478"/>
          <ac:spMkLst>
            <pc:docMk/>
            <pc:sldMk cId="3672480713" sldId="269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8T02:25:17.343" v="1102" actId="27636"/>
          <ac:spMkLst>
            <pc:docMk/>
            <pc:sldMk cId="3672480713" sldId="269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00.118" v="2504" actId="20577"/>
          <ac:spMkLst>
            <pc:docMk/>
            <pc:sldMk cId="3672480713" sldId="269"/>
            <ac:spMk id="5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09-26T09:52:48.527" v="640" actId="478"/>
          <ac:spMkLst>
            <pc:docMk/>
            <pc:sldMk cId="3672480713" sldId="269"/>
            <ac:spMk id="8" creationId="{0B990320-2052-260E-5109-888A9B9C6437}"/>
          </ac:spMkLst>
        </pc:spChg>
      </pc:sldChg>
      <pc:sldChg chg="modSp add mod ord">
        <pc:chgData name="Mohammed Naseer Sihanas" userId="baf10d46-ca0e-4f93-8b9a-bd1fa4bc7e8f" providerId="ADAL" clId="{4BCA0B4D-1EF0-4107-B531-E5C45D9F1352}" dt="2024-10-01T07:49:11.748" v="3792" actId="20577"/>
        <pc:sldMkLst>
          <pc:docMk/>
          <pc:sldMk cId="2568800362" sldId="270"/>
        </pc:sldMkLst>
        <pc:spChg chg="mod">
          <ac:chgData name="Mohammed Naseer Sihanas" userId="baf10d46-ca0e-4f93-8b9a-bd1fa4bc7e8f" providerId="ADAL" clId="{4BCA0B4D-1EF0-4107-B531-E5C45D9F1352}" dt="2024-09-28T02:26:15.572" v="1103" actId="20577"/>
          <ac:spMkLst>
            <pc:docMk/>
            <pc:sldMk cId="2568800362" sldId="270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10-01T07:49:11.748" v="3792" actId="20577"/>
          <ac:spMkLst>
            <pc:docMk/>
            <pc:sldMk cId="2568800362" sldId="270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10.110" v="2511" actId="20577"/>
          <ac:spMkLst>
            <pc:docMk/>
            <pc:sldMk cId="2568800362" sldId="270"/>
            <ac:spMk id="5" creationId="{00000000-0000-0000-0000-000000000000}"/>
          </ac:spMkLst>
        </pc:spChg>
      </pc:sldChg>
      <pc:sldChg chg="addSp delSp modSp add mod">
        <pc:chgData name="Mohammed Naseer Sihanas" userId="baf10d46-ca0e-4f93-8b9a-bd1fa4bc7e8f" providerId="ADAL" clId="{4BCA0B4D-1EF0-4107-B531-E5C45D9F1352}" dt="2024-10-01T07:58:04.591" v="4142" actId="14100"/>
        <pc:sldMkLst>
          <pc:docMk/>
          <pc:sldMk cId="728560859" sldId="271"/>
        </pc:sldMkLst>
        <pc:spChg chg="del">
          <ac:chgData name="Mohammed Naseer Sihanas" userId="baf10d46-ca0e-4f93-8b9a-bd1fa4bc7e8f" providerId="ADAL" clId="{4BCA0B4D-1EF0-4107-B531-E5C45D9F1352}" dt="2024-09-29T04:54:54.114" v="1414" actId="478"/>
          <ac:spMkLst>
            <pc:docMk/>
            <pc:sldMk cId="728560859" sldId="271"/>
            <ac:spMk id="2" creationId="{00000000-0000-0000-0000-000000000000}"/>
          </ac:spMkLst>
        </pc:spChg>
        <pc:spChg chg="del">
          <ac:chgData name="Mohammed Naseer Sihanas" userId="baf10d46-ca0e-4f93-8b9a-bd1fa4bc7e8f" providerId="ADAL" clId="{4BCA0B4D-1EF0-4107-B531-E5C45D9F1352}" dt="2024-09-29T04:54:57.333" v="1416" actId="478"/>
          <ac:spMkLst>
            <pc:docMk/>
            <pc:sldMk cId="728560859" sldId="271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29.030" v="2526" actId="20577"/>
          <ac:spMkLst>
            <pc:docMk/>
            <pc:sldMk cId="728560859" sldId="271"/>
            <ac:spMk id="5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09-29T04:54:55.942" v="1415" actId="478"/>
          <ac:spMkLst>
            <pc:docMk/>
            <pc:sldMk cId="728560859" sldId="271"/>
            <ac:spMk id="8" creationId="{CF4F04A3-96B4-0476-0150-7A2AEFC00F09}"/>
          </ac:spMkLst>
        </pc:spChg>
        <pc:spChg chg="add del mod">
          <ac:chgData name="Mohammed Naseer Sihanas" userId="baf10d46-ca0e-4f93-8b9a-bd1fa4bc7e8f" providerId="ADAL" clId="{4BCA0B4D-1EF0-4107-B531-E5C45D9F1352}" dt="2024-09-29T04:55:12.151" v="1417" actId="478"/>
          <ac:spMkLst>
            <pc:docMk/>
            <pc:sldMk cId="728560859" sldId="271"/>
            <ac:spMk id="10" creationId="{F4ED2C99-8A06-4686-F3EB-F34F1F1DBD13}"/>
          </ac:spMkLst>
        </pc:spChg>
        <pc:spChg chg="add del mod">
          <ac:chgData name="Mohammed Naseer Sihanas" userId="baf10d46-ca0e-4f93-8b9a-bd1fa4bc7e8f" providerId="ADAL" clId="{4BCA0B4D-1EF0-4107-B531-E5C45D9F1352}" dt="2024-09-29T05:04:19.087" v="1536"/>
          <ac:spMkLst>
            <pc:docMk/>
            <pc:sldMk cId="728560859" sldId="271"/>
            <ac:spMk id="21" creationId="{AED705DE-EAAE-2345-F281-95777362C624}"/>
          </ac:spMkLst>
        </pc:spChg>
        <pc:spChg chg="add mod">
          <ac:chgData name="Mohammed Naseer Sihanas" userId="baf10d46-ca0e-4f93-8b9a-bd1fa4bc7e8f" providerId="ADAL" clId="{4BCA0B4D-1EF0-4107-B531-E5C45D9F1352}" dt="2024-09-29T05:07:37.885" v="1606" actId="1076"/>
          <ac:spMkLst>
            <pc:docMk/>
            <pc:sldMk cId="728560859" sldId="271"/>
            <ac:spMk id="22" creationId="{3744D9F9-D3D0-B596-0D8D-B7730F87D3EF}"/>
          </ac:spMkLst>
        </pc:spChg>
        <pc:graphicFrameChg chg="add mod">
          <ac:chgData name="Mohammed Naseer Sihanas" userId="baf10d46-ca0e-4f93-8b9a-bd1fa4bc7e8f" providerId="ADAL" clId="{4BCA0B4D-1EF0-4107-B531-E5C45D9F1352}" dt="2024-09-29T04:55:13.574" v="1418"/>
          <ac:graphicFrameMkLst>
            <pc:docMk/>
            <pc:sldMk cId="728560859" sldId="271"/>
            <ac:graphicFrameMk id="11" creationId="{97B3EF68-D9C0-6B75-CD8B-E60C735234F8}"/>
          </ac:graphicFrameMkLst>
        </pc:graphicFrameChg>
        <pc:graphicFrameChg chg="add mod">
          <ac:chgData name="Mohammed Naseer Sihanas" userId="baf10d46-ca0e-4f93-8b9a-bd1fa4bc7e8f" providerId="ADAL" clId="{4BCA0B4D-1EF0-4107-B531-E5C45D9F1352}" dt="2024-09-29T04:55:13.574" v="1418"/>
          <ac:graphicFrameMkLst>
            <pc:docMk/>
            <pc:sldMk cId="728560859" sldId="271"/>
            <ac:graphicFrameMk id="12" creationId="{A3CBE7C7-0180-FDC5-6199-9F5DDEE3BAF4}"/>
          </ac:graphicFrameMkLst>
        </pc:graphicFrameChg>
        <pc:graphicFrameChg chg="add mod">
          <ac:chgData name="Mohammed Naseer Sihanas" userId="baf10d46-ca0e-4f93-8b9a-bd1fa4bc7e8f" providerId="ADAL" clId="{4BCA0B4D-1EF0-4107-B531-E5C45D9F1352}" dt="2024-09-29T04:55:13.574" v="1418"/>
          <ac:graphicFrameMkLst>
            <pc:docMk/>
            <pc:sldMk cId="728560859" sldId="271"/>
            <ac:graphicFrameMk id="13" creationId="{DDB3DFF4-DF69-891D-F093-A5353E4EDEB2}"/>
          </ac:graphicFrameMkLst>
        </pc:graphicFrameChg>
        <pc:graphicFrameChg chg="add mod">
          <ac:chgData name="Mohammed Naseer Sihanas" userId="baf10d46-ca0e-4f93-8b9a-bd1fa4bc7e8f" providerId="ADAL" clId="{4BCA0B4D-1EF0-4107-B531-E5C45D9F1352}" dt="2024-09-29T04:55:13.574" v="1418"/>
          <ac:graphicFrameMkLst>
            <pc:docMk/>
            <pc:sldMk cId="728560859" sldId="271"/>
            <ac:graphicFrameMk id="14" creationId="{BD372BBB-2AC7-5B36-2523-8DC4A142BB6F}"/>
          </ac:graphicFrameMkLst>
        </pc:graphicFrameChg>
        <pc:graphicFrameChg chg="add mod">
          <ac:chgData name="Mohammed Naseer Sihanas" userId="baf10d46-ca0e-4f93-8b9a-bd1fa4bc7e8f" providerId="ADAL" clId="{4BCA0B4D-1EF0-4107-B531-E5C45D9F1352}" dt="2024-09-29T04:55:13.574" v="1418"/>
          <ac:graphicFrameMkLst>
            <pc:docMk/>
            <pc:sldMk cId="728560859" sldId="271"/>
            <ac:graphicFrameMk id="15" creationId="{36C61397-C6DB-1D12-DED7-0CD334099DFB}"/>
          </ac:graphicFrameMkLst>
        </pc:graphicFrameChg>
        <pc:graphicFrameChg chg="add mod">
          <ac:chgData name="Mohammed Naseer Sihanas" userId="baf10d46-ca0e-4f93-8b9a-bd1fa4bc7e8f" providerId="ADAL" clId="{4BCA0B4D-1EF0-4107-B531-E5C45D9F1352}" dt="2024-09-29T04:55:13.574" v="1418"/>
          <ac:graphicFrameMkLst>
            <pc:docMk/>
            <pc:sldMk cId="728560859" sldId="271"/>
            <ac:graphicFrameMk id="16" creationId="{836F1F62-FB48-53BD-8E55-F5117327F6DC}"/>
          </ac:graphicFrameMkLst>
        </pc:graphicFrameChg>
        <pc:graphicFrameChg chg="add mod">
          <ac:chgData name="Mohammed Naseer Sihanas" userId="baf10d46-ca0e-4f93-8b9a-bd1fa4bc7e8f" providerId="ADAL" clId="{4BCA0B4D-1EF0-4107-B531-E5C45D9F1352}" dt="2024-09-29T04:55:13.574" v="1418"/>
          <ac:graphicFrameMkLst>
            <pc:docMk/>
            <pc:sldMk cId="728560859" sldId="271"/>
            <ac:graphicFrameMk id="17" creationId="{10A61273-7724-79BB-4C4A-58E5525246AA}"/>
          </ac:graphicFrameMkLst>
        </pc:graphicFrameChg>
        <pc:graphicFrameChg chg="add mod modGraphic">
          <ac:chgData name="Mohammed Naseer Sihanas" userId="baf10d46-ca0e-4f93-8b9a-bd1fa4bc7e8f" providerId="ADAL" clId="{4BCA0B4D-1EF0-4107-B531-E5C45D9F1352}" dt="2024-09-29T04:55:40.313" v="1426" actId="14100"/>
          <ac:graphicFrameMkLst>
            <pc:docMk/>
            <pc:sldMk cId="728560859" sldId="271"/>
            <ac:graphicFrameMk id="18" creationId="{9C2281A8-C07D-4413-F5AF-7CC323AF6B40}"/>
          </ac:graphicFrameMkLst>
        </pc:graphicFrameChg>
        <pc:graphicFrameChg chg="add del">
          <ac:chgData name="Mohammed Naseer Sihanas" userId="baf10d46-ca0e-4f93-8b9a-bd1fa4bc7e8f" providerId="ADAL" clId="{4BCA0B4D-1EF0-4107-B531-E5C45D9F1352}" dt="2024-09-29T04:55:39.235" v="1424" actId="3680"/>
          <ac:graphicFrameMkLst>
            <pc:docMk/>
            <pc:sldMk cId="728560859" sldId="271"/>
            <ac:graphicFrameMk id="19" creationId="{B44234F6-13FF-C3D5-0073-4C4CFD120655}"/>
          </ac:graphicFrameMkLst>
        </pc:graphicFrameChg>
        <pc:graphicFrameChg chg="add mod modGraphic">
          <ac:chgData name="Mohammed Naseer Sihanas" userId="baf10d46-ca0e-4f93-8b9a-bd1fa4bc7e8f" providerId="ADAL" clId="{4BCA0B4D-1EF0-4107-B531-E5C45D9F1352}" dt="2024-10-01T07:58:04.591" v="4142" actId="14100"/>
          <ac:graphicFrameMkLst>
            <pc:docMk/>
            <pc:sldMk cId="728560859" sldId="271"/>
            <ac:graphicFrameMk id="20" creationId="{C26D28E0-B2DD-84A8-D69D-211B3BFBA822}"/>
          </ac:graphicFrameMkLst>
        </pc:graphicFrameChg>
      </pc:sldChg>
      <pc:sldChg chg="addSp delSp modSp add mod">
        <pc:chgData name="Mohammed Naseer Sihanas" userId="baf10d46-ca0e-4f93-8b9a-bd1fa4bc7e8f" providerId="ADAL" clId="{4BCA0B4D-1EF0-4107-B531-E5C45D9F1352}" dt="2024-09-29T14:27:36.040" v="2532" actId="20577"/>
        <pc:sldMkLst>
          <pc:docMk/>
          <pc:sldMk cId="1415970124" sldId="272"/>
        </pc:sldMkLst>
        <pc:spChg chg="del mod">
          <ac:chgData name="Mohammed Naseer Sihanas" userId="baf10d46-ca0e-4f93-8b9a-bd1fa4bc7e8f" providerId="ADAL" clId="{4BCA0B4D-1EF0-4107-B531-E5C45D9F1352}" dt="2024-09-29T05:14:35.147" v="1745" actId="478"/>
          <ac:spMkLst>
            <pc:docMk/>
            <pc:sldMk cId="1415970124" sldId="272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05:18:30.973" v="1884" actId="5793"/>
          <ac:spMkLst>
            <pc:docMk/>
            <pc:sldMk cId="1415970124" sldId="272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36.040" v="2532" actId="20577"/>
          <ac:spMkLst>
            <pc:docMk/>
            <pc:sldMk cId="1415970124" sldId="272"/>
            <ac:spMk id="5" creationId="{00000000-0000-0000-0000-000000000000}"/>
          </ac:spMkLst>
        </pc:spChg>
        <pc:spChg chg="add mod">
          <ac:chgData name="Mohammed Naseer Sihanas" userId="baf10d46-ca0e-4f93-8b9a-bd1fa4bc7e8f" providerId="ADAL" clId="{4BCA0B4D-1EF0-4107-B531-E5C45D9F1352}" dt="2024-09-29T05:13:52.600" v="1732"/>
          <ac:spMkLst>
            <pc:docMk/>
            <pc:sldMk cId="1415970124" sldId="272"/>
            <ac:spMk id="7" creationId="{E68A10B2-CAE1-2CF2-35AA-3AD4C5B54507}"/>
          </ac:spMkLst>
        </pc:spChg>
        <pc:spChg chg="add mod">
          <ac:chgData name="Mohammed Naseer Sihanas" userId="baf10d46-ca0e-4f93-8b9a-bd1fa4bc7e8f" providerId="ADAL" clId="{4BCA0B4D-1EF0-4107-B531-E5C45D9F1352}" dt="2024-09-29T05:13:52.209" v="1730"/>
          <ac:spMkLst>
            <pc:docMk/>
            <pc:sldMk cId="1415970124" sldId="272"/>
            <ac:spMk id="8" creationId="{81F03882-23BF-AE02-AA46-10A258379D99}"/>
          </ac:spMkLst>
        </pc:spChg>
        <pc:spChg chg="add mod">
          <ac:chgData name="Mohammed Naseer Sihanas" userId="baf10d46-ca0e-4f93-8b9a-bd1fa4bc7e8f" providerId="ADAL" clId="{4BCA0B4D-1EF0-4107-B531-E5C45D9F1352}" dt="2024-09-29T05:13:51.835" v="1728"/>
          <ac:spMkLst>
            <pc:docMk/>
            <pc:sldMk cId="1415970124" sldId="272"/>
            <ac:spMk id="9" creationId="{7134F7C9-8FA5-4AF2-EEFB-2407178E0C23}"/>
          </ac:spMkLst>
        </pc:spChg>
        <pc:spChg chg="add del mod">
          <ac:chgData name="Mohammed Naseer Sihanas" userId="baf10d46-ca0e-4f93-8b9a-bd1fa4bc7e8f" providerId="ADAL" clId="{4BCA0B4D-1EF0-4107-B531-E5C45D9F1352}" dt="2024-09-29T05:17:20.056" v="1839" actId="478"/>
          <ac:spMkLst>
            <pc:docMk/>
            <pc:sldMk cId="1415970124" sldId="272"/>
            <ac:spMk id="10" creationId="{09A819C1-B82A-0E5F-79F4-396FE6A59C50}"/>
          </ac:spMkLst>
        </pc:spChg>
        <pc:spChg chg="add del mod">
          <ac:chgData name="Mohammed Naseer Sihanas" userId="baf10d46-ca0e-4f93-8b9a-bd1fa4bc7e8f" providerId="ADAL" clId="{4BCA0B4D-1EF0-4107-B531-E5C45D9F1352}" dt="2024-09-29T05:14:36.647" v="1746" actId="478"/>
          <ac:spMkLst>
            <pc:docMk/>
            <pc:sldMk cId="1415970124" sldId="272"/>
            <ac:spMk id="12" creationId="{444CA1EE-EA50-E0E9-052A-609422115AF6}"/>
          </ac:spMkLst>
        </pc:spChg>
        <pc:spChg chg="add mod">
          <ac:chgData name="Mohammed Naseer Sihanas" userId="baf10d46-ca0e-4f93-8b9a-bd1fa4bc7e8f" providerId="ADAL" clId="{4BCA0B4D-1EF0-4107-B531-E5C45D9F1352}" dt="2024-09-29T05:20:47.010" v="1941" actId="1076"/>
          <ac:spMkLst>
            <pc:docMk/>
            <pc:sldMk cId="1415970124" sldId="272"/>
            <ac:spMk id="13" creationId="{FC233CA3-6A6F-0816-E8FC-8185DE4D3EE4}"/>
          </ac:spMkLst>
        </pc:spChg>
      </pc:sldChg>
      <pc:sldChg chg="addSp delSp modSp add mod">
        <pc:chgData name="Mohammed Naseer Sihanas" userId="baf10d46-ca0e-4f93-8b9a-bd1fa4bc7e8f" providerId="ADAL" clId="{4BCA0B4D-1EF0-4107-B531-E5C45D9F1352}" dt="2024-09-29T14:27:48.256" v="2541" actId="20577"/>
        <pc:sldMkLst>
          <pc:docMk/>
          <pc:sldMk cId="421766892" sldId="273"/>
        </pc:sldMkLst>
        <pc:spChg chg="del mod">
          <ac:chgData name="Mohammed Naseer Sihanas" userId="baf10d46-ca0e-4f93-8b9a-bd1fa4bc7e8f" providerId="ADAL" clId="{4BCA0B4D-1EF0-4107-B531-E5C45D9F1352}" dt="2024-09-29T05:37:13.166" v="1973" actId="478"/>
          <ac:spMkLst>
            <pc:docMk/>
            <pc:sldMk cId="421766892" sldId="273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05:40:07.208" v="1999" actId="12"/>
          <ac:spMkLst>
            <pc:docMk/>
            <pc:sldMk cId="421766892" sldId="273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48.256" v="2541" actId="20577"/>
          <ac:spMkLst>
            <pc:docMk/>
            <pc:sldMk cId="421766892" sldId="273"/>
            <ac:spMk id="5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09-29T05:37:15.597" v="1974" actId="478"/>
          <ac:spMkLst>
            <pc:docMk/>
            <pc:sldMk cId="421766892" sldId="273"/>
            <ac:spMk id="8" creationId="{7218A56F-08A3-0281-8281-351552D241BA}"/>
          </ac:spMkLst>
        </pc:spChg>
      </pc:sldChg>
      <pc:sldChg chg="modSp add mod">
        <pc:chgData name="Mohammed Naseer Sihanas" userId="baf10d46-ca0e-4f93-8b9a-bd1fa4bc7e8f" providerId="ADAL" clId="{4BCA0B4D-1EF0-4107-B531-E5C45D9F1352}" dt="2024-09-29T14:26:14.498" v="2480" actId="20577"/>
        <pc:sldMkLst>
          <pc:docMk/>
          <pc:sldMk cId="1625561587" sldId="274"/>
        </pc:sldMkLst>
        <pc:spChg chg="mod">
          <ac:chgData name="Mohammed Naseer Sihanas" userId="baf10d46-ca0e-4f93-8b9a-bd1fa4bc7e8f" providerId="ADAL" clId="{4BCA0B4D-1EF0-4107-B531-E5C45D9F1352}" dt="2024-09-29T14:22:13.763" v="2255" actId="20577"/>
          <ac:spMkLst>
            <pc:docMk/>
            <pc:sldMk cId="1625561587" sldId="274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6:14.498" v="2480" actId="20577"/>
          <ac:spMkLst>
            <pc:docMk/>
            <pc:sldMk cId="1625561587" sldId="274"/>
            <ac:spMk id="5" creationId="{00000000-0000-0000-0000-000000000000}"/>
          </ac:spMkLst>
        </pc:spChg>
      </pc:sldChg>
      <pc:sldChg chg="modSp add mod ord">
        <pc:chgData name="Mohammed Naseer Sihanas" userId="baf10d46-ca0e-4f93-8b9a-bd1fa4bc7e8f" providerId="ADAL" clId="{4BCA0B4D-1EF0-4107-B531-E5C45D9F1352}" dt="2024-10-02T06:09:29.304" v="4451" actId="20577"/>
        <pc:sldMkLst>
          <pc:docMk/>
          <pc:sldMk cId="417698082" sldId="275"/>
        </pc:sldMkLst>
        <pc:spChg chg="mod">
          <ac:chgData name="Mohammed Naseer Sihanas" userId="baf10d46-ca0e-4f93-8b9a-bd1fa4bc7e8f" providerId="ADAL" clId="{4BCA0B4D-1EF0-4107-B531-E5C45D9F1352}" dt="2024-10-02T06:09:29.304" v="4451" actId="20577"/>
          <ac:spMkLst>
            <pc:docMk/>
            <pc:sldMk cId="417698082" sldId="275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04.414" v="2507" actId="20577"/>
          <ac:spMkLst>
            <pc:docMk/>
            <pc:sldMk cId="417698082" sldId="275"/>
            <ac:spMk id="5" creationId="{00000000-0000-0000-0000-000000000000}"/>
          </ac:spMkLst>
        </pc:spChg>
      </pc:sldChg>
      <pc:sldChg chg="modSp add mod">
        <pc:chgData name="Mohammed Naseer Sihanas" userId="baf10d46-ca0e-4f93-8b9a-bd1fa4bc7e8f" providerId="ADAL" clId="{4BCA0B4D-1EF0-4107-B531-E5C45D9F1352}" dt="2024-10-01T07:51:56.142" v="4108" actId="5793"/>
        <pc:sldMkLst>
          <pc:docMk/>
          <pc:sldMk cId="3332095496" sldId="276"/>
        </pc:sldMkLst>
        <pc:spChg chg="mod">
          <ac:chgData name="Mohammed Naseer Sihanas" userId="baf10d46-ca0e-4f93-8b9a-bd1fa4bc7e8f" providerId="ADAL" clId="{4BCA0B4D-1EF0-4107-B531-E5C45D9F1352}" dt="2024-10-01T07:51:56.142" v="4108" actId="5793"/>
          <ac:spMkLst>
            <pc:docMk/>
            <pc:sldMk cId="3332095496" sldId="276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14.033" v="2514" actId="20577"/>
          <ac:spMkLst>
            <pc:docMk/>
            <pc:sldMk cId="3332095496" sldId="276"/>
            <ac:spMk id="5" creationId="{00000000-0000-0000-0000-000000000000}"/>
          </ac:spMkLst>
        </pc:spChg>
      </pc:sldChg>
      <pc:sldChg chg="modSp add mod ord">
        <pc:chgData name="Mohammed Naseer Sihanas" userId="baf10d46-ca0e-4f93-8b9a-bd1fa4bc7e8f" providerId="ADAL" clId="{4BCA0B4D-1EF0-4107-B531-E5C45D9F1352}" dt="2024-10-02T06:10:36.536" v="4457" actId="20577"/>
        <pc:sldMkLst>
          <pc:docMk/>
          <pc:sldMk cId="2455035784" sldId="277"/>
        </pc:sldMkLst>
        <pc:spChg chg="mod">
          <ac:chgData name="Mohammed Naseer Sihanas" userId="baf10d46-ca0e-4f93-8b9a-bd1fa4bc7e8f" providerId="ADAL" clId="{4BCA0B4D-1EF0-4107-B531-E5C45D9F1352}" dt="2024-10-02T06:10:36.536" v="4457" actId="20577"/>
          <ac:spMkLst>
            <pc:docMk/>
            <pc:sldMk cId="2455035784" sldId="277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25.255" v="2523" actId="20577"/>
          <ac:spMkLst>
            <pc:docMk/>
            <pc:sldMk cId="2455035784" sldId="277"/>
            <ac:spMk id="5" creationId="{00000000-0000-0000-0000-000000000000}"/>
          </ac:spMkLst>
        </pc:spChg>
      </pc:sldChg>
      <pc:sldChg chg="modSp add mod ord">
        <pc:chgData name="Mohammed Naseer Sihanas" userId="baf10d46-ca0e-4f93-8b9a-bd1fa4bc7e8f" providerId="ADAL" clId="{4BCA0B4D-1EF0-4107-B531-E5C45D9F1352}" dt="2024-10-02T06:10:41.680" v="4461" actId="20577"/>
        <pc:sldMkLst>
          <pc:docMk/>
          <pc:sldMk cId="2999461408" sldId="278"/>
        </pc:sldMkLst>
        <pc:spChg chg="mod">
          <ac:chgData name="Mohammed Naseer Sihanas" userId="baf10d46-ca0e-4f93-8b9a-bd1fa4bc7e8f" providerId="ADAL" clId="{4BCA0B4D-1EF0-4107-B531-E5C45D9F1352}" dt="2024-10-02T06:10:41.680" v="4461" actId="20577"/>
          <ac:spMkLst>
            <pc:docMk/>
            <pc:sldMk cId="2999461408" sldId="278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32.422" v="2529" actId="20577"/>
          <ac:spMkLst>
            <pc:docMk/>
            <pc:sldMk cId="2999461408" sldId="278"/>
            <ac:spMk id="5" creationId="{00000000-0000-0000-0000-000000000000}"/>
          </ac:spMkLst>
        </pc:spChg>
      </pc:sldChg>
      <pc:sldChg chg="modSp add mod ord">
        <pc:chgData name="Mohammed Naseer Sihanas" userId="baf10d46-ca0e-4f93-8b9a-bd1fa4bc7e8f" providerId="ADAL" clId="{4BCA0B4D-1EF0-4107-B531-E5C45D9F1352}" dt="2024-10-02T06:10:46.817" v="4463" actId="20577"/>
        <pc:sldMkLst>
          <pc:docMk/>
          <pc:sldMk cId="4001053500" sldId="279"/>
        </pc:sldMkLst>
        <pc:spChg chg="mod">
          <ac:chgData name="Mohammed Naseer Sihanas" userId="baf10d46-ca0e-4f93-8b9a-bd1fa4bc7e8f" providerId="ADAL" clId="{4BCA0B4D-1EF0-4107-B531-E5C45D9F1352}" dt="2024-10-02T06:10:46.817" v="4463" actId="20577"/>
          <ac:spMkLst>
            <pc:docMk/>
            <pc:sldMk cId="4001053500" sldId="279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44.521" v="2538" actId="20577"/>
          <ac:spMkLst>
            <pc:docMk/>
            <pc:sldMk cId="4001053500" sldId="279"/>
            <ac:spMk id="5" creationId="{00000000-0000-0000-0000-000000000000}"/>
          </ac:spMkLst>
        </pc:spChg>
      </pc:sldChg>
      <pc:sldChg chg="add del">
        <pc:chgData name="Mohammed Naseer Sihanas" userId="baf10d46-ca0e-4f93-8b9a-bd1fa4bc7e8f" providerId="ADAL" clId="{4BCA0B4D-1EF0-4107-B531-E5C45D9F1352}" dt="2024-09-29T14:28:10.874" v="2549" actId="47"/>
        <pc:sldMkLst>
          <pc:docMk/>
          <pc:sldMk cId="3615207041" sldId="280"/>
        </pc:sldMkLst>
      </pc:sldChg>
      <pc:sldChg chg="addSp delSp modSp add mod setBg">
        <pc:chgData name="Mohammed Naseer Sihanas" userId="baf10d46-ca0e-4f93-8b9a-bd1fa4bc7e8f" providerId="ADAL" clId="{4BCA0B4D-1EF0-4107-B531-E5C45D9F1352}" dt="2024-09-29T14:41:53.848" v="2747" actId="1076"/>
        <pc:sldMkLst>
          <pc:docMk/>
          <pc:sldMk cId="2864293341" sldId="281"/>
        </pc:sldMkLst>
        <pc:spChg chg="del">
          <ac:chgData name="Mohammed Naseer Sihanas" userId="baf10d46-ca0e-4f93-8b9a-bd1fa4bc7e8f" providerId="ADAL" clId="{4BCA0B4D-1EF0-4107-B531-E5C45D9F1352}" dt="2024-09-29T04:36:40.026" v="1359" actId="478"/>
          <ac:spMkLst>
            <pc:docMk/>
            <pc:sldMk cId="2864293341" sldId="281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04:37:50.174" v="1368" actId="26606"/>
          <ac:spMkLst>
            <pc:docMk/>
            <pc:sldMk cId="2864293341" sldId="281"/>
            <ac:spMk id="4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21.528" v="2520" actId="20577"/>
          <ac:spMkLst>
            <pc:docMk/>
            <pc:sldMk cId="2864293341" sldId="281"/>
            <ac:spMk id="5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04:37:50.174" v="1368" actId="26606"/>
          <ac:spMkLst>
            <pc:docMk/>
            <pc:sldMk cId="2864293341" sldId="281"/>
            <ac:spMk id="6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09-29T04:36:41.338" v="1360" actId="478"/>
          <ac:spMkLst>
            <pc:docMk/>
            <pc:sldMk cId="2864293341" sldId="281"/>
            <ac:spMk id="7" creationId="{36F734B7-31A8-B9C7-62D3-BB2DFA3FABBA}"/>
          </ac:spMkLst>
        </pc:spChg>
        <pc:spChg chg="add mod">
          <ac:chgData name="Mohammed Naseer Sihanas" userId="baf10d46-ca0e-4f93-8b9a-bd1fa4bc7e8f" providerId="ADAL" clId="{4BCA0B4D-1EF0-4107-B531-E5C45D9F1352}" dt="2024-09-29T14:41:53.848" v="2747" actId="1076"/>
          <ac:spMkLst>
            <pc:docMk/>
            <pc:sldMk cId="2864293341" sldId="281"/>
            <ac:spMk id="10" creationId="{3FF5D812-AA07-E273-C83E-657A723BF81B}"/>
          </ac:spMkLst>
        </pc:spChg>
        <pc:spChg chg="add del">
          <ac:chgData name="Mohammed Naseer Sihanas" userId="baf10d46-ca0e-4f93-8b9a-bd1fa4bc7e8f" providerId="ADAL" clId="{4BCA0B4D-1EF0-4107-B531-E5C45D9F1352}" dt="2024-09-29T04:37:50.174" v="1368" actId="26606"/>
          <ac:spMkLst>
            <pc:docMk/>
            <pc:sldMk cId="2864293341" sldId="281"/>
            <ac:spMk id="11" creationId="{01D0AF59-99C3-4251-AB9A-C966C6AD4400}"/>
          </ac:spMkLst>
        </pc:spChg>
        <pc:spChg chg="add del">
          <ac:chgData name="Mohammed Naseer Sihanas" userId="baf10d46-ca0e-4f93-8b9a-bd1fa4bc7e8f" providerId="ADAL" clId="{4BCA0B4D-1EF0-4107-B531-E5C45D9F1352}" dt="2024-09-29T04:37:23.354" v="1366" actId="26606"/>
          <ac:spMkLst>
            <pc:docMk/>
            <pc:sldMk cId="2864293341" sldId="281"/>
            <ac:spMk id="14" creationId="{42A4FC2C-047E-45A5-965D-8E1E3BF09BC6}"/>
          </ac:spMkLst>
        </pc:spChg>
        <pc:spChg chg="add del">
          <ac:chgData name="Mohammed Naseer Sihanas" userId="baf10d46-ca0e-4f93-8b9a-bd1fa4bc7e8f" providerId="ADAL" clId="{4BCA0B4D-1EF0-4107-B531-E5C45D9F1352}" dt="2024-09-29T04:37:50.174" v="1368" actId="26606"/>
          <ac:spMkLst>
            <pc:docMk/>
            <pc:sldMk cId="2864293341" sldId="281"/>
            <ac:spMk id="16" creationId="{1855405F-37A2-4869-9154-F8BE3BECE6C3}"/>
          </ac:spMkLst>
        </pc:spChg>
        <pc:picChg chg="add mod ord">
          <ac:chgData name="Mohammed Naseer Sihanas" userId="baf10d46-ca0e-4f93-8b9a-bd1fa4bc7e8f" providerId="ADAL" clId="{4BCA0B4D-1EF0-4107-B531-E5C45D9F1352}" dt="2024-09-29T04:38:06.594" v="1370" actId="14100"/>
          <ac:picMkLst>
            <pc:docMk/>
            <pc:sldMk cId="2864293341" sldId="281"/>
            <ac:picMk id="9" creationId="{DF6738E4-0560-3EE6-7789-3BD2F17DD9CB}"/>
          </ac:picMkLst>
        </pc:picChg>
      </pc:sldChg>
      <pc:sldChg chg="modSp add mod ord">
        <pc:chgData name="Mohammed Naseer Sihanas" userId="baf10d46-ca0e-4f93-8b9a-bd1fa4bc7e8f" providerId="ADAL" clId="{4BCA0B4D-1EF0-4107-B531-E5C45D9F1352}" dt="2024-10-01T07:40:44.646" v="3760" actId="2710"/>
        <pc:sldMkLst>
          <pc:docMk/>
          <pc:sldMk cId="3701384054" sldId="282"/>
        </pc:sldMkLst>
        <pc:spChg chg="mod">
          <ac:chgData name="Mohammed Naseer Sihanas" userId="baf10d46-ca0e-4f93-8b9a-bd1fa4bc7e8f" providerId="ADAL" clId="{4BCA0B4D-1EF0-4107-B531-E5C45D9F1352}" dt="2024-10-01T07:40:44.646" v="3760" actId="2710"/>
          <ac:spMkLst>
            <pc:docMk/>
            <pc:sldMk cId="3701384054" sldId="282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7:39.619" v="2535" actId="20577"/>
          <ac:spMkLst>
            <pc:docMk/>
            <pc:sldMk cId="3701384054" sldId="282"/>
            <ac:spMk id="5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05:20:55.713" v="1942" actId="1076"/>
          <ac:spMkLst>
            <pc:docMk/>
            <pc:sldMk cId="3701384054" sldId="282"/>
            <ac:spMk id="13" creationId="{FC233CA3-6A6F-0816-E8FC-8185DE4D3EE4}"/>
          </ac:spMkLst>
        </pc:spChg>
      </pc:sldChg>
      <pc:sldChg chg="modSp add mod ord">
        <pc:chgData name="Mohammed Naseer Sihanas" userId="baf10d46-ca0e-4f93-8b9a-bd1fa4bc7e8f" providerId="ADAL" clId="{4BCA0B4D-1EF0-4107-B531-E5C45D9F1352}" dt="2024-10-02T06:09:09.556" v="4442" actId="20577"/>
        <pc:sldMkLst>
          <pc:docMk/>
          <pc:sldMk cId="4237634195" sldId="283"/>
        </pc:sldMkLst>
        <pc:spChg chg="mod">
          <ac:chgData name="Mohammed Naseer Sihanas" userId="baf10d46-ca0e-4f93-8b9a-bd1fa4bc7e8f" providerId="ADAL" clId="{4BCA0B4D-1EF0-4107-B531-E5C45D9F1352}" dt="2024-10-02T06:09:09.556" v="4442" actId="20577"/>
          <ac:spMkLst>
            <pc:docMk/>
            <pc:sldMk cId="4237634195" sldId="283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6:36.288" v="2489" actId="20577"/>
          <ac:spMkLst>
            <pc:docMk/>
            <pc:sldMk cId="4237634195" sldId="283"/>
            <ac:spMk id="5" creationId="{00000000-0000-0000-0000-000000000000}"/>
          </ac:spMkLst>
        </pc:spChg>
      </pc:sldChg>
      <pc:sldChg chg="add del ord">
        <pc:chgData name="Mohammed Naseer Sihanas" userId="baf10d46-ca0e-4f93-8b9a-bd1fa4bc7e8f" providerId="ADAL" clId="{4BCA0B4D-1EF0-4107-B531-E5C45D9F1352}" dt="2024-09-29T14:28:08.721" v="2548" actId="47"/>
        <pc:sldMkLst>
          <pc:docMk/>
          <pc:sldMk cId="325500263" sldId="284"/>
        </pc:sldMkLst>
      </pc:sldChg>
      <pc:sldChg chg="modSp add mod">
        <pc:chgData name="Mohammed Naseer Sihanas" userId="baf10d46-ca0e-4f93-8b9a-bd1fa4bc7e8f" providerId="ADAL" clId="{4BCA0B4D-1EF0-4107-B531-E5C45D9F1352}" dt="2024-10-02T06:12:29.544" v="4471" actId="20577"/>
        <pc:sldMkLst>
          <pc:docMk/>
          <pc:sldMk cId="3618522434" sldId="285"/>
        </pc:sldMkLst>
        <pc:spChg chg="mod">
          <ac:chgData name="Mohammed Naseer Sihanas" userId="baf10d46-ca0e-4f93-8b9a-bd1fa4bc7e8f" providerId="ADAL" clId="{4BCA0B4D-1EF0-4107-B531-E5C45D9F1352}" dt="2024-10-02T06:12:29.544" v="4471" actId="20577"/>
          <ac:spMkLst>
            <pc:docMk/>
            <pc:sldMk cId="3618522434" sldId="285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8:18.487" v="2555" actId="20577"/>
          <ac:spMkLst>
            <pc:docMk/>
            <pc:sldMk cId="3618522434" sldId="285"/>
            <ac:spMk id="5" creationId="{00000000-0000-0000-0000-000000000000}"/>
          </ac:spMkLst>
        </pc:spChg>
      </pc:sldChg>
      <pc:sldChg chg="add del">
        <pc:chgData name="Mohammed Naseer Sihanas" userId="baf10d46-ca0e-4f93-8b9a-bd1fa4bc7e8f" providerId="ADAL" clId="{4BCA0B4D-1EF0-4107-B531-E5C45D9F1352}" dt="2024-09-29T14:36:48.962" v="2697" actId="47"/>
        <pc:sldMkLst>
          <pc:docMk/>
          <pc:sldMk cId="3362514653" sldId="286"/>
        </pc:sldMkLst>
      </pc:sldChg>
      <pc:sldChg chg="add del">
        <pc:chgData name="Mohammed Naseer Sihanas" userId="baf10d46-ca0e-4f93-8b9a-bd1fa4bc7e8f" providerId="ADAL" clId="{4BCA0B4D-1EF0-4107-B531-E5C45D9F1352}" dt="2024-09-29T14:36:47.392" v="2696" actId="47"/>
        <pc:sldMkLst>
          <pc:docMk/>
          <pc:sldMk cId="3893801296" sldId="287"/>
        </pc:sldMkLst>
      </pc:sldChg>
      <pc:sldChg chg="modSp add mod ord">
        <pc:chgData name="Mohammed Naseer Sihanas" userId="baf10d46-ca0e-4f93-8b9a-bd1fa4bc7e8f" providerId="ADAL" clId="{4BCA0B4D-1EF0-4107-B531-E5C45D9F1352}" dt="2024-10-02T06:12:25.478" v="4469" actId="20577"/>
        <pc:sldMkLst>
          <pc:docMk/>
          <pc:sldMk cId="3153658787" sldId="288"/>
        </pc:sldMkLst>
        <pc:spChg chg="mod">
          <ac:chgData name="Mohammed Naseer Sihanas" userId="baf10d46-ca0e-4f93-8b9a-bd1fa4bc7e8f" providerId="ADAL" clId="{4BCA0B4D-1EF0-4107-B531-E5C45D9F1352}" dt="2024-10-02T06:12:25.478" v="4469" actId="20577"/>
          <ac:spMkLst>
            <pc:docMk/>
            <pc:sldMk cId="3153658787" sldId="288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43:45" v="2771"/>
          <ac:spMkLst>
            <pc:docMk/>
            <pc:sldMk cId="3153658787" sldId="288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8:00.782" v="2544" actId="20577"/>
          <ac:spMkLst>
            <pc:docMk/>
            <pc:sldMk cId="3153658787" sldId="288"/>
            <ac:spMk id="5" creationId="{00000000-0000-0000-0000-000000000000}"/>
          </ac:spMkLst>
        </pc:spChg>
      </pc:sldChg>
      <pc:sldChg chg="modSp add del mod">
        <pc:chgData name="Mohammed Naseer Sihanas" userId="baf10d46-ca0e-4f93-8b9a-bd1fa4bc7e8f" providerId="ADAL" clId="{4BCA0B4D-1EF0-4107-B531-E5C45D9F1352}" dt="2024-09-29T14:43:52.198" v="2772" actId="47"/>
        <pc:sldMkLst>
          <pc:docMk/>
          <pc:sldMk cId="3880089686" sldId="289"/>
        </pc:sldMkLst>
        <pc:spChg chg="mod">
          <ac:chgData name="Mohammed Naseer Sihanas" userId="baf10d46-ca0e-4f93-8b9a-bd1fa4bc7e8f" providerId="ADAL" clId="{4BCA0B4D-1EF0-4107-B531-E5C45D9F1352}" dt="2024-09-29T14:43:41.534" v="2770" actId="21"/>
          <ac:spMkLst>
            <pc:docMk/>
            <pc:sldMk cId="3880089686" sldId="289"/>
            <ac:spMk id="3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28:05.396" v="2547" actId="20577"/>
          <ac:spMkLst>
            <pc:docMk/>
            <pc:sldMk cId="3880089686" sldId="289"/>
            <ac:spMk id="5" creationId="{00000000-0000-0000-0000-000000000000}"/>
          </ac:spMkLst>
        </pc:spChg>
      </pc:sldChg>
      <pc:sldChg chg="addSp delSp modSp add mod ord">
        <pc:chgData name="Mohammed Naseer Sihanas" userId="baf10d46-ca0e-4f93-8b9a-bd1fa4bc7e8f" providerId="ADAL" clId="{4BCA0B4D-1EF0-4107-B531-E5C45D9F1352}" dt="2024-09-29T14:36:41.016" v="2695"/>
        <pc:sldMkLst>
          <pc:docMk/>
          <pc:sldMk cId="3135003794" sldId="290"/>
        </pc:sldMkLst>
        <pc:spChg chg="del">
          <ac:chgData name="Mohammed Naseer Sihanas" userId="baf10d46-ca0e-4f93-8b9a-bd1fa4bc7e8f" providerId="ADAL" clId="{4BCA0B4D-1EF0-4107-B531-E5C45D9F1352}" dt="2024-09-29T14:28:28.795" v="2559" actId="478"/>
          <ac:spMkLst>
            <pc:docMk/>
            <pc:sldMk cId="3135003794" sldId="290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4BCA0B4D-1EF0-4107-B531-E5C45D9F1352}" dt="2024-09-29T14:36:41.016" v="2695"/>
          <ac:spMkLst>
            <pc:docMk/>
            <pc:sldMk cId="3135003794" sldId="290"/>
            <ac:spMk id="3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09-29T14:28:30.347" v="2560" actId="478"/>
          <ac:spMkLst>
            <pc:docMk/>
            <pc:sldMk cId="3135003794" sldId="290"/>
            <ac:spMk id="8" creationId="{63B67284-B0A5-1CAD-58AA-84C782FD237C}"/>
          </ac:spMkLst>
        </pc:spChg>
      </pc:sldChg>
      <pc:sldChg chg="addSp delSp modSp add mod">
        <pc:chgData name="Mohammed Naseer Sihanas" userId="baf10d46-ca0e-4f93-8b9a-bd1fa4bc7e8f" providerId="ADAL" clId="{4BCA0B4D-1EF0-4107-B531-E5C45D9F1352}" dt="2024-10-02T06:10:19.858" v="4453" actId="207"/>
        <pc:sldMkLst>
          <pc:docMk/>
          <pc:sldMk cId="3708950606" sldId="291"/>
        </pc:sldMkLst>
        <pc:spChg chg="del">
          <ac:chgData name="Mohammed Naseer Sihanas" userId="baf10d46-ca0e-4f93-8b9a-bd1fa4bc7e8f" providerId="ADAL" clId="{4BCA0B4D-1EF0-4107-B531-E5C45D9F1352}" dt="2024-10-01T07:51:34.252" v="4103" actId="478"/>
          <ac:spMkLst>
            <pc:docMk/>
            <pc:sldMk cId="3708950606" sldId="291"/>
            <ac:spMk id="2" creationId="{00000000-0000-0000-0000-000000000000}"/>
          </ac:spMkLst>
        </pc:spChg>
        <pc:spChg chg="del mod">
          <ac:chgData name="Mohammed Naseer Sihanas" userId="baf10d46-ca0e-4f93-8b9a-bd1fa4bc7e8f" providerId="ADAL" clId="{4BCA0B4D-1EF0-4107-B531-E5C45D9F1352}" dt="2024-10-01T07:51:42.595" v="4105" actId="478"/>
          <ac:spMkLst>
            <pc:docMk/>
            <pc:sldMk cId="3708950606" sldId="291"/>
            <ac:spMk id="3" creationId="{00000000-0000-0000-0000-000000000000}"/>
          </ac:spMkLst>
        </pc:spChg>
        <pc:spChg chg="add del mod">
          <ac:chgData name="Mohammed Naseer Sihanas" userId="baf10d46-ca0e-4f93-8b9a-bd1fa4bc7e8f" providerId="ADAL" clId="{4BCA0B4D-1EF0-4107-B531-E5C45D9F1352}" dt="2024-10-01T07:51:37.268" v="4104" actId="478"/>
          <ac:spMkLst>
            <pc:docMk/>
            <pc:sldMk cId="3708950606" sldId="291"/>
            <ac:spMk id="8" creationId="{EC3F7696-4CFF-649D-150D-A20B4863CC67}"/>
          </ac:spMkLst>
        </pc:spChg>
        <pc:spChg chg="add del mod">
          <ac:chgData name="Mohammed Naseer Sihanas" userId="baf10d46-ca0e-4f93-8b9a-bd1fa4bc7e8f" providerId="ADAL" clId="{4BCA0B4D-1EF0-4107-B531-E5C45D9F1352}" dt="2024-10-01T07:51:45.182" v="4106" actId="478"/>
          <ac:spMkLst>
            <pc:docMk/>
            <pc:sldMk cId="3708950606" sldId="291"/>
            <ac:spMk id="10" creationId="{5F828FBF-60D0-9D87-4C8C-1AE8B7CE570D}"/>
          </ac:spMkLst>
        </pc:spChg>
        <pc:spChg chg="add mod">
          <ac:chgData name="Mohammed Naseer Sihanas" userId="baf10d46-ca0e-4f93-8b9a-bd1fa4bc7e8f" providerId="ADAL" clId="{4BCA0B4D-1EF0-4107-B531-E5C45D9F1352}" dt="2024-10-02T06:10:19.858" v="4453" actId="207"/>
          <ac:spMkLst>
            <pc:docMk/>
            <pc:sldMk cId="3708950606" sldId="291"/>
            <ac:spMk id="12" creationId="{F09930CF-904E-D92B-36F2-922655B2D191}"/>
          </ac:spMkLst>
        </pc:spChg>
        <pc:spChg chg="add mod">
          <ac:chgData name="Mohammed Naseer Sihanas" userId="baf10d46-ca0e-4f93-8b9a-bd1fa4bc7e8f" providerId="ADAL" clId="{4BCA0B4D-1EF0-4107-B531-E5C45D9F1352}" dt="2024-10-01T07:54:49.890" v="4132" actId="12"/>
          <ac:spMkLst>
            <pc:docMk/>
            <pc:sldMk cId="3708950606" sldId="291"/>
            <ac:spMk id="14" creationId="{530CBEF5-F6D6-56A6-48EE-3FC9F169EA45}"/>
          </ac:spMkLst>
        </pc:spChg>
      </pc:sldChg>
      <pc:sldChg chg="modSp add mod ord">
        <pc:chgData name="Mohammed Naseer Sihanas" userId="baf10d46-ca0e-4f93-8b9a-bd1fa4bc7e8f" providerId="ADAL" clId="{4BCA0B4D-1EF0-4107-B531-E5C45D9F1352}" dt="2024-10-02T06:07:54.768" v="4427"/>
        <pc:sldMkLst>
          <pc:docMk/>
          <pc:sldMk cId="811265389" sldId="292"/>
        </pc:sldMkLst>
        <pc:spChg chg="mod">
          <ac:chgData name="Mohammed Naseer Sihanas" userId="baf10d46-ca0e-4f93-8b9a-bd1fa4bc7e8f" providerId="ADAL" clId="{4BCA0B4D-1EF0-4107-B531-E5C45D9F1352}" dt="2024-10-02T06:07:37.678" v="4424" actId="6549"/>
          <ac:spMkLst>
            <pc:docMk/>
            <pc:sldMk cId="811265389" sldId="292"/>
            <ac:spMk id="2" creationId="{00000000-0000-0000-0000-000000000000}"/>
          </ac:spMkLst>
        </pc:spChg>
      </pc:sldChg>
      <pc:sldChg chg="delSp modSp add mod">
        <pc:chgData name="Mohammed Naseer Sihanas" userId="baf10d46-ca0e-4f93-8b9a-bd1fa4bc7e8f" providerId="ADAL" clId="{4BCA0B4D-1EF0-4107-B531-E5C45D9F1352}" dt="2024-10-02T06:08:30.491" v="4435" actId="14100"/>
        <pc:sldMkLst>
          <pc:docMk/>
          <pc:sldMk cId="1162202113" sldId="293"/>
        </pc:sldMkLst>
        <pc:spChg chg="del mod">
          <ac:chgData name="Mohammed Naseer Sihanas" userId="baf10d46-ca0e-4f93-8b9a-bd1fa4bc7e8f" providerId="ADAL" clId="{4BCA0B4D-1EF0-4107-B531-E5C45D9F1352}" dt="2024-10-02T06:08:18.400" v="4432" actId="478"/>
          <ac:spMkLst>
            <pc:docMk/>
            <pc:sldMk cId="1162202113" sldId="293"/>
            <ac:spMk id="3" creationId="{0EBE4CCC-C2A9-8BCF-FCF5-9DCFB4A2E67E}"/>
          </ac:spMkLst>
        </pc:spChg>
        <pc:spChg chg="mod">
          <ac:chgData name="Mohammed Naseer Sihanas" userId="baf10d46-ca0e-4f93-8b9a-bd1fa4bc7e8f" providerId="ADAL" clId="{4BCA0B4D-1EF0-4107-B531-E5C45D9F1352}" dt="2024-10-02T06:08:30.491" v="4435" actId="14100"/>
          <ac:spMkLst>
            <pc:docMk/>
            <pc:sldMk cId="1162202113" sldId="293"/>
            <ac:spMk id="8" creationId="{D540D9C5-63BD-87DD-A593-5C7AEB55E9F5}"/>
          </ac:spMkLst>
        </pc:spChg>
      </pc:sldChg>
    </pc:docChg>
  </pc:docChgLst>
  <pc:docChgLst>
    <pc:chgData name="Mohammed Naseer Sihanas" userId="baf10d46-ca0e-4f93-8b9a-bd1fa4bc7e8f" providerId="ADAL" clId="{9A53E081-897D-45B5-A014-4DFC49E51015}"/>
    <pc:docChg chg="undo redo custSel addSld delSld modSld">
      <pc:chgData name="Mohammed Naseer Sihanas" userId="baf10d46-ca0e-4f93-8b9a-bd1fa4bc7e8f" providerId="ADAL" clId="{9A53E081-897D-45B5-A014-4DFC49E51015}" dt="2025-01-02T06:02:36.774" v="4820" actId="20577"/>
      <pc:docMkLst>
        <pc:docMk/>
      </pc:docMkLst>
      <pc:sldChg chg="modSp mod modNotesTx">
        <pc:chgData name="Mohammed Naseer Sihanas" userId="baf10d46-ca0e-4f93-8b9a-bd1fa4bc7e8f" providerId="ADAL" clId="{9A53E081-897D-45B5-A014-4DFC49E51015}" dt="2025-01-01T14:57:35.537" v="4700" actId="113"/>
        <pc:sldMkLst>
          <pc:docMk/>
          <pc:sldMk cId="932762795" sldId="256"/>
        </pc:sldMkLst>
        <pc:spChg chg="mod">
          <ac:chgData name="Mohammed Naseer Sihanas" userId="baf10d46-ca0e-4f93-8b9a-bd1fa4bc7e8f" providerId="ADAL" clId="{9A53E081-897D-45B5-A014-4DFC49E51015}" dt="2025-01-01T14:57:35.537" v="4700" actId="113"/>
          <ac:spMkLst>
            <pc:docMk/>
            <pc:sldMk cId="932762795" sldId="256"/>
            <ac:spMk id="2" creationId="{00000000-0000-0000-0000-000000000000}"/>
          </ac:spMkLst>
        </pc:spChg>
      </pc:sldChg>
      <pc:sldChg chg="modSp mod modNotesTx">
        <pc:chgData name="Mohammed Naseer Sihanas" userId="baf10d46-ca0e-4f93-8b9a-bd1fa4bc7e8f" providerId="ADAL" clId="{9A53E081-897D-45B5-A014-4DFC49E51015}" dt="2025-01-01T14:57:28.723" v="4698" actId="1076"/>
        <pc:sldMkLst>
          <pc:docMk/>
          <pc:sldMk cId="891432784" sldId="257"/>
        </pc:sldMkLst>
        <pc:spChg chg="mod">
          <ac:chgData name="Mohammed Naseer Sihanas" userId="baf10d46-ca0e-4f93-8b9a-bd1fa4bc7e8f" providerId="ADAL" clId="{9A53E081-897D-45B5-A014-4DFC49E51015}" dt="2025-01-01T14:57:28.723" v="4698" actId="1076"/>
          <ac:spMkLst>
            <pc:docMk/>
            <pc:sldMk cId="891432784" sldId="257"/>
            <ac:spMk id="2" creationId="{00000000-0000-0000-0000-000000000000}"/>
          </ac:spMkLst>
        </pc:spChg>
      </pc:sldChg>
      <pc:sldChg chg="addSp modSp mod modNotesTx">
        <pc:chgData name="Mohammed Naseer Sihanas" userId="baf10d46-ca0e-4f93-8b9a-bd1fa4bc7e8f" providerId="ADAL" clId="{9A53E081-897D-45B5-A014-4DFC49E51015}" dt="2025-01-01T14:57:08.536" v="4694" actId="113"/>
        <pc:sldMkLst>
          <pc:docMk/>
          <pc:sldMk cId="100369622" sldId="258"/>
        </pc:sldMkLst>
        <pc:spChg chg="add mod">
          <ac:chgData name="Mohammed Naseer Sihanas" userId="baf10d46-ca0e-4f93-8b9a-bd1fa4bc7e8f" providerId="ADAL" clId="{9A53E081-897D-45B5-A014-4DFC49E51015}" dt="2025-01-01T14:57:08.536" v="4694" actId="113"/>
          <ac:spMkLst>
            <pc:docMk/>
            <pc:sldMk cId="100369622" sldId="258"/>
            <ac:spMk id="2" creationId="{BA181D3B-696E-EF20-CCD3-A7DB64A971C5}"/>
          </ac:spMkLst>
        </pc:spChg>
        <pc:spChg chg="mod">
          <ac:chgData name="Mohammed Naseer Sihanas" userId="baf10d46-ca0e-4f93-8b9a-bd1fa4bc7e8f" providerId="ADAL" clId="{9A53E081-897D-45B5-A014-4DFC49E51015}" dt="2025-01-01T14:56:24.433" v="4690" actId="403"/>
          <ac:spMkLst>
            <pc:docMk/>
            <pc:sldMk cId="100369622" sldId="258"/>
            <ac:spMk id="3" creationId="{00000000-0000-0000-0000-000000000000}"/>
          </ac:spMkLst>
        </pc:spChg>
      </pc:sldChg>
      <pc:sldChg chg="addSp modSp mod modNotesTx">
        <pc:chgData name="Mohammed Naseer Sihanas" userId="baf10d46-ca0e-4f93-8b9a-bd1fa4bc7e8f" providerId="ADAL" clId="{9A53E081-897D-45B5-A014-4DFC49E51015}" dt="2025-01-01T14:57:18.940" v="4696" actId="113"/>
        <pc:sldMkLst>
          <pc:docMk/>
          <pc:sldMk cId="1319477807" sldId="259"/>
        </pc:sldMkLst>
        <pc:spChg chg="add mod">
          <ac:chgData name="Mohammed Naseer Sihanas" userId="baf10d46-ca0e-4f93-8b9a-bd1fa4bc7e8f" providerId="ADAL" clId="{9A53E081-897D-45B5-A014-4DFC49E51015}" dt="2025-01-01T14:57:18.940" v="4696" actId="113"/>
          <ac:spMkLst>
            <pc:docMk/>
            <pc:sldMk cId="1319477807" sldId="259"/>
            <ac:spMk id="2" creationId="{CEBE6D57-FE26-39F9-C97C-7F86B93A7026}"/>
          </ac:spMkLst>
        </pc:spChg>
        <pc:spChg chg="add mod">
          <ac:chgData name="Mohammed Naseer Sihanas" userId="baf10d46-ca0e-4f93-8b9a-bd1fa4bc7e8f" providerId="ADAL" clId="{9A53E081-897D-45B5-A014-4DFC49E51015}" dt="2024-12-27T13:14:02.463" v="4066" actId="1076"/>
          <ac:spMkLst>
            <pc:docMk/>
            <pc:sldMk cId="1319477807" sldId="259"/>
            <ac:spMk id="2" creationId="{ECFF683E-0585-5538-C500-8F6E30737D53}"/>
          </ac:spMkLst>
        </pc:spChg>
        <pc:spChg chg="mod">
          <ac:chgData name="Mohammed Naseer Sihanas" userId="baf10d46-ca0e-4f93-8b9a-bd1fa4bc7e8f" providerId="ADAL" clId="{9A53E081-897D-45B5-A014-4DFC49E51015}" dt="2025-01-01T14:44:21.949" v="4336" actId="1036"/>
          <ac:spMkLst>
            <pc:docMk/>
            <pc:sldMk cId="1319477807" sldId="259"/>
            <ac:spMk id="8" creationId="{D540D9C5-63BD-87DD-A593-5C7AEB55E9F5}"/>
          </ac:spMkLst>
        </pc:spChg>
        <pc:spChg chg="mod">
          <ac:chgData name="Mohammed Naseer Sihanas" userId="baf10d46-ca0e-4f93-8b9a-bd1fa4bc7e8f" providerId="ADAL" clId="{9A53E081-897D-45B5-A014-4DFC49E51015}" dt="2025-01-01T14:44:21.949" v="4336" actId="1036"/>
          <ac:spMkLst>
            <pc:docMk/>
            <pc:sldMk cId="1319477807" sldId="259"/>
            <ac:spMk id="11" creationId="{D764EE45-8CA4-0EDE-0484-E25C784E5404}"/>
          </ac:spMkLst>
        </pc:spChg>
      </pc:sldChg>
      <pc:sldChg chg="del">
        <pc:chgData name="Mohammed Naseer Sihanas" userId="baf10d46-ca0e-4f93-8b9a-bd1fa4bc7e8f" providerId="ADAL" clId="{9A53E081-897D-45B5-A014-4DFC49E51015}" dt="2025-01-01T14:49:38.709" v="4558" actId="47"/>
        <pc:sldMkLst>
          <pc:docMk/>
          <pc:sldMk cId="104598345" sldId="260"/>
        </pc:sldMkLst>
      </pc:sldChg>
      <pc:sldChg chg="modNotesTx">
        <pc:chgData name="Mohammed Naseer Sihanas" userId="baf10d46-ca0e-4f93-8b9a-bd1fa4bc7e8f" providerId="ADAL" clId="{9A53E081-897D-45B5-A014-4DFC49E51015}" dt="2024-12-27T15:20:40.291" v="4097" actId="20577"/>
        <pc:sldMkLst>
          <pc:docMk/>
          <pc:sldMk cId="3966344777" sldId="261"/>
        </pc:sldMkLst>
      </pc:sldChg>
      <pc:sldChg chg="modNotesTx">
        <pc:chgData name="Mohammed Naseer Sihanas" userId="baf10d46-ca0e-4f93-8b9a-bd1fa4bc7e8f" providerId="ADAL" clId="{9A53E081-897D-45B5-A014-4DFC49E51015}" dt="2025-01-02T06:02:36.774" v="4820" actId="20577"/>
        <pc:sldMkLst>
          <pc:docMk/>
          <pc:sldMk cId="2660892434" sldId="265"/>
        </pc:sldMkLst>
      </pc:sldChg>
      <pc:sldChg chg="add del">
        <pc:chgData name="Mohammed Naseer Sihanas" userId="baf10d46-ca0e-4f93-8b9a-bd1fa4bc7e8f" providerId="ADAL" clId="{9A53E081-897D-45B5-A014-4DFC49E51015}" dt="2025-01-01T14:42:13.796" v="4247" actId="47"/>
        <pc:sldMkLst>
          <pc:docMk/>
          <pc:sldMk cId="2558591677" sldId="266"/>
        </pc:sldMkLst>
      </pc:sldChg>
      <pc:sldChg chg="modSp mod">
        <pc:chgData name="Mohammed Naseer Sihanas" userId="baf10d46-ca0e-4f93-8b9a-bd1fa4bc7e8f" providerId="ADAL" clId="{9A53E081-897D-45B5-A014-4DFC49E51015}" dt="2025-01-01T14:55:00.676" v="4685" actId="113"/>
        <pc:sldMkLst>
          <pc:docMk/>
          <pc:sldMk cId="1894957646" sldId="267"/>
        </pc:sldMkLst>
        <pc:spChg chg="mod">
          <ac:chgData name="Mohammed Naseer Sihanas" userId="baf10d46-ca0e-4f93-8b9a-bd1fa4bc7e8f" providerId="ADAL" clId="{9A53E081-897D-45B5-A014-4DFC49E51015}" dt="2025-01-01T14:55:00.676" v="4685" actId="113"/>
          <ac:spMkLst>
            <pc:docMk/>
            <pc:sldMk cId="1894957646" sldId="267"/>
            <ac:spMk id="2" creationId="{00000000-0000-0000-0000-000000000000}"/>
          </ac:spMkLst>
        </pc:spChg>
      </pc:sldChg>
      <pc:sldChg chg="del">
        <pc:chgData name="Mohammed Naseer Sihanas" userId="baf10d46-ca0e-4f93-8b9a-bd1fa4bc7e8f" providerId="ADAL" clId="{9A53E081-897D-45B5-A014-4DFC49E51015}" dt="2025-01-01T14:44:57.675" v="4343" actId="47"/>
        <pc:sldMkLst>
          <pc:docMk/>
          <pc:sldMk cId="1625561587" sldId="274"/>
        </pc:sldMkLst>
      </pc:sldChg>
      <pc:sldChg chg="del">
        <pc:chgData name="Mohammed Naseer Sihanas" userId="baf10d46-ca0e-4f93-8b9a-bd1fa4bc7e8f" providerId="ADAL" clId="{9A53E081-897D-45B5-A014-4DFC49E51015}" dt="2025-01-01T14:48:20.280" v="4540" actId="47"/>
        <pc:sldMkLst>
          <pc:docMk/>
          <pc:sldMk cId="417698082" sldId="275"/>
        </pc:sldMkLst>
      </pc:sldChg>
      <pc:sldChg chg="modNotesTx">
        <pc:chgData name="Mohammed Naseer Sihanas" userId="baf10d46-ca0e-4f93-8b9a-bd1fa4bc7e8f" providerId="ADAL" clId="{9A53E081-897D-45B5-A014-4DFC49E51015}" dt="2024-12-24T09:58:28.514" v="1042" actId="20577"/>
        <pc:sldMkLst>
          <pc:docMk/>
          <pc:sldMk cId="2864293341" sldId="281"/>
        </pc:sldMkLst>
      </pc:sldChg>
      <pc:sldChg chg="del">
        <pc:chgData name="Mohammed Naseer Sihanas" userId="baf10d46-ca0e-4f93-8b9a-bd1fa4bc7e8f" providerId="ADAL" clId="{9A53E081-897D-45B5-A014-4DFC49E51015}" dt="2025-01-01T14:54:14.904" v="4678" actId="47"/>
        <pc:sldMkLst>
          <pc:docMk/>
          <pc:sldMk cId="3618522434" sldId="285"/>
        </pc:sldMkLst>
      </pc:sldChg>
      <pc:sldChg chg="addSp modSp mod modNotesTx">
        <pc:chgData name="Mohammed Naseer Sihanas" userId="baf10d46-ca0e-4f93-8b9a-bd1fa4bc7e8f" providerId="ADAL" clId="{9A53E081-897D-45B5-A014-4DFC49E51015}" dt="2025-01-02T00:30:12.609" v="4747" actId="20577"/>
        <pc:sldMkLst>
          <pc:docMk/>
          <pc:sldMk cId="3708950606" sldId="291"/>
        </pc:sldMkLst>
        <pc:spChg chg="add mod">
          <ac:chgData name="Mohammed Naseer Sihanas" userId="baf10d46-ca0e-4f93-8b9a-bd1fa4bc7e8f" providerId="ADAL" clId="{9A53E081-897D-45B5-A014-4DFC49E51015}" dt="2025-01-01T14:55:15.883" v="4686" actId="113"/>
          <ac:spMkLst>
            <pc:docMk/>
            <pc:sldMk cId="3708950606" sldId="291"/>
            <ac:spMk id="3" creationId="{95A44F69-E982-4216-A253-FE59AC5E25E3}"/>
          </ac:spMkLst>
        </pc:spChg>
        <pc:spChg chg="mod">
          <ac:chgData name="Mohammed Naseer Sihanas" userId="baf10d46-ca0e-4f93-8b9a-bd1fa4bc7e8f" providerId="ADAL" clId="{9A53E081-897D-45B5-A014-4DFC49E51015}" dt="2025-01-01T14:48:14.668" v="4539" actId="1036"/>
          <ac:spMkLst>
            <pc:docMk/>
            <pc:sldMk cId="3708950606" sldId="291"/>
            <ac:spMk id="7" creationId="{7D785A9F-DFAB-E550-39EF-DC0335D94DBE}"/>
          </ac:spMkLst>
        </pc:spChg>
        <pc:spChg chg="mod">
          <ac:chgData name="Mohammed Naseer Sihanas" userId="baf10d46-ca0e-4f93-8b9a-bd1fa4bc7e8f" providerId="ADAL" clId="{9A53E081-897D-45B5-A014-4DFC49E51015}" dt="2025-01-01T14:48:14.668" v="4539" actId="1036"/>
          <ac:spMkLst>
            <pc:docMk/>
            <pc:sldMk cId="3708950606" sldId="291"/>
            <ac:spMk id="8" creationId="{C142BEB6-17E2-9E6B-2F3E-816A758A5DF3}"/>
          </ac:spMkLst>
        </pc:spChg>
        <pc:spChg chg="mod">
          <ac:chgData name="Mohammed Naseer Sihanas" userId="baf10d46-ca0e-4f93-8b9a-bd1fa4bc7e8f" providerId="ADAL" clId="{9A53E081-897D-45B5-A014-4DFC49E51015}" dt="2025-01-02T00:28:49.896" v="4744" actId="1035"/>
          <ac:spMkLst>
            <pc:docMk/>
            <pc:sldMk cId="3708950606" sldId="291"/>
            <ac:spMk id="12" creationId="{F09930CF-904E-D92B-36F2-922655B2D191}"/>
          </ac:spMkLst>
        </pc:spChg>
        <pc:spChg chg="mod">
          <ac:chgData name="Mohammed Naseer Sihanas" userId="baf10d46-ca0e-4f93-8b9a-bd1fa4bc7e8f" providerId="ADAL" clId="{9A53E081-897D-45B5-A014-4DFC49E51015}" dt="2025-01-02T00:28:41.258" v="4737" actId="1036"/>
          <ac:spMkLst>
            <pc:docMk/>
            <pc:sldMk cId="3708950606" sldId="291"/>
            <ac:spMk id="14" creationId="{530CBEF5-F6D6-56A6-48EE-3FC9F169EA45}"/>
          </ac:spMkLst>
        </pc:spChg>
        <pc:graphicFrameChg chg="mod">
          <ac:chgData name="Mohammed Naseer Sihanas" userId="baf10d46-ca0e-4f93-8b9a-bd1fa4bc7e8f" providerId="ADAL" clId="{9A53E081-897D-45B5-A014-4DFC49E51015}" dt="2025-01-01T14:48:14.668" v="4539" actId="1036"/>
          <ac:graphicFrameMkLst>
            <pc:docMk/>
            <pc:sldMk cId="3708950606" sldId="291"/>
            <ac:graphicFrameMk id="2" creationId="{CD5782D6-0182-4565-8DF0-B9DD8925CC9F}"/>
          </ac:graphicFrameMkLst>
        </pc:graphicFrameChg>
      </pc:sldChg>
      <pc:sldChg chg="del">
        <pc:chgData name="Mohammed Naseer Sihanas" userId="baf10d46-ca0e-4f93-8b9a-bd1fa4bc7e8f" providerId="ADAL" clId="{9A53E081-897D-45B5-A014-4DFC49E51015}" dt="2025-01-01T14:41:11.484" v="4246" actId="47"/>
        <pc:sldMkLst>
          <pc:docMk/>
          <pc:sldMk cId="811265389" sldId="292"/>
        </pc:sldMkLst>
      </pc:sldChg>
      <pc:sldChg chg="addSp modSp mod modNotesTx">
        <pc:chgData name="Mohammed Naseer Sihanas" userId="baf10d46-ca0e-4f93-8b9a-bd1fa4bc7e8f" providerId="ADAL" clId="{9A53E081-897D-45B5-A014-4DFC49E51015}" dt="2025-01-01T14:57:11.571" v="4695" actId="113"/>
        <pc:sldMkLst>
          <pc:docMk/>
          <pc:sldMk cId="1162202113" sldId="293"/>
        </pc:sldMkLst>
        <pc:spChg chg="add mod">
          <ac:chgData name="Mohammed Naseer Sihanas" userId="baf10d46-ca0e-4f93-8b9a-bd1fa4bc7e8f" providerId="ADAL" clId="{9A53E081-897D-45B5-A014-4DFC49E51015}" dt="2025-01-01T14:57:11.571" v="4695" actId="113"/>
          <ac:spMkLst>
            <pc:docMk/>
            <pc:sldMk cId="1162202113" sldId="293"/>
            <ac:spMk id="2" creationId="{88F3FC2B-CE42-1747-D825-F21EABAC701B}"/>
          </ac:spMkLst>
        </pc:spChg>
        <pc:spChg chg="mod">
          <ac:chgData name="Mohammed Naseer Sihanas" userId="baf10d46-ca0e-4f93-8b9a-bd1fa4bc7e8f" providerId="ADAL" clId="{9A53E081-897D-45B5-A014-4DFC49E51015}" dt="2025-01-01T14:40:34.062" v="4240" actId="1076"/>
          <ac:spMkLst>
            <pc:docMk/>
            <pc:sldMk cId="1162202113" sldId="293"/>
            <ac:spMk id="3" creationId="{32E1BD30-CAB7-BAB7-5DA9-B3C8519C915B}"/>
          </ac:spMkLst>
        </pc:spChg>
        <pc:picChg chg="mod">
          <ac:chgData name="Mohammed Naseer Sihanas" userId="baf10d46-ca0e-4f93-8b9a-bd1fa4bc7e8f" providerId="ADAL" clId="{9A53E081-897D-45B5-A014-4DFC49E51015}" dt="2025-01-01T14:40:43.298" v="4243" actId="1076"/>
          <ac:picMkLst>
            <pc:docMk/>
            <pc:sldMk cId="1162202113" sldId="293"/>
            <ac:picMk id="9" creationId="{3A5A9065-88BA-D135-576C-6E66E073C5DB}"/>
          </ac:picMkLst>
        </pc:picChg>
      </pc:sldChg>
      <pc:sldChg chg="del">
        <pc:chgData name="Mohammed Naseer Sihanas" userId="baf10d46-ca0e-4f93-8b9a-bd1fa4bc7e8f" providerId="ADAL" clId="{9A53E081-897D-45B5-A014-4DFC49E51015}" dt="2025-01-01T14:46:44.775" v="4417" actId="47"/>
        <pc:sldMkLst>
          <pc:docMk/>
          <pc:sldMk cId="1990318614" sldId="294"/>
        </pc:sldMkLst>
      </pc:sldChg>
      <pc:sldChg chg="addSp modSp mod modNotesTx">
        <pc:chgData name="Mohammed Naseer Sihanas" userId="baf10d46-ca0e-4f93-8b9a-bd1fa4bc7e8f" providerId="ADAL" clId="{9A53E081-897D-45B5-A014-4DFC49E51015}" dt="2025-01-01T14:57:05.532" v="4693" actId="113"/>
        <pc:sldMkLst>
          <pc:docMk/>
          <pc:sldMk cId="1759449543" sldId="295"/>
        </pc:sldMkLst>
        <pc:spChg chg="add mod">
          <ac:chgData name="Mohammed Naseer Sihanas" userId="baf10d46-ca0e-4f93-8b9a-bd1fa4bc7e8f" providerId="ADAL" clId="{9A53E081-897D-45B5-A014-4DFC49E51015}" dt="2025-01-01T14:57:05.532" v="4693" actId="113"/>
          <ac:spMkLst>
            <pc:docMk/>
            <pc:sldMk cId="1759449543" sldId="295"/>
            <ac:spMk id="3" creationId="{D5E5F438-D287-5AB9-9A1F-A0D4E42D6581}"/>
          </ac:spMkLst>
        </pc:spChg>
        <pc:graphicFrameChg chg="mod modGraphic">
          <ac:chgData name="Mohammed Naseer Sihanas" userId="baf10d46-ca0e-4f93-8b9a-bd1fa4bc7e8f" providerId="ADAL" clId="{9A53E081-897D-45B5-A014-4DFC49E51015}" dt="2025-01-01T14:46:22.497" v="4411" actId="1036"/>
          <ac:graphicFrameMkLst>
            <pc:docMk/>
            <pc:sldMk cId="1759449543" sldId="295"/>
            <ac:graphicFrameMk id="2" creationId="{5002578D-F2FE-FD77-0C41-44DA3A48845A}"/>
          </ac:graphicFrameMkLst>
        </pc:graphicFrameChg>
      </pc:sldChg>
      <pc:sldChg chg="addSp modSp mod modNotesTx">
        <pc:chgData name="Mohammed Naseer Sihanas" userId="baf10d46-ca0e-4f93-8b9a-bd1fa4bc7e8f" providerId="ADAL" clId="{9A53E081-897D-45B5-A014-4DFC49E51015}" dt="2025-01-01T14:54:51.844" v="4684" actId="113"/>
        <pc:sldMkLst>
          <pc:docMk/>
          <pc:sldMk cId="1791928449" sldId="296"/>
        </pc:sldMkLst>
        <pc:spChg chg="add mod">
          <ac:chgData name="Mohammed Naseer Sihanas" userId="baf10d46-ca0e-4f93-8b9a-bd1fa4bc7e8f" providerId="ADAL" clId="{9A53E081-897D-45B5-A014-4DFC49E51015}" dt="2025-01-01T14:54:51.844" v="4684" actId="113"/>
          <ac:spMkLst>
            <pc:docMk/>
            <pc:sldMk cId="1791928449" sldId="296"/>
            <ac:spMk id="2" creationId="{549EBC71-D469-BB3E-DD59-5496DCA2CBA2}"/>
          </ac:spMkLst>
        </pc:spChg>
        <pc:graphicFrameChg chg="mod modGraphic">
          <ac:chgData name="Mohammed Naseer Sihanas" userId="baf10d46-ca0e-4f93-8b9a-bd1fa4bc7e8f" providerId="ADAL" clId="{9A53E081-897D-45B5-A014-4DFC49E51015}" dt="2025-01-01T14:49:32.878" v="4557" actId="1076"/>
          <ac:graphicFrameMkLst>
            <pc:docMk/>
            <pc:sldMk cId="1791928449" sldId="296"/>
            <ac:graphicFrameMk id="12" creationId="{3D9AE9B7-978B-A269-5185-7E021B6C8CD3}"/>
          </ac:graphicFrameMkLst>
        </pc:graphicFrameChg>
      </pc:sldChg>
      <pc:sldChg chg="modSp mod modNotesTx">
        <pc:chgData name="Mohammed Naseer Sihanas" userId="baf10d46-ca0e-4f93-8b9a-bd1fa4bc7e8f" providerId="ADAL" clId="{9A53E081-897D-45B5-A014-4DFC49E51015}" dt="2025-01-01T14:56:58.274" v="4692" actId="113"/>
        <pc:sldMkLst>
          <pc:docMk/>
          <pc:sldMk cId="496107295" sldId="297"/>
        </pc:sldMkLst>
        <pc:spChg chg="mod">
          <ac:chgData name="Mohammed Naseer Sihanas" userId="baf10d46-ca0e-4f93-8b9a-bd1fa4bc7e8f" providerId="ADAL" clId="{9A53E081-897D-45B5-A014-4DFC49E51015}" dt="2025-01-01T14:56:58.274" v="4692" actId="113"/>
          <ac:spMkLst>
            <pc:docMk/>
            <pc:sldMk cId="496107295" sldId="297"/>
            <ac:spMk id="2" creationId="{CDC37EE8-012C-32CC-F3F0-86E640DDD220}"/>
          </ac:spMkLst>
        </pc:spChg>
      </pc:sldChg>
      <pc:sldChg chg="modNotesTx">
        <pc:chgData name="Mohammed Naseer Sihanas" userId="baf10d46-ca0e-4f93-8b9a-bd1fa4bc7e8f" providerId="ADAL" clId="{9A53E081-897D-45B5-A014-4DFC49E51015}" dt="2024-12-26T06:08:23.823" v="3815" actId="20577"/>
        <pc:sldMkLst>
          <pc:docMk/>
          <pc:sldMk cId="3136324813" sldId="298"/>
        </pc:sldMkLst>
      </pc:sldChg>
      <pc:sldChg chg="modNotesTx">
        <pc:chgData name="Mohammed Naseer Sihanas" userId="baf10d46-ca0e-4f93-8b9a-bd1fa4bc7e8f" providerId="ADAL" clId="{9A53E081-897D-45B5-A014-4DFC49E51015}" dt="2024-12-26T06:06:37.142" v="3805" actId="5793"/>
        <pc:sldMkLst>
          <pc:docMk/>
          <pc:sldMk cId="3869684852" sldId="299"/>
        </pc:sldMkLst>
      </pc:sldChg>
      <pc:sldChg chg="modNotesTx">
        <pc:chgData name="Mohammed Naseer Sihanas" userId="baf10d46-ca0e-4f93-8b9a-bd1fa4bc7e8f" providerId="ADAL" clId="{9A53E081-897D-45B5-A014-4DFC49E51015}" dt="2024-12-26T06:06:31.880" v="3801"/>
        <pc:sldMkLst>
          <pc:docMk/>
          <pc:sldMk cId="3434685232" sldId="300"/>
        </pc:sldMkLst>
      </pc:sldChg>
      <pc:sldChg chg="modNotesTx">
        <pc:chgData name="Mohammed Naseer Sihanas" userId="baf10d46-ca0e-4f93-8b9a-bd1fa4bc7e8f" providerId="ADAL" clId="{9A53E081-897D-45B5-A014-4DFC49E51015}" dt="2024-12-27T12:57:37.688" v="4046" actId="20577"/>
        <pc:sldMkLst>
          <pc:docMk/>
          <pc:sldMk cId="1869058261" sldId="301"/>
        </pc:sldMkLst>
      </pc:sldChg>
      <pc:sldChg chg="modSp del mod modNotesTx">
        <pc:chgData name="Mohammed Naseer Sihanas" userId="baf10d46-ca0e-4f93-8b9a-bd1fa4bc7e8f" providerId="ADAL" clId="{9A53E081-897D-45B5-A014-4DFC49E51015}" dt="2025-01-01T14:52:37.638" v="4586" actId="47"/>
        <pc:sldMkLst>
          <pc:docMk/>
          <pc:sldMk cId="2688047474" sldId="302"/>
        </pc:sldMkLst>
        <pc:spChg chg="mod">
          <ac:chgData name="Mohammed Naseer Sihanas" userId="baf10d46-ca0e-4f93-8b9a-bd1fa4bc7e8f" providerId="ADAL" clId="{9A53E081-897D-45B5-A014-4DFC49E51015}" dt="2024-12-26T00:43:12.949" v="3765" actId="20577"/>
          <ac:spMkLst>
            <pc:docMk/>
            <pc:sldMk cId="2688047474" sldId="302"/>
            <ac:spMk id="2" creationId="{5585F0CC-EF59-88D5-ED9B-571FFAD5ED4B}"/>
          </ac:spMkLst>
        </pc:spChg>
      </pc:sldChg>
      <pc:sldChg chg="addSp modSp mod modNotesTx">
        <pc:chgData name="Mohammed Naseer Sihanas" userId="baf10d46-ca0e-4f93-8b9a-bd1fa4bc7e8f" providerId="ADAL" clId="{9A53E081-897D-45B5-A014-4DFC49E51015}" dt="2025-01-02T06:00:25.890" v="4795" actId="1076"/>
        <pc:sldMkLst>
          <pc:docMk/>
          <pc:sldMk cId="1946113525" sldId="303"/>
        </pc:sldMkLst>
        <pc:spChg chg="add mod">
          <ac:chgData name="Mohammed Naseer Sihanas" userId="baf10d46-ca0e-4f93-8b9a-bd1fa4bc7e8f" providerId="ADAL" clId="{9A53E081-897D-45B5-A014-4DFC49E51015}" dt="2025-01-02T06:00:25.890" v="4795" actId="1076"/>
          <ac:spMkLst>
            <pc:docMk/>
            <pc:sldMk cId="1946113525" sldId="303"/>
            <ac:spMk id="2" creationId="{7C6989A3-A72E-973F-FD52-B53F201F7450}"/>
          </ac:spMkLst>
        </pc:spChg>
        <pc:spChg chg="mod">
          <ac:chgData name="Mohammed Naseer Sihanas" userId="baf10d46-ca0e-4f93-8b9a-bd1fa4bc7e8f" providerId="ADAL" clId="{9A53E081-897D-45B5-A014-4DFC49E51015}" dt="2025-01-02T06:00:21.448" v="4794" actId="1076"/>
          <ac:spMkLst>
            <pc:docMk/>
            <pc:sldMk cId="1946113525" sldId="303"/>
            <ac:spMk id="14" creationId="{B801D6C0-B5F4-5E40-9CD2-E6751ACA90FE}"/>
          </ac:spMkLst>
        </pc:spChg>
      </pc:sldChg>
      <pc:sldChg chg="modSp del mod">
        <pc:chgData name="Mohammed Naseer Sihanas" userId="baf10d46-ca0e-4f93-8b9a-bd1fa4bc7e8f" providerId="ADAL" clId="{9A53E081-897D-45B5-A014-4DFC49E51015}" dt="2025-01-01T14:53:10.481" v="4602" actId="47"/>
        <pc:sldMkLst>
          <pc:docMk/>
          <pc:sldMk cId="3243230158" sldId="304"/>
        </pc:sldMkLst>
        <pc:spChg chg="mod">
          <ac:chgData name="Mohammed Naseer Sihanas" userId="baf10d46-ca0e-4f93-8b9a-bd1fa4bc7e8f" providerId="ADAL" clId="{9A53E081-897D-45B5-A014-4DFC49E51015}" dt="2024-12-26T00:43:18.419" v="3769" actId="20577"/>
          <ac:spMkLst>
            <pc:docMk/>
            <pc:sldMk cId="3243230158" sldId="304"/>
            <ac:spMk id="2" creationId="{9E33FBC8-8E63-64C9-AF89-C91904991964}"/>
          </ac:spMkLst>
        </pc:spChg>
      </pc:sldChg>
      <pc:sldChg chg="addSp modSp mod modNotesTx">
        <pc:chgData name="Mohammed Naseer Sihanas" userId="baf10d46-ca0e-4f93-8b9a-bd1fa4bc7e8f" providerId="ADAL" clId="{9A53E081-897D-45B5-A014-4DFC49E51015}" dt="2025-01-02T05:59:10.249" v="4778" actId="20577"/>
        <pc:sldMkLst>
          <pc:docMk/>
          <pc:sldMk cId="2631765021" sldId="305"/>
        </pc:sldMkLst>
        <pc:spChg chg="add mod">
          <ac:chgData name="Mohammed Naseer Sihanas" userId="baf10d46-ca0e-4f93-8b9a-bd1fa4bc7e8f" providerId="ADAL" clId="{9A53E081-897D-45B5-A014-4DFC49E51015}" dt="2025-01-01T14:54:29.426" v="4681" actId="113"/>
          <ac:spMkLst>
            <pc:docMk/>
            <pc:sldMk cId="2631765021" sldId="305"/>
            <ac:spMk id="2" creationId="{44209E19-F34C-AA4D-E014-8F4720A2C8AC}"/>
          </ac:spMkLst>
        </pc:spChg>
        <pc:spChg chg="mod">
          <ac:chgData name="Mohammed Naseer Sihanas" userId="baf10d46-ca0e-4f93-8b9a-bd1fa4bc7e8f" providerId="ADAL" clId="{9A53E081-897D-45B5-A014-4DFC49E51015}" dt="2025-01-02T05:59:10.249" v="4778" actId="20577"/>
          <ac:spMkLst>
            <pc:docMk/>
            <pc:sldMk cId="2631765021" sldId="305"/>
            <ac:spMk id="14" creationId="{13FD6234-89D6-B4AC-4390-4BDC94D20837}"/>
          </ac:spMkLst>
        </pc:spChg>
      </pc:sldChg>
      <pc:sldChg chg="modSp del mod">
        <pc:chgData name="Mohammed Naseer Sihanas" userId="baf10d46-ca0e-4f93-8b9a-bd1fa4bc7e8f" providerId="ADAL" clId="{9A53E081-897D-45B5-A014-4DFC49E51015}" dt="2025-01-01T14:53:48.457" v="4642" actId="47"/>
        <pc:sldMkLst>
          <pc:docMk/>
          <pc:sldMk cId="1942020473" sldId="306"/>
        </pc:sldMkLst>
        <pc:spChg chg="mod">
          <ac:chgData name="Mohammed Naseer Sihanas" userId="baf10d46-ca0e-4f93-8b9a-bd1fa4bc7e8f" providerId="ADAL" clId="{9A53E081-897D-45B5-A014-4DFC49E51015}" dt="2024-12-26T00:43:23.411" v="3773" actId="20577"/>
          <ac:spMkLst>
            <pc:docMk/>
            <pc:sldMk cId="1942020473" sldId="306"/>
            <ac:spMk id="2" creationId="{631C2D2A-B118-B41C-756C-6BED6B08C240}"/>
          </ac:spMkLst>
        </pc:spChg>
      </pc:sldChg>
      <pc:sldChg chg="addSp modSp mod modNotesTx">
        <pc:chgData name="Mohammed Naseer Sihanas" userId="baf10d46-ca0e-4f93-8b9a-bd1fa4bc7e8f" providerId="ADAL" clId="{9A53E081-897D-45B5-A014-4DFC49E51015}" dt="2025-01-02T06:00:00.483" v="4788" actId="1076"/>
        <pc:sldMkLst>
          <pc:docMk/>
          <pc:sldMk cId="3405801661" sldId="307"/>
        </pc:sldMkLst>
        <pc:spChg chg="add mod">
          <ac:chgData name="Mohammed Naseer Sihanas" userId="baf10d46-ca0e-4f93-8b9a-bd1fa4bc7e8f" providerId="ADAL" clId="{9A53E081-897D-45B5-A014-4DFC49E51015}" dt="2025-01-01T14:54:26.634" v="4680" actId="113"/>
          <ac:spMkLst>
            <pc:docMk/>
            <pc:sldMk cId="3405801661" sldId="307"/>
            <ac:spMk id="2" creationId="{20ABE4C4-1182-36F9-4B9F-AE8760A6FA27}"/>
          </ac:spMkLst>
        </pc:spChg>
        <pc:spChg chg="mod">
          <ac:chgData name="Mohammed Naseer Sihanas" userId="baf10d46-ca0e-4f93-8b9a-bd1fa4bc7e8f" providerId="ADAL" clId="{9A53E081-897D-45B5-A014-4DFC49E51015}" dt="2025-01-02T06:00:00.483" v="4788" actId="1076"/>
          <ac:spMkLst>
            <pc:docMk/>
            <pc:sldMk cId="3405801661" sldId="307"/>
            <ac:spMk id="14" creationId="{84B5813C-E9CC-D20B-8AB3-128C44172519}"/>
          </ac:spMkLst>
        </pc:spChg>
      </pc:sldChg>
      <pc:sldChg chg="addSp modSp mod modNotesTx">
        <pc:chgData name="Mohammed Naseer Sihanas" userId="baf10d46-ca0e-4f93-8b9a-bd1fa4bc7e8f" providerId="ADAL" clId="{9A53E081-897D-45B5-A014-4DFC49E51015}" dt="2025-01-01T14:54:22.198" v="4679" actId="113"/>
        <pc:sldMkLst>
          <pc:docMk/>
          <pc:sldMk cId="921983525" sldId="308"/>
        </pc:sldMkLst>
        <pc:spChg chg="add mod">
          <ac:chgData name="Mohammed Naseer Sihanas" userId="baf10d46-ca0e-4f93-8b9a-bd1fa4bc7e8f" providerId="ADAL" clId="{9A53E081-897D-45B5-A014-4DFC49E51015}" dt="2025-01-01T14:54:22.198" v="4679" actId="113"/>
          <ac:spMkLst>
            <pc:docMk/>
            <pc:sldMk cId="921983525" sldId="308"/>
            <ac:spMk id="2" creationId="{44C75A31-2C75-61F6-1812-4D2FF58E04B4}"/>
          </ac:spMkLst>
        </pc:spChg>
        <pc:spChg chg="mod">
          <ac:chgData name="Mohammed Naseer Sihanas" userId="baf10d46-ca0e-4f93-8b9a-bd1fa4bc7e8f" providerId="ADAL" clId="{9A53E081-897D-45B5-A014-4DFC49E51015}" dt="2025-01-01T14:54:09.797" v="4676" actId="1036"/>
          <ac:spMkLst>
            <pc:docMk/>
            <pc:sldMk cId="921983525" sldId="308"/>
            <ac:spMk id="14" creationId="{5D39A2AF-0A31-ABDA-CE86-79A24E645B52}"/>
          </ac:spMkLst>
        </pc:spChg>
      </pc:sldChg>
      <pc:sldChg chg="modSp mod modNotesTx">
        <pc:chgData name="Mohammed Naseer Sihanas" userId="baf10d46-ca0e-4f93-8b9a-bd1fa4bc7e8f" providerId="ADAL" clId="{9A53E081-897D-45B5-A014-4DFC49E51015}" dt="2025-01-02T00:18:58.009" v="4705" actId="20577"/>
        <pc:sldMkLst>
          <pc:docMk/>
          <pc:sldMk cId="3915136776" sldId="309"/>
        </pc:sldMkLst>
        <pc:spChg chg="mod">
          <ac:chgData name="Mohammed Naseer Sihanas" userId="baf10d46-ca0e-4f93-8b9a-bd1fa4bc7e8f" providerId="ADAL" clId="{9A53E081-897D-45B5-A014-4DFC49E51015}" dt="2025-01-01T14:54:42.546" v="4683" actId="113"/>
          <ac:spMkLst>
            <pc:docMk/>
            <pc:sldMk cId="3915136776" sldId="309"/>
            <ac:spMk id="2" creationId="{D323EFB5-79D9-2D08-51FE-F203F8515D8D}"/>
          </ac:spMkLst>
        </pc:spChg>
      </pc:sldChg>
    </pc:docChg>
  </pc:docChgLst>
  <pc:docChgLst>
    <pc:chgData name="Mohammed Naseer Sihanas" userId="baf10d46-ca0e-4f93-8b9a-bd1fa4bc7e8f" providerId="ADAL" clId="{86C72FEF-F0B4-480B-A1E9-B0E19539FAD3}"/>
    <pc:docChg chg="undo redo custSel addSld delSld modSld sldOrd modMainMaster">
      <pc:chgData name="Mohammed Naseer Sihanas" userId="baf10d46-ca0e-4f93-8b9a-bd1fa4bc7e8f" providerId="ADAL" clId="{86C72FEF-F0B4-480B-A1E9-B0E19539FAD3}" dt="2024-12-24T07:24:15.503" v="2237" actId="20577"/>
      <pc:docMkLst>
        <pc:docMk/>
      </pc:docMkLst>
      <pc:sldChg chg="modSp mod modTransition modNotesTx">
        <pc:chgData name="Mohammed Naseer Sihanas" userId="baf10d46-ca0e-4f93-8b9a-bd1fa4bc7e8f" providerId="ADAL" clId="{86C72FEF-F0B4-480B-A1E9-B0E19539FAD3}" dt="2024-12-24T07:22:22.567" v="2220" actId="20577"/>
        <pc:sldMkLst>
          <pc:docMk/>
          <pc:sldMk cId="932762795" sldId="256"/>
        </pc:sldMkLst>
        <pc:spChg chg="mod">
          <ac:chgData name="Mohammed Naseer Sihanas" userId="baf10d46-ca0e-4f93-8b9a-bd1fa4bc7e8f" providerId="ADAL" clId="{86C72FEF-F0B4-480B-A1E9-B0E19539FAD3}" dt="2024-12-21T05:36:25.475" v="1211" actId="403"/>
          <ac:spMkLst>
            <pc:docMk/>
            <pc:sldMk cId="932762795" sldId="256"/>
            <ac:spMk id="2" creationId="{00000000-0000-0000-0000-000000000000}"/>
          </ac:spMkLst>
        </pc:spChg>
        <pc:spChg chg="mod">
          <ac:chgData name="Mohammed Naseer Sihanas" userId="baf10d46-ca0e-4f93-8b9a-bd1fa4bc7e8f" providerId="ADAL" clId="{86C72FEF-F0B4-480B-A1E9-B0E19539FAD3}" dt="2024-12-21T10:57:22.565" v="1690" actId="13926"/>
          <ac:spMkLst>
            <pc:docMk/>
            <pc:sldMk cId="932762795" sldId="256"/>
            <ac:spMk id="7" creationId="{00000000-0000-0000-0000-000000000000}"/>
          </ac:spMkLst>
        </pc:spChg>
      </pc:sldChg>
      <pc:sldChg chg="modSp mod modTransition modNotesTx">
        <pc:chgData name="Mohammed Naseer Sihanas" userId="baf10d46-ca0e-4f93-8b9a-bd1fa4bc7e8f" providerId="ADAL" clId="{86C72FEF-F0B4-480B-A1E9-B0E19539FAD3}" dt="2024-12-24T07:22:26.239" v="2221" actId="20577"/>
        <pc:sldMkLst>
          <pc:docMk/>
          <pc:sldMk cId="891432784" sldId="257"/>
        </pc:sldMkLst>
        <pc:spChg chg="mod">
          <ac:chgData name="Mohammed Naseer Sihanas" userId="baf10d46-ca0e-4f93-8b9a-bd1fa4bc7e8f" providerId="ADAL" clId="{86C72FEF-F0B4-480B-A1E9-B0E19539FAD3}" dt="2024-12-21T11:02:48.355" v="1775" actId="20577"/>
          <ac:spMkLst>
            <pc:docMk/>
            <pc:sldMk cId="891432784" sldId="257"/>
            <ac:spMk id="3" creationId="{00000000-0000-0000-0000-000000000000}"/>
          </ac:spMkLst>
        </pc:spChg>
      </pc:sldChg>
      <pc:sldChg chg="modSp mod modTransition modNotesTx">
        <pc:chgData name="Mohammed Naseer Sihanas" userId="baf10d46-ca0e-4f93-8b9a-bd1fa4bc7e8f" providerId="ADAL" clId="{86C72FEF-F0B4-480B-A1E9-B0E19539FAD3}" dt="2024-12-24T07:22:53.951" v="2224" actId="20577"/>
        <pc:sldMkLst>
          <pc:docMk/>
          <pc:sldMk cId="100369622" sldId="258"/>
        </pc:sldMkLst>
        <pc:spChg chg="mod">
          <ac:chgData name="Mohammed Naseer Sihanas" userId="baf10d46-ca0e-4f93-8b9a-bd1fa4bc7e8f" providerId="ADAL" clId="{86C72FEF-F0B4-480B-A1E9-B0E19539FAD3}" dt="2024-12-19T08:22:18.458" v="260" actId="27636"/>
          <ac:spMkLst>
            <pc:docMk/>
            <pc:sldMk cId="100369622" sldId="258"/>
            <ac:spMk id="3" creationId="{00000000-0000-0000-0000-000000000000}"/>
          </ac:spMkLst>
        </pc:spChg>
      </pc:sldChg>
      <pc:sldChg chg="addSp delSp modSp mod modTransition modNotesTx">
        <pc:chgData name="Mohammed Naseer Sihanas" userId="baf10d46-ca0e-4f93-8b9a-bd1fa4bc7e8f" providerId="ADAL" clId="{86C72FEF-F0B4-480B-A1E9-B0E19539FAD3}" dt="2024-12-24T07:22:38.502" v="2222" actId="20577"/>
        <pc:sldMkLst>
          <pc:docMk/>
          <pc:sldMk cId="1319477807" sldId="259"/>
        </pc:sldMkLst>
        <pc:spChg chg="add mod">
          <ac:chgData name="Mohammed Naseer Sihanas" userId="baf10d46-ca0e-4f93-8b9a-bd1fa4bc7e8f" providerId="ADAL" clId="{86C72FEF-F0B4-480B-A1E9-B0E19539FAD3}" dt="2024-12-19T04:50:40.494" v="175" actId="12"/>
          <ac:spMkLst>
            <pc:docMk/>
            <pc:sldMk cId="1319477807" sldId="259"/>
            <ac:spMk id="2" creationId="{310C470C-1885-7178-E4F5-741B454AF494}"/>
          </ac:spMkLst>
        </pc:spChg>
        <pc:spChg chg="del mod">
          <ac:chgData name="Mohammed Naseer Sihanas" userId="baf10d46-ca0e-4f93-8b9a-bd1fa4bc7e8f" providerId="ADAL" clId="{86C72FEF-F0B4-480B-A1E9-B0E19539FAD3}" dt="2024-12-19T04:56:17.797" v="196" actId="478"/>
          <ac:spMkLst>
            <pc:docMk/>
            <pc:sldMk cId="1319477807" sldId="259"/>
            <ac:spMk id="3" creationId="{0EBE4CCC-C2A9-8BCF-FCF5-9DCFB4A2E67E}"/>
          </ac:spMkLst>
        </pc:spChg>
        <pc:spChg chg="add">
          <ac:chgData name="Mohammed Naseer Sihanas" userId="baf10d46-ca0e-4f93-8b9a-bd1fa4bc7e8f" providerId="ADAL" clId="{86C72FEF-F0B4-480B-A1E9-B0E19539FAD3}" dt="2024-12-19T04:50:46.249" v="176"/>
          <ac:spMkLst>
            <pc:docMk/>
            <pc:sldMk cId="1319477807" sldId="259"/>
            <ac:spMk id="7" creationId="{7166E208-C251-83FA-8928-B5A25B29559D}"/>
          </ac:spMkLst>
        </pc:spChg>
        <pc:spChg chg="mod">
          <ac:chgData name="Mohammed Naseer Sihanas" userId="baf10d46-ca0e-4f93-8b9a-bd1fa4bc7e8f" providerId="ADAL" clId="{86C72FEF-F0B4-480B-A1E9-B0E19539FAD3}" dt="2024-12-19T04:55:08.979" v="192" actId="14100"/>
          <ac:spMkLst>
            <pc:docMk/>
            <pc:sldMk cId="1319477807" sldId="259"/>
            <ac:spMk id="8" creationId="{D540D9C5-63BD-87DD-A593-5C7AEB55E9F5}"/>
          </ac:spMkLst>
        </pc:spChg>
        <pc:spChg chg="add del mod">
          <ac:chgData name="Mohammed Naseer Sihanas" userId="baf10d46-ca0e-4f93-8b9a-bd1fa4bc7e8f" providerId="ADAL" clId="{86C72FEF-F0B4-480B-A1E9-B0E19539FAD3}" dt="2024-12-19T04:56:36.727" v="199" actId="478"/>
          <ac:spMkLst>
            <pc:docMk/>
            <pc:sldMk cId="1319477807" sldId="259"/>
            <ac:spMk id="10" creationId="{B6EA2624-3FB2-2F04-BBC1-89E0C22D7684}"/>
          </ac:spMkLst>
        </pc:spChg>
        <pc:spChg chg="add mod">
          <ac:chgData name="Mohammed Naseer Sihanas" userId="baf10d46-ca0e-4f93-8b9a-bd1fa4bc7e8f" providerId="ADAL" clId="{86C72FEF-F0B4-480B-A1E9-B0E19539FAD3}" dt="2024-12-19T04:57:45.539" v="207" actId="14100"/>
          <ac:spMkLst>
            <pc:docMk/>
            <pc:sldMk cId="1319477807" sldId="259"/>
            <ac:spMk id="11" creationId="{D764EE45-8CA4-0EDE-0484-E25C784E5404}"/>
          </ac:spMkLst>
        </pc:spChg>
      </pc:sldChg>
      <pc:sldChg chg="modSp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104598345" sldId="260"/>
        </pc:sldMkLst>
        <pc:spChg chg="mod">
          <ac:chgData name="Mohammed Naseer Sihanas" userId="baf10d46-ca0e-4f93-8b9a-bd1fa4bc7e8f" providerId="ADAL" clId="{86C72FEF-F0B4-480B-A1E9-B0E19539FAD3}" dt="2024-12-21T10:42:15.956" v="1587" actId="20577"/>
          <ac:spMkLst>
            <pc:docMk/>
            <pc:sldMk cId="104598345" sldId="260"/>
            <ac:spMk id="2" creationId="{00000000-0000-0000-0000-000000000000}"/>
          </ac:spMkLst>
        </pc:spChg>
      </pc:sldChg>
      <pc:sldChg chg="addSp delSp modSp mod modTransition modNotesTx">
        <pc:chgData name="Mohammed Naseer Sihanas" userId="baf10d46-ca0e-4f93-8b9a-bd1fa4bc7e8f" providerId="ADAL" clId="{86C72FEF-F0B4-480B-A1E9-B0E19539FAD3}" dt="2024-12-24T07:23:31.903" v="2231" actId="20577"/>
        <pc:sldMkLst>
          <pc:docMk/>
          <pc:sldMk cId="3966344777" sldId="261"/>
        </pc:sldMkLst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2" creationId="{4808638B-2ED3-5639-D9FE-44EAE81DBC56}"/>
          </ac:spMkLst>
        </pc:spChg>
        <pc:spChg chg="add mod">
          <ac:chgData name="Mohammed Naseer Sihanas" userId="baf10d46-ca0e-4f93-8b9a-bd1fa4bc7e8f" providerId="ADAL" clId="{86C72FEF-F0B4-480B-A1E9-B0E19539FAD3}" dt="2024-12-21T11:30:06.445" v="2108" actId="1076"/>
          <ac:spMkLst>
            <pc:docMk/>
            <pc:sldMk cId="3966344777" sldId="261"/>
            <ac:spMk id="2" creationId="{7BDF2665-2509-3918-70F3-D66F78A4DD03}"/>
          </ac:spMkLst>
        </pc:spChg>
        <pc:spChg chg="add mod">
          <ac:chgData name="Mohammed Naseer Sihanas" userId="baf10d46-ca0e-4f93-8b9a-bd1fa4bc7e8f" providerId="ADAL" clId="{86C72FEF-F0B4-480B-A1E9-B0E19539FAD3}" dt="2024-12-21T11:30:36.113" v="2115" actId="1076"/>
          <ac:spMkLst>
            <pc:docMk/>
            <pc:sldMk cId="3966344777" sldId="261"/>
            <ac:spMk id="3" creationId="{5A900BC1-827C-FAB9-AA21-CCD55F53C4ED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3" creationId="{89D867EA-DB3F-5210-AD0A-A0C517DF88FC}"/>
          </ac:spMkLst>
        </pc:spChg>
        <pc:spChg chg="add mod">
          <ac:chgData name="Mohammed Naseer Sihanas" userId="baf10d46-ca0e-4f93-8b9a-bd1fa4bc7e8f" providerId="ADAL" clId="{86C72FEF-F0B4-480B-A1E9-B0E19539FAD3}" dt="2024-12-21T11:27:27.834" v="2076" actId="1076"/>
          <ac:spMkLst>
            <pc:docMk/>
            <pc:sldMk cId="3966344777" sldId="261"/>
            <ac:spMk id="7" creationId="{3246DB58-DB5F-8561-5C7A-333B72E454FA}"/>
          </ac:spMkLst>
        </pc:spChg>
        <pc:spChg chg="add mod">
          <ac:chgData name="Mohammed Naseer Sihanas" userId="baf10d46-ca0e-4f93-8b9a-bd1fa4bc7e8f" providerId="ADAL" clId="{86C72FEF-F0B4-480B-A1E9-B0E19539FAD3}" dt="2024-12-21T11:27:37.300" v="2078" actId="1076"/>
          <ac:spMkLst>
            <pc:docMk/>
            <pc:sldMk cId="3966344777" sldId="261"/>
            <ac:spMk id="8" creationId="{BA055626-699B-3C21-9D68-22B8F05798B8}"/>
          </ac:spMkLst>
        </pc:spChg>
        <pc:spChg chg="add mod">
          <ac:chgData name="Mohammed Naseer Sihanas" userId="baf10d46-ca0e-4f93-8b9a-bd1fa4bc7e8f" providerId="ADAL" clId="{86C72FEF-F0B4-480B-A1E9-B0E19539FAD3}" dt="2024-12-21T11:28:59.315" v="2099" actId="1076"/>
          <ac:spMkLst>
            <pc:docMk/>
            <pc:sldMk cId="3966344777" sldId="261"/>
            <ac:spMk id="9" creationId="{D6E7F18F-B443-9FE6-48CC-EAE02A48C3E2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10" creationId="{668B1EF0-8E09-672C-29F2-3F86CF5BD028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12" creationId="{0F7796D2-C20B-4CF8-EC86-6E48623886FD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13" creationId="{792B86AF-1C27-5EE1-0BC2-54069733C8EA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19" creationId="{7A922423-F9BA-477A-B765-F240E584C9BB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20" creationId="{60317E27-C990-17EA-89E4-7792C4B6A7DF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22" creationId="{E54DDF26-0895-9732-3BF9-2A1C2A3EDB94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23" creationId="{18FF3620-C2E9-D3AA-6333-7D1FCF8A66CF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24" creationId="{EFE5F061-F40D-BF62-46CF-550CF6E5CA27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25" creationId="{038F0592-E516-B8CA-D85A-E46E38FBD0C1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26" creationId="{953AD6F5-B2B0-DACD-B09C-642FBD2C399D}"/>
          </ac:spMkLst>
        </pc:spChg>
        <pc:spChg chg="del">
          <ac:chgData name="Mohammed Naseer Sihanas" userId="baf10d46-ca0e-4f93-8b9a-bd1fa4bc7e8f" providerId="ADAL" clId="{86C72FEF-F0B4-480B-A1E9-B0E19539FAD3}" dt="2024-12-21T04:30:01.826" v="456" actId="478"/>
          <ac:spMkLst>
            <pc:docMk/>
            <pc:sldMk cId="3966344777" sldId="261"/>
            <ac:spMk id="27" creationId="{039E5080-72EF-EA53-43CC-FF9EDE457DD4}"/>
          </ac:spMkLst>
        </pc:spChg>
        <pc:spChg chg="add mod">
          <ac:chgData name="Mohammed Naseer Sihanas" userId="baf10d46-ca0e-4f93-8b9a-bd1fa4bc7e8f" providerId="ADAL" clId="{86C72FEF-F0B4-480B-A1E9-B0E19539FAD3}" dt="2024-12-21T11:30:29.175" v="2114" actId="1076"/>
          <ac:spMkLst>
            <pc:docMk/>
            <pc:sldMk cId="3966344777" sldId="261"/>
            <ac:spMk id="30" creationId="{64A7A52E-BD4C-2B29-C203-6EF3CEF11572}"/>
          </ac:spMkLst>
        </pc:spChg>
        <pc:spChg chg="add del">
          <ac:chgData name="Mohammed Naseer Sihanas" userId="baf10d46-ca0e-4f93-8b9a-bd1fa4bc7e8f" providerId="ADAL" clId="{86C72FEF-F0B4-480B-A1E9-B0E19539FAD3}" dt="2024-12-21T11:17:05.291" v="1963" actId="478"/>
          <ac:spMkLst>
            <pc:docMk/>
            <pc:sldMk cId="3966344777" sldId="261"/>
            <ac:spMk id="32" creationId="{F15C1F1A-8C60-2B16-0562-3572ED7263BF}"/>
          </ac:spMkLst>
        </pc:spChg>
        <pc:cxnChg chg="add del mod">
          <ac:chgData name="Mohammed Naseer Sihanas" userId="baf10d46-ca0e-4f93-8b9a-bd1fa4bc7e8f" providerId="ADAL" clId="{86C72FEF-F0B4-480B-A1E9-B0E19539FAD3}" dt="2024-12-21T04:50:46.764" v="958" actId="478"/>
          <ac:cxnSpMkLst>
            <pc:docMk/>
            <pc:sldMk cId="3966344777" sldId="261"/>
            <ac:cxnSpMk id="11" creationId="{766DAF09-D492-2E7F-56C9-F1250ADD3A3D}"/>
          </ac:cxnSpMkLst>
        </pc:cxnChg>
        <pc:cxnChg chg="add mod">
          <ac:chgData name="Mohammed Naseer Sihanas" userId="baf10d46-ca0e-4f93-8b9a-bd1fa4bc7e8f" providerId="ADAL" clId="{86C72FEF-F0B4-480B-A1E9-B0E19539FAD3}" dt="2024-12-21T11:28:59.315" v="2099" actId="1076"/>
          <ac:cxnSpMkLst>
            <pc:docMk/>
            <pc:sldMk cId="3966344777" sldId="261"/>
            <ac:cxnSpMk id="14" creationId="{ADC24D30-7D37-44D8-377F-5926B39C4A08}"/>
          </ac:cxnSpMkLst>
        </pc:cxnChg>
        <pc:cxnChg chg="add mod">
          <ac:chgData name="Mohammed Naseer Sihanas" userId="baf10d46-ca0e-4f93-8b9a-bd1fa4bc7e8f" providerId="ADAL" clId="{86C72FEF-F0B4-480B-A1E9-B0E19539FAD3}" dt="2024-12-21T11:28:02.270" v="2093" actId="14100"/>
          <ac:cxnSpMkLst>
            <pc:docMk/>
            <pc:sldMk cId="3966344777" sldId="261"/>
            <ac:cxnSpMk id="15" creationId="{7D2A4A07-9FA6-2778-2F6D-774D3ADDC2C7}"/>
          </ac:cxnSpMkLst>
        </pc:cxnChg>
        <pc:cxnChg chg="add mod">
          <ac:chgData name="Mohammed Naseer Sihanas" userId="baf10d46-ca0e-4f93-8b9a-bd1fa4bc7e8f" providerId="ADAL" clId="{86C72FEF-F0B4-480B-A1E9-B0E19539FAD3}" dt="2024-12-21T11:30:14.554" v="2110" actId="14100"/>
          <ac:cxnSpMkLst>
            <pc:docMk/>
            <pc:sldMk cId="3966344777" sldId="261"/>
            <ac:cxnSpMk id="19" creationId="{8C11DDC7-856C-D5D6-A014-257541B81BC3}"/>
          </ac:cxnSpMkLst>
        </pc:cxnChg>
        <pc:cxnChg chg="add mod">
          <ac:chgData name="Mohammed Naseer Sihanas" userId="baf10d46-ca0e-4f93-8b9a-bd1fa4bc7e8f" providerId="ADAL" clId="{86C72FEF-F0B4-480B-A1E9-B0E19539FAD3}" dt="2024-12-21T11:30:38.824" v="2116" actId="14100"/>
          <ac:cxnSpMkLst>
            <pc:docMk/>
            <pc:sldMk cId="3966344777" sldId="261"/>
            <ac:cxnSpMk id="26" creationId="{096F3D16-94B6-74D6-8798-CC76EFE9CB40}"/>
          </ac:cxnSpMkLst>
        </pc:cxnChg>
      </pc:sldChg>
      <pc:sldChg chg="del">
        <pc:chgData name="Mohammed Naseer Sihanas" userId="baf10d46-ca0e-4f93-8b9a-bd1fa4bc7e8f" providerId="ADAL" clId="{86C72FEF-F0B4-480B-A1E9-B0E19539FAD3}" dt="2024-12-19T08:22:41.629" v="262" actId="2696"/>
        <pc:sldMkLst>
          <pc:docMk/>
          <pc:sldMk cId="1338395865" sldId="263"/>
        </pc:sldMkLst>
      </pc:sldChg>
      <pc:sldChg chg="modTransition modNotesTx">
        <pc:chgData name="Mohammed Naseer Sihanas" userId="baf10d46-ca0e-4f93-8b9a-bd1fa4bc7e8f" providerId="ADAL" clId="{86C72FEF-F0B4-480B-A1E9-B0E19539FAD3}" dt="2024-12-24T07:23:50.496" v="2232" actId="20577"/>
        <pc:sldMkLst>
          <pc:docMk/>
          <pc:sldMk cId="2660892434" sldId="265"/>
        </pc:sldMkLst>
      </pc:sldChg>
      <pc:sldChg chg="modSp mo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2558591677" sldId="266"/>
        </pc:sldMkLst>
        <pc:spChg chg="mod">
          <ac:chgData name="Mohammed Naseer Sihanas" userId="baf10d46-ca0e-4f93-8b9a-bd1fa4bc7e8f" providerId="ADAL" clId="{86C72FEF-F0B4-480B-A1E9-B0E19539FAD3}" dt="2024-12-21T10:33:56.389" v="1546" actId="1076"/>
          <ac:spMkLst>
            <pc:docMk/>
            <pc:sldMk cId="2558591677" sldId="266"/>
            <ac:spMk id="2" creationId="{00000000-0000-0000-0000-000000000000}"/>
          </ac:spMkLst>
        </pc:spChg>
      </pc:sldChg>
      <pc:sldChg chg="modSp mo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1894957646" sldId="267"/>
        </pc:sldMkLst>
        <pc:spChg chg="mod">
          <ac:chgData name="Mohammed Naseer Sihanas" userId="baf10d46-ca0e-4f93-8b9a-bd1fa4bc7e8f" providerId="ADAL" clId="{86C72FEF-F0B4-480B-A1E9-B0E19539FAD3}" dt="2024-12-21T10:35:42.113" v="1555" actId="20577"/>
          <ac:spMkLst>
            <pc:docMk/>
            <pc:sldMk cId="1894957646" sldId="267"/>
            <ac:spMk id="2" creationId="{00000000-0000-0000-0000-000000000000}"/>
          </ac:spMkLst>
        </pc:spChg>
      </pc:sldChg>
      <pc:sldChg chg="del">
        <pc:chgData name="Mohammed Naseer Sihanas" userId="baf10d46-ca0e-4f93-8b9a-bd1fa4bc7e8f" providerId="ADAL" clId="{86C72FEF-F0B4-480B-A1E9-B0E19539FAD3}" dt="2024-12-21T04:59:44.153" v="1025" actId="47"/>
        <pc:sldMkLst>
          <pc:docMk/>
          <pc:sldMk cId="1375064326" sldId="268"/>
        </pc:sldMkLst>
      </pc:sldChg>
      <pc:sldChg chg="del">
        <pc:chgData name="Mohammed Naseer Sihanas" userId="baf10d46-ca0e-4f93-8b9a-bd1fa4bc7e8f" providerId="ADAL" clId="{86C72FEF-F0B4-480B-A1E9-B0E19539FAD3}" dt="2024-12-21T04:59:47.047" v="1026" actId="47"/>
        <pc:sldMkLst>
          <pc:docMk/>
          <pc:sldMk cId="3672480713" sldId="269"/>
        </pc:sldMkLst>
      </pc:sldChg>
      <pc:sldChg chg="del">
        <pc:chgData name="Mohammed Naseer Sihanas" userId="baf10d46-ca0e-4f93-8b9a-bd1fa4bc7e8f" providerId="ADAL" clId="{86C72FEF-F0B4-480B-A1E9-B0E19539FAD3}" dt="2024-12-21T04:59:37.443" v="1024" actId="47"/>
        <pc:sldMkLst>
          <pc:docMk/>
          <pc:sldMk cId="728560859" sldId="271"/>
        </pc:sldMkLst>
      </pc:sldChg>
      <pc:sldChg chg="del">
        <pc:chgData name="Mohammed Naseer Sihanas" userId="baf10d46-ca0e-4f93-8b9a-bd1fa4bc7e8f" providerId="ADAL" clId="{86C72FEF-F0B4-480B-A1E9-B0E19539FAD3}" dt="2024-12-21T04:59:50.163" v="1028" actId="47"/>
        <pc:sldMkLst>
          <pc:docMk/>
          <pc:sldMk cId="1415970124" sldId="272"/>
        </pc:sldMkLst>
      </pc:sldChg>
      <pc:sldChg chg="del">
        <pc:chgData name="Mohammed Naseer Sihanas" userId="baf10d46-ca0e-4f93-8b9a-bd1fa4bc7e8f" providerId="ADAL" clId="{86C72FEF-F0B4-480B-A1E9-B0E19539FAD3}" dt="2024-12-21T05:00:12.725" v="1031" actId="47"/>
        <pc:sldMkLst>
          <pc:docMk/>
          <pc:sldMk cId="421766892" sldId="273"/>
        </pc:sldMkLst>
      </pc:sldChg>
      <pc:sldChg chg="modSp mo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1625561587" sldId="274"/>
        </pc:sldMkLst>
        <pc:spChg chg="mod">
          <ac:chgData name="Mohammed Naseer Sihanas" userId="baf10d46-ca0e-4f93-8b9a-bd1fa4bc7e8f" providerId="ADAL" clId="{86C72FEF-F0B4-480B-A1E9-B0E19539FAD3}" dt="2024-12-21T10:33:19.542" v="1538" actId="1076"/>
          <ac:spMkLst>
            <pc:docMk/>
            <pc:sldMk cId="1625561587" sldId="274"/>
            <ac:spMk id="2" creationId="{00000000-0000-0000-0000-000000000000}"/>
          </ac:spMkLst>
        </pc:spChg>
      </pc:sldChg>
      <pc:sldChg chg="modSp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417698082" sldId="275"/>
        </pc:sldMkLst>
        <pc:spChg chg="mod">
          <ac:chgData name="Mohammed Naseer Sihanas" userId="baf10d46-ca0e-4f93-8b9a-bd1fa4bc7e8f" providerId="ADAL" clId="{86C72FEF-F0B4-480B-A1E9-B0E19539FAD3}" dt="2024-12-21T10:34:21.999" v="1548" actId="20577"/>
          <ac:spMkLst>
            <pc:docMk/>
            <pc:sldMk cId="417698082" sldId="275"/>
            <ac:spMk id="2" creationId="{00000000-0000-0000-0000-000000000000}"/>
          </ac:spMkLst>
        </pc:spChg>
      </pc:sldChg>
      <pc:sldChg chg="del">
        <pc:chgData name="Mohammed Naseer Sihanas" userId="baf10d46-ca0e-4f93-8b9a-bd1fa4bc7e8f" providerId="ADAL" clId="{86C72FEF-F0B4-480B-A1E9-B0E19539FAD3}" dt="2024-12-21T04:59:36.207" v="1023" actId="47"/>
        <pc:sldMkLst>
          <pc:docMk/>
          <pc:sldMk cId="2455035784" sldId="277"/>
        </pc:sldMkLst>
      </pc:sldChg>
      <pc:sldChg chg="del">
        <pc:chgData name="Mohammed Naseer Sihanas" userId="baf10d46-ca0e-4f93-8b9a-bd1fa4bc7e8f" providerId="ADAL" clId="{86C72FEF-F0B4-480B-A1E9-B0E19539FAD3}" dt="2024-12-21T04:59:48.412" v="1027" actId="47"/>
        <pc:sldMkLst>
          <pc:docMk/>
          <pc:sldMk cId="2999461408" sldId="278"/>
        </pc:sldMkLst>
      </pc:sldChg>
      <pc:sldChg chg="del">
        <pc:chgData name="Mohammed Naseer Sihanas" userId="baf10d46-ca0e-4f93-8b9a-bd1fa4bc7e8f" providerId="ADAL" clId="{86C72FEF-F0B4-480B-A1E9-B0E19539FAD3}" dt="2024-12-21T04:59:56.139" v="1030" actId="47"/>
        <pc:sldMkLst>
          <pc:docMk/>
          <pc:sldMk cId="4001053500" sldId="279"/>
        </pc:sldMkLst>
      </pc:sldChg>
      <pc:sldChg chg="addSp delSp modSp mod ord modTransition setBg modNotesTx">
        <pc:chgData name="Mohammed Naseer Sihanas" userId="baf10d46-ca0e-4f93-8b9a-bd1fa4bc7e8f" providerId="ADAL" clId="{86C72FEF-F0B4-480B-A1E9-B0E19539FAD3}" dt="2024-12-24T07:24:15.503" v="2237" actId="20577"/>
        <pc:sldMkLst>
          <pc:docMk/>
          <pc:sldMk cId="2864293341" sldId="281"/>
        </pc:sldMkLst>
        <pc:spChg chg="mod">
          <ac:chgData name="Mohammed Naseer Sihanas" userId="baf10d46-ca0e-4f93-8b9a-bd1fa4bc7e8f" providerId="ADAL" clId="{86C72FEF-F0B4-480B-A1E9-B0E19539FAD3}" dt="2024-12-21T05:35:13.864" v="1204" actId="26606"/>
          <ac:spMkLst>
            <pc:docMk/>
            <pc:sldMk cId="2864293341" sldId="281"/>
            <ac:spMk id="4" creationId="{00000000-0000-0000-0000-000000000000}"/>
          </ac:spMkLst>
        </pc:spChg>
        <pc:spChg chg="mod">
          <ac:chgData name="Mohammed Naseer Sihanas" userId="baf10d46-ca0e-4f93-8b9a-bd1fa4bc7e8f" providerId="ADAL" clId="{86C72FEF-F0B4-480B-A1E9-B0E19539FAD3}" dt="2024-12-21T05:35:13.864" v="1204" actId="26606"/>
          <ac:spMkLst>
            <pc:docMk/>
            <pc:sldMk cId="2864293341" sldId="281"/>
            <ac:spMk id="5" creationId="{00000000-0000-0000-0000-000000000000}"/>
          </ac:spMkLst>
        </pc:spChg>
        <pc:spChg chg="mod">
          <ac:chgData name="Mohammed Naseer Sihanas" userId="baf10d46-ca0e-4f93-8b9a-bd1fa4bc7e8f" providerId="ADAL" clId="{86C72FEF-F0B4-480B-A1E9-B0E19539FAD3}" dt="2024-12-21T05:35:13.864" v="1204" actId="26606"/>
          <ac:spMkLst>
            <pc:docMk/>
            <pc:sldMk cId="2864293341" sldId="281"/>
            <ac:spMk id="6" creationId="{00000000-0000-0000-0000-000000000000}"/>
          </ac:spMkLst>
        </pc:spChg>
        <pc:spChg chg="mod ord">
          <ac:chgData name="Mohammed Naseer Sihanas" userId="baf10d46-ca0e-4f93-8b9a-bd1fa4bc7e8f" providerId="ADAL" clId="{86C72FEF-F0B4-480B-A1E9-B0E19539FAD3}" dt="2024-12-21T05:35:13.864" v="1204" actId="26606"/>
          <ac:spMkLst>
            <pc:docMk/>
            <pc:sldMk cId="2864293341" sldId="281"/>
            <ac:spMk id="10" creationId="{3FF5D812-AA07-E273-C83E-657A723BF81B}"/>
          </ac:spMkLst>
        </pc:spChg>
        <pc:spChg chg="add">
          <ac:chgData name="Mohammed Naseer Sihanas" userId="baf10d46-ca0e-4f93-8b9a-bd1fa4bc7e8f" providerId="ADAL" clId="{86C72FEF-F0B4-480B-A1E9-B0E19539FAD3}" dt="2024-12-21T05:35:13.864" v="1204" actId="26606"/>
          <ac:spMkLst>
            <pc:docMk/>
            <pc:sldMk cId="2864293341" sldId="281"/>
            <ac:spMk id="15" creationId="{A4AC5506-6312-4701-8D3C-40187889A947}"/>
          </ac:spMkLst>
        </pc:spChg>
        <pc:picChg chg="add mod ord">
          <ac:chgData name="Mohammed Naseer Sihanas" userId="baf10d46-ca0e-4f93-8b9a-bd1fa4bc7e8f" providerId="ADAL" clId="{86C72FEF-F0B4-480B-A1E9-B0E19539FAD3}" dt="2024-12-21T05:35:26.773" v="1206" actId="14100"/>
          <ac:picMkLst>
            <pc:docMk/>
            <pc:sldMk cId="2864293341" sldId="281"/>
            <ac:picMk id="3" creationId="{8E06AC0B-EFA7-8E57-8431-FFDB93B33DFA}"/>
          </ac:picMkLst>
        </pc:picChg>
        <pc:picChg chg="del">
          <ac:chgData name="Mohammed Naseer Sihanas" userId="baf10d46-ca0e-4f93-8b9a-bd1fa4bc7e8f" providerId="ADAL" clId="{86C72FEF-F0B4-480B-A1E9-B0E19539FAD3}" dt="2024-12-21T05:35:07.630" v="1202" actId="478"/>
          <ac:picMkLst>
            <pc:docMk/>
            <pc:sldMk cId="2864293341" sldId="281"/>
            <ac:picMk id="9" creationId="{DF6738E4-0560-3EE6-7789-3BD2F17DD9CB}"/>
          </ac:picMkLst>
        </pc:picChg>
      </pc:sldChg>
      <pc:sldChg chg="del">
        <pc:chgData name="Mohammed Naseer Sihanas" userId="baf10d46-ca0e-4f93-8b9a-bd1fa4bc7e8f" providerId="ADAL" clId="{86C72FEF-F0B4-480B-A1E9-B0E19539FAD3}" dt="2024-12-21T04:59:52.053" v="1029" actId="47"/>
        <pc:sldMkLst>
          <pc:docMk/>
          <pc:sldMk cId="3701384054" sldId="282"/>
        </pc:sldMkLst>
      </pc:sldChg>
      <pc:sldChg chg="del">
        <pc:chgData name="Mohammed Naseer Sihanas" userId="baf10d46-ca0e-4f93-8b9a-bd1fa4bc7e8f" providerId="ADAL" clId="{86C72FEF-F0B4-480B-A1E9-B0E19539FAD3}" dt="2024-12-19T08:22:39.178" v="261" actId="2696"/>
        <pc:sldMkLst>
          <pc:docMk/>
          <pc:sldMk cId="4237634195" sldId="283"/>
        </pc:sldMkLst>
      </pc:sldChg>
      <pc:sldChg chg="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3618522434" sldId="285"/>
        </pc:sldMkLst>
      </pc:sldChg>
      <pc:sldChg chg="modSp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3153658787" sldId="288"/>
        </pc:sldMkLst>
        <pc:spChg chg="mod">
          <ac:chgData name="Mohammed Naseer Sihanas" userId="baf10d46-ca0e-4f93-8b9a-bd1fa4bc7e8f" providerId="ADAL" clId="{86C72FEF-F0B4-480B-A1E9-B0E19539FAD3}" dt="2024-12-21T11:32:58.340" v="2138" actId="20577"/>
          <ac:spMkLst>
            <pc:docMk/>
            <pc:sldMk cId="3153658787" sldId="288"/>
            <ac:spMk id="3" creationId="{00000000-0000-0000-0000-000000000000}"/>
          </ac:spMkLst>
        </pc:spChg>
      </pc:sldChg>
      <pc:sldChg chg="del">
        <pc:chgData name="Mohammed Naseer Sihanas" userId="baf10d46-ca0e-4f93-8b9a-bd1fa4bc7e8f" providerId="ADAL" clId="{86C72FEF-F0B4-480B-A1E9-B0E19539FAD3}" dt="2024-12-21T05:00:25.253" v="1032" actId="47"/>
        <pc:sldMkLst>
          <pc:docMk/>
          <pc:sldMk cId="3135003794" sldId="290"/>
        </pc:sldMkLst>
      </pc:sldChg>
      <pc:sldChg chg="addSp modSp mod ord modTransition modNotesTx">
        <pc:chgData name="Mohammed Naseer Sihanas" userId="baf10d46-ca0e-4f93-8b9a-bd1fa4bc7e8f" providerId="ADAL" clId="{86C72FEF-F0B4-480B-A1E9-B0E19539FAD3}" dt="2024-12-24T07:23:00.918" v="2226" actId="20577"/>
        <pc:sldMkLst>
          <pc:docMk/>
          <pc:sldMk cId="3708950606" sldId="291"/>
        </pc:sldMkLst>
        <pc:spChg chg="add mod">
          <ac:chgData name="Mohammed Naseer Sihanas" userId="baf10d46-ca0e-4f93-8b9a-bd1fa4bc7e8f" providerId="ADAL" clId="{86C72FEF-F0B4-480B-A1E9-B0E19539FAD3}" dt="2024-12-21T11:14:34.365" v="1961" actId="1035"/>
          <ac:spMkLst>
            <pc:docMk/>
            <pc:sldMk cId="3708950606" sldId="291"/>
            <ac:spMk id="7" creationId="{7D785A9F-DFAB-E550-39EF-DC0335D94DBE}"/>
          </ac:spMkLst>
        </pc:spChg>
        <pc:spChg chg="add mod">
          <ac:chgData name="Mohammed Naseer Sihanas" userId="baf10d46-ca0e-4f93-8b9a-bd1fa4bc7e8f" providerId="ADAL" clId="{86C72FEF-F0B4-480B-A1E9-B0E19539FAD3}" dt="2024-12-21T11:14:34.365" v="1961" actId="1035"/>
          <ac:spMkLst>
            <pc:docMk/>
            <pc:sldMk cId="3708950606" sldId="291"/>
            <ac:spMk id="8" creationId="{C142BEB6-17E2-9E6B-2F3E-816A758A5DF3}"/>
          </ac:spMkLst>
        </pc:spChg>
        <pc:spChg chg="mod">
          <ac:chgData name="Mohammed Naseer Sihanas" userId="baf10d46-ca0e-4f93-8b9a-bd1fa4bc7e8f" providerId="ADAL" clId="{86C72FEF-F0B4-480B-A1E9-B0E19539FAD3}" dt="2024-12-21T11:07:30.013" v="1834" actId="20577"/>
          <ac:spMkLst>
            <pc:docMk/>
            <pc:sldMk cId="3708950606" sldId="291"/>
            <ac:spMk id="12" creationId="{F09930CF-904E-D92B-36F2-922655B2D191}"/>
          </ac:spMkLst>
        </pc:spChg>
        <pc:spChg chg="mod">
          <ac:chgData name="Mohammed Naseer Sihanas" userId="baf10d46-ca0e-4f93-8b9a-bd1fa4bc7e8f" providerId="ADAL" clId="{86C72FEF-F0B4-480B-A1E9-B0E19539FAD3}" dt="2024-12-21T11:10:25.915" v="1887" actId="1076"/>
          <ac:spMkLst>
            <pc:docMk/>
            <pc:sldMk cId="3708950606" sldId="291"/>
            <ac:spMk id="14" creationId="{530CBEF5-F6D6-56A6-48EE-3FC9F169EA45}"/>
          </ac:spMkLst>
        </pc:spChg>
        <pc:graphicFrameChg chg="add mod modGraphic">
          <ac:chgData name="Mohammed Naseer Sihanas" userId="baf10d46-ca0e-4f93-8b9a-bd1fa4bc7e8f" providerId="ADAL" clId="{86C72FEF-F0B4-480B-A1E9-B0E19539FAD3}" dt="2024-12-21T11:14:34.365" v="1961" actId="1035"/>
          <ac:graphicFrameMkLst>
            <pc:docMk/>
            <pc:sldMk cId="3708950606" sldId="291"/>
            <ac:graphicFrameMk id="2" creationId="{CD5782D6-0182-4565-8DF0-B9DD8925CC9F}"/>
          </ac:graphicFrameMkLst>
        </pc:graphicFrameChg>
      </pc:sldChg>
      <pc:sldChg chg="modSp mo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811265389" sldId="292"/>
        </pc:sldMkLst>
        <pc:spChg chg="mod">
          <ac:chgData name="Mohammed Naseer Sihanas" userId="baf10d46-ca0e-4f93-8b9a-bd1fa4bc7e8f" providerId="ADAL" clId="{86C72FEF-F0B4-480B-A1E9-B0E19539FAD3}" dt="2024-12-21T10:33:26.396" v="1539" actId="1076"/>
          <ac:spMkLst>
            <pc:docMk/>
            <pc:sldMk cId="811265389" sldId="292"/>
            <ac:spMk id="2" creationId="{00000000-0000-0000-0000-000000000000}"/>
          </ac:spMkLst>
        </pc:spChg>
      </pc:sldChg>
      <pc:sldChg chg="addSp delSp modSp mod modTransition modNotesTx">
        <pc:chgData name="Mohammed Naseer Sihanas" userId="baf10d46-ca0e-4f93-8b9a-bd1fa4bc7e8f" providerId="ADAL" clId="{86C72FEF-F0B4-480B-A1E9-B0E19539FAD3}" dt="2024-12-24T07:22:45.495" v="2223" actId="20577"/>
        <pc:sldMkLst>
          <pc:docMk/>
          <pc:sldMk cId="1162202113" sldId="293"/>
        </pc:sldMkLst>
        <pc:spChg chg="add del mod">
          <ac:chgData name="Mohammed Naseer Sihanas" userId="baf10d46-ca0e-4f93-8b9a-bd1fa4bc7e8f" providerId="ADAL" clId="{86C72FEF-F0B4-480B-A1E9-B0E19539FAD3}" dt="2024-12-19T05:04:37.721" v="217" actId="478"/>
          <ac:spMkLst>
            <pc:docMk/>
            <pc:sldMk cId="1162202113" sldId="293"/>
            <ac:spMk id="2" creationId="{CEB31AF7-9DA2-3E2A-9CBB-E4A4CAFFC211}"/>
          </ac:spMkLst>
        </pc:spChg>
        <pc:spChg chg="add mod">
          <ac:chgData name="Mohammed Naseer Sihanas" userId="baf10d46-ca0e-4f93-8b9a-bd1fa4bc7e8f" providerId="ADAL" clId="{86C72FEF-F0B4-480B-A1E9-B0E19539FAD3}" dt="2024-12-19T05:06:45.317" v="231" actId="1076"/>
          <ac:spMkLst>
            <pc:docMk/>
            <pc:sldMk cId="1162202113" sldId="293"/>
            <ac:spMk id="3" creationId="{32E1BD30-CAB7-BAB7-5DA9-B3C8519C915B}"/>
          </ac:spMkLst>
        </pc:spChg>
        <pc:spChg chg="del">
          <ac:chgData name="Mohammed Naseer Sihanas" userId="baf10d46-ca0e-4f93-8b9a-bd1fa4bc7e8f" providerId="ADAL" clId="{86C72FEF-F0B4-480B-A1E9-B0E19539FAD3}" dt="2024-12-19T05:03:46.678" v="209" actId="478"/>
          <ac:spMkLst>
            <pc:docMk/>
            <pc:sldMk cId="1162202113" sldId="293"/>
            <ac:spMk id="8" creationId="{D540D9C5-63BD-87DD-A593-5C7AEB55E9F5}"/>
          </ac:spMkLst>
        </pc:spChg>
        <pc:picChg chg="add mod">
          <ac:chgData name="Mohammed Naseer Sihanas" userId="baf10d46-ca0e-4f93-8b9a-bd1fa4bc7e8f" providerId="ADAL" clId="{86C72FEF-F0B4-480B-A1E9-B0E19539FAD3}" dt="2024-12-19T05:08:34.264" v="239" actId="1076"/>
          <ac:picMkLst>
            <pc:docMk/>
            <pc:sldMk cId="1162202113" sldId="293"/>
            <ac:picMk id="9" creationId="{3A5A9065-88BA-D135-576C-6E66E073C5DB}"/>
          </ac:picMkLst>
        </pc:picChg>
      </pc:sldChg>
      <pc:sldChg chg="modSp add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1990318614" sldId="294"/>
        </pc:sldMkLst>
        <pc:spChg chg="mod">
          <ac:chgData name="Mohammed Naseer Sihanas" userId="baf10d46-ca0e-4f93-8b9a-bd1fa4bc7e8f" providerId="ADAL" clId="{86C72FEF-F0B4-480B-A1E9-B0E19539FAD3}" dt="2024-12-19T08:51:20.782" v="384" actId="20577"/>
          <ac:spMkLst>
            <pc:docMk/>
            <pc:sldMk cId="1990318614" sldId="294"/>
            <ac:spMk id="2" creationId="{2A099F20-3F2D-A8FB-3130-403F2981627C}"/>
          </ac:spMkLst>
        </pc:spChg>
      </pc:sldChg>
      <pc:sldChg chg="addSp delSp modSp add mod ord modTransition modNotesTx">
        <pc:chgData name="Mohammed Naseer Sihanas" userId="baf10d46-ca0e-4f93-8b9a-bd1fa4bc7e8f" providerId="ADAL" clId="{86C72FEF-F0B4-480B-A1E9-B0E19539FAD3}" dt="2024-12-24T07:22:57.742" v="2225" actId="20577"/>
        <pc:sldMkLst>
          <pc:docMk/>
          <pc:sldMk cId="1759449543" sldId="295"/>
        </pc:sldMkLst>
        <pc:spChg chg="del mod">
          <ac:chgData name="Mohammed Naseer Sihanas" userId="baf10d46-ca0e-4f93-8b9a-bd1fa4bc7e8f" providerId="ADAL" clId="{86C72FEF-F0B4-480B-A1E9-B0E19539FAD3}" dt="2024-12-19T08:47:59.808" v="361" actId="478"/>
          <ac:spMkLst>
            <pc:docMk/>
            <pc:sldMk cId="1759449543" sldId="295"/>
            <ac:spMk id="3" creationId="{F62895B8-0CC5-012B-5858-414ED72750A4}"/>
          </ac:spMkLst>
        </pc:spChg>
        <pc:spChg chg="add del mod">
          <ac:chgData name="Mohammed Naseer Sihanas" userId="baf10d46-ca0e-4f93-8b9a-bd1fa4bc7e8f" providerId="ADAL" clId="{86C72FEF-F0B4-480B-A1E9-B0E19539FAD3}" dt="2024-12-19T08:48:03.846" v="362" actId="478"/>
          <ac:spMkLst>
            <pc:docMk/>
            <pc:sldMk cId="1759449543" sldId="295"/>
            <ac:spMk id="8" creationId="{2346420A-1D84-8732-341B-1D3268AAB10F}"/>
          </ac:spMkLst>
        </pc:spChg>
        <pc:graphicFrameChg chg="add mod modGraphic">
          <ac:chgData name="Mohammed Naseer Sihanas" userId="baf10d46-ca0e-4f93-8b9a-bd1fa4bc7e8f" providerId="ADAL" clId="{86C72FEF-F0B4-480B-A1E9-B0E19539FAD3}" dt="2024-12-22T05:35:51.318" v="2139" actId="207"/>
          <ac:graphicFrameMkLst>
            <pc:docMk/>
            <pc:sldMk cId="1759449543" sldId="295"/>
            <ac:graphicFrameMk id="2" creationId="{5002578D-F2FE-FD77-0C41-44DA3A48845A}"/>
          </ac:graphicFrameMkLst>
        </pc:graphicFrameChg>
      </pc:sldChg>
      <pc:sldChg chg="addSp delSp modSp add mo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1791928449" sldId="296"/>
        </pc:sldMkLst>
        <pc:spChg chg="del">
          <ac:chgData name="Mohammed Naseer Sihanas" userId="baf10d46-ca0e-4f93-8b9a-bd1fa4bc7e8f" providerId="ADAL" clId="{86C72FEF-F0B4-480B-A1E9-B0E19539FAD3}" dt="2024-12-21T05:07:25.854" v="1036" actId="478"/>
          <ac:spMkLst>
            <pc:docMk/>
            <pc:sldMk cId="1791928449" sldId="296"/>
            <ac:spMk id="2" creationId="{E387D842-605A-31AA-6677-1B6638DC6FCA}"/>
          </ac:spMkLst>
        </pc:spChg>
        <pc:spChg chg="add del mod">
          <ac:chgData name="Mohammed Naseer Sihanas" userId="baf10d46-ca0e-4f93-8b9a-bd1fa4bc7e8f" providerId="ADAL" clId="{86C72FEF-F0B4-480B-A1E9-B0E19539FAD3}" dt="2024-12-21T05:07:28.267" v="1037" actId="478"/>
          <ac:spMkLst>
            <pc:docMk/>
            <pc:sldMk cId="1791928449" sldId="296"/>
            <ac:spMk id="7" creationId="{BA7844F0-EA1F-65F6-53C7-36F098539196}"/>
          </ac:spMkLst>
        </pc:spChg>
        <pc:spChg chg="add del mod">
          <ac:chgData name="Mohammed Naseer Sihanas" userId="baf10d46-ca0e-4f93-8b9a-bd1fa4bc7e8f" providerId="ADAL" clId="{86C72FEF-F0B4-480B-A1E9-B0E19539FAD3}" dt="2024-12-21T05:07:58.436" v="1043" actId="478"/>
          <ac:spMkLst>
            <pc:docMk/>
            <pc:sldMk cId="1791928449" sldId="296"/>
            <ac:spMk id="9" creationId="{2C630A5C-6A78-E4B2-9BCD-6394B1913294}"/>
          </ac:spMkLst>
        </pc:spChg>
        <pc:graphicFrameChg chg="add del">
          <ac:chgData name="Mohammed Naseer Sihanas" userId="baf10d46-ca0e-4f93-8b9a-bd1fa4bc7e8f" providerId="ADAL" clId="{86C72FEF-F0B4-480B-A1E9-B0E19539FAD3}" dt="2024-12-21T05:07:54.877" v="1041" actId="478"/>
          <ac:graphicFrameMkLst>
            <pc:docMk/>
            <pc:sldMk cId="1791928449" sldId="296"/>
            <ac:graphicFrameMk id="10" creationId="{4DA6CB95-991D-FA78-B065-BF2A596F0821}"/>
          </ac:graphicFrameMkLst>
        </pc:graphicFrameChg>
        <pc:graphicFrameChg chg="add del mod modGraphic">
          <ac:chgData name="Mohammed Naseer Sihanas" userId="baf10d46-ca0e-4f93-8b9a-bd1fa4bc7e8f" providerId="ADAL" clId="{86C72FEF-F0B4-480B-A1E9-B0E19539FAD3}" dt="2024-12-21T05:09:56.771" v="1091" actId="478"/>
          <ac:graphicFrameMkLst>
            <pc:docMk/>
            <pc:sldMk cId="1791928449" sldId="296"/>
            <ac:graphicFrameMk id="11" creationId="{6F13F9FE-3E37-A56F-340C-6A9CF7D61314}"/>
          </ac:graphicFrameMkLst>
        </pc:graphicFrameChg>
        <pc:graphicFrameChg chg="add mod modGraphic">
          <ac:chgData name="Mohammed Naseer Sihanas" userId="baf10d46-ca0e-4f93-8b9a-bd1fa4bc7e8f" providerId="ADAL" clId="{86C72FEF-F0B4-480B-A1E9-B0E19539FAD3}" dt="2024-12-21T05:15:04.591" v="1200" actId="14734"/>
          <ac:graphicFrameMkLst>
            <pc:docMk/>
            <pc:sldMk cId="1791928449" sldId="296"/>
            <ac:graphicFrameMk id="12" creationId="{3D9AE9B7-978B-A269-5185-7E021B6C8CD3}"/>
          </ac:graphicFrameMkLst>
        </pc:graphicFrameChg>
      </pc:sldChg>
      <pc:sldChg chg="add del">
        <pc:chgData name="Mohammed Naseer Sihanas" userId="baf10d46-ca0e-4f93-8b9a-bd1fa4bc7e8f" providerId="ADAL" clId="{86C72FEF-F0B4-480B-A1E9-B0E19539FAD3}" dt="2024-12-19T08:54:54.774" v="386" actId="47"/>
        <pc:sldMkLst>
          <pc:docMk/>
          <pc:sldMk cId="2932710673" sldId="296"/>
        </pc:sldMkLst>
      </pc:sldChg>
      <pc:sldChg chg="modSp add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496107295" sldId="297"/>
        </pc:sldMkLst>
        <pc:spChg chg="mod">
          <ac:chgData name="Mohammed Naseer Sihanas" userId="baf10d46-ca0e-4f93-8b9a-bd1fa4bc7e8f" providerId="ADAL" clId="{86C72FEF-F0B4-480B-A1E9-B0E19539FAD3}" dt="2024-12-21T10:34:34.027" v="1549" actId="1076"/>
          <ac:spMkLst>
            <pc:docMk/>
            <pc:sldMk cId="496107295" sldId="297"/>
            <ac:spMk id="2" creationId="{CDC37EE8-012C-32CC-F3F0-86E640DDD220}"/>
          </ac:spMkLst>
        </pc:spChg>
      </pc:sldChg>
      <pc:sldChg chg="addSp delSp modSp add mod ord modTransition setBg modNotesTx">
        <pc:chgData name="Mohammed Naseer Sihanas" userId="baf10d46-ca0e-4f93-8b9a-bd1fa4bc7e8f" providerId="ADAL" clId="{86C72FEF-F0B4-480B-A1E9-B0E19539FAD3}" dt="2024-12-24T07:23:06.240" v="2227" actId="20577"/>
        <pc:sldMkLst>
          <pc:docMk/>
          <pc:sldMk cId="3136324813" sldId="298"/>
        </pc:sldMkLst>
        <pc:spChg chg="mod">
          <ac:chgData name="Mohammed Naseer Sihanas" userId="baf10d46-ca0e-4f93-8b9a-bd1fa4bc7e8f" providerId="ADAL" clId="{86C72FEF-F0B4-480B-A1E9-B0E19539FAD3}" dt="2024-12-21T07:40:30.467" v="1301" actId="26606"/>
          <ac:spMkLst>
            <pc:docMk/>
            <pc:sldMk cId="3136324813" sldId="298"/>
            <ac:spMk id="4" creationId="{EB1C8136-BA0C-5D0B-8A9C-286153FCDD5F}"/>
          </ac:spMkLst>
        </pc:spChg>
        <pc:spChg chg="mod">
          <ac:chgData name="Mohammed Naseer Sihanas" userId="baf10d46-ca0e-4f93-8b9a-bd1fa4bc7e8f" providerId="ADAL" clId="{86C72FEF-F0B4-480B-A1E9-B0E19539FAD3}" dt="2024-12-21T07:40:30.467" v="1301" actId="26606"/>
          <ac:spMkLst>
            <pc:docMk/>
            <pc:sldMk cId="3136324813" sldId="298"/>
            <ac:spMk id="5" creationId="{BD1F724E-E87D-7AAC-7D72-DE4C1B4C9425}"/>
          </ac:spMkLst>
        </pc:spChg>
        <pc:spChg chg="mod">
          <ac:chgData name="Mohammed Naseer Sihanas" userId="baf10d46-ca0e-4f93-8b9a-bd1fa4bc7e8f" providerId="ADAL" clId="{86C72FEF-F0B4-480B-A1E9-B0E19539FAD3}" dt="2024-12-21T07:40:30.467" v="1301" actId="26606"/>
          <ac:spMkLst>
            <pc:docMk/>
            <pc:sldMk cId="3136324813" sldId="298"/>
            <ac:spMk id="6" creationId="{89CF1681-04DE-2188-44BD-BA7632786236}"/>
          </ac:spMkLst>
        </pc:spChg>
        <pc:spChg chg="add del">
          <ac:chgData name="Mohammed Naseer Sihanas" userId="baf10d46-ca0e-4f93-8b9a-bd1fa4bc7e8f" providerId="ADAL" clId="{86C72FEF-F0B4-480B-A1E9-B0E19539FAD3}" dt="2024-12-21T07:39:05.445" v="1257" actId="26606"/>
          <ac:spMkLst>
            <pc:docMk/>
            <pc:sldMk cId="3136324813" sldId="298"/>
            <ac:spMk id="11" creationId="{8B089790-F4B6-46A7-BB28-7B74A9A9EFDC}"/>
          </ac:spMkLst>
        </pc:spChg>
        <pc:spChg chg="del">
          <ac:chgData name="Mohammed Naseer Sihanas" userId="baf10d46-ca0e-4f93-8b9a-bd1fa4bc7e8f" providerId="ADAL" clId="{86C72FEF-F0B4-480B-A1E9-B0E19539FAD3}" dt="2024-12-21T07:36:15.379" v="1252" actId="478"/>
          <ac:spMkLst>
            <pc:docMk/>
            <pc:sldMk cId="3136324813" sldId="298"/>
            <ac:spMk id="12" creationId="{F8519011-FBF7-6AFD-D8AD-EC340E0BEF3F}"/>
          </ac:spMkLst>
        </pc:spChg>
        <pc:spChg chg="del">
          <ac:chgData name="Mohammed Naseer Sihanas" userId="baf10d46-ca0e-4f93-8b9a-bd1fa4bc7e8f" providerId="ADAL" clId="{86C72FEF-F0B4-480B-A1E9-B0E19539FAD3}" dt="2024-12-21T07:36:19.665" v="1253" actId="478"/>
          <ac:spMkLst>
            <pc:docMk/>
            <pc:sldMk cId="3136324813" sldId="298"/>
            <ac:spMk id="14" creationId="{1E9E12B0-45C6-3706-84EF-30359F1D5D7E}"/>
          </ac:spMkLst>
        </pc:spChg>
        <pc:spChg chg="add del">
          <ac:chgData name="Mohammed Naseer Sihanas" userId="baf10d46-ca0e-4f93-8b9a-bd1fa4bc7e8f" providerId="ADAL" clId="{86C72FEF-F0B4-480B-A1E9-B0E19539FAD3}" dt="2024-12-21T07:39:09.408" v="1259" actId="26606"/>
          <ac:spMkLst>
            <pc:docMk/>
            <pc:sldMk cId="3136324813" sldId="298"/>
            <ac:spMk id="19" creationId="{7BDAC5B6-20CE-447F-8BA1-F2274AC7AE5B}"/>
          </ac:spMkLst>
        </pc:spChg>
        <pc:spChg chg="add del">
          <ac:chgData name="Mohammed Naseer Sihanas" userId="baf10d46-ca0e-4f93-8b9a-bd1fa4bc7e8f" providerId="ADAL" clId="{86C72FEF-F0B4-480B-A1E9-B0E19539FAD3}" dt="2024-12-21T07:39:09.408" v="1259" actId="26606"/>
          <ac:spMkLst>
            <pc:docMk/>
            <pc:sldMk cId="3136324813" sldId="298"/>
            <ac:spMk id="20" creationId="{D1D22B31-BF8F-446B-9009-8A251FB177CB}"/>
          </ac:spMkLst>
        </pc:spChg>
        <pc:spChg chg="add del">
          <ac:chgData name="Mohammed Naseer Sihanas" userId="baf10d46-ca0e-4f93-8b9a-bd1fa4bc7e8f" providerId="ADAL" clId="{86C72FEF-F0B4-480B-A1E9-B0E19539FAD3}" dt="2024-12-21T07:40:30.467" v="1301" actId="26606"/>
          <ac:spMkLst>
            <pc:docMk/>
            <pc:sldMk cId="3136324813" sldId="298"/>
            <ac:spMk id="22" creationId="{42A4FC2C-047E-45A5-965D-8E1E3BF09BC6}"/>
          </ac:spMkLst>
        </pc:spChg>
        <pc:grpChg chg="add del">
          <ac:chgData name="Mohammed Naseer Sihanas" userId="baf10d46-ca0e-4f93-8b9a-bd1fa4bc7e8f" providerId="ADAL" clId="{86C72FEF-F0B4-480B-A1E9-B0E19539FAD3}" dt="2024-12-21T07:39:05.445" v="1257" actId="26606"/>
          <ac:grpSpMkLst>
            <pc:docMk/>
            <pc:sldMk cId="3136324813" sldId="298"/>
            <ac:grpSpMk id="13" creationId="{9DE3F54D-33BC-4382-A2AB-5E002F0F1166}"/>
          </ac:grpSpMkLst>
        </pc:grpChg>
        <pc:picChg chg="add mod ord">
          <ac:chgData name="Mohammed Naseer Sihanas" userId="baf10d46-ca0e-4f93-8b9a-bd1fa4bc7e8f" providerId="ADAL" clId="{86C72FEF-F0B4-480B-A1E9-B0E19539FAD3}" dt="2024-12-21T07:49:03.882" v="1329" actId="1076"/>
          <ac:picMkLst>
            <pc:docMk/>
            <pc:sldMk cId="3136324813" sldId="298"/>
            <ac:picMk id="3" creationId="{582DD345-4B04-6372-FCB8-4F856B683177}"/>
          </ac:picMkLst>
        </pc:picChg>
        <pc:picChg chg="add mod">
          <ac:chgData name="Mohammed Naseer Sihanas" userId="baf10d46-ca0e-4f93-8b9a-bd1fa4bc7e8f" providerId="ADAL" clId="{86C72FEF-F0B4-480B-A1E9-B0E19539FAD3}" dt="2024-12-21T07:47:51.105" v="1307"/>
          <ac:picMkLst>
            <pc:docMk/>
            <pc:sldMk cId="3136324813" sldId="298"/>
            <ac:picMk id="7" creationId="{B1F9980F-257A-700E-7AEE-7D3661A5B573}"/>
          </ac:picMkLst>
        </pc:picChg>
        <pc:picChg chg="add mod">
          <ac:chgData name="Mohammed Naseer Sihanas" userId="baf10d46-ca0e-4f93-8b9a-bd1fa4bc7e8f" providerId="ADAL" clId="{86C72FEF-F0B4-480B-A1E9-B0E19539FAD3}" dt="2024-12-21T07:47:50.441" v="1306"/>
          <ac:picMkLst>
            <pc:docMk/>
            <pc:sldMk cId="3136324813" sldId="298"/>
            <ac:picMk id="9" creationId="{BAB50337-BFA7-5585-0194-EDC4D931EA65}"/>
          </ac:picMkLst>
        </pc:picChg>
      </pc:sldChg>
      <pc:sldChg chg="addSp delSp modSp add del mod">
        <pc:chgData name="Mohammed Naseer Sihanas" userId="baf10d46-ca0e-4f93-8b9a-bd1fa4bc7e8f" providerId="ADAL" clId="{86C72FEF-F0B4-480B-A1E9-B0E19539FAD3}" dt="2024-12-21T07:40:28.898" v="1300" actId="2890"/>
        <pc:sldMkLst>
          <pc:docMk/>
          <pc:sldMk cId="1520233096" sldId="299"/>
        </pc:sldMkLst>
        <pc:spChg chg="add del">
          <ac:chgData name="Mohammed Naseer Sihanas" userId="baf10d46-ca0e-4f93-8b9a-bd1fa4bc7e8f" providerId="ADAL" clId="{86C72FEF-F0B4-480B-A1E9-B0E19539FAD3}" dt="2024-12-21T07:40:25.885" v="1295" actId="26606"/>
          <ac:spMkLst>
            <pc:docMk/>
            <pc:sldMk cId="1520233096" sldId="299"/>
            <ac:spMk id="22" creationId="{588A595E-9A64-F98C-F33E-3FC73E749BAC}"/>
          </ac:spMkLst>
        </pc:spChg>
        <pc:spChg chg="add del">
          <ac:chgData name="Mohammed Naseer Sihanas" userId="baf10d46-ca0e-4f93-8b9a-bd1fa4bc7e8f" providerId="ADAL" clId="{86C72FEF-F0B4-480B-A1E9-B0E19539FAD3}" dt="2024-12-21T07:40:25.885" v="1295" actId="26606"/>
          <ac:spMkLst>
            <pc:docMk/>
            <pc:sldMk cId="1520233096" sldId="299"/>
            <ac:spMk id="27" creationId="{42A4FC2C-047E-45A5-965D-8E1E3BF09BC6}"/>
          </ac:spMkLst>
        </pc:spChg>
        <pc:picChg chg="add del">
          <ac:chgData name="Mohammed Naseer Sihanas" userId="baf10d46-ca0e-4f93-8b9a-bd1fa4bc7e8f" providerId="ADAL" clId="{86C72FEF-F0B4-480B-A1E9-B0E19539FAD3}" dt="2024-12-21T07:40:27.353" v="1298" actId="478"/>
          <ac:picMkLst>
            <pc:docMk/>
            <pc:sldMk cId="1520233096" sldId="299"/>
            <ac:picMk id="3" creationId="{9D5FC534-8611-19C4-FAB6-22F3017215F2}"/>
          </ac:picMkLst>
        </pc:picChg>
        <pc:picChg chg="add mod ord">
          <ac:chgData name="Mohammed Naseer Sihanas" userId="baf10d46-ca0e-4f93-8b9a-bd1fa4bc7e8f" providerId="ADAL" clId="{86C72FEF-F0B4-480B-A1E9-B0E19539FAD3}" dt="2024-12-21T07:40:26.574" v="1297" actId="931"/>
          <ac:picMkLst>
            <pc:docMk/>
            <pc:sldMk cId="1520233096" sldId="299"/>
            <ac:picMk id="7" creationId="{D795AC69-B9A1-B8CB-94C2-39C599A5E96A}"/>
          </ac:picMkLst>
        </pc:picChg>
      </pc:sldChg>
      <pc:sldChg chg="addSp delSp modSp add mod ord modTransition modNotesTx">
        <pc:chgData name="Mohammed Naseer Sihanas" userId="baf10d46-ca0e-4f93-8b9a-bd1fa4bc7e8f" providerId="ADAL" clId="{86C72FEF-F0B4-480B-A1E9-B0E19539FAD3}" dt="2024-12-24T07:23:08.674" v="2228" actId="20577"/>
        <pc:sldMkLst>
          <pc:docMk/>
          <pc:sldMk cId="3869684852" sldId="299"/>
        </pc:sldMkLst>
        <pc:picChg chg="del">
          <ac:chgData name="Mohammed Naseer Sihanas" userId="baf10d46-ca0e-4f93-8b9a-bd1fa4bc7e8f" providerId="ADAL" clId="{86C72FEF-F0B4-480B-A1E9-B0E19539FAD3}" dt="2024-12-21T07:48:51.623" v="1328" actId="478"/>
          <ac:picMkLst>
            <pc:docMk/>
            <pc:sldMk cId="3869684852" sldId="299"/>
            <ac:picMk id="3" creationId="{CA3738B3-3A69-3FF1-A207-EA1679083DCA}"/>
          </ac:picMkLst>
        </pc:picChg>
        <pc:picChg chg="add mod">
          <ac:chgData name="Mohammed Naseer Sihanas" userId="baf10d46-ca0e-4f93-8b9a-bd1fa4bc7e8f" providerId="ADAL" clId="{86C72FEF-F0B4-480B-A1E9-B0E19539FAD3}" dt="2024-12-21T10:35:10.672" v="1552" actId="2085"/>
          <ac:picMkLst>
            <pc:docMk/>
            <pc:sldMk cId="3869684852" sldId="299"/>
            <ac:picMk id="7" creationId="{108633AE-33E6-A60B-9A19-A2CC0C3E1CC7}"/>
          </ac:picMkLst>
        </pc:picChg>
      </pc:sldChg>
      <pc:sldChg chg="addSp delSp modSp add del mod">
        <pc:chgData name="Mohammed Naseer Sihanas" userId="baf10d46-ca0e-4f93-8b9a-bd1fa4bc7e8f" providerId="ADAL" clId="{86C72FEF-F0B4-480B-A1E9-B0E19539FAD3}" dt="2024-12-21T07:40:28.115" v="1299" actId="2890"/>
        <pc:sldMkLst>
          <pc:docMk/>
          <pc:sldMk cId="2483538039" sldId="300"/>
        </pc:sldMkLst>
        <pc:spChg chg="add del">
          <ac:chgData name="Mohammed Naseer Sihanas" userId="baf10d46-ca0e-4f93-8b9a-bd1fa4bc7e8f" providerId="ADAL" clId="{86C72FEF-F0B4-480B-A1E9-B0E19539FAD3}" dt="2024-12-21T07:40:24.076" v="1291" actId="26606"/>
          <ac:spMkLst>
            <pc:docMk/>
            <pc:sldMk cId="2483538039" sldId="300"/>
            <ac:spMk id="22" creationId="{C78FC788-B4ED-9069-D490-EFDED7EB98F0}"/>
          </ac:spMkLst>
        </pc:spChg>
        <pc:spChg chg="add del">
          <ac:chgData name="Mohammed Naseer Sihanas" userId="baf10d46-ca0e-4f93-8b9a-bd1fa4bc7e8f" providerId="ADAL" clId="{86C72FEF-F0B4-480B-A1E9-B0E19539FAD3}" dt="2024-12-21T07:40:24.076" v="1291" actId="26606"/>
          <ac:spMkLst>
            <pc:docMk/>
            <pc:sldMk cId="2483538039" sldId="300"/>
            <ac:spMk id="27" creationId="{42A4FC2C-047E-45A5-965D-8E1E3BF09BC6}"/>
          </ac:spMkLst>
        </pc:spChg>
        <pc:picChg chg="add del">
          <ac:chgData name="Mohammed Naseer Sihanas" userId="baf10d46-ca0e-4f93-8b9a-bd1fa4bc7e8f" providerId="ADAL" clId="{86C72FEF-F0B4-480B-A1E9-B0E19539FAD3}" dt="2024-12-21T07:40:25.304" v="1294" actId="478"/>
          <ac:picMkLst>
            <pc:docMk/>
            <pc:sldMk cId="2483538039" sldId="300"/>
            <ac:picMk id="3" creationId="{3576EA7B-1B1A-9410-857B-61E49F4DB493}"/>
          </ac:picMkLst>
        </pc:picChg>
        <pc:picChg chg="add mod ord">
          <ac:chgData name="Mohammed Naseer Sihanas" userId="baf10d46-ca0e-4f93-8b9a-bd1fa4bc7e8f" providerId="ADAL" clId="{86C72FEF-F0B4-480B-A1E9-B0E19539FAD3}" dt="2024-12-21T07:40:24.511" v="1293" actId="931"/>
          <ac:picMkLst>
            <pc:docMk/>
            <pc:sldMk cId="2483538039" sldId="300"/>
            <ac:picMk id="7" creationId="{E7419818-FE9E-2446-E9F0-D072B553826F}"/>
          </ac:picMkLst>
        </pc:picChg>
      </pc:sldChg>
      <pc:sldChg chg="addSp delSp modSp add mod modTransition modNotesTx">
        <pc:chgData name="Mohammed Naseer Sihanas" userId="baf10d46-ca0e-4f93-8b9a-bd1fa4bc7e8f" providerId="ADAL" clId="{86C72FEF-F0B4-480B-A1E9-B0E19539FAD3}" dt="2024-12-24T07:23:11.479" v="2229" actId="20577"/>
        <pc:sldMkLst>
          <pc:docMk/>
          <pc:sldMk cId="3434685232" sldId="300"/>
        </pc:sldMkLst>
        <pc:picChg chg="add del">
          <ac:chgData name="Mohammed Naseer Sihanas" userId="baf10d46-ca0e-4f93-8b9a-bd1fa4bc7e8f" providerId="ADAL" clId="{86C72FEF-F0B4-480B-A1E9-B0E19539FAD3}" dt="2024-12-21T07:48:37.466" v="1322" actId="478"/>
          <ac:picMkLst>
            <pc:docMk/>
            <pc:sldMk cId="3434685232" sldId="300"/>
            <ac:picMk id="3" creationId="{A38DD9F7-8CC6-30B0-1EF5-61C8B718D901}"/>
          </ac:picMkLst>
        </pc:picChg>
        <pc:picChg chg="add mod">
          <ac:chgData name="Mohammed Naseer Sihanas" userId="baf10d46-ca0e-4f93-8b9a-bd1fa4bc7e8f" providerId="ADAL" clId="{86C72FEF-F0B4-480B-A1E9-B0E19539FAD3}" dt="2024-12-21T07:48:40.402" v="1323" actId="1076"/>
          <ac:picMkLst>
            <pc:docMk/>
            <pc:sldMk cId="3434685232" sldId="300"/>
            <ac:picMk id="7" creationId="{8894C804-FE29-F90A-3166-2230BC6AB4D2}"/>
          </ac:picMkLst>
        </pc:picChg>
      </pc:sldChg>
      <pc:sldChg chg="addSp delSp modSp add mod modTransition modNotesTx">
        <pc:chgData name="Mohammed Naseer Sihanas" userId="baf10d46-ca0e-4f93-8b9a-bd1fa4bc7e8f" providerId="ADAL" clId="{86C72FEF-F0B4-480B-A1E9-B0E19539FAD3}" dt="2024-12-24T07:23:13.935" v="2230" actId="20577"/>
        <pc:sldMkLst>
          <pc:docMk/>
          <pc:sldMk cId="1869058261" sldId="301"/>
        </pc:sldMkLst>
        <pc:spChg chg="add del mod">
          <ac:chgData name="Mohammed Naseer Sihanas" userId="baf10d46-ca0e-4f93-8b9a-bd1fa4bc7e8f" providerId="ADAL" clId="{86C72FEF-F0B4-480B-A1E9-B0E19539FAD3}" dt="2024-12-21T07:54:30.004" v="1408" actId="478"/>
          <ac:spMkLst>
            <pc:docMk/>
            <pc:sldMk cId="1869058261" sldId="301"/>
            <ac:spMk id="3" creationId="{3D32BC92-6EE5-CED1-C591-3ABB7753C9D1}"/>
          </ac:spMkLst>
        </pc:spChg>
        <pc:spChg chg="add del">
          <ac:chgData name="Mohammed Naseer Sihanas" userId="baf10d46-ca0e-4f93-8b9a-bd1fa4bc7e8f" providerId="ADAL" clId="{86C72FEF-F0B4-480B-A1E9-B0E19539FAD3}" dt="2024-12-21T07:50:53.449" v="1350" actId="22"/>
          <ac:spMkLst>
            <pc:docMk/>
            <pc:sldMk cId="1869058261" sldId="301"/>
            <ac:spMk id="9" creationId="{26111304-93D0-1F79-2C4A-876F6CE8271E}"/>
          </ac:spMkLst>
        </pc:spChg>
        <pc:spChg chg="add del mod">
          <ac:chgData name="Mohammed Naseer Sihanas" userId="baf10d46-ca0e-4f93-8b9a-bd1fa4bc7e8f" providerId="ADAL" clId="{86C72FEF-F0B4-480B-A1E9-B0E19539FAD3}" dt="2024-12-21T07:54:11.477" v="1405" actId="478"/>
          <ac:spMkLst>
            <pc:docMk/>
            <pc:sldMk cId="1869058261" sldId="301"/>
            <ac:spMk id="10" creationId="{F5AB8062-A4EE-112B-E356-400FC17E0610}"/>
          </ac:spMkLst>
        </pc:spChg>
        <pc:spChg chg="add mod">
          <ac:chgData name="Mohammed Naseer Sihanas" userId="baf10d46-ca0e-4f93-8b9a-bd1fa4bc7e8f" providerId="ADAL" clId="{86C72FEF-F0B4-480B-A1E9-B0E19539FAD3}" dt="2024-12-23T13:21:39.629" v="2160" actId="20577"/>
          <ac:spMkLst>
            <pc:docMk/>
            <pc:sldMk cId="1869058261" sldId="301"/>
            <ac:spMk id="11" creationId="{0C04E3DA-956B-ADAE-1D45-C5E9386915BE}"/>
          </ac:spMkLst>
        </pc:spChg>
        <pc:picChg chg="del">
          <ac:chgData name="Mohammed Naseer Sihanas" userId="baf10d46-ca0e-4f93-8b9a-bd1fa4bc7e8f" providerId="ADAL" clId="{86C72FEF-F0B4-480B-A1E9-B0E19539FAD3}" dt="2024-12-21T07:49:33.420" v="1331" actId="478"/>
          <ac:picMkLst>
            <pc:docMk/>
            <pc:sldMk cId="1869058261" sldId="301"/>
            <ac:picMk id="7" creationId="{42363266-3BF6-EA09-0B80-8F079F15DA28}"/>
          </ac:picMkLst>
        </pc:picChg>
      </pc:sldChg>
      <pc:sldChg chg="modSp add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2688047474" sldId="302"/>
        </pc:sldMkLst>
        <pc:spChg chg="mod">
          <ac:chgData name="Mohammed Naseer Sihanas" userId="baf10d46-ca0e-4f93-8b9a-bd1fa4bc7e8f" providerId="ADAL" clId="{86C72FEF-F0B4-480B-A1E9-B0E19539FAD3}" dt="2024-12-21T07:59:52.531" v="1488" actId="20577"/>
          <ac:spMkLst>
            <pc:docMk/>
            <pc:sldMk cId="2688047474" sldId="302"/>
            <ac:spMk id="2" creationId="{5585F0CC-EF59-88D5-ED9B-571FFAD5ED4B}"/>
          </ac:spMkLst>
        </pc:spChg>
      </pc:sldChg>
      <pc:sldChg chg="delSp modSp add mod ord modTransition modNotesTx">
        <pc:chgData name="Mohammed Naseer Sihanas" userId="baf10d46-ca0e-4f93-8b9a-bd1fa4bc7e8f" providerId="ADAL" clId="{86C72FEF-F0B4-480B-A1E9-B0E19539FAD3}" dt="2024-12-24T07:24:07.253" v="2236" actId="20577"/>
        <pc:sldMkLst>
          <pc:docMk/>
          <pc:sldMk cId="1946113525" sldId="303"/>
        </pc:sldMkLst>
        <pc:spChg chg="del mod">
          <ac:chgData name="Mohammed Naseer Sihanas" userId="baf10d46-ca0e-4f93-8b9a-bd1fa4bc7e8f" providerId="ADAL" clId="{86C72FEF-F0B4-480B-A1E9-B0E19539FAD3}" dt="2024-12-21T08:03:30.728" v="1497" actId="478"/>
          <ac:spMkLst>
            <pc:docMk/>
            <pc:sldMk cId="1946113525" sldId="303"/>
            <ac:spMk id="12" creationId="{1E5A0715-9DA9-DC2B-3A80-99CE757C4779}"/>
          </ac:spMkLst>
        </pc:spChg>
        <pc:spChg chg="mod">
          <ac:chgData name="Mohammed Naseer Sihanas" userId="baf10d46-ca0e-4f93-8b9a-bd1fa4bc7e8f" providerId="ADAL" clId="{86C72FEF-F0B4-480B-A1E9-B0E19539FAD3}" dt="2024-12-21T08:17:59.464" v="1537" actId="113"/>
          <ac:spMkLst>
            <pc:docMk/>
            <pc:sldMk cId="1946113525" sldId="303"/>
            <ac:spMk id="14" creationId="{B801D6C0-B5F4-5E40-9CD2-E6751ACA90FE}"/>
          </ac:spMkLst>
        </pc:spChg>
      </pc:sldChg>
      <pc:sldChg chg="modSp add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3243230158" sldId="304"/>
        </pc:sldMkLst>
        <pc:spChg chg="mod">
          <ac:chgData name="Mohammed Naseer Sihanas" userId="baf10d46-ca0e-4f93-8b9a-bd1fa4bc7e8f" providerId="ADAL" clId="{86C72FEF-F0B4-480B-A1E9-B0E19539FAD3}" dt="2024-12-21T10:44:34.901" v="1606" actId="20577"/>
          <ac:spMkLst>
            <pc:docMk/>
            <pc:sldMk cId="3243230158" sldId="304"/>
            <ac:spMk id="2" creationId="{9E33FBC8-8E63-64C9-AF89-C91904991964}"/>
          </ac:spMkLst>
        </pc:spChg>
      </pc:sldChg>
      <pc:sldChg chg="modSp add mod modTransition modNotesTx">
        <pc:chgData name="Mohammed Naseer Sihanas" userId="baf10d46-ca0e-4f93-8b9a-bd1fa4bc7e8f" providerId="ADAL" clId="{86C72FEF-F0B4-480B-A1E9-B0E19539FAD3}" dt="2024-12-24T07:24:03.570" v="2235" actId="20577"/>
        <pc:sldMkLst>
          <pc:docMk/>
          <pc:sldMk cId="2631765021" sldId="305"/>
        </pc:sldMkLst>
        <pc:spChg chg="mod">
          <ac:chgData name="Mohammed Naseer Sihanas" userId="baf10d46-ca0e-4f93-8b9a-bd1fa4bc7e8f" providerId="ADAL" clId="{86C72FEF-F0B4-480B-A1E9-B0E19539FAD3}" dt="2024-12-23T13:13:49.419" v="2145" actId="403"/>
          <ac:spMkLst>
            <pc:docMk/>
            <pc:sldMk cId="2631765021" sldId="305"/>
            <ac:spMk id="14" creationId="{13FD6234-89D6-B4AC-4390-4BDC94D20837}"/>
          </ac:spMkLst>
        </pc:spChg>
      </pc:sldChg>
      <pc:sldChg chg="modSp add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1942020473" sldId="306"/>
        </pc:sldMkLst>
        <pc:spChg chg="mod">
          <ac:chgData name="Mohammed Naseer Sihanas" userId="baf10d46-ca0e-4f93-8b9a-bd1fa4bc7e8f" providerId="ADAL" clId="{86C72FEF-F0B4-480B-A1E9-B0E19539FAD3}" dt="2024-12-21T10:47:08.130" v="1641" actId="20577"/>
          <ac:spMkLst>
            <pc:docMk/>
            <pc:sldMk cId="1942020473" sldId="306"/>
            <ac:spMk id="2" creationId="{631C2D2A-B118-B41C-756C-6BED6B08C240}"/>
          </ac:spMkLst>
        </pc:spChg>
      </pc:sldChg>
      <pc:sldChg chg="addSp modSp add mod modTransition modNotesTx">
        <pc:chgData name="Mohammed Naseer Sihanas" userId="baf10d46-ca0e-4f93-8b9a-bd1fa4bc7e8f" providerId="ADAL" clId="{86C72FEF-F0B4-480B-A1E9-B0E19539FAD3}" dt="2024-12-24T07:23:57.721" v="2234" actId="20577"/>
        <pc:sldMkLst>
          <pc:docMk/>
          <pc:sldMk cId="3405801661" sldId="307"/>
        </pc:sldMkLst>
        <pc:spChg chg="add">
          <ac:chgData name="Mohammed Naseer Sihanas" userId="baf10d46-ca0e-4f93-8b9a-bd1fa4bc7e8f" providerId="ADAL" clId="{86C72FEF-F0B4-480B-A1E9-B0E19539FAD3}" dt="2024-12-21T10:50:43.259" v="1651"/>
          <ac:spMkLst>
            <pc:docMk/>
            <pc:sldMk cId="3405801661" sldId="307"/>
            <ac:spMk id="2" creationId="{7C8584F0-7843-D14F-FC72-83D5C752B4A2}"/>
          </ac:spMkLst>
        </pc:spChg>
        <pc:spChg chg="add">
          <ac:chgData name="Mohammed Naseer Sihanas" userId="baf10d46-ca0e-4f93-8b9a-bd1fa4bc7e8f" providerId="ADAL" clId="{86C72FEF-F0B4-480B-A1E9-B0E19539FAD3}" dt="2024-12-21T10:50:43.259" v="1651"/>
          <ac:spMkLst>
            <pc:docMk/>
            <pc:sldMk cId="3405801661" sldId="307"/>
            <ac:spMk id="3" creationId="{1872F0A9-8EAF-79C0-3809-0DD1F42FF07B}"/>
          </ac:spMkLst>
        </pc:spChg>
        <pc:spChg chg="add">
          <ac:chgData name="Mohammed Naseer Sihanas" userId="baf10d46-ca0e-4f93-8b9a-bd1fa4bc7e8f" providerId="ADAL" clId="{86C72FEF-F0B4-480B-A1E9-B0E19539FAD3}" dt="2024-12-21T10:50:43.259" v="1651"/>
          <ac:spMkLst>
            <pc:docMk/>
            <pc:sldMk cId="3405801661" sldId="307"/>
            <ac:spMk id="7" creationId="{7CD75273-EB91-72D1-BB87-41833D021015}"/>
          </ac:spMkLst>
        </pc:spChg>
        <pc:spChg chg="mod">
          <ac:chgData name="Mohammed Naseer Sihanas" userId="baf10d46-ca0e-4f93-8b9a-bd1fa4bc7e8f" providerId="ADAL" clId="{86C72FEF-F0B4-480B-A1E9-B0E19539FAD3}" dt="2024-12-24T06:03:30.638" v="2170" actId="20577"/>
          <ac:spMkLst>
            <pc:docMk/>
            <pc:sldMk cId="3405801661" sldId="307"/>
            <ac:spMk id="14" creationId="{84B5813C-E9CC-D20B-8AB3-128C44172519}"/>
          </ac:spMkLst>
        </pc:spChg>
      </pc:sldChg>
      <pc:sldChg chg="modSp add mod ord modTransition modNotesTx">
        <pc:chgData name="Mohammed Naseer Sihanas" userId="baf10d46-ca0e-4f93-8b9a-bd1fa4bc7e8f" providerId="ADAL" clId="{86C72FEF-F0B4-480B-A1E9-B0E19539FAD3}" dt="2024-12-24T07:23:54.572" v="2233" actId="20577"/>
        <pc:sldMkLst>
          <pc:docMk/>
          <pc:sldMk cId="921983525" sldId="308"/>
        </pc:sldMkLst>
        <pc:spChg chg="mod">
          <ac:chgData name="Mohammed Naseer Sihanas" userId="baf10d46-ca0e-4f93-8b9a-bd1fa4bc7e8f" providerId="ADAL" clId="{86C72FEF-F0B4-480B-A1E9-B0E19539FAD3}" dt="2024-12-21T10:56:06.869" v="1688" actId="1076"/>
          <ac:spMkLst>
            <pc:docMk/>
            <pc:sldMk cId="921983525" sldId="308"/>
            <ac:spMk id="14" creationId="{5D39A2AF-0A31-ABDA-CE86-79A24E645B52}"/>
          </ac:spMkLst>
        </pc:spChg>
      </pc:sldChg>
      <pc:sldChg chg="modSp add mod ord modTransition">
        <pc:chgData name="Mohammed Naseer Sihanas" userId="baf10d46-ca0e-4f93-8b9a-bd1fa4bc7e8f" providerId="ADAL" clId="{86C72FEF-F0B4-480B-A1E9-B0E19539FAD3}" dt="2024-12-24T07:19:15.135" v="2219"/>
        <pc:sldMkLst>
          <pc:docMk/>
          <pc:sldMk cId="3915136776" sldId="309"/>
        </pc:sldMkLst>
        <pc:spChg chg="mod">
          <ac:chgData name="Mohammed Naseer Sihanas" userId="baf10d46-ca0e-4f93-8b9a-bd1fa4bc7e8f" providerId="ADAL" clId="{86C72FEF-F0B4-480B-A1E9-B0E19539FAD3}" dt="2024-12-21T10:59:54.127" v="1704" actId="20577"/>
          <ac:spMkLst>
            <pc:docMk/>
            <pc:sldMk cId="3915136776" sldId="309"/>
            <ac:spMk id="2" creationId="{D323EFB5-79D9-2D08-51FE-F203F8515D8D}"/>
          </ac:spMkLst>
        </pc:spChg>
      </pc:sldChg>
      <pc:sldMasterChg chg="modTransition modSldLayout">
        <pc:chgData name="Mohammed Naseer Sihanas" userId="baf10d46-ca0e-4f93-8b9a-bd1fa4bc7e8f" providerId="ADAL" clId="{86C72FEF-F0B4-480B-A1E9-B0E19539FAD3}" dt="2024-12-24T07:19:15.135" v="2219"/>
        <pc:sldMasterMkLst>
          <pc:docMk/>
          <pc:sldMasterMk cId="4097400193" sldId="2147483648"/>
        </pc:sldMasterMkLst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422205874" sldId="2147483649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894670880" sldId="2147483650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3278954590" sldId="2147483651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4206994761" sldId="2147483652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2229060670" sldId="2147483653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640157005" sldId="2147483654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3195355535" sldId="2147483655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3998189601" sldId="2147483656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1137048918" sldId="2147483657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3376925640" sldId="2147483658"/>
          </pc:sldLayoutMkLst>
        </pc:sldLayoutChg>
        <pc:sldLayoutChg chg="modTransition">
          <pc:chgData name="Mohammed Naseer Sihanas" userId="baf10d46-ca0e-4f93-8b9a-bd1fa4bc7e8f" providerId="ADAL" clId="{86C72FEF-F0B4-480B-A1E9-B0E19539FAD3}" dt="2024-12-24T07:19:15.135" v="2219"/>
          <pc:sldLayoutMkLst>
            <pc:docMk/>
            <pc:sldMasterMk cId="4097400193" sldId="2147483648"/>
            <pc:sldLayoutMk cId="3524196950" sldId="2147483659"/>
          </pc:sldLayoutMkLst>
        </pc:sldLayoutChg>
      </pc:sldMasterChg>
    </pc:docChg>
  </pc:docChgLst>
  <pc:docChgLst>
    <pc:chgData name="Mohammed Naseer Sihanas" userId="baf10d46-ca0e-4f93-8b9a-bd1fa4bc7e8f" providerId="ADAL" clId="{A0642F51-81B6-4830-B980-E8E167550FF1}"/>
    <pc:docChg chg="custSel delSld modSld">
      <pc:chgData name="Mohammed Naseer Sihanas" userId="baf10d46-ca0e-4f93-8b9a-bd1fa4bc7e8f" providerId="ADAL" clId="{A0642F51-81B6-4830-B980-E8E167550FF1}" dt="2024-10-07T09:20:37.960" v="205" actId="12"/>
      <pc:docMkLst>
        <pc:docMk/>
      </pc:docMkLst>
      <pc:sldChg chg="modNotesTx">
        <pc:chgData name="Mohammed Naseer Sihanas" userId="baf10d46-ca0e-4f93-8b9a-bd1fa4bc7e8f" providerId="ADAL" clId="{A0642F51-81B6-4830-B980-E8E167550FF1}" dt="2024-10-07T09:15:22.584" v="204" actId="6549"/>
        <pc:sldMkLst>
          <pc:docMk/>
          <pc:sldMk cId="932762795" sldId="256"/>
        </pc:sldMkLst>
      </pc:sldChg>
      <pc:sldChg chg="modNotesTx">
        <pc:chgData name="Mohammed Naseer Sihanas" userId="baf10d46-ca0e-4f93-8b9a-bd1fa4bc7e8f" providerId="ADAL" clId="{A0642F51-81B6-4830-B980-E8E167550FF1}" dt="2024-10-07T04:35:06.717" v="3"/>
        <pc:sldMkLst>
          <pc:docMk/>
          <pc:sldMk cId="891432784" sldId="257"/>
        </pc:sldMkLst>
      </pc:sldChg>
      <pc:sldChg chg="modNotesTx">
        <pc:chgData name="Mohammed Naseer Sihanas" userId="baf10d46-ca0e-4f93-8b9a-bd1fa4bc7e8f" providerId="ADAL" clId="{A0642F51-81B6-4830-B980-E8E167550FF1}" dt="2024-10-07T04:36:05.682" v="6"/>
        <pc:sldMkLst>
          <pc:docMk/>
          <pc:sldMk cId="100369622" sldId="258"/>
        </pc:sldMkLst>
      </pc:sldChg>
      <pc:sldChg chg="modNotesTx">
        <pc:chgData name="Mohammed Naseer Sihanas" userId="baf10d46-ca0e-4f93-8b9a-bd1fa4bc7e8f" providerId="ADAL" clId="{A0642F51-81B6-4830-B980-E8E167550FF1}" dt="2024-10-07T04:35:23.872" v="4"/>
        <pc:sldMkLst>
          <pc:docMk/>
          <pc:sldMk cId="1319477807" sldId="259"/>
        </pc:sldMkLst>
      </pc:sldChg>
      <pc:sldChg chg="modNotesTx">
        <pc:chgData name="Mohammed Naseer Sihanas" userId="baf10d46-ca0e-4f93-8b9a-bd1fa4bc7e8f" providerId="ADAL" clId="{A0642F51-81B6-4830-B980-E8E167550FF1}" dt="2024-10-07T09:12:56.667" v="119" actId="6549"/>
        <pc:sldMkLst>
          <pc:docMk/>
          <pc:sldMk cId="3966344777" sldId="261"/>
        </pc:sldMkLst>
      </pc:sldChg>
      <pc:sldChg chg="modNotesTx">
        <pc:chgData name="Mohammed Naseer Sihanas" userId="baf10d46-ca0e-4f93-8b9a-bd1fa4bc7e8f" providerId="ADAL" clId="{A0642F51-81B6-4830-B980-E8E167550FF1}" dt="2024-10-07T09:11:45.273" v="86" actId="5793"/>
        <pc:sldMkLst>
          <pc:docMk/>
          <pc:sldMk cId="1338395865" sldId="263"/>
        </pc:sldMkLst>
      </pc:sldChg>
      <pc:sldChg chg="modNotesTx">
        <pc:chgData name="Mohammed Naseer Sihanas" userId="baf10d46-ca0e-4f93-8b9a-bd1fa4bc7e8f" providerId="ADAL" clId="{A0642F51-81B6-4830-B980-E8E167550FF1}" dt="2024-10-07T04:46:40.951" v="17"/>
        <pc:sldMkLst>
          <pc:docMk/>
          <pc:sldMk cId="2660892434" sldId="265"/>
        </pc:sldMkLst>
      </pc:sldChg>
      <pc:sldChg chg="modNotesTx">
        <pc:chgData name="Mohammed Naseer Sihanas" userId="baf10d46-ca0e-4f93-8b9a-bd1fa4bc7e8f" providerId="ADAL" clId="{A0642F51-81B6-4830-B980-E8E167550FF1}" dt="2024-10-07T09:13:47.909" v="194" actId="20577"/>
        <pc:sldMkLst>
          <pc:docMk/>
          <pc:sldMk cId="3672480713" sldId="269"/>
        </pc:sldMkLst>
      </pc:sldChg>
      <pc:sldChg chg="del">
        <pc:chgData name="Mohammed Naseer Sihanas" userId="baf10d46-ca0e-4f93-8b9a-bd1fa4bc7e8f" providerId="ADAL" clId="{A0642F51-81B6-4830-B980-E8E167550FF1}" dt="2024-10-03T04:10:46.725" v="0" actId="47"/>
        <pc:sldMkLst>
          <pc:docMk/>
          <pc:sldMk cId="2568800362" sldId="270"/>
        </pc:sldMkLst>
      </pc:sldChg>
      <pc:sldChg chg="modNotesTx">
        <pc:chgData name="Mohammed Naseer Sihanas" userId="baf10d46-ca0e-4f93-8b9a-bd1fa4bc7e8f" providerId="ADAL" clId="{A0642F51-81B6-4830-B980-E8E167550FF1}" dt="2024-10-07T04:41:50.492" v="12"/>
        <pc:sldMkLst>
          <pc:docMk/>
          <pc:sldMk cId="728560859" sldId="271"/>
        </pc:sldMkLst>
      </pc:sldChg>
      <pc:sldChg chg="modNotesTx">
        <pc:chgData name="Mohammed Naseer Sihanas" userId="baf10d46-ca0e-4f93-8b9a-bd1fa4bc7e8f" providerId="ADAL" clId="{A0642F51-81B6-4830-B980-E8E167550FF1}" dt="2024-10-07T06:35:56.550" v="18" actId="20577"/>
        <pc:sldMkLst>
          <pc:docMk/>
          <pc:sldMk cId="1415970124" sldId="272"/>
        </pc:sldMkLst>
      </pc:sldChg>
      <pc:sldChg chg="modNotesTx">
        <pc:chgData name="Mohammed Naseer Sihanas" userId="baf10d46-ca0e-4f93-8b9a-bd1fa4bc7e8f" providerId="ADAL" clId="{A0642F51-81B6-4830-B980-E8E167550FF1}" dt="2024-10-07T04:44:24.976" v="15"/>
        <pc:sldMkLst>
          <pc:docMk/>
          <pc:sldMk cId="421766892" sldId="273"/>
        </pc:sldMkLst>
      </pc:sldChg>
      <pc:sldChg chg="del">
        <pc:chgData name="Mohammed Naseer Sihanas" userId="baf10d46-ca0e-4f93-8b9a-bd1fa4bc7e8f" providerId="ADAL" clId="{A0642F51-81B6-4830-B980-E8E167550FF1}" dt="2024-10-03T04:10:48.089" v="1" actId="47"/>
        <pc:sldMkLst>
          <pc:docMk/>
          <pc:sldMk cId="3332095496" sldId="276"/>
        </pc:sldMkLst>
      </pc:sldChg>
      <pc:sldChg chg="modNotesTx">
        <pc:chgData name="Mohammed Naseer Sihanas" userId="baf10d46-ca0e-4f93-8b9a-bd1fa4bc7e8f" providerId="ADAL" clId="{A0642F51-81B6-4830-B980-E8E167550FF1}" dt="2024-10-07T04:41:35.742" v="11"/>
        <pc:sldMkLst>
          <pc:docMk/>
          <pc:sldMk cId="2864293341" sldId="281"/>
        </pc:sldMkLst>
      </pc:sldChg>
      <pc:sldChg chg="modNotesTx">
        <pc:chgData name="Mohammed Naseer Sihanas" userId="baf10d46-ca0e-4f93-8b9a-bd1fa4bc7e8f" providerId="ADAL" clId="{A0642F51-81B6-4830-B980-E8E167550FF1}" dt="2024-10-07T04:43:10.418" v="14"/>
        <pc:sldMkLst>
          <pc:docMk/>
          <pc:sldMk cId="3701384054" sldId="282"/>
        </pc:sldMkLst>
      </pc:sldChg>
      <pc:sldChg chg="modNotesTx">
        <pc:chgData name="Mohammed Naseer Sihanas" userId="baf10d46-ca0e-4f93-8b9a-bd1fa4bc7e8f" providerId="ADAL" clId="{A0642F51-81B6-4830-B980-E8E167550FF1}" dt="2024-10-07T04:45:52.593" v="16"/>
        <pc:sldMkLst>
          <pc:docMk/>
          <pc:sldMk cId="3135003794" sldId="290"/>
        </pc:sldMkLst>
      </pc:sldChg>
      <pc:sldChg chg="modNotesTx">
        <pc:chgData name="Mohammed Naseer Sihanas" userId="baf10d46-ca0e-4f93-8b9a-bd1fa4bc7e8f" providerId="ADAL" clId="{A0642F51-81B6-4830-B980-E8E167550FF1}" dt="2024-10-07T09:20:37.960" v="205" actId="12"/>
        <pc:sldMkLst>
          <pc:docMk/>
          <pc:sldMk cId="3708950606" sldId="291"/>
        </pc:sldMkLst>
      </pc:sldChg>
      <pc:sldChg chg="modNotesTx">
        <pc:chgData name="Mohammed Naseer Sihanas" userId="baf10d46-ca0e-4f93-8b9a-bd1fa4bc7e8f" providerId="ADAL" clId="{A0642F51-81B6-4830-B980-E8E167550FF1}" dt="2024-10-07T04:35:42.016" v="5"/>
        <pc:sldMkLst>
          <pc:docMk/>
          <pc:sldMk cId="1162202113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C16D-87A5-42A8-B140-98728FAD8B51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B0495-2115-43AA-BA4C-17B1B018F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1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10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069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47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870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317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11E2A-A878-C07D-FC65-5902A9FAA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A67A2-6E64-41F5-6720-D7B536C7B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DA54A4-759A-977F-AD06-67F3D6591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E62E9-4899-C535-6B1A-7E1364540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309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65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53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A49CA-6795-7D89-775F-D6EEE1685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EA33A-D45F-35C4-C93B-D1CF91C8C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0E5CC-8E2C-68C4-DD73-FDB81C54E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651AA-AF9B-41AC-1777-E700F207A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15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24EED-A7FC-0ED8-B173-5D14E426E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9F1C3E-08E5-03AC-27C5-811C12C12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FE557D-1D01-8E57-DD40-C9E79A4BE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DE44A-2364-36A4-EA53-631F7AC13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128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98200-67C2-BAA6-C093-7AC3FBF84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BAFFC-B78E-E9CD-BF0D-54373A09A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DA299-3215-FD33-A7D3-319A3DB9F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F8001-C22B-1F63-C706-F2817B140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31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57A66-6EBD-9190-486B-1E539B165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5337D-2B3B-078D-6FB5-D044EDFCE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8806E-7E8B-55F6-8AEA-F9B741A87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33D5D-3543-CDBA-86CD-64B35FF58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524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947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706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388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49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994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3E83C-E6DA-798F-1E1B-585BDB50C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EB780-62B4-97CA-AA3C-68B4EEDE7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58CC3-0754-F9C2-98FF-8A7894588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970F6-66FE-FA6E-A56C-B73CE0A9A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502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7F8D9-5568-1AEC-691C-941F1EFB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7EFEC-270F-86CF-D70A-63C6DF042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6D303-E0A0-8952-77CB-076EA59BB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4C5EA-9E7B-98B1-B99E-D2402BEE0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81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7286B-9958-C2E0-88D0-EFE8BD1B5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6904F-DFDB-886A-F9A1-A6F38E159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719AB-F31C-F7AB-C0A4-8D034E138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D0D3B-4424-FF7F-109F-4EF8B3C30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093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CFA4B-9601-BB5D-2BB4-18FDF31F9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D150A-6B15-CC27-6E3B-242C6DBB9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51196-B9CB-507F-EF66-26422D83C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C90D4-60DD-DC74-E2C5-538E17643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532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708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B0495-2115-43AA-BA4C-17B1B018F6D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72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7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1D71B-C944-40CB-9225-EA433BB07F45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54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58ECA-02C5-4D99-AFFD-84EA363A536D}" type="datetime1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9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073E0-3DBC-4BAA-84B9-0F85CC501F88}" type="datetime1">
              <a:rPr lang="en-US" smtClean="0"/>
              <a:t>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060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C761F-A406-4505-8459-B97881E80F0E}" type="datetime1">
              <a:rPr lang="en-US" smtClean="0"/>
              <a:t>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5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0DCC-C7A3-4DC1-8DCD-1C5B33BCF6DA}" type="datetime1">
              <a:rPr lang="en-US" smtClean="0"/>
              <a:t>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5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CD9E2-7770-43EB-8701-2490B377D92A}" type="datetime1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89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D9B-92CF-4B2F-A610-74DC6EFE6E8B}" type="datetime1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4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613B-0BA2-4A64-A532-F6C966C6DF40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25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4F18-9DB9-4BF6-A25D-A0C007A942DF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9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33C8A-7B11-4C95-B8FE-DA0F896160D6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400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6837" y="563418"/>
            <a:ext cx="9984508" cy="1921163"/>
          </a:xfrm>
        </p:spPr>
        <p:txBody>
          <a:bodyPr>
            <a:normAutofit/>
          </a:bodyPr>
          <a:lstStyle/>
          <a:p>
            <a:r>
              <a:rPr lang="en-US" dirty="0"/>
              <a:t>Automated Text Summarization for News Articles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5905-566F-4D77-AB2B-760164113BC0}" type="datetime1">
              <a:rPr lang="en-US" smtClean="0"/>
              <a:t>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PCP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</a:t>
            </a:fld>
            <a:endParaRPr lang="en-US"/>
          </a:p>
        </p:txBody>
      </p:sp>
      <p:sp>
        <p:nvSpPr>
          <p:cNvPr id="7" name="Google Shape;286;p26"/>
          <p:cNvSpPr txBox="1">
            <a:spLocks noGrp="1"/>
          </p:cNvSpPr>
          <p:nvPr>
            <p:ph type="subTitle" idx="1"/>
          </p:nvPr>
        </p:nvSpPr>
        <p:spPr>
          <a:xfrm>
            <a:off x="424872" y="4935504"/>
            <a:ext cx="5143512" cy="126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Presenter: MN. SIHANAS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Supervisor: MRS. ALF. SAJEETHA</a:t>
            </a:r>
            <a:endParaRPr dirty="0"/>
          </a:p>
        </p:txBody>
      </p:sp>
      <p:pic>
        <p:nvPicPr>
          <p:cNvPr id="10" name="Picture 2" descr="British College of Applied Studies – Building Careers Transforming Live">
            <a:extLst>
              <a:ext uri="{FF2B5EF4-FFF2-40B4-BE49-F238E27FC236}">
                <a16:creationId xmlns:a16="http://schemas.microsoft.com/office/drawing/2014/main" id="{3AAAFF53-3A69-97C0-6C4E-BE0B83717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773" y="5122942"/>
            <a:ext cx="1973027" cy="107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6;p26">
            <a:extLst>
              <a:ext uri="{FF2B5EF4-FFF2-40B4-BE49-F238E27FC236}">
                <a16:creationId xmlns:a16="http://schemas.microsoft.com/office/drawing/2014/main" id="{0A780991-E5A6-7C22-165E-954CFE5E63B7}"/>
              </a:ext>
            </a:extLst>
          </p:cNvPr>
          <p:cNvSpPr txBox="1">
            <a:spLocks/>
          </p:cNvSpPr>
          <p:nvPr/>
        </p:nvSpPr>
        <p:spPr>
          <a:xfrm>
            <a:off x="2521527" y="2561724"/>
            <a:ext cx="7148946" cy="11897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GB" i="1" dirty="0"/>
              <a:t>“In an age of overwhelming information, text summarization helps extract key insights efficiently.”</a:t>
            </a:r>
          </a:p>
        </p:txBody>
      </p:sp>
    </p:spTree>
    <p:extLst>
      <p:ext uri="{BB962C8B-B14F-4D97-AF65-F5344CB8AC3E}">
        <p14:creationId xmlns:p14="http://schemas.microsoft.com/office/powerpoint/2010/main" val="93276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163" y="259918"/>
            <a:ext cx="10515600" cy="871538"/>
          </a:xfrm>
        </p:spPr>
        <p:txBody>
          <a:bodyPr>
            <a:normAutofit fontScale="90000"/>
          </a:bodyPr>
          <a:lstStyle/>
          <a:p>
            <a:pPr lvl="0"/>
            <a:br>
              <a:rPr lang="en-US" b="1" dirty="0"/>
            </a:br>
            <a:r>
              <a:rPr lang="en-US" b="1" dirty="0"/>
              <a:t>Table of contents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4618"/>
            <a:ext cx="10515600" cy="5218546"/>
          </a:xfrm>
        </p:spPr>
        <p:txBody>
          <a:bodyPr>
            <a:normAutofit fontScale="85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Background Information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 Objectives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Methodologies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Dataset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Model Evaluation &amp; Selection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Top Level Architecture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Timeline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Demonstration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Challenges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Lessons Learned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Future Direction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Conclusion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43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3</a:t>
            </a:fld>
            <a:endParaRPr lang="en-US"/>
          </a:p>
        </p:txBody>
      </p:sp>
      <p:sp>
        <p:nvSpPr>
          <p:cNvPr id="8" name="Google Shape;286;p26">
            <a:extLst>
              <a:ext uri="{FF2B5EF4-FFF2-40B4-BE49-F238E27FC236}">
                <a16:creationId xmlns:a16="http://schemas.microsoft.com/office/drawing/2014/main" id="{D540D9C5-63BD-87DD-A593-5C7AEB55E9F5}"/>
              </a:ext>
            </a:extLst>
          </p:cNvPr>
          <p:cNvSpPr txBox="1">
            <a:spLocks/>
          </p:cNvSpPr>
          <p:nvPr/>
        </p:nvSpPr>
        <p:spPr>
          <a:xfrm>
            <a:off x="517248" y="3777664"/>
            <a:ext cx="11277588" cy="244763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GB" sz="2800" b="1" dirty="0"/>
              <a:t>Importance:</a:t>
            </a:r>
            <a:endParaRPr lang="en-GB" sz="2800" dirty="0"/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Helps readers save time by focusing on the core information in news articles.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Promotes accessibility for users with limited time or specific interests.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Enables quick decision-making and knowledge acquisition in various domains like journalism, education and research.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11" name="Google Shape;286;p26">
            <a:extLst>
              <a:ext uri="{FF2B5EF4-FFF2-40B4-BE49-F238E27FC236}">
                <a16:creationId xmlns:a16="http://schemas.microsoft.com/office/drawing/2014/main" id="{D764EE45-8CA4-0EDE-0484-E25C784E5404}"/>
              </a:ext>
            </a:extLst>
          </p:cNvPr>
          <p:cNvSpPr txBox="1">
            <a:spLocks/>
          </p:cNvSpPr>
          <p:nvPr/>
        </p:nvSpPr>
        <p:spPr>
          <a:xfrm>
            <a:off x="517248" y="690698"/>
            <a:ext cx="11277588" cy="32924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GB" sz="2800" b="1" dirty="0"/>
              <a:t>About the Project:</a:t>
            </a:r>
            <a:endParaRPr lang="en-GB" sz="2800" dirty="0"/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In an era of overwhelming digital content, news articles are published in vast quantities every day.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Manually reading and extracting key information from these articles is time-consuming and inefficient.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Automated text summarization offers a solution by generating concise summaries that retain the essential information.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BE6D57-FE26-39F9-C97C-7F86B93A7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77454" y="-147647"/>
            <a:ext cx="9144000" cy="1038576"/>
          </a:xfrm>
        </p:spPr>
        <p:txBody>
          <a:bodyPr>
            <a:normAutofit/>
          </a:bodyPr>
          <a:lstStyle/>
          <a:p>
            <a:r>
              <a:rPr lang="en" sz="4400" b="1" dirty="0"/>
              <a:t>01. </a:t>
            </a:r>
            <a:r>
              <a:rPr lang="en-US" sz="4400" b="1" dirty="0"/>
              <a:t>Background Information</a:t>
            </a:r>
          </a:p>
        </p:txBody>
      </p:sp>
    </p:spTree>
    <p:extLst>
      <p:ext uri="{BB962C8B-B14F-4D97-AF65-F5344CB8AC3E}">
        <p14:creationId xmlns:p14="http://schemas.microsoft.com/office/powerpoint/2010/main" val="131947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4</a:t>
            </a:fld>
            <a:endParaRPr lang="en-US"/>
          </a:p>
        </p:txBody>
      </p:sp>
      <p:sp>
        <p:nvSpPr>
          <p:cNvPr id="3" name="Google Shape;286;p26">
            <a:extLst>
              <a:ext uri="{FF2B5EF4-FFF2-40B4-BE49-F238E27FC236}">
                <a16:creationId xmlns:a16="http://schemas.microsoft.com/office/drawing/2014/main" id="{32E1BD30-CAB7-BAB7-5DA9-B3C8519C915B}"/>
              </a:ext>
            </a:extLst>
          </p:cNvPr>
          <p:cNvSpPr txBox="1">
            <a:spLocks/>
          </p:cNvSpPr>
          <p:nvPr/>
        </p:nvSpPr>
        <p:spPr>
          <a:xfrm>
            <a:off x="838200" y="1169945"/>
            <a:ext cx="10289310" cy="38674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News text summarization is the process of automatically generating a concise and meaningful summary of news articles.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It involves extracting or abstracting key information from lengthy articles while maintaining the context and intent.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By automating summarization, the project addresses the challenges of processing the overwhelming influx of digital news content.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2800" dirty="0"/>
          </a:p>
        </p:txBody>
      </p:sp>
      <p:pic>
        <p:nvPicPr>
          <p:cNvPr id="9" name="Picture 8" descr="A newspaper with a magnifying glass&#10;&#10;Description automatically generated">
            <a:extLst>
              <a:ext uri="{FF2B5EF4-FFF2-40B4-BE49-F238E27FC236}">
                <a16:creationId xmlns:a16="http://schemas.microsoft.com/office/drawing/2014/main" id="{3A5A9065-88BA-D135-576C-6E66E073C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4520181"/>
            <a:ext cx="1550656" cy="15506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F3FC2B-CE42-1747-D825-F21EABAC7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36525"/>
            <a:ext cx="3880427" cy="1038576"/>
          </a:xfrm>
        </p:spPr>
        <p:txBody>
          <a:bodyPr>
            <a:normAutofit/>
          </a:bodyPr>
          <a:lstStyle/>
          <a:p>
            <a:r>
              <a:rPr lang="en" sz="4400" b="1" dirty="0"/>
              <a:t>02. </a:t>
            </a:r>
            <a:r>
              <a:rPr lang="en-US" sz="44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16220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3102"/>
            <a:ext cx="10515600" cy="427319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GB" b="1" dirty="0"/>
              <a:t>Develop an Efficient Summarization Tool</a:t>
            </a:r>
            <a:r>
              <a:rPr lang="en-GB" dirty="0"/>
              <a:t>: Create a system capable of summarizing news articles from URLs into concise, meaningful summaries.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GB" b="1" dirty="0"/>
              <a:t>Optimize Time and Effort in News Consumption</a:t>
            </a:r>
            <a:r>
              <a:rPr lang="en-US" dirty="0"/>
              <a:t>: </a:t>
            </a:r>
            <a:r>
              <a:rPr lang="en-GB" dirty="0"/>
              <a:t>Enable users to quickly extract the key information from lengthy news articles, improving productivity and comprehension.</a:t>
            </a:r>
            <a:endParaRPr lang="en-US" dirty="0"/>
          </a:p>
          <a:p>
            <a:pPr algn="just">
              <a:lnSpc>
                <a:spcPct val="10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b="1" dirty="0"/>
              <a:t>Demonstrate NLP Capabilities</a:t>
            </a:r>
            <a:r>
              <a:rPr lang="en-US" dirty="0"/>
              <a:t>: </a:t>
            </a:r>
            <a:r>
              <a:rPr lang="en-GB" dirty="0"/>
              <a:t>Showcase the application of advanced Natural Language Processing techniques in real-world scenarios.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181D3B-696E-EF20-CCD3-A7DB64A971C5}"/>
              </a:ext>
            </a:extLst>
          </p:cNvPr>
          <p:cNvSpPr txBox="1">
            <a:spLocks/>
          </p:cNvSpPr>
          <p:nvPr/>
        </p:nvSpPr>
        <p:spPr>
          <a:xfrm>
            <a:off x="838200" y="468473"/>
            <a:ext cx="9144000" cy="603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" b="1" dirty="0"/>
            </a:br>
            <a:r>
              <a:rPr lang="en" b="1" dirty="0"/>
              <a:t>03. </a:t>
            </a:r>
            <a:r>
              <a:rPr lang="en-US" b="1" dirty="0"/>
              <a:t>Project Objectives</a:t>
            </a:r>
            <a:br>
              <a:rPr lang="en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036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31B4F-239E-8A71-D8D1-9299AD00D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B7865-2F5D-3167-B75D-2C68A2AF1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E31CF-734B-ADC0-B9C1-EDAF13F4A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2A6AB-A8CD-14A0-C235-285ED5AC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02578D-F2FE-FD77-0C41-44DA3A488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092653"/>
              </p:ext>
            </p:extLst>
          </p:nvPr>
        </p:nvGraphicFramePr>
        <p:xfrm>
          <a:off x="838200" y="1283846"/>
          <a:ext cx="10515600" cy="4757686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191327">
                  <a:extLst>
                    <a:ext uri="{9D8B030D-6E8A-4147-A177-3AD203B41FA5}">
                      <a16:colId xmlns:a16="http://schemas.microsoft.com/office/drawing/2014/main" val="1273580764"/>
                    </a:ext>
                  </a:extLst>
                </a:gridCol>
                <a:gridCol w="8324273">
                  <a:extLst>
                    <a:ext uri="{9D8B030D-6E8A-4147-A177-3AD203B41FA5}">
                      <a16:colId xmlns:a16="http://schemas.microsoft.com/office/drawing/2014/main" val="1771404545"/>
                    </a:ext>
                  </a:extLst>
                </a:gridCol>
              </a:tblGrid>
              <a:tr h="510743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bg1"/>
                          </a:solidFill>
                        </a:rPr>
                        <a:t>Methodology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419447"/>
                  </a:ext>
                </a:extLst>
              </a:tr>
              <a:tr h="849339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tx1"/>
                          </a:solidFill>
                        </a:rPr>
                        <a:t>Model Selection and Evaluation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Evaluated T5-base and Bart-base models for abstractive summarization. Chose </a:t>
                      </a:r>
                      <a:r>
                        <a:rPr lang="en-GB" sz="2400" b="1" dirty="0">
                          <a:solidFill>
                            <a:srgbClr val="FF0000"/>
                          </a:solidFill>
                        </a:rPr>
                        <a:t>T5-base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</a:rPr>
                        <a:t> due to a higher F1 score during evaluation.</a:t>
                      </a:r>
                    </a:p>
                    <a:p>
                      <a:pPr algn="l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406064"/>
                  </a:ext>
                </a:extLst>
              </a:tr>
              <a:tr h="1185981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Fine-tuning the Pre-trained Model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400" dirty="0"/>
                        <a:t>Fine-tuned the T5-base model using the </a:t>
                      </a:r>
                      <a:r>
                        <a:rPr lang="en-GB" sz="2400" b="1" dirty="0">
                          <a:solidFill>
                            <a:srgbClr val="FF0000"/>
                          </a:solidFill>
                        </a:rPr>
                        <a:t>SAMSUM</a:t>
                      </a:r>
                      <a:r>
                        <a:rPr lang="en-GB" sz="2400" dirty="0"/>
                        <a:t> dataset.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098251"/>
                  </a:ext>
                </a:extLst>
              </a:tr>
              <a:tr h="1503743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Summarization Approach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400" dirty="0"/>
                        <a:t>adopted </a:t>
                      </a:r>
                      <a:r>
                        <a:rPr lang="en-GB" sz="2400" b="1" dirty="0">
                          <a:solidFill>
                            <a:srgbClr val="FF0000"/>
                          </a:solidFill>
                        </a:rPr>
                        <a:t>abstractive summarization </a:t>
                      </a:r>
                      <a:r>
                        <a:rPr lang="en-GB" sz="2400" dirty="0"/>
                        <a:t>approach, which generates new, concise summaries by rephrasing and restructuring the original content.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85269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D5E5F438-D287-5AB9-9A1F-A0D4E42D6581}"/>
              </a:ext>
            </a:extLst>
          </p:cNvPr>
          <p:cNvSpPr txBox="1">
            <a:spLocks/>
          </p:cNvSpPr>
          <p:nvPr/>
        </p:nvSpPr>
        <p:spPr>
          <a:xfrm>
            <a:off x="838200" y="87861"/>
            <a:ext cx="9144000" cy="1038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b="1" dirty="0"/>
              <a:t>04. Methodologies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59449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7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9930CF-904E-D92B-36F2-922655B2D191}"/>
              </a:ext>
            </a:extLst>
          </p:cNvPr>
          <p:cNvSpPr txBox="1"/>
          <p:nvPr/>
        </p:nvSpPr>
        <p:spPr>
          <a:xfrm>
            <a:off x="286323" y="902112"/>
            <a:ext cx="111598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GB" sz="2400" dirty="0"/>
              <a:t>Selected Dataset: “</a:t>
            </a:r>
            <a:r>
              <a:rPr lang="en-GB" sz="2400" b="1" dirty="0">
                <a:solidFill>
                  <a:srgbClr val="FF0000"/>
                </a:solidFill>
              </a:rPr>
              <a:t>SAMSUM</a:t>
            </a:r>
            <a:r>
              <a:rPr lang="en-GB" sz="2400" dirty="0"/>
              <a:t>" which contains dialogue-style text and human-written summaries.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0CBEF5-F6D6-56A6-48EE-3FC9F169EA45}"/>
              </a:ext>
            </a:extLst>
          </p:cNvPr>
          <p:cNvSpPr txBox="1"/>
          <p:nvPr/>
        </p:nvSpPr>
        <p:spPr>
          <a:xfrm>
            <a:off x="727366" y="1622425"/>
            <a:ext cx="10411691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/>
              <a:t>Why SAMSUM?</a:t>
            </a:r>
            <a:r>
              <a:rPr lang="en-GB" sz="2800" dirty="0"/>
              <a:t> </a:t>
            </a:r>
            <a:endParaRPr lang="en-GB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dirty="0"/>
              <a:t>Both T5-base and Bart-base models are not originally trained on the SAMSUM dataset, making fine-tuning essential to improve performance.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Real-World Relevance</a:t>
            </a:r>
            <a:r>
              <a:rPr lang="en-GB" sz="2400" dirty="0"/>
              <a:t>: Provides high-quality summaries that align with the requirements of news article summarization.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Concise: </a:t>
            </a:r>
            <a:r>
              <a:rPr lang="en-GB" sz="2400" dirty="0"/>
              <a:t>Suitable for abstractive summarization tasks due to its focus on creating concise, human-like summaries.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5782D6-0182-4565-8DF0-B9DD8925C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714936"/>
              </p:ext>
            </p:extLst>
          </p:nvPr>
        </p:nvGraphicFramePr>
        <p:xfrm>
          <a:off x="8788408" y="5073718"/>
          <a:ext cx="1826490" cy="1097280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1117599">
                  <a:extLst>
                    <a:ext uri="{9D8B030D-6E8A-4147-A177-3AD203B41FA5}">
                      <a16:colId xmlns:a16="http://schemas.microsoft.com/office/drawing/2014/main" val="4290094472"/>
                    </a:ext>
                  </a:extLst>
                </a:gridCol>
                <a:gridCol w="708891">
                  <a:extLst>
                    <a:ext uri="{9D8B030D-6E8A-4147-A177-3AD203B41FA5}">
                      <a16:colId xmlns:a16="http://schemas.microsoft.com/office/drawing/2014/main" val="3562748687"/>
                    </a:ext>
                  </a:extLst>
                </a:gridCol>
              </a:tblGrid>
              <a:tr h="317088">
                <a:tc>
                  <a:txBody>
                    <a:bodyPr/>
                    <a:lstStyle/>
                    <a:p>
                      <a:r>
                        <a:rPr lang="en-GB" dirty="0"/>
                        <a:t>Training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860026"/>
                  </a:ext>
                </a:extLst>
              </a:tr>
              <a:tr h="317088">
                <a:tc>
                  <a:txBody>
                    <a:bodyPr/>
                    <a:lstStyle/>
                    <a:p>
                      <a:r>
                        <a:rPr lang="en-GB" dirty="0"/>
                        <a:t>Test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424201"/>
                  </a:ext>
                </a:extLst>
              </a:tr>
              <a:tr h="317088">
                <a:tc>
                  <a:txBody>
                    <a:bodyPr/>
                    <a:lstStyle/>
                    <a:p>
                      <a:r>
                        <a:rPr lang="en-GB" dirty="0"/>
                        <a:t>Validation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1746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D785A9F-DFAB-E550-39EF-DC0335D94DBE}"/>
              </a:ext>
            </a:extLst>
          </p:cNvPr>
          <p:cNvSpPr txBox="1"/>
          <p:nvPr/>
        </p:nvSpPr>
        <p:spPr>
          <a:xfrm>
            <a:off x="6597081" y="5422303"/>
            <a:ext cx="16232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accent5">
                    <a:lumMod val="50000"/>
                  </a:schemeClr>
                </a:solidFill>
              </a:rPr>
              <a:t>Dataset Split:</a:t>
            </a:r>
            <a:endParaRPr lang="en-US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C142BEB6-17E2-9E6B-2F3E-816A758A5DF3}"/>
              </a:ext>
            </a:extLst>
          </p:cNvPr>
          <p:cNvSpPr/>
          <p:nvPr/>
        </p:nvSpPr>
        <p:spPr>
          <a:xfrm>
            <a:off x="8128008" y="5073718"/>
            <a:ext cx="471054" cy="1097280"/>
          </a:xfrm>
          <a:prstGeom prst="leftBrac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5A44F69-E982-4216-A253-FE59AC5E25E3}"/>
              </a:ext>
            </a:extLst>
          </p:cNvPr>
          <p:cNvSpPr txBox="1">
            <a:spLocks/>
          </p:cNvSpPr>
          <p:nvPr/>
        </p:nvSpPr>
        <p:spPr>
          <a:xfrm>
            <a:off x="745840" y="48257"/>
            <a:ext cx="9144000" cy="1038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b="1" dirty="0"/>
              <a:t>05. Dataset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0895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83796-7DED-3DBB-E8FC-738C1B67A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37EE8-012C-32CC-F3F0-86E640DDD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036" y="2390424"/>
            <a:ext cx="10547927" cy="1038576"/>
          </a:xfrm>
        </p:spPr>
        <p:txBody>
          <a:bodyPr>
            <a:noAutofit/>
          </a:bodyPr>
          <a:lstStyle/>
          <a:p>
            <a:r>
              <a:rPr lang="en" b="1" dirty="0"/>
              <a:t>06. Model selection &amp; Evaluation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6E8EE-B785-0A52-70A7-CDD19200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BA991-416A-1C8C-F2CC-72634CD2E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C5A9D-8FA7-F48E-4325-CB75FAF80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0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A9A30-2DC9-B449-4113-A44E2209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C8136-BA0C-5D0B-8A9C-286153FCD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F724E-E87D-7AAC-7D72-DE4C1B4C9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F1681-04DE-2188-44BD-BA763278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 descr="A graph of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582DD345-4B04-6372-FCB8-4F856B683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319" y="967528"/>
            <a:ext cx="8703362" cy="492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324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DE14F-3392-8681-D25E-6E693C141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FF7C1-C09A-CD43-48A9-A530D09ED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6770D-9F67-20E3-A074-842E5B94A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DCFD5-B7CD-279D-2D0C-D593A1E83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 descr="A graph of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108633AE-33E6-A60B-9A19-A2CC0C3E1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319" y="967528"/>
            <a:ext cx="8703362" cy="492294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9684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180A5-0E7C-437A-2340-5532E949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484DD-A442-B645-EEEB-F6F21921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4FA93-AF86-E53A-1126-CE9FB1F1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3CF70-5FBD-96DD-3794-BC16191F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 descr="A graph of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8894C804-FE29-F90A-3166-2230BC6AB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319" y="967528"/>
            <a:ext cx="8703362" cy="492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85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9EF46-C6A5-2A0D-D451-C61327263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3D433-DA3C-2BDD-7676-4BD9CCDB0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3B7A0-C975-8B03-4F57-83AC9A5BA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84F66-A6C5-E7BF-A439-318CB75DF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4E3DA-956B-ADAE-1D45-C5E9386915BE}"/>
              </a:ext>
            </a:extLst>
          </p:cNvPr>
          <p:cNvSpPr txBox="1"/>
          <p:nvPr/>
        </p:nvSpPr>
        <p:spPr>
          <a:xfrm>
            <a:off x="614215" y="581705"/>
            <a:ext cx="1046942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Why T5-Base?</a:t>
            </a:r>
            <a:r>
              <a:rPr lang="en-GB" sz="3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800" b="1" dirty="0"/>
              <a:t>Higher F1 Score: </a:t>
            </a:r>
            <a:r>
              <a:rPr lang="en-GB" sz="2800" dirty="0"/>
              <a:t>T5-base achieved better F1 Score, outperforming Bart-base, indicating better overall accuracy.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800" b="1" dirty="0"/>
              <a:t>Better Precision and Recall: </a:t>
            </a:r>
            <a:r>
              <a:rPr lang="en-GB" sz="2800" dirty="0"/>
              <a:t>T5-base showed higher precision and recall, making it more reliable in generating concise and comprehensive summaries.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8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800" b="1" dirty="0"/>
              <a:t>Efficiency: </a:t>
            </a:r>
            <a:r>
              <a:rPr lang="en-GB" sz="2800" dirty="0"/>
              <a:t>During evaluation, T5-base demonstrated consistent performance across various test cases, aligning with the project’s objectives.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6905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46758"/>
            <a:ext cx="9144000" cy="2387600"/>
          </a:xfrm>
        </p:spPr>
        <p:txBody>
          <a:bodyPr>
            <a:noAutofit/>
          </a:bodyPr>
          <a:lstStyle/>
          <a:p>
            <a:br>
              <a:rPr lang="en" b="1" dirty="0"/>
            </a:br>
            <a:r>
              <a:rPr lang="en" b="1" dirty="0"/>
              <a:t>07. </a:t>
            </a:r>
            <a:r>
              <a:rPr lang="en-US" b="1" dirty="0"/>
              <a:t>Top Level Architecture</a:t>
            </a:r>
            <a:br>
              <a:rPr lang="en" b="1" dirty="0"/>
            </a:b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5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46DB58-DB5F-8561-5C7A-333B72E454FA}"/>
              </a:ext>
            </a:extLst>
          </p:cNvPr>
          <p:cNvSpPr/>
          <p:nvPr/>
        </p:nvSpPr>
        <p:spPr>
          <a:xfrm>
            <a:off x="838200" y="295564"/>
            <a:ext cx="2309091" cy="167639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0080"/>
                </a:highlight>
              </a:rPr>
              <a:t>Input</a:t>
            </a:r>
            <a:r>
              <a:rPr lang="en-GB" sz="2000" b="1" dirty="0">
                <a:solidFill>
                  <a:schemeClr val="bg1"/>
                </a:solidFill>
                <a:highlight>
                  <a:srgbClr val="000080"/>
                </a:highlight>
              </a:rPr>
              <a:t> </a:t>
            </a:r>
            <a:r>
              <a:rPr lang="en-GB" sz="2000" b="1" dirty="0"/>
              <a:t>-</a:t>
            </a:r>
            <a:r>
              <a:rPr lang="en-GB" dirty="0"/>
              <a:t> User provides news article URL via streamlit interface.</a:t>
            </a:r>
          </a:p>
          <a:p>
            <a:pPr algn="ctr"/>
            <a:endParaRPr lang="en-GB" dirty="0"/>
          </a:p>
          <a:p>
            <a:pPr algn="ctr"/>
            <a:r>
              <a:rPr lang="en-GB" b="1" dirty="0">
                <a:solidFill>
                  <a:schemeClr val="bg1"/>
                </a:solidFill>
                <a:highlight>
                  <a:srgbClr val="000000"/>
                </a:highlight>
              </a:rPr>
              <a:t>Tools used - Streamlit</a:t>
            </a:r>
            <a:endParaRPr lang="en-US" b="1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055626-699B-3C21-9D68-22B8F05798B8}"/>
              </a:ext>
            </a:extLst>
          </p:cNvPr>
          <p:cNvSpPr/>
          <p:nvPr/>
        </p:nvSpPr>
        <p:spPr>
          <a:xfrm>
            <a:off x="4047836" y="295564"/>
            <a:ext cx="3874654" cy="16763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0080"/>
                </a:highlight>
              </a:rPr>
              <a:t>Article Extraction </a:t>
            </a:r>
            <a:r>
              <a:rPr lang="en-US" sz="2000" b="1" dirty="0"/>
              <a:t>- </a:t>
            </a:r>
            <a:r>
              <a:rPr lang="en-US" dirty="0"/>
              <a:t>the newspaper3k library fetches title, author, publish date and full text of the article.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>
                <a:highlight>
                  <a:srgbClr val="000000"/>
                </a:highlight>
              </a:rPr>
              <a:t>Tools used - Newspaper3k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E7F18F-B443-9FE6-48CC-EAE02A48C3E2}"/>
              </a:ext>
            </a:extLst>
          </p:cNvPr>
          <p:cNvSpPr/>
          <p:nvPr/>
        </p:nvSpPr>
        <p:spPr>
          <a:xfrm>
            <a:off x="7868227" y="2351951"/>
            <a:ext cx="4032827" cy="16763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0080"/>
                </a:highlight>
              </a:rPr>
              <a:t>Text</a:t>
            </a:r>
            <a:r>
              <a:rPr lang="en-US" sz="2000" b="1" dirty="0">
                <a:highlight>
                  <a:srgbClr val="000080"/>
                </a:highlight>
              </a:rPr>
              <a:t>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0080"/>
                </a:highlight>
              </a:rPr>
              <a:t>Preprocessing</a:t>
            </a:r>
            <a:r>
              <a:rPr lang="en-US" sz="2000" b="1" dirty="0">
                <a:highlight>
                  <a:srgbClr val="000080"/>
                </a:highlight>
              </a:rPr>
              <a:t> </a:t>
            </a:r>
            <a:r>
              <a:rPr lang="en-US" sz="2000" b="1" dirty="0"/>
              <a:t>- </a:t>
            </a:r>
            <a:r>
              <a:rPr lang="en-GB" dirty="0"/>
              <a:t>Clean and preprocess the extracted text to remove unnecessary characters and whitespace.</a:t>
            </a:r>
          </a:p>
          <a:p>
            <a:pPr algn="ctr"/>
            <a:endParaRPr lang="en-GB" b="1" dirty="0"/>
          </a:p>
          <a:p>
            <a:pPr algn="ctr"/>
            <a:r>
              <a:rPr lang="en-US" b="1" dirty="0">
                <a:highlight>
                  <a:srgbClr val="000000"/>
                </a:highlight>
              </a:rPr>
              <a:t>Tools used - Newspaper3k</a:t>
            </a:r>
            <a:endParaRPr lang="en-US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DF2665-2509-3918-70F3-D66F78A4DD03}"/>
              </a:ext>
            </a:extLst>
          </p:cNvPr>
          <p:cNvSpPr/>
          <p:nvPr/>
        </p:nvSpPr>
        <p:spPr>
          <a:xfrm>
            <a:off x="838200" y="4185227"/>
            <a:ext cx="4512252" cy="167639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0080"/>
                </a:highlight>
              </a:rPr>
              <a:t>Summarization</a:t>
            </a:r>
            <a:r>
              <a:rPr lang="en-GB" sz="2000" b="1" dirty="0">
                <a:solidFill>
                  <a:schemeClr val="bg1"/>
                </a:solidFill>
              </a:rPr>
              <a:t> </a:t>
            </a:r>
            <a:r>
              <a:rPr lang="en-GB" sz="2000" b="1" dirty="0"/>
              <a:t>-</a:t>
            </a:r>
            <a:r>
              <a:rPr lang="en-GB" dirty="0"/>
              <a:t> model generates an abstractive summary using Tokenization and Beam search for optimal summary generation.</a:t>
            </a:r>
          </a:p>
          <a:p>
            <a:pPr algn="ctr"/>
            <a:endParaRPr lang="en-GB" dirty="0"/>
          </a:p>
          <a:p>
            <a:pPr algn="ctr"/>
            <a:r>
              <a:rPr lang="en-US" b="1" dirty="0">
                <a:highlight>
                  <a:srgbClr val="000000"/>
                </a:highlight>
              </a:rPr>
              <a:t>Tools used – Transformers, PyTorch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900BC1-827C-FAB9-AA21-CCD55F53C4ED}"/>
              </a:ext>
            </a:extLst>
          </p:cNvPr>
          <p:cNvSpPr/>
          <p:nvPr/>
        </p:nvSpPr>
        <p:spPr>
          <a:xfrm>
            <a:off x="7525326" y="4508990"/>
            <a:ext cx="3512128" cy="157574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0080"/>
                </a:highlight>
              </a:rPr>
              <a:t>Output</a:t>
            </a:r>
            <a:r>
              <a:rPr lang="en-GB" sz="2000" b="1" dirty="0">
                <a:solidFill>
                  <a:schemeClr val="bg1"/>
                </a:solidFill>
              </a:rPr>
              <a:t> </a:t>
            </a:r>
            <a:r>
              <a:rPr lang="en-GB" sz="2000" b="1" dirty="0"/>
              <a:t>–</a:t>
            </a:r>
            <a:r>
              <a:rPr lang="en-GB" dirty="0"/>
              <a:t> Display Article metadata Generated summary and Original article (optional, in collapsed view).</a:t>
            </a:r>
          </a:p>
          <a:p>
            <a:pPr algn="ctr"/>
            <a:endParaRPr lang="en-GB" dirty="0"/>
          </a:p>
          <a:p>
            <a:pPr algn="ctr"/>
            <a:r>
              <a:rPr lang="en-GB" b="1" dirty="0">
                <a:solidFill>
                  <a:schemeClr val="bg1"/>
                </a:solidFill>
                <a:highlight>
                  <a:srgbClr val="000000"/>
                </a:highlight>
              </a:rPr>
              <a:t>Tools used - Streamlit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DC24D30-7D37-44D8-377F-5926B39C4A08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>
            <a:off x="7922490" y="1133762"/>
            <a:ext cx="1962151" cy="1218189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3">
            <a:extLst>
              <a:ext uri="{FF2B5EF4-FFF2-40B4-BE49-F238E27FC236}">
                <a16:creationId xmlns:a16="http://schemas.microsoft.com/office/drawing/2014/main" id="{7D2A4A07-9FA6-2778-2F6D-774D3ADDC2C7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147291" y="1133762"/>
            <a:ext cx="900545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3">
            <a:extLst>
              <a:ext uri="{FF2B5EF4-FFF2-40B4-BE49-F238E27FC236}">
                <a16:creationId xmlns:a16="http://schemas.microsoft.com/office/drawing/2014/main" id="{8C11DDC7-856C-D5D6-A014-257541B81BC3}"/>
              </a:ext>
            </a:extLst>
          </p:cNvPr>
          <p:cNvCxnSpPr>
            <a:cxnSpLocks/>
            <a:stCxn id="9" idx="1"/>
            <a:endCxn id="2" idx="0"/>
          </p:cNvCxnSpPr>
          <p:nvPr/>
        </p:nvCxnSpPr>
        <p:spPr>
          <a:xfrm rot="10800000" flipV="1">
            <a:off x="3094327" y="3190149"/>
            <a:ext cx="4773901" cy="995078"/>
          </a:xfrm>
          <a:prstGeom prst="bentConnector2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13">
            <a:extLst>
              <a:ext uri="{FF2B5EF4-FFF2-40B4-BE49-F238E27FC236}">
                <a16:creationId xmlns:a16="http://schemas.microsoft.com/office/drawing/2014/main" id="{096F3D16-94B6-74D6-8798-CC76EFE9CB40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5350452" y="5023426"/>
            <a:ext cx="2174874" cy="273436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4A7A52E-BD4C-2B29-C203-6EF3CEF11572}"/>
              </a:ext>
            </a:extLst>
          </p:cNvPr>
          <p:cNvSpPr txBox="1"/>
          <p:nvPr/>
        </p:nvSpPr>
        <p:spPr>
          <a:xfrm>
            <a:off x="3914414" y="2700699"/>
            <a:ext cx="3133725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i="1" dirty="0">
                <a:solidFill>
                  <a:srgbClr val="002060"/>
                </a:solidFill>
              </a:rPr>
              <a:t>Pre-processed text is passed to the fine-tuned </a:t>
            </a:r>
            <a:r>
              <a:rPr lang="en-GB" b="1" i="1" dirty="0">
                <a:solidFill>
                  <a:srgbClr val="FF0000"/>
                </a:solidFill>
              </a:rPr>
              <a:t>T5-base</a:t>
            </a:r>
            <a:r>
              <a:rPr lang="en-GB" b="1" i="1" dirty="0">
                <a:solidFill>
                  <a:srgbClr val="002060"/>
                </a:solidFill>
              </a:rPr>
              <a:t> model.</a:t>
            </a:r>
            <a:endParaRPr lang="en-US" b="1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34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6D582-FFDF-A97F-C024-A880731D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052A6-5161-4A20-AB4E-F116EAC7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F53C6-1202-410F-F2AD-423037981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ED7DA-482D-ADFA-7ABE-E6B15F548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D9AE9B7-978B-A269-5185-7E021B6C8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026587"/>
              </p:ext>
            </p:extLst>
          </p:nvPr>
        </p:nvGraphicFramePr>
        <p:xfrm>
          <a:off x="1039091" y="1191491"/>
          <a:ext cx="10113818" cy="47548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31636">
                  <a:extLst>
                    <a:ext uri="{9D8B030D-6E8A-4147-A177-3AD203B41FA5}">
                      <a16:colId xmlns:a16="http://schemas.microsoft.com/office/drawing/2014/main" val="3090391987"/>
                    </a:ext>
                  </a:extLst>
                </a:gridCol>
                <a:gridCol w="8682182">
                  <a:extLst>
                    <a:ext uri="{9D8B030D-6E8A-4147-A177-3AD203B41FA5}">
                      <a16:colId xmlns:a16="http://schemas.microsoft.com/office/drawing/2014/main" val="2987791225"/>
                    </a:ext>
                  </a:extLst>
                </a:gridCol>
              </a:tblGrid>
              <a:tr h="387927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Week(s)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Task(s)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60074"/>
                  </a:ext>
                </a:extLst>
              </a:tr>
              <a:tr h="392015">
                <a:tc>
                  <a:txBody>
                    <a:bodyPr/>
                    <a:lstStyle/>
                    <a:p>
                      <a:r>
                        <a:rPr lang="en-GB" sz="2000" dirty="0"/>
                        <a:t>Week 1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Selected project topic and defined objectives.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4780645"/>
                  </a:ext>
                </a:extLst>
              </a:tr>
              <a:tr h="392015">
                <a:tc>
                  <a:txBody>
                    <a:bodyPr/>
                    <a:lstStyle/>
                    <a:p>
                      <a:r>
                        <a:rPr lang="en-GB" sz="2000" dirty="0"/>
                        <a:t>Week 2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Conducted research on summarization techniques and related models.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826192"/>
                  </a:ext>
                </a:extLst>
              </a:tr>
              <a:tr h="392015">
                <a:tc>
                  <a:txBody>
                    <a:bodyPr/>
                    <a:lstStyle/>
                    <a:p>
                      <a:r>
                        <a:rPr lang="en-GB" sz="2000" dirty="0"/>
                        <a:t>Week 3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Evaluated and compared pre-trained models (T5-base and Bart-base).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5773610"/>
                  </a:ext>
                </a:extLst>
              </a:tr>
              <a:tr h="392015">
                <a:tc>
                  <a:txBody>
                    <a:bodyPr/>
                    <a:lstStyle/>
                    <a:p>
                      <a:r>
                        <a:rPr lang="en-GB" sz="2000" dirty="0"/>
                        <a:t>Week 4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Pre-processed the SAMSUM dataset for fine-tuning.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998796"/>
                  </a:ext>
                </a:extLst>
              </a:tr>
              <a:tr h="392015">
                <a:tc>
                  <a:txBody>
                    <a:bodyPr/>
                    <a:lstStyle/>
                    <a:p>
                      <a:r>
                        <a:rPr lang="en-GB" sz="2000" dirty="0"/>
                        <a:t>Week 5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Fine-tuned the T5-base model with the SAMSUM dataset.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599682"/>
                  </a:ext>
                </a:extLst>
              </a:tr>
              <a:tr h="392015">
                <a:tc>
                  <a:txBody>
                    <a:bodyPr/>
                    <a:lstStyle/>
                    <a:p>
                      <a:r>
                        <a:rPr lang="en-GB" sz="2000" dirty="0"/>
                        <a:t>Week 6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Tested and validated the fine-tuned model with news articles.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3324298"/>
                  </a:ext>
                </a:extLst>
              </a:tr>
              <a:tr h="392015">
                <a:tc>
                  <a:txBody>
                    <a:bodyPr/>
                    <a:lstStyle/>
                    <a:p>
                      <a:r>
                        <a:rPr lang="en-GB" sz="2000" dirty="0"/>
                        <a:t>Week 7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Developed a user interface using Streamlit for summarization.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468462"/>
                  </a:ext>
                </a:extLst>
              </a:tr>
              <a:tr h="392015">
                <a:tc>
                  <a:txBody>
                    <a:bodyPr/>
                    <a:lstStyle/>
                    <a:p>
                      <a:r>
                        <a:rPr lang="en-GB" sz="2000" dirty="0"/>
                        <a:t>Week 8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Integrated the model and user interface into a complete application.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4311198"/>
                  </a:ext>
                </a:extLst>
              </a:tr>
              <a:tr h="392015">
                <a:tc>
                  <a:txBody>
                    <a:bodyPr/>
                    <a:lstStyle/>
                    <a:p>
                      <a:r>
                        <a:rPr lang="en-GB" sz="2000" dirty="0"/>
                        <a:t>Week 9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Conducted performance evaluation and refined the model.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780958"/>
                  </a:ext>
                </a:extLst>
              </a:tr>
              <a:tr h="392015">
                <a:tc>
                  <a:txBody>
                    <a:bodyPr/>
                    <a:lstStyle/>
                    <a:p>
                      <a:r>
                        <a:rPr lang="en-GB" sz="2000" dirty="0"/>
                        <a:t>Week 10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Prepared the final presentation slides and demo.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372660"/>
                  </a:ext>
                </a:extLst>
              </a:tr>
              <a:tr h="392015">
                <a:tc>
                  <a:txBody>
                    <a:bodyPr/>
                    <a:lstStyle/>
                    <a:p>
                      <a:r>
                        <a:rPr lang="en-GB" sz="2000" dirty="0"/>
                        <a:t>Week 11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Prepared documentation and report of the project.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854933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49EBC71-D469-BB3E-DD59-5496DCA2C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453" y="46182"/>
            <a:ext cx="4036291" cy="1038576"/>
          </a:xfrm>
        </p:spPr>
        <p:txBody>
          <a:bodyPr>
            <a:normAutofit/>
          </a:bodyPr>
          <a:lstStyle/>
          <a:p>
            <a:r>
              <a:rPr lang="en" sz="4400" b="1" dirty="0"/>
              <a:t>08. </a:t>
            </a:r>
            <a:r>
              <a:rPr lang="en-US" sz="4400" b="1" dirty="0"/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179192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5D812-AA07-E273-C83E-657A723BF81B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GHANTT CHART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8E06AC0B-EFA7-8E57-8431-FFDB93B33D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579419"/>
            <a:ext cx="10905066" cy="38608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BEC768C-970C-4EFB-B5DE-E73583204FED}" type="datetime1">
              <a:rPr lang="en-US" smtClean="0"/>
              <a:pPr>
                <a:spcAft>
                  <a:spcPts val="600"/>
                </a:spcAft>
              </a:pPr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PCP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7FA9502-7A70-47B0-BD1F-E2BBA2404010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93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8D460-CCBA-02B0-4AD6-0A0B44F11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3EFB5-79D9-2D08-51FE-F203F8515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63273"/>
            <a:ext cx="9144000" cy="1038576"/>
          </a:xfrm>
        </p:spPr>
        <p:txBody>
          <a:bodyPr>
            <a:normAutofit/>
          </a:bodyPr>
          <a:lstStyle/>
          <a:p>
            <a:r>
              <a:rPr lang="en" b="1" dirty="0"/>
              <a:t>09. </a:t>
            </a:r>
            <a:r>
              <a:rPr lang="en-US" b="1" dirty="0"/>
              <a:t>Demonstration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58922-D094-F10C-4E53-97988B99C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6513D-E736-8BB1-FAB9-5E7C6D09E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ED8A3-CA9A-9A2C-EC61-45BDCFF5B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13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53266-9B0A-6216-92E8-E6C3F45F5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EB38F-2F10-6DAE-CD80-805B5BDA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85944-3AB1-31B3-B0F3-439C9A612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CA1E3-309E-B3CC-77F7-A9ACC2C76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18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01D6C0-B5F4-5E40-9CD2-E6751ACA90FE}"/>
              </a:ext>
            </a:extLst>
          </p:cNvPr>
          <p:cNvSpPr txBox="1"/>
          <p:nvPr/>
        </p:nvSpPr>
        <p:spPr>
          <a:xfrm>
            <a:off x="531091" y="1534345"/>
            <a:ext cx="11129818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Limited Computational Resources: </a:t>
            </a:r>
            <a:r>
              <a:rPr lang="en-GB" sz="2400" dirty="0"/>
              <a:t>Faced challenges in handling larger models due to hardware constraints, leading to the selection of smaller, more efficient models like T5-base.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Dataset Compatibility: </a:t>
            </a:r>
            <a:r>
              <a:rPr lang="en-GB" sz="2400" dirty="0"/>
              <a:t>Pre-trained models like T5-base and Bart-base were not originally trained on the SAMSUM dataset, requiring extensive fine-tuning to achieve desired performance.</a:t>
            </a:r>
          </a:p>
          <a:p>
            <a:endParaRPr lang="en-GB" sz="24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Error Handling in Article Summarization: </a:t>
            </a:r>
            <a:r>
              <a:rPr lang="en-GB" sz="2400" dirty="0"/>
              <a:t>Issues in handling poorly formatted or incomplete articles fetched from URLs caused interruptions in the summarization process.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989A3-A72E-973F-FD52-B53F201F7450}"/>
              </a:ext>
            </a:extLst>
          </p:cNvPr>
          <p:cNvSpPr txBox="1">
            <a:spLocks/>
          </p:cNvSpPr>
          <p:nvPr/>
        </p:nvSpPr>
        <p:spPr>
          <a:xfrm>
            <a:off x="531091" y="316147"/>
            <a:ext cx="9144000" cy="1038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b="1" dirty="0"/>
              <a:t>10. </a:t>
            </a:r>
            <a:r>
              <a:rPr lang="en-US" b="1" dirty="0"/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194611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F6B37-850C-6FD4-21E2-9D124E762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DB0C8-D72F-FD92-3731-611CC868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0FA51-A035-97B2-642F-25270992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315E5-6CA3-A338-55D3-54CAA341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19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FD6234-89D6-B4AC-4390-4BDC94D20837}"/>
              </a:ext>
            </a:extLst>
          </p:cNvPr>
          <p:cNvSpPr txBox="1"/>
          <p:nvPr/>
        </p:nvSpPr>
        <p:spPr>
          <a:xfrm>
            <a:off x="588818" y="1444203"/>
            <a:ext cx="1041169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Model Selection and Fine-tuning: </a:t>
            </a:r>
            <a:r>
              <a:rPr lang="en-GB" sz="2400" dirty="0"/>
              <a:t>Gained insights into the importance of evaluating multiple models and selecting the one best suited for the project’s objectives.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Efficient Use of Resources: </a:t>
            </a:r>
            <a:r>
              <a:rPr lang="en-GB" sz="2400" dirty="0"/>
              <a:t>Learned to optimize computational resources by selecting smaller models without compromising performance.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Error Management and Debugging: </a:t>
            </a:r>
            <a:r>
              <a:rPr lang="en-GB" sz="2400" dirty="0"/>
              <a:t>Improved skills in identifying and resolving errors during model implementation and article summarization.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09E19-F34C-AA4D-E014-8F4720A2C8AC}"/>
              </a:ext>
            </a:extLst>
          </p:cNvPr>
          <p:cNvSpPr txBox="1">
            <a:spLocks/>
          </p:cNvSpPr>
          <p:nvPr/>
        </p:nvSpPr>
        <p:spPr>
          <a:xfrm>
            <a:off x="729673" y="221673"/>
            <a:ext cx="5366327" cy="1038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b="1"/>
              <a:t>11. </a:t>
            </a:r>
            <a:r>
              <a:rPr lang="en-US" b="1"/>
              <a:t>Lessons Learned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3176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8579B-24EC-269F-6A55-6993B76D6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EA5CF-DFDC-C88E-102B-16203A784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049E9-F74A-06CE-3C52-DDB148F5A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FFD19-EB11-76A5-B7E2-FCC2C4FE3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20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B5813C-E9CC-D20B-8AB3-128C44172519}"/>
              </a:ext>
            </a:extLst>
          </p:cNvPr>
          <p:cNvSpPr txBox="1"/>
          <p:nvPr/>
        </p:nvSpPr>
        <p:spPr>
          <a:xfrm>
            <a:off x="736601" y="1566952"/>
            <a:ext cx="10617199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Expand to Larger Models: </a:t>
            </a:r>
            <a:r>
              <a:rPr lang="en-GB" sz="2400" dirty="0"/>
              <a:t>Explore and fine-tune larger pre-trained models like T5-large or Pegasus for potentially better summarization quality.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Support for Multiple Languages: </a:t>
            </a:r>
            <a:r>
              <a:rPr lang="en-GB" sz="2400" dirty="0"/>
              <a:t>Extend the system to summarize articles in different languages using multilingual models.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Enhanced Dataset Utilization: </a:t>
            </a:r>
            <a:r>
              <a:rPr lang="en-GB" sz="2400" dirty="0"/>
              <a:t>Incorporate larger and more diverse datasets to improve the model's generalization across various news domains.</a:t>
            </a:r>
          </a:p>
          <a:p>
            <a:endParaRPr lang="en-GB" sz="2400" dirty="0"/>
          </a:p>
          <a:p>
            <a:endParaRPr lang="en-GB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ABE4C4-1182-36F9-4B9F-AE8760A6FA27}"/>
              </a:ext>
            </a:extLst>
          </p:cNvPr>
          <p:cNvSpPr txBox="1">
            <a:spLocks/>
          </p:cNvSpPr>
          <p:nvPr/>
        </p:nvSpPr>
        <p:spPr>
          <a:xfrm>
            <a:off x="838200" y="172932"/>
            <a:ext cx="5052291" cy="1038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b="1" dirty="0"/>
              <a:t>12. </a:t>
            </a:r>
            <a:r>
              <a:rPr lang="en-US" b="1" dirty="0"/>
              <a:t>Future Direction</a:t>
            </a:r>
          </a:p>
        </p:txBody>
      </p:sp>
    </p:spTree>
    <p:extLst>
      <p:ext uri="{BB962C8B-B14F-4D97-AF65-F5344CB8AC3E}">
        <p14:creationId xmlns:p14="http://schemas.microsoft.com/office/powerpoint/2010/main" val="340580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A9393-7AFE-2CDB-A927-0D369FEDE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546BD-91D7-7359-DC0C-8649DAAE5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3F767-BF96-399D-F9E2-6D0E56FF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B1B01-367F-ED93-5285-A3CB26A7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21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39A2AF-0A31-ABDA-CE86-79A24E645B52}"/>
              </a:ext>
            </a:extLst>
          </p:cNvPr>
          <p:cNvSpPr txBox="1"/>
          <p:nvPr/>
        </p:nvSpPr>
        <p:spPr>
          <a:xfrm>
            <a:off x="838200" y="1496098"/>
            <a:ext cx="10411691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dirty="0"/>
              <a:t>Successfully developed an </a:t>
            </a:r>
            <a:r>
              <a:rPr lang="en-GB" sz="2400" i="1" dirty="0">
                <a:solidFill>
                  <a:schemeClr val="accent5">
                    <a:lumMod val="50000"/>
                  </a:schemeClr>
                </a:solidFill>
              </a:rPr>
              <a:t>automated news article summarization system</a:t>
            </a:r>
            <a:r>
              <a:rPr lang="en-GB" sz="2400" dirty="0"/>
              <a:t> using a fine-tuned T5-base model.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dirty="0"/>
              <a:t>The project highlights the effectiveness of </a:t>
            </a:r>
            <a:r>
              <a:rPr lang="en-GB" sz="2400" i="1" dirty="0">
                <a:solidFill>
                  <a:schemeClr val="accent5">
                    <a:lumMod val="50000"/>
                  </a:schemeClr>
                </a:solidFill>
              </a:rPr>
              <a:t>abstractive summarization </a:t>
            </a:r>
            <a:r>
              <a:rPr lang="en-GB" sz="2400" dirty="0"/>
              <a:t>in generating concise, human-like summaries.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dirty="0"/>
              <a:t>Demonstrated the practical application of </a:t>
            </a:r>
            <a:r>
              <a:rPr lang="en-GB" sz="2400" i="1" dirty="0">
                <a:solidFill>
                  <a:schemeClr val="accent5">
                    <a:lumMod val="50000"/>
                  </a:schemeClr>
                </a:solidFill>
              </a:rPr>
              <a:t>NLP techniques </a:t>
            </a:r>
            <a:r>
              <a:rPr lang="en-GB" sz="2400" dirty="0"/>
              <a:t>in real-world scenarios.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dirty="0"/>
              <a:t>Overcame challenges such as </a:t>
            </a:r>
            <a:r>
              <a:rPr lang="en-GB" sz="2400" i="1" dirty="0">
                <a:solidFill>
                  <a:schemeClr val="accent5">
                    <a:lumMod val="50000"/>
                  </a:schemeClr>
                </a:solidFill>
              </a:rPr>
              <a:t>limited computational resources</a:t>
            </a:r>
            <a:r>
              <a:rPr lang="en-GB" sz="2400" dirty="0"/>
              <a:t> and </a:t>
            </a:r>
            <a:r>
              <a:rPr lang="en-GB" sz="2400" i="1" dirty="0">
                <a:solidFill>
                  <a:schemeClr val="accent5">
                    <a:lumMod val="50000"/>
                  </a:schemeClr>
                </a:solidFill>
              </a:rPr>
              <a:t>dataset</a:t>
            </a:r>
            <a:r>
              <a:rPr lang="en-GB" sz="2400" dirty="0"/>
              <a:t> </a:t>
            </a:r>
            <a:r>
              <a:rPr lang="en-GB" sz="2400" i="1" dirty="0">
                <a:solidFill>
                  <a:schemeClr val="accent5">
                    <a:lumMod val="50000"/>
                  </a:schemeClr>
                </a:solidFill>
              </a:rPr>
              <a:t>compatibility</a:t>
            </a:r>
            <a:r>
              <a:rPr lang="en-GB" sz="2400" dirty="0"/>
              <a:t> to deliver a functional solution.</a:t>
            </a:r>
            <a:endParaRPr lang="en-GB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75A31-2C75-61F6-1812-4D2FF58E04B4}"/>
              </a:ext>
            </a:extLst>
          </p:cNvPr>
          <p:cNvSpPr txBox="1">
            <a:spLocks/>
          </p:cNvSpPr>
          <p:nvPr/>
        </p:nvSpPr>
        <p:spPr>
          <a:xfrm>
            <a:off x="838200" y="240146"/>
            <a:ext cx="3611418" cy="1038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b="1" dirty="0"/>
              <a:t>13. </a:t>
            </a:r>
            <a:r>
              <a:rPr lang="en-US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92198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12. 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0" i="0" dirty="0">
                <a:effectLst/>
                <a:latin typeface="Calibri" panose="020F0502020204030204" pitchFamily="34" charset="0"/>
              </a:rPr>
              <a:t>Zhang, H., Xu, J. and Wang, J. (2019). </a:t>
            </a:r>
            <a:r>
              <a:rPr lang="en-GB" sz="2400" b="0" i="1" dirty="0">
                <a:effectLst/>
                <a:latin typeface="Calibri" panose="020F0502020204030204" pitchFamily="34" charset="0"/>
              </a:rPr>
              <a:t>Pretraining-Based Natural Language Generation for Text Summarization</a:t>
            </a:r>
            <a:r>
              <a:rPr lang="en-GB" sz="2400" b="0" i="0" dirty="0">
                <a:effectLst/>
                <a:latin typeface="Calibri" panose="020F0502020204030204" pitchFamily="34" charset="0"/>
              </a:rPr>
              <a:t>. [online] arXiv.org. Available at: https://doi.org/10.48550/arXiv.1902.09243 [</a:t>
            </a:r>
            <a:r>
              <a:rPr lang="en-GB" sz="2400" b="0" i="0">
                <a:effectLst/>
                <a:latin typeface="Calibri" panose="020F0502020204030204" pitchFamily="34" charset="0"/>
              </a:rPr>
              <a:t>Accessed </a:t>
            </a:r>
            <a:r>
              <a:rPr lang="en-GB" sz="2400">
                <a:latin typeface="Calibri" panose="020F0502020204030204" pitchFamily="34" charset="0"/>
              </a:rPr>
              <a:t>10 Dec</a:t>
            </a:r>
            <a:r>
              <a:rPr lang="en-GB" sz="2400" b="0" i="0">
                <a:effectLst/>
                <a:latin typeface="Calibri" panose="020F0502020204030204" pitchFamily="34" charset="0"/>
              </a:rPr>
              <a:t>. </a:t>
            </a:r>
            <a:r>
              <a:rPr lang="en-GB" sz="2400" b="0" i="0" dirty="0">
                <a:effectLst/>
                <a:latin typeface="Calibri" panose="020F0502020204030204" pitchFamily="34" charset="0"/>
              </a:rPr>
              <a:t>2024].</a:t>
            </a:r>
          </a:p>
          <a:p>
            <a:pPr marL="0" indent="0">
              <a:buNone/>
            </a:pPr>
            <a:r>
              <a:rPr lang="en-GB" sz="2400" b="0" i="0" dirty="0">
                <a:effectLst/>
                <a:latin typeface="Calibri" panose="020F0502020204030204" pitchFamily="34" charset="0"/>
              </a:rPr>
              <a:t>Cheng, J. and Lapata, M. (2016). </a:t>
            </a:r>
            <a:r>
              <a:rPr lang="en-GB" sz="2400" b="0" i="1" dirty="0">
                <a:effectLst/>
                <a:latin typeface="Calibri" panose="020F0502020204030204" pitchFamily="34" charset="0"/>
              </a:rPr>
              <a:t>Neural Summarization by Extracting Sentences and Words</a:t>
            </a:r>
            <a:r>
              <a:rPr lang="en-GB" sz="2400" b="0" i="0" dirty="0">
                <a:effectLst/>
                <a:latin typeface="Calibri" panose="020F0502020204030204" pitchFamily="34" charset="0"/>
              </a:rPr>
              <a:t>. [online] ACLWeb. doi:https://doi.org/10.18653/v1/P16-1046.</a:t>
            </a:r>
          </a:p>
          <a:p>
            <a:pPr marL="0" indent="0">
              <a:buNone/>
            </a:pPr>
            <a:r>
              <a:rPr lang="en-GB" sz="2400" b="0" i="0" dirty="0">
                <a:effectLst/>
                <a:latin typeface="Calibri" panose="020F0502020204030204" pitchFamily="34" charset="0"/>
              </a:rPr>
              <a:t>Nenkova, A. (2011). Automatic Summarization. </a:t>
            </a:r>
            <a:r>
              <a:rPr lang="en-GB" sz="2400" b="0" i="1" dirty="0">
                <a:effectLst/>
                <a:latin typeface="Calibri" panose="020F0502020204030204" pitchFamily="34" charset="0"/>
              </a:rPr>
              <a:t>Foundations and Trends® in Information Retrieval</a:t>
            </a:r>
            <a:r>
              <a:rPr lang="en-GB" sz="2400" b="0" i="0" dirty="0">
                <a:effectLst/>
                <a:latin typeface="Calibri" panose="020F0502020204030204" pitchFamily="34" charset="0"/>
              </a:rPr>
              <a:t>, 5(2), pp.103–233. doi:https://doi.org/10.1561/1500000015.</a:t>
            </a:r>
          </a:p>
          <a:p>
            <a:pPr marL="0" indent="0">
              <a:buNone/>
            </a:pPr>
            <a:r>
              <a:rPr lang="en-GB" sz="2400" b="0" i="0" dirty="0">
                <a:effectLst/>
                <a:latin typeface="Calibri" panose="020F0502020204030204" pitchFamily="34" charset="0"/>
              </a:rPr>
              <a:t>Liu, Y. and Lapata, M. (2019). </a:t>
            </a:r>
            <a:r>
              <a:rPr lang="en-GB" sz="2400" b="0" i="1" dirty="0">
                <a:effectLst/>
                <a:latin typeface="Calibri" panose="020F0502020204030204" pitchFamily="34" charset="0"/>
              </a:rPr>
              <a:t>Text Summarization with Pretrained Encoders</a:t>
            </a:r>
            <a:r>
              <a:rPr lang="en-GB" sz="2400" b="0" i="0" dirty="0">
                <a:effectLst/>
                <a:latin typeface="Calibri" panose="020F0502020204030204" pitchFamily="34" charset="0"/>
              </a:rPr>
              <a:t>. [online] arXiv.org. Available at: https://doi.org/10.48550/arXiv.1908.08345 [Accessed </a:t>
            </a:r>
            <a:r>
              <a:rPr lang="en-GB" sz="2400" dirty="0">
                <a:latin typeface="Calibri" panose="020F0502020204030204" pitchFamily="34" charset="0"/>
              </a:rPr>
              <a:t>10</a:t>
            </a:r>
            <a:r>
              <a:rPr lang="en-GB" sz="2400" b="0" i="0" dirty="0">
                <a:effectLst/>
                <a:latin typeface="Calibri" panose="020F0502020204030204" pitchFamily="34" charset="0"/>
              </a:rPr>
              <a:t> Dec. 2024].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58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973988"/>
          </a:xfrm>
        </p:spPr>
        <p:txBody>
          <a:bodyPr/>
          <a:lstStyle/>
          <a:p>
            <a:pPr algn="ctr"/>
            <a:r>
              <a:rPr lang="en" dirty="0"/>
              <a:t>Thanks!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962446"/>
            <a:ext cx="10515600" cy="1500187"/>
          </a:xfrm>
        </p:spPr>
        <p:txBody>
          <a:bodyPr/>
          <a:lstStyle/>
          <a:p>
            <a:pPr lvl="0"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Do you have any questions?</a:t>
            </a:r>
          </a:p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1D71B-C944-40CB-9225-EA433BB07F45}" type="datetime1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PCP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92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25793</TotalTime>
  <Words>1305</Words>
  <Application>Microsoft Office PowerPoint</Application>
  <PresentationFormat>Widescreen</PresentationFormat>
  <Paragraphs>237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Wingdings</vt:lpstr>
      <vt:lpstr>Office Theme</vt:lpstr>
      <vt:lpstr>Automated Text Summarization for News Articles</vt:lpstr>
      <vt:lpstr> Table of contents </vt:lpstr>
      <vt:lpstr>01. Background Information</vt:lpstr>
      <vt:lpstr>02. Introduction</vt:lpstr>
      <vt:lpstr>PowerPoint Presentation</vt:lpstr>
      <vt:lpstr>PowerPoint Presentation</vt:lpstr>
      <vt:lpstr>PowerPoint Presentation</vt:lpstr>
      <vt:lpstr>06. Model selection &amp; Evaluation</vt:lpstr>
      <vt:lpstr>PowerPoint Presentation</vt:lpstr>
      <vt:lpstr>PowerPoint Presentation</vt:lpstr>
      <vt:lpstr>PowerPoint Presentation</vt:lpstr>
      <vt:lpstr>PowerPoint Presentation</vt:lpstr>
      <vt:lpstr> 07. Top Level Architecture </vt:lpstr>
      <vt:lpstr>PowerPoint Presentation</vt:lpstr>
      <vt:lpstr>08. Timeline</vt:lpstr>
      <vt:lpstr>PowerPoint Presentation</vt:lpstr>
      <vt:lpstr>09. Demonstration</vt:lpstr>
      <vt:lpstr>PowerPoint Presentation</vt:lpstr>
      <vt:lpstr>PowerPoint Presentation</vt:lpstr>
      <vt:lpstr>PowerPoint Presentation</vt:lpstr>
      <vt:lpstr>PowerPoint Presentation</vt:lpstr>
      <vt:lpstr>12. References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&lt;Project Proposal Title&gt;</dc:title>
  <dc:creator>RUMANA</dc:creator>
  <cp:lastModifiedBy>Mohammed Naseer Sihanas</cp:lastModifiedBy>
  <cp:revision>4</cp:revision>
  <dcterms:created xsi:type="dcterms:W3CDTF">2023-08-24T05:14:28Z</dcterms:created>
  <dcterms:modified xsi:type="dcterms:W3CDTF">2025-01-07T13:51:12Z</dcterms:modified>
</cp:coreProperties>
</file>