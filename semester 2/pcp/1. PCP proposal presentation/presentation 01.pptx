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74" r:id="rId4"/>
    <p:sldId id="259" r:id="rId5"/>
    <p:sldId id="266" r:id="rId6"/>
    <p:sldId id="258" r:id="rId7"/>
    <p:sldId id="283" r:id="rId8"/>
    <p:sldId id="263" r:id="rId9"/>
    <p:sldId id="267" r:id="rId10"/>
    <p:sldId id="261" r:id="rId11"/>
    <p:sldId id="268" r:id="rId12"/>
    <p:sldId id="269" r:id="rId13"/>
    <p:sldId id="275" r:id="rId14"/>
    <p:sldId id="270" r:id="rId15"/>
    <p:sldId id="276" r:id="rId16"/>
    <p:sldId id="260" r:id="rId17"/>
    <p:sldId id="281" r:id="rId18"/>
    <p:sldId id="277" r:id="rId19"/>
    <p:sldId id="271" r:id="rId20"/>
    <p:sldId id="278" r:id="rId21"/>
    <p:sldId id="272" r:id="rId22"/>
    <p:sldId id="282" r:id="rId23"/>
    <p:sldId id="279" r:id="rId24"/>
    <p:sldId id="273" r:id="rId25"/>
    <p:sldId id="288" r:id="rId26"/>
    <p:sldId id="285" r:id="rId27"/>
    <p:sldId id="290" r:id="rId28"/>
    <p:sldId id="26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A0B4D-1EF0-4107-B531-E5C45D9F1352}" v="110" dt="2024-09-29T14:41:29.3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8" autoAdjust="0"/>
    <p:restoredTop sz="94660"/>
  </p:normalViewPr>
  <p:slideViewPr>
    <p:cSldViewPr snapToGrid="0">
      <p:cViewPr varScale="1">
        <p:scale>
          <a:sx n="83" d="100"/>
          <a:sy n="83" d="100"/>
        </p:scale>
        <p:origin x="715" y="77"/>
      </p:cViewPr>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4BCA0B4D-1EF0-4107-B531-E5C45D9F1352}"/>
    <pc:docChg chg="undo redo custSel addSld delSld modSld sldOrd">
      <pc:chgData name="Mohammed Naseer Sihanas" userId="baf10d46-ca0e-4f93-8b9a-bd1fa4bc7e8f" providerId="ADAL" clId="{4BCA0B4D-1EF0-4107-B531-E5C45D9F1352}" dt="2024-09-30T05:13:49.146" v="2816" actId="20577"/>
      <pc:docMkLst>
        <pc:docMk/>
      </pc:docMkLst>
      <pc:sldChg chg="addSp delSp modSp mod">
        <pc:chgData name="Mohammed Naseer Sihanas" userId="baf10d46-ca0e-4f93-8b9a-bd1fa4bc7e8f" providerId="ADAL" clId="{4BCA0B4D-1EF0-4107-B531-E5C45D9F1352}" dt="2024-09-29T14:37:08.612" v="2699" actId="404"/>
        <pc:sldMkLst>
          <pc:docMk/>
          <pc:sldMk cId="932762795" sldId="256"/>
        </pc:sldMkLst>
        <pc:spChg chg="mod">
          <ac:chgData name="Mohammed Naseer Sihanas" userId="baf10d46-ca0e-4f93-8b9a-bd1fa4bc7e8f" providerId="ADAL" clId="{4BCA0B4D-1EF0-4107-B531-E5C45D9F1352}" dt="2024-09-29T14:37:08.612" v="2699" actId="404"/>
          <ac:spMkLst>
            <pc:docMk/>
            <pc:sldMk cId="932762795" sldId="256"/>
            <ac:spMk id="2" creationId="{00000000-0000-0000-0000-000000000000}"/>
          </ac:spMkLst>
        </pc:spChg>
        <pc:spChg chg="add del mod">
          <ac:chgData name="Mohammed Naseer Sihanas" userId="baf10d46-ca0e-4f93-8b9a-bd1fa4bc7e8f" providerId="ADAL" clId="{4BCA0B4D-1EF0-4107-B531-E5C45D9F1352}" dt="2024-09-25T06:05:34.290" v="27" actId="478"/>
          <ac:spMkLst>
            <pc:docMk/>
            <pc:sldMk cId="932762795" sldId="256"/>
            <ac:spMk id="3" creationId="{C7547E18-3FC8-FFDE-1830-DFA2AC7EA1EE}"/>
          </ac:spMkLst>
        </pc:spChg>
        <pc:spChg chg="mod">
          <ac:chgData name="Mohammed Naseer Sihanas" userId="baf10d46-ca0e-4f93-8b9a-bd1fa4bc7e8f" providerId="ADAL" clId="{4BCA0B4D-1EF0-4107-B531-E5C45D9F1352}" dt="2024-09-29T03:33:54.198" v="1251" actId="20577"/>
          <ac:spMkLst>
            <pc:docMk/>
            <pc:sldMk cId="932762795" sldId="256"/>
            <ac:spMk id="5" creationId="{00000000-0000-0000-0000-000000000000}"/>
          </ac:spMkLst>
        </pc:spChg>
        <pc:spChg chg="mod">
          <ac:chgData name="Mohammed Naseer Sihanas" userId="baf10d46-ca0e-4f93-8b9a-bd1fa4bc7e8f" providerId="ADAL" clId="{4BCA0B4D-1EF0-4107-B531-E5C45D9F1352}" dt="2024-09-25T06:06:57.398" v="78" actId="1076"/>
          <ac:spMkLst>
            <pc:docMk/>
            <pc:sldMk cId="932762795" sldId="256"/>
            <ac:spMk id="7" creationId="{00000000-0000-0000-0000-000000000000}"/>
          </ac:spMkLst>
        </pc:spChg>
        <pc:spChg chg="add mod">
          <ac:chgData name="Mohammed Naseer Sihanas" userId="baf10d46-ca0e-4f93-8b9a-bd1fa4bc7e8f" providerId="ADAL" clId="{4BCA0B4D-1EF0-4107-B531-E5C45D9F1352}" dt="2024-09-25T06:10:14.365" v="111" actId="114"/>
          <ac:spMkLst>
            <pc:docMk/>
            <pc:sldMk cId="932762795" sldId="256"/>
            <ac:spMk id="8" creationId="{0A780991-E5A6-7C22-165E-954CFE5E63B7}"/>
          </ac:spMkLst>
        </pc:spChg>
        <pc:spChg chg="add mod">
          <ac:chgData name="Mohammed Naseer Sihanas" userId="baf10d46-ca0e-4f93-8b9a-bd1fa4bc7e8f" providerId="ADAL" clId="{4BCA0B4D-1EF0-4107-B531-E5C45D9F1352}" dt="2024-09-25T06:09:07.594" v="86"/>
          <ac:spMkLst>
            <pc:docMk/>
            <pc:sldMk cId="932762795" sldId="256"/>
            <ac:spMk id="9" creationId="{D35C82BF-E5D2-392A-2986-90479E977367}"/>
          </ac:spMkLst>
        </pc:spChg>
      </pc:sldChg>
      <pc:sldChg chg="modSp mod">
        <pc:chgData name="Mohammed Naseer Sihanas" userId="baf10d46-ca0e-4f93-8b9a-bd1fa4bc7e8f" providerId="ADAL" clId="{4BCA0B4D-1EF0-4107-B531-E5C45D9F1352}" dt="2024-09-29T14:25:58.711" v="2477" actId="27636"/>
        <pc:sldMkLst>
          <pc:docMk/>
          <pc:sldMk cId="891432784" sldId="257"/>
        </pc:sldMkLst>
        <pc:spChg chg="mod">
          <ac:chgData name="Mohammed Naseer Sihanas" userId="baf10d46-ca0e-4f93-8b9a-bd1fa4bc7e8f" providerId="ADAL" clId="{4BCA0B4D-1EF0-4107-B531-E5C45D9F1352}" dt="2024-09-29T14:25:58.711" v="2477" actId="27636"/>
          <ac:spMkLst>
            <pc:docMk/>
            <pc:sldMk cId="891432784" sldId="257"/>
            <ac:spMk id="3" creationId="{00000000-0000-0000-0000-000000000000}"/>
          </ac:spMkLst>
        </pc:spChg>
        <pc:spChg chg="mod">
          <ac:chgData name="Mohammed Naseer Sihanas" userId="baf10d46-ca0e-4f93-8b9a-bd1fa4bc7e8f" providerId="ADAL" clId="{4BCA0B4D-1EF0-4107-B531-E5C45D9F1352}" dt="2024-09-29T14:23:04.106" v="2260" actId="20577"/>
          <ac:spMkLst>
            <pc:docMk/>
            <pc:sldMk cId="891432784" sldId="257"/>
            <ac:spMk id="5" creationId="{00000000-0000-0000-0000-000000000000}"/>
          </ac:spMkLst>
        </pc:spChg>
      </pc:sldChg>
      <pc:sldChg chg="addSp delSp modSp mod">
        <pc:chgData name="Mohammed Naseer Sihanas" userId="baf10d46-ca0e-4f93-8b9a-bd1fa4bc7e8f" providerId="ADAL" clId="{4BCA0B4D-1EF0-4107-B531-E5C45D9F1352}" dt="2024-09-29T03:33:38.230" v="1248" actId="20577"/>
        <pc:sldMkLst>
          <pc:docMk/>
          <pc:sldMk cId="100369622" sldId="258"/>
        </pc:sldMkLst>
        <pc:spChg chg="del">
          <ac:chgData name="Mohammed Naseer Sihanas" userId="baf10d46-ca0e-4f93-8b9a-bd1fa4bc7e8f" providerId="ADAL" clId="{4BCA0B4D-1EF0-4107-B531-E5C45D9F1352}" dt="2024-09-26T09:14:55.620" v="302" actId="478"/>
          <ac:spMkLst>
            <pc:docMk/>
            <pc:sldMk cId="100369622" sldId="258"/>
            <ac:spMk id="2" creationId="{00000000-0000-0000-0000-000000000000}"/>
          </ac:spMkLst>
        </pc:spChg>
        <pc:spChg chg="mod">
          <ac:chgData name="Mohammed Naseer Sihanas" userId="baf10d46-ca0e-4f93-8b9a-bd1fa4bc7e8f" providerId="ADAL" clId="{4BCA0B4D-1EF0-4107-B531-E5C45D9F1352}" dt="2024-09-28T02:21:13.107" v="1044" actId="27636"/>
          <ac:spMkLst>
            <pc:docMk/>
            <pc:sldMk cId="100369622" sldId="258"/>
            <ac:spMk id="3" creationId="{00000000-0000-0000-0000-000000000000}"/>
          </ac:spMkLst>
        </pc:spChg>
        <pc:spChg chg="mod">
          <ac:chgData name="Mohammed Naseer Sihanas" userId="baf10d46-ca0e-4f93-8b9a-bd1fa4bc7e8f" providerId="ADAL" clId="{4BCA0B4D-1EF0-4107-B531-E5C45D9F1352}" dt="2024-09-29T03:33:38.230" v="1248" actId="20577"/>
          <ac:spMkLst>
            <pc:docMk/>
            <pc:sldMk cId="100369622" sldId="258"/>
            <ac:spMk id="5" creationId="{00000000-0000-0000-0000-000000000000}"/>
          </ac:spMkLst>
        </pc:spChg>
        <pc:spChg chg="add del mod">
          <ac:chgData name="Mohammed Naseer Sihanas" userId="baf10d46-ca0e-4f93-8b9a-bd1fa4bc7e8f" providerId="ADAL" clId="{4BCA0B4D-1EF0-4107-B531-E5C45D9F1352}" dt="2024-09-26T09:14:58.182" v="303" actId="478"/>
          <ac:spMkLst>
            <pc:docMk/>
            <pc:sldMk cId="100369622" sldId="258"/>
            <ac:spMk id="8" creationId="{2E87C757-3EAD-4C04-088C-015ED7D83915}"/>
          </ac:spMkLst>
        </pc:spChg>
      </pc:sldChg>
      <pc:sldChg chg="addSp delSp modSp mod">
        <pc:chgData name="Mohammed Naseer Sihanas" userId="baf10d46-ca0e-4f93-8b9a-bd1fa4bc7e8f" providerId="ADAL" clId="{4BCA0B4D-1EF0-4107-B531-E5C45D9F1352}" dt="2024-09-29T14:26:24.457" v="2483" actId="20577"/>
        <pc:sldMkLst>
          <pc:docMk/>
          <pc:sldMk cId="1319477807" sldId="259"/>
        </pc:sldMkLst>
        <pc:spChg chg="del mod">
          <ac:chgData name="Mohammed Naseer Sihanas" userId="baf10d46-ca0e-4f93-8b9a-bd1fa4bc7e8f" providerId="ADAL" clId="{4BCA0B4D-1EF0-4107-B531-E5C45D9F1352}" dt="2024-09-25T06:32:13.381" v="230" actId="478"/>
          <ac:spMkLst>
            <pc:docMk/>
            <pc:sldMk cId="1319477807" sldId="259"/>
            <ac:spMk id="2" creationId="{00000000-0000-0000-0000-000000000000}"/>
          </ac:spMkLst>
        </pc:spChg>
        <pc:spChg chg="add mod">
          <ac:chgData name="Mohammed Naseer Sihanas" userId="baf10d46-ca0e-4f93-8b9a-bd1fa4bc7e8f" providerId="ADAL" clId="{4BCA0B4D-1EF0-4107-B531-E5C45D9F1352}" dt="2024-09-28T02:15:20.663" v="995" actId="14100"/>
          <ac:spMkLst>
            <pc:docMk/>
            <pc:sldMk cId="1319477807" sldId="259"/>
            <ac:spMk id="2" creationId="{6D7A2FB0-A1B1-56FF-0409-A58A2CEE046A}"/>
          </ac:spMkLst>
        </pc:spChg>
        <pc:spChg chg="add del mod">
          <ac:chgData name="Mohammed Naseer Sihanas" userId="baf10d46-ca0e-4f93-8b9a-bd1fa4bc7e8f" providerId="ADAL" clId="{4BCA0B4D-1EF0-4107-B531-E5C45D9F1352}" dt="2024-09-29T03:34:45.064" v="1257" actId="14100"/>
          <ac:spMkLst>
            <pc:docMk/>
            <pc:sldMk cId="1319477807" sldId="259"/>
            <ac:spMk id="3" creationId="{0EBE4CCC-C2A9-8BCF-FCF5-9DCFB4A2E67E}"/>
          </ac:spMkLst>
        </pc:spChg>
        <pc:spChg chg="mod">
          <ac:chgData name="Mohammed Naseer Sihanas" userId="baf10d46-ca0e-4f93-8b9a-bd1fa4bc7e8f" providerId="ADAL" clId="{4BCA0B4D-1EF0-4107-B531-E5C45D9F1352}" dt="2024-09-29T14:26:24.457" v="2483" actId="20577"/>
          <ac:spMkLst>
            <pc:docMk/>
            <pc:sldMk cId="1319477807" sldId="259"/>
            <ac:spMk id="5" creationId="{00000000-0000-0000-0000-000000000000}"/>
          </ac:spMkLst>
        </pc:spChg>
        <pc:spChg chg="add mod">
          <ac:chgData name="Mohammed Naseer Sihanas" userId="baf10d46-ca0e-4f93-8b9a-bd1fa4bc7e8f" providerId="ADAL" clId="{4BCA0B4D-1EF0-4107-B531-E5C45D9F1352}" dt="2024-09-25T06:19:41.499" v="169"/>
          <ac:spMkLst>
            <pc:docMk/>
            <pc:sldMk cId="1319477807" sldId="259"/>
            <ac:spMk id="7" creationId="{954554ED-9255-FBC7-597E-57BFDB73DC73}"/>
          </ac:spMkLst>
        </pc:spChg>
        <pc:spChg chg="add mod">
          <ac:chgData name="Mohammed Naseer Sihanas" userId="baf10d46-ca0e-4f93-8b9a-bd1fa4bc7e8f" providerId="ADAL" clId="{4BCA0B4D-1EF0-4107-B531-E5C45D9F1352}" dt="2024-09-28T02:16:06.698" v="1006" actId="1076"/>
          <ac:spMkLst>
            <pc:docMk/>
            <pc:sldMk cId="1319477807" sldId="259"/>
            <ac:spMk id="7" creationId="{C687405C-1BB5-F02D-BA99-086F54F4A33B}"/>
          </ac:spMkLst>
        </pc:spChg>
        <pc:spChg chg="add mod">
          <ac:chgData name="Mohammed Naseer Sihanas" userId="baf10d46-ca0e-4f93-8b9a-bd1fa4bc7e8f" providerId="ADAL" clId="{4BCA0B4D-1EF0-4107-B531-E5C45D9F1352}" dt="2024-09-29T03:34:31.581" v="1256" actId="1076"/>
          <ac:spMkLst>
            <pc:docMk/>
            <pc:sldMk cId="1319477807" sldId="259"/>
            <ac:spMk id="8" creationId="{D540D9C5-63BD-87DD-A593-5C7AEB55E9F5}"/>
          </ac:spMkLst>
        </pc:spChg>
        <pc:spChg chg="add del mod">
          <ac:chgData name="Mohammed Naseer Sihanas" userId="baf10d46-ca0e-4f93-8b9a-bd1fa4bc7e8f" providerId="ADAL" clId="{4BCA0B4D-1EF0-4107-B531-E5C45D9F1352}" dt="2024-09-25T06:32:15.179" v="231" actId="478"/>
          <ac:spMkLst>
            <pc:docMk/>
            <pc:sldMk cId="1319477807" sldId="259"/>
            <ac:spMk id="10" creationId="{E33FEE1E-315E-C0B1-0D00-98667318D39A}"/>
          </ac:spMkLst>
        </pc:spChg>
      </pc:sldChg>
      <pc:sldChg chg="modSp mod ord">
        <pc:chgData name="Mohammed Naseer Sihanas" userId="baf10d46-ca0e-4f93-8b9a-bd1fa4bc7e8f" providerId="ADAL" clId="{4BCA0B4D-1EF0-4107-B531-E5C45D9F1352}" dt="2024-09-29T14:42:13.968" v="2752" actId="20577"/>
        <pc:sldMkLst>
          <pc:docMk/>
          <pc:sldMk cId="104598345" sldId="260"/>
        </pc:sldMkLst>
        <pc:spChg chg="mod">
          <ac:chgData name="Mohammed Naseer Sihanas" userId="baf10d46-ca0e-4f93-8b9a-bd1fa4bc7e8f" providerId="ADAL" clId="{4BCA0B4D-1EF0-4107-B531-E5C45D9F1352}" dt="2024-09-29T14:42:13.968" v="2752" actId="20577"/>
          <ac:spMkLst>
            <pc:docMk/>
            <pc:sldMk cId="104598345" sldId="260"/>
            <ac:spMk id="2" creationId="{00000000-0000-0000-0000-000000000000}"/>
          </ac:spMkLst>
        </pc:spChg>
        <pc:spChg chg="mod">
          <ac:chgData name="Mohammed Naseer Sihanas" userId="baf10d46-ca0e-4f93-8b9a-bd1fa4bc7e8f" providerId="ADAL" clId="{4BCA0B4D-1EF0-4107-B531-E5C45D9F1352}" dt="2024-09-29T14:27:17.790" v="2517" actId="20577"/>
          <ac:spMkLst>
            <pc:docMk/>
            <pc:sldMk cId="104598345" sldId="260"/>
            <ac:spMk id="5" creationId="{00000000-0000-0000-0000-000000000000}"/>
          </ac:spMkLst>
        </pc:spChg>
      </pc:sldChg>
      <pc:sldChg chg="addSp delSp modSp mod ord">
        <pc:chgData name="Mohammed Naseer Sihanas" userId="baf10d46-ca0e-4f93-8b9a-bd1fa4bc7e8f" providerId="ADAL" clId="{4BCA0B4D-1EF0-4107-B531-E5C45D9F1352}" dt="2024-09-29T14:26:51.034" v="2498" actId="20577"/>
        <pc:sldMkLst>
          <pc:docMk/>
          <pc:sldMk cId="3966344777" sldId="261"/>
        </pc:sldMkLst>
        <pc:spChg chg="del">
          <ac:chgData name="Mohammed Naseer Sihanas" userId="baf10d46-ca0e-4f93-8b9a-bd1fa4bc7e8f" providerId="ADAL" clId="{4BCA0B4D-1EF0-4107-B531-E5C45D9F1352}" dt="2024-09-26T09:27:22.880" v="363" actId="478"/>
          <ac:spMkLst>
            <pc:docMk/>
            <pc:sldMk cId="3966344777" sldId="261"/>
            <ac:spMk id="2" creationId="{00000000-0000-0000-0000-000000000000}"/>
          </ac:spMkLst>
        </pc:spChg>
        <pc:spChg chg="del">
          <ac:chgData name="Mohammed Naseer Sihanas" userId="baf10d46-ca0e-4f93-8b9a-bd1fa4bc7e8f" providerId="ADAL" clId="{4BCA0B4D-1EF0-4107-B531-E5C45D9F1352}" dt="2024-09-26T09:27:16.655" v="361" actId="478"/>
          <ac:spMkLst>
            <pc:docMk/>
            <pc:sldMk cId="3966344777" sldId="261"/>
            <ac:spMk id="3" creationId="{00000000-0000-0000-0000-000000000000}"/>
          </ac:spMkLst>
        </pc:spChg>
        <pc:spChg chg="mod">
          <ac:chgData name="Mohammed Naseer Sihanas" userId="baf10d46-ca0e-4f93-8b9a-bd1fa4bc7e8f" providerId="ADAL" clId="{4BCA0B4D-1EF0-4107-B531-E5C45D9F1352}" dt="2024-09-29T14:26:51.034" v="2498" actId="20577"/>
          <ac:spMkLst>
            <pc:docMk/>
            <pc:sldMk cId="3966344777" sldId="261"/>
            <ac:spMk id="5" creationId="{00000000-0000-0000-0000-000000000000}"/>
          </ac:spMkLst>
        </pc:spChg>
        <pc:spChg chg="add del mod">
          <ac:chgData name="Mohammed Naseer Sihanas" userId="baf10d46-ca0e-4f93-8b9a-bd1fa4bc7e8f" providerId="ADAL" clId="{4BCA0B4D-1EF0-4107-B531-E5C45D9F1352}" dt="2024-09-26T09:27:20.474" v="362" actId="478"/>
          <ac:spMkLst>
            <pc:docMk/>
            <pc:sldMk cId="3966344777" sldId="261"/>
            <ac:spMk id="8" creationId="{DB01D515-E880-DC5D-C813-670E96D56776}"/>
          </ac:spMkLst>
        </pc:spChg>
        <pc:spChg chg="add del mod">
          <ac:chgData name="Mohammed Naseer Sihanas" userId="baf10d46-ca0e-4f93-8b9a-bd1fa4bc7e8f" providerId="ADAL" clId="{4BCA0B4D-1EF0-4107-B531-E5C45D9F1352}" dt="2024-09-26T09:27:24.583" v="364" actId="478"/>
          <ac:spMkLst>
            <pc:docMk/>
            <pc:sldMk cId="3966344777" sldId="261"/>
            <ac:spMk id="10" creationId="{6B5626BD-4D17-7F2A-D191-9BFF0ACC51C5}"/>
          </ac:spMkLst>
        </pc:spChg>
        <pc:spChg chg="add mod">
          <ac:chgData name="Mohammed Naseer Sihanas" userId="baf10d46-ca0e-4f93-8b9a-bd1fa4bc7e8f" providerId="ADAL" clId="{4BCA0B4D-1EF0-4107-B531-E5C45D9F1352}" dt="2024-09-26T09:41:07.850" v="549" actId="404"/>
          <ac:spMkLst>
            <pc:docMk/>
            <pc:sldMk cId="3966344777" sldId="261"/>
            <ac:spMk id="11" creationId="{F14E820B-1E16-BD27-289C-314485C1C286}"/>
          </ac:spMkLst>
        </pc:spChg>
        <pc:spChg chg="add mod">
          <ac:chgData name="Mohammed Naseer Sihanas" userId="baf10d46-ca0e-4f93-8b9a-bd1fa4bc7e8f" providerId="ADAL" clId="{4BCA0B4D-1EF0-4107-B531-E5C45D9F1352}" dt="2024-09-26T09:41:36.019" v="553" actId="404"/>
          <ac:spMkLst>
            <pc:docMk/>
            <pc:sldMk cId="3966344777" sldId="261"/>
            <ac:spMk id="12" creationId="{0F7796D2-C20B-4CF8-EC86-6E48623886FD}"/>
          </ac:spMkLst>
        </pc:spChg>
        <pc:spChg chg="add mod">
          <ac:chgData name="Mohammed Naseer Sihanas" userId="baf10d46-ca0e-4f93-8b9a-bd1fa4bc7e8f" providerId="ADAL" clId="{4BCA0B4D-1EF0-4107-B531-E5C45D9F1352}" dt="2024-09-26T09:42:18.577" v="565" actId="1076"/>
          <ac:spMkLst>
            <pc:docMk/>
            <pc:sldMk cId="3966344777" sldId="261"/>
            <ac:spMk id="13" creationId="{792B86AF-1C27-5EE1-0BC2-54069733C8EA}"/>
          </ac:spMkLst>
        </pc:spChg>
        <pc:spChg chg="add mod">
          <ac:chgData name="Mohammed Naseer Sihanas" userId="baf10d46-ca0e-4f93-8b9a-bd1fa4bc7e8f" providerId="ADAL" clId="{4BCA0B4D-1EF0-4107-B531-E5C45D9F1352}" dt="2024-09-26T09:42:44.912" v="569" actId="1076"/>
          <ac:spMkLst>
            <pc:docMk/>
            <pc:sldMk cId="3966344777" sldId="261"/>
            <ac:spMk id="14" creationId="{9DB0D09E-9E15-2990-B4CD-5843910FCF1A}"/>
          </ac:spMkLst>
        </pc:spChg>
        <pc:spChg chg="add mod">
          <ac:chgData name="Mohammed Naseer Sihanas" userId="baf10d46-ca0e-4f93-8b9a-bd1fa4bc7e8f" providerId="ADAL" clId="{4BCA0B4D-1EF0-4107-B531-E5C45D9F1352}" dt="2024-09-26T09:42:41.959" v="568" actId="1076"/>
          <ac:spMkLst>
            <pc:docMk/>
            <pc:sldMk cId="3966344777" sldId="261"/>
            <ac:spMk id="15" creationId="{A41194D4-AFBC-5C44-BE3C-D5688318A375}"/>
          </ac:spMkLst>
        </pc:spChg>
        <pc:spChg chg="add mod ord">
          <ac:chgData name="Mohammed Naseer Sihanas" userId="baf10d46-ca0e-4f93-8b9a-bd1fa4bc7e8f" providerId="ADAL" clId="{4BCA0B4D-1EF0-4107-B531-E5C45D9F1352}" dt="2024-09-26T09:42:28.060" v="566" actId="164"/>
          <ac:spMkLst>
            <pc:docMk/>
            <pc:sldMk cId="3966344777" sldId="261"/>
            <ac:spMk id="16" creationId="{D96C472C-8A5B-C9A2-F3CA-5D3C1C6C68E2}"/>
          </ac:spMkLst>
        </pc:spChg>
        <pc:spChg chg="add mod">
          <ac:chgData name="Mohammed Naseer Sihanas" userId="baf10d46-ca0e-4f93-8b9a-bd1fa4bc7e8f" providerId="ADAL" clId="{4BCA0B4D-1EF0-4107-B531-E5C45D9F1352}" dt="2024-09-26T09:43:02.285" v="574" actId="1076"/>
          <ac:spMkLst>
            <pc:docMk/>
            <pc:sldMk cId="3966344777" sldId="261"/>
            <ac:spMk id="17" creationId="{6037ACE7-3158-79D7-BC98-E5D749B0C616}"/>
          </ac:spMkLst>
        </pc:spChg>
        <pc:spChg chg="add mod">
          <ac:chgData name="Mohammed Naseer Sihanas" userId="baf10d46-ca0e-4f93-8b9a-bd1fa4bc7e8f" providerId="ADAL" clId="{4BCA0B4D-1EF0-4107-B531-E5C45D9F1352}" dt="2024-09-26T09:42:13.499" v="564" actId="1076"/>
          <ac:spMkLst>
            <pc:docMk/>
            <pc:sldMk cId="3966344777" sldId="261"/>
            <ac:spMk id="18" creationId="{BE1074C4-503F-113D-DF4A-8F0444DEEBC6}"/>
          </ac:spMkLst>
        </pc:spChg>
        <pc:spChg chg="add mod">
          <ac:chgData name="Mohammed Naseer Sihanas" userId="baf10d46-ca0e-4f93-8b9a-bd1fa4bc7e8f" providerId="ADAL" clId="{4BCA0B4D-1EF0-4107-B531-E5C45D9F1352}" dt="2024-09-26T09:39:03.786" v="533"/>
          <ac:spMkLst>
            <pc:docMk/>
            <pc:sldMk cId="3966344777" sldId="261"/>
            <ac:spMk id="19" creationId="{E4B4A9EA-7642-9D5F-F73A-DB61EA60AF4E}"/>
          </ac:spMkLst>
        </pc:spChg>
        <pc:spChg chg="add mod">
          <ac:chgData name="Mohammed Naseer Sihanas" userId="baf10d46-ca0e-4f93-8b9a-bd1fa4bc7e8f" providerId="ADAL" clId="{4BCA0B4D-1EF0-4107-B531-E5C45D9F1352}" dt="2024-09-26T09:41:43.862" v="555" actId="14100"/>
          <ac:spMkLst>
            <pc:docMk/>
            <pc:sldMk cId="3966344777" sldId="261"/>
            <ac:spMk id="20" creationId="{60317E27-C990-17EA-89E4-7792C4B6A7DF}"/>
          </ac:spMkLst>
        </pc:spChg>
        <pc:spChg chg="add mod">
          <ac:chgData name="Mohammed Naseer Sihanas" userId="baf10d46-ca0e-4f93-8b9a-bd1fa4bc7e8f" providerId="ADAL" clId="{4BCA0B4D-1EF0-4107-B531-E5C45D9F1352}" dt="2024-09-26T09:44:11.600" v="583" actId="1076"/>
          <ac:spMkLst>
            <pc:docMk/>
            <pc:sldMk cId="3966344777" sldId="261"/>
            <ac:spMk id="22" creationId="{E54DDF26-0895-9732-3BF9-2A1C2A3EDB94}"/>
          </ac:spMkLst>
        </pc:spChg>
        <pc:spChg chg="add mod">
          <ac:chgData name="Mohammed Naseer Sihanas" userId="baf10d46-ca0e-4f93-8b9a-bd1fa4bc7e8f" providerId="ADAL" clId="{4BCA0B4D-1EF0-4107-B531-E5C45D9F1352}" dt="2024-09-26T09:44:19.990" v="585" actId="1076"/>
          <ac:spMkLst>
            <pc:docMk/>
            <pc:sldMk cId="3966344777" sldId="261"/>
            <ac:spMk id="23" creationId="{18FF3620-C2E9-D3AA-6333-7D1FCF8A66CF}"/>
          </ac:spMkLst>
        </pc:spChg>
        <pc:spChg chg="add mod">
          <ac:chgData name="Mohammed Naseer Sihanas" userId="baf10d46-ca0e-4f93-8b9a-bd1fa4bc7e8f" providerId="ADAL" clId="{4BCA0B4D-1EF0-4107-B531-E5C45D9F1352}" dt="2024-09-26T09:44:29.442" v="587" actId="1076"/>
          <ac:spMkLst>
            <pc:docMk/>
            <pc:sldMk cId="3966344777" sldId="261"/>
            <ac:spMk id="24" creationId="{EFE5F061-F40D-BF62-46CF-550CF6E5CA27}"/>
          </ac:spMkLst>
        </pc:spChg>
        <pc:spChg chg="add mod">
          <ac:chgData name="Mohammed Naseer Sihanas" userId="baf10d46-ca0e-4f93-8b9a-bd1fa4bc7e8f" providerId="ADAL" clId="{4BCA0B4D-1EF0-4107-B531-E5C45D9F1352}" dt="2024-09-26T09:44:41.757" v="591" actId="1076"/>
          <ac:spMkLst>
            <pc:docMk/>
            <pc:sldMk cId="3966344777" sldId="261"/>
            <ac:spMk id="25" creationId="{038F0592-E516-B8CA-D85A-E46E38FBD0C1}"/>
          </ac:spMkLst>
        </pc:spChg>
        <pc:spChg chg="add mod">
          <ac:chgData name="Mohammed Naseer Sihanas" userId="baf10d46-ca0e-4f93-8b9a-bd1fa4bc7e8f" providerId="ADAL" clId="{4BCA0B4D-1EF0-4107-B531-E5C45D9F1352}" dt="2024-09-26T09:44:56.302" v="595" actId="1076"/>
          <ac:spMkLst>
            <pc:docMk/>
            <pc:sldMk cId="3966344777" sldId="261"/>
            <ac:spMk id="26" creationId="{953AD6F5-B2B0-DACD-B09C-642FBD2C399D}"/>
          </ac:spMkLst>
        </pc:spChg>
        <pc:spChg chg="add mod">
          <ac:chgData name="Mohammed Naseer Sihanas" userId="baf10d46-ca0e-4f93-8b9a-bd1fa4bc7e8f" providerId="ADAL" clId="{4BCA0B4D-1EF0-4107-B531-E5C45D9F1352}" dt="2024-09-26T09:45:04.254" v="597" actId="1076"/>
          <ac:spMkLst>
            <pc:docMk/>
            <pc:sldMk cId="3966344777" sldId="261"/>
            <ac:spMk id="27" creationId="{039E5080-72EF-EA53-43CC-FF9EDE457DD4}"/>
          </ac:spMkLst>
        </pc:spChg>
        <pc:grpChg chg="add mod">
          <ac:chgData name="Mohammed Naseer Sihanas" userId="baf10d46-ca0e-4f93-8b9a-bd1fa4bc7e8f" providerId="ADAL" clId="{4BCA0B4D-1EF0-4107-B531-E5C45D9F1352}" dt="2024-09-26T09:42:35.600" v="567" actId="1076"/>
          <ac:grpSpMkLst>
            <pc:docMk/>
            <pc:sldMk cId="3966344777" sldId="261"/>
            <ac:grpSpMk id="21" creationId="{C7134A4B-E7CC-0C3F-7540-D7EE9B0BF72F}"/>
          </ac:grpSpMkLst>
        </pc:grpChg>
      </pc:sldChg>
      <pc:sldChg chg="del">
        <pc:chgData name="Mohammed Naseer Sihanas" userId="baf10d46-ca0e-4f93-8b9a-bd1fa4bc7e8f" providerId="ADAL" clId="{4BCA0B4D-1EF0-4107-B531-E5C45D9F1352}" dt="2024-09-29T14:36:50.157" v="2698" actId="47"/>
        <pc:sldMkLst>
          <pc:docMk/>
          <pc:sldMk cId="688049821" sldId="262"/>
        </pc:sldMkLst>
      </pc:sldChg>
      <pc:sldChg chg="addSp delSp modSp mod ord">
        <pc:chgData name="Mohammed Naseer Sihanas" userId="baf10d46-ca0e-4f93-8b9a-bd1fa4bc7e8f" providerId="ADAL" clId="{4BCA0B4D-1EF0-4107-B531-E5C45D9F1352}" dt="2024-09-29T14:26:40.353" v="2492" actId="20577"/>
        <pc:sldMkLst>
          <pc:docMk/>
          <pc:sldMk cId="1338395865" sldId="263"/>
        </pc:sldMkLst>
        <pc:spChg chg="del mod">
          <ac:chgData name="Mohammed Naseer Sihanas" userId="baf10d46-ca0e-4f93-8b9a-bd1fa4bc7e8f" providerId="ADAL" clId="{4BCA0B4D-1EF0-4107-B531-E5C45D9F1352}" dt="2024-09-29T05:40:46.977" v="2040" actId="478"/>
          <ac:spMkLst>
            <pc:docMk/>
            <pc:sldMk cId="1338395865" sldId="263"/>
            <ac:spMk id="2" creationId="{00000000-0000-0000-0000-000000000000}"/>
          </ac:spMkLst>
        </pc:spChg>
        <pc:spChg chg="del">
          <ac:chgData name="Mohammed Naseer Sihanas" userId="baf10d46-ca0e-4f93-8b9a-bd1fa4bc7e8f" providerId="ADAL" clId="{4BCA0B4D-1EF0-4107-B531-E5C45D9F1352}" dt="2024-09-29T05:40:48.555" v="2041" actId="478"/>
          <ac:spMkLst>
            <pc:docMk/>
            <pc:sldMk cId="1338395865" sldId="263"/>
            <ac:spMk id="3" creationId="{00000000-0000-0000-0000-000000000000}"/>
          </ac:spMkLst>
        </pc:spChg>
        <pc:spChg chg="mod">
          <ac:chgData name="Mohammed Naseer Sihanas" userId="baf10d46-ca0e-4f93-8b9a-bd1fa4bc7e8f" providerId="ADAL" clId="{4BCA0B4D-1EF0-4107-B531-E5C45D9F1352}" dt="2024-09-29T14:26:40.353" v="2492" actId="20577"/>
          <ac:spMkLst>
            <pc:docMk/>
            <pc:sldMk cId="1338395865" sldId="263"/>
            <ac:spMk id="5" creationId="{00000000-0000-0000-0000-000000000000}"/>
          </ac:spMkLst>
        </pc:spChg>
        <pc:spChg chg="add del mod">
          <ac:chgData name="Mohammed Naseer Sihanas" userId="baf10d46-ca0e-4f93-8b9a-bd1fa4bc7e8f" providerId="ADAL" clId="{4BCA0B4D-1EF0-4107-B531-E5C45D9F1352}" dt="2024-09-29T05:40:50.367" v="2042" actId="478"/>
          <ac:spMkLst>
            <pc:docMk/>
            <pc:sldMk cId="1338395865" sldId="263"/>
            <ac:spMk id="8" creationId="{92C90EDB-7B99-5D59-5C7A-397773B03C4E}"/>
          </ac:spMkLst>
        </pc:spChg>
        <pc:spChg chg="add del mod">
          <ac:chgData name="Mohammed Naseer Sihanas" userId="baf10d46-ca0e-4f93-8b9a-bd1fa4bc7e8f" providerId="ADAL" clId="{4BCA0B4D-1EF0-4107-B531-E5C45D9F1352}" dt="2024-09-29T05:40:51.289" v="2043" actId="478"/>
          <ac:spMkLst>
            <pc:docMk/>
            <pc:sldMk cId="1338395865" sldId="263"/>
            <ac:spMk id="10" creationId="{13BE9C48-ECEA-7CA6-30DF-9A4ACC2B2845}"/>
          </ac:spMkLst>
        </pc:spChg>
        <pc:graphicFrameChg chg="add mod modGraphic">
          <ac:chgData name="Mohammed Naseer Sihanas" userId="baf10d46-ca0e-4f93-8b9a-bd1fa4bc7e8f" providerId="ADAL" clId="{4BCA0B4D-1EF0-4107-B531-E5C45D9F1352}" dt="2024-09-29T13:22:31.724" v="2214" actId="20577"/>
          <ac:graphicFrameMkLst>
            <pc:docMk/>
            <pc:sldMk cId="1338395865" sldId="263"/>
            <ac:graphicFrameMk id="11" creationId="{320F1BD8-FC10-04B4-0C65-CA541D9D7684}"/>
          </ac:graphicFrameMkLst>
        </pc:graphicFrameChg>
      </pc:sldChg>
      <pc:sldChg chg="modSp mod">
        <pc:chgData name="Mohammed Naseer Sihanas" userId="baf10d46-ca0e-4f93-8b9a-bd1fa4bc7e8f" providerId="ADAL" clId="{4BCA0B4D-1EF0-4107-B531-E5C45D9F1352}" dt="2024-09-29T14:28:14.121" v="2552" actId="20577"/>
        <pc:sldMkLst>
          <pc:docMk/>
          <pc:sldMk cId="2660892434" sldId="265"/>
        </pc:sldMkLst>
        <pc:spChg chg="mod">
          <ac:chgData name="Mohammed Naseer Sihanas" userId="baf10d46-ca0e-4f93-8b9a-bd1fa4bc7e8f" providerId="ADAL" clId="{4BCA0B4D-1EF0-4107-B531-E5C45D9F1352}" dt="2024-09-29T14:28:14.121" v="2552" actId="20577"/>
          <ac:spMkLst>
            <pc:docMk/>
            <pc:sldMk cId="2660892434" sldId="265"/>
            <ac:spMk id="5" creationId="{00000000-0000-0000-0000-000000000000}"/>
          </ac:spMkLst>
        </pc:spChg>
      </pc:sldChg>
      <pc:sldChg chg="modSp add mod ord">
        <pc:chgData name="Mohammed Naseer Sihanas" userId="baf10d46-ca0e-4f93-8b9a-bd1fa4bc7e8f" providerId="ADAL" clId="{4BCA0B4D-1EF0-4107-B531-E5C45D9F1352}" dt="2024-09-29T14:26:28.707" v="2486" actId="20577"/>
        <pc:sldMkLst>
          <pc:docMk/>
          <pc:sldMk cId="2558591677" sldId="266"/>
        </pc:sldMkLst>
        <pc:spChg chg="mod">
          <ac:chgData name="Mohammed Naseer Sihanas" userId="baf10d46-ca0e-4f93-8b9a-bd1fa4bc7e8f" providerId="ADAL" clId="{4BCA0B4D-1EF0-4107-B531-E5C45D9F1352}" dt="2024-09-29T14:22:09.937" v="2254" actId="20577"/>
          <ac:spMkLst>
            <pc:docMk/>
            <pc:sldMk cId="2558591677" sldId="266"/>
            <ac:spMk id="2" creationId="{00000000-0000-0000-0000-000000000000}"/>
          </ac:spMkLst>
        </pc:spChg>
        <pc:spChg chg="mod">
          <ac:chgData name="Mohammed Naseer Sihanas" userId="baf10d46-ca0e-4f93-8b9a-bd1fa4bc7e8f" providerId="ADAL" clId="{4BCA0B4D-1EF0-4107-B531-E5C45D9F1352}" dt="2024-09-29T14:26:28.707" v="2486" actId="20577"/>
          <ac:spMkLst>
            <pc:docMk/>
            <pc:sldMk cId="2558591677" sldId="266"/>
            <ac:spMk id="5" creationId="{00000000-0000-0000-0000-000000000000}"/>
          </ac:spMkLst>
        </pc:spChg>
      </pc:sldChg>
      <pc:sldChg chg="modSp add mod">
        <pc:chgData name="Mohammed Naseer Sihanas" userId="baf10d46-ca0e-4f93-8b9a-bd1fa4bc7e8f" providerId="ADAL" clId="{4BCA0B4D-1EF0-4107-B531-E5C45D9F1352}" dt="2024-09-29T14:26:44.979" v="2495" actId="20577"/>
        <pc:sldMkLst>
          <pc:docMk/>
          <pc:sldMk cId="1894957646" sldId="267"/>
        </pc:sldMkLst>
        <pc:spChg chg="mod">
          <ac:chgData name="Mohammed Naseer Sihanas" userId="baf10d46-ca0e-4f93-8b9a-bd1fa4bc7e8f" providerId="ADAL" clId="{4BCA0B4D-1EF0-4107-B531-E5C45D9F1352}" dt="2024-09-26T09:27:10.734" v="360" actId="20577"/>
          <ac:spMkLst>
            <pc:docMk/>
            <pc:sldMk cId="1894957646" sldId="267"/>
            <ac:spMk id="2" creationId="{00000000-0000-0000-0000-000000000000}"/>
          </ac:spMkLst>
        </pc:spChg>
        <pc:spChg chg="mod">
          <ac:chgData name="Mohammed Naseer Sihanas" userId="baf10d46-ca0e-4f93-8b9a-bd1fa4bc7e8f" providerId="ADAL" clId="{4BCA0B4D-1EF0-4107-B531-E5C45D9F1352}" dt="2024-09-29T14:26:44.979" v="2495" actId="20577"/>
          <ac:spMkLst>
            <pc:docMk/>
            <pc:sldMk cId="1894957646" sldId="267"/>
            <ac:spMk id="5" creationId="{00000000-0000-0000-0000-000000000000}"/>
          </ac:spMkLst>
        </pc:spChg>
      </pc:sldChg>
      <pc:sldChg chg="modSp add mod">
        <pc:chgData name="Mohammed Naseer Sihanas" userId="baf10d46-ca0e-4f93-8b9a-bd1fa4bc7e8f" providerId="ADAL" clId="{4BCA0B4D-1EF0-4107-B531-E5C45D9F1352}" dt="2024-09-29T14:26:55.200" v="2501" actId="20577"/>
        <pc:sldMkLst>
          <pc:docMk/>
          <pc:sldMk cId="1375064326" sldId="268"/>
        </pc:sldMkLst>
        <pc:spChg chg="mod">
          <ac:chgData name="Mohammed Naseer Sihanas" userId="baf10d46-ca0e-4f93-8b9a-bd1fa4bc7e8f" providerId="ADAL" clId="{4BCA0B4D-1EF0-4107-B531-E5C45D9F1352}" dt="2024-09-26T09:47:04.604" v="637" actId="20577"/>
          <ac:spMkLst>
            <pc:docMk/>
            <pc:sldMk cId="1375064326" sldId="268"/>
            <ac:spMk id="2" creationId="{00000000-0000-0000-0000-000000000000}"/>
          </ac:spMkLst>
        </pc:spChg>
        <pc:spChg chg="mod">
          <ac:chgData name="Mohammed Naseer Sihanas" userId="baf10d46-ca0e-4f93-8b9a-bd1fa4bc7e8f" providerId="ADAL" clId="{4BCA0B4D-1EF0-4107-B531-E5C45D9F1352}" dt="2024-09-29T14:26:55.200" v="2501" actId="20577"/>
          <ac:spMkLst>
            <pc:docMk/>
            <pc:sldMk cId="1375064326" sldId="268"/>
            <ac:spMk id="5" creationId="{00000000-0000-0000-0000-000000000000}"/>
          </ac:spMkLst>
        </pc:spChg>
      </pc:sldChg>
      <pc:sldChg chg="addSp delSp modSp add mod">
        <pc:chgData name="Mohammed Naseer Sihanas" userId="baf10d46-ca0e-4f93-8b9a-bd1fa4bc7e8f" providerId="ADAL" clId="{4BCA0B4D-1EF0-4107-B531-E5C45D9F1352}" dt="2024-09-29T14:27:00.118" v="2504" actId="20577"/>
        <pc:sldMkLst>
          <pc:docMk/>
          <pc:sldMk cId="3672480713" sldId="269"/>
        </pc:sldMkLst>
        <pc:spChg chg="del mod">
          <ac:chgData name="Mohammed Naseer Sihanas" userId="baf10d46-ca0e-4f93-8b9a-bd1fa4bc7e8f" providerId="ADAL" clId="{4BCA0B4D-1EF0-4107-B531-E5C45D9F1352}" dt="2024-09-26T09:52:46.933" v="639" actId="478"/>
          <ac:spMkLst>
            <pc:docMk/>
            <pc:sldMk cId="3672480713" sldId="269"/>
            <ac:spMk id="2" creationId="{00000000-0000-0000-0000-000000000000}"/>
          </ac:spMkLst>
        </pc:spChg>
        <pc:spChg chg="mod">
          <ac:chgData name="Mohammed Naseer Sihanas" userId="baf10d46-ca0e-4f93-8b9a-bd1fa4bc7e8f" providerId="ADAL" clId="{4BCA0B4D-1EF0-4107-B531-E5C45D9F1352}" dt="2024-09-28T02:25:17.343" v="1102" actId="27636"/>
          <ac:spMkLst>
            <pc:docMk/>
            <pc:sldMk cId="3672480713" sldId="269"/>
            <ac:spMk id="3" creationId="{00000000-0000-0000-0000-000000000000}"/>
          </ac:spMkLst>
        </pc:spChg>
        <pc:spChg chg="mod">
          <ac:chgData name="Mohammed Naseer Sihanas" userId="baf10d46-ca0e-4f93-8b9a-bd1fa4bc7e8f" providerId="ADAL" clId="{4BCA0B4D-1EF0-4107-B531-E5C45D9F1352}" dt="2024-09-29T14:27:00.118" v="2504" actId="20577"/>
          <ac:spMkLst>
            <pc:docMk/>
            <pc:sldMk cId="3672480713" sldId="269"/>
            <ac:spMk id="5" creationId="{00000000-0000-0000-0000-000000000000}"/>
          </ac:spMkLst>
        </pc:spChg>
        <pc:spChg chg="add del mod">
          <ac:chgData name="Mohammed Naseer Sihanas" userId="baf10d46-ca0e-4f93-8b9a-bd1fa4bc7e8f" providerId="ADAL" clId="{4BCA0B4D-1EF0-4107-B531-E5C45D9F1352}" dt="2024-09-26T09:52:48.527" v="640" actId="478"/>
          <ac:spMkLst>
            <pc:docMk/>
            <pc:sldMk cId="3672480713" sldId="269"/>
            <ac:spMk id="8" creationId="{0B990320-2052-260E-5109-888A9B9C6437}"/>
          </ac:spMkLst>
        </pc:spChg>
      </pc:sldChg>
      <pc:sldChg chg="modSp add mod ord">
        <pc:chgData name="Mohammed Naseer Sihanas" userId="baf10d46-ca0e-4f93-8b9a-bd1fa4bc7e8f" providerId="ADAL" clId="{4BCA0B4D-1EF0-4107-B531-E5C45D9F1352}" dt="2024-09-29T14:40:28.161" v="2707" actId="2710"/>
        <pc:sldMkLst>
          <pc:docMk/>
          <pc:sldMk cId="2568800362" sldId="270"/>
        </pc:sldMkLst>
        <pc:spChg chg="mod">
          <ac:chgData name="Mohammed Naseer Sihanas" userId="baf10d46-ca0e-4f93-8b9a-bd1fa4bc7e8f" providerId="ADAL" clId="{4BCA0B4D-1EF0-4107-B531-E5C45D9F1352}" dt="2024-09-28T02:26:15.572" v="1103" actId="20577"/>
          <ac:spMkLst>
            <pc:docMk/>
            <pc:sldMk cId="2568800362" sldId="270"/>
            <ac:spMk id="2" creationId="{00000000-0000-0000-0000-000000000000}"/>
          </ac:spMkLst>
        </pc:spChg>
        <pc:spChg chg="mod">
          <ac:chgData name="Mohammed Naseer Sihanas" userId="baf10d46-ca0e-4f93-8b9a-bd1fa4bc7e8f" providerId="ADAL" clId="{4BCA0B4D-1EF0-4107-B531-E5C45D9F1352}" dt="2024-09-29T14:40:28.161" v="2707" actId="2710"/>
          <ac:spMkLst>
            <pc:docMk/>
            <pc:sldMk cId="2568800362" sldId="270"/>
            <ac:spMk id="3" creationId="{00000000-0000-0000-0000-000000000000}"/>
          </ac:spMkLst>
        </pc:spChg>
        <pc:spChg chg="mod">
          <ac:chgData name="Mohammed Naseer Sihanas" userId="baf10d46-ca0e-4f93-8b9a-bd1fa4bc7e8f" providerId="ADAL" clId="{4BCA0B4D-1EF0-4107-B531-E5C45D9F1352}" dt="2024-09-29T14:27:10.110" v="2511" actId="20577"/>
          <ac:spMkLst>
            <pc:docMk/>
            <pc:sldMk cId="2568800362" sldId="270"/>
            <ac:spMk id="5" creationId="{00000000-0000-0000-0000-000000000000}"/>
          </ac:spMkLst>
        </pc:spChg>
      </pc:sldChg>
      <pc:sldChg chg="addSp delSp modSp add mod">
        <pc:chgData name="Mohammed Naseer Sihanas" userId="baf10d46-ca0e-4f93-8b9a-bd1fa4bc7e8f" providerId="ADAL" clId="{4BCA0B4D-1EF0-4107-B531-E5C45D9F1352}" dt="2024-09-30T05:13:49.146" v="2816" actId="20577"/>
        <pc:sldMkLst>
          <pc:docMk/>
          <pc:sldMk cId="728560859" sldId="271"/>
        </pc:sldMkLst>
        <pc:spChg chg="del">
          <ac:chgData name="Mohammed Naseer Sihanas" userId="baf10d46-ca0e-4f93-8b9a-bd1fa4bc7e8f" providerId="ADAL" clId="{4BCA0B4D-1EF0-4107-B531-E5C45D9F1352}" dt="2024-09-29T04:54:54.114" v="1414" actId="478"/>
          <ac:spMkLst>
            <pc:docMk/>
            <pc:sldMk cId="728560859" sldId="271"/>
            <ac:spMk id="2" creationId="{00000000-0000-0000-0000-000000000000}"/>
          </ac:spMkLst>
        </pc:spChg>
        <pc:spChg chg="del">
          <ac:chgData name="Mohammed Naseer Sihanas" userId="baf10d46-ca0e-4f93-8b9a-bd1fa4bc7e8f" providerId="ADAL" clId="{4BCA0B4D-1EF0-4107-B531-E5C45D9F1352}" dt="2024-09-29T04:54:57.333" v="1416" actId="478"/>
          <ac:spMkLst>
            <pc:docMk/>
            <pc:sldMk cId="728560859" sldId="271"/>
            <ac:spMk id="3" creationId="{00000000-0000-0000-0000-000000000000}"/>
          </ac:spMkLst>
        </pc:spChg>
        <pc:spChg chg="mod">
          <ac:chgData name="Mohammed Naseer Sihanas" userId="baf10d46-ca0e-4f93-8b9a-bd1fa4bc7e8f" providerId="ADAL" clId="{4BCA0B4D-1EF0-4107-B531-E5C45D9F1352}" dt="2024-09-29T14:27:29.030" v="2526" actId="20577"/>
          <ac:spMkLst>
            <pc:docMk/>
            <pc:sldMk cId="728560859" sldId="271"/>
            <ac:spMk id="5" creationId="{00000000-0000-0000-0000-000000000000}"/>
          </ac:spMkLst>
        </pc:spChg>
        <pc:spChg chg="add del mod">
          <ac:chgData name="Mohammed Naseer Sihanas" userId="baf10d46-ca0e-4f93-8b9a-bd1fa4bc7e8f" providerId="ADAL" clId="{4BCA0B4D-1EF0-4107-B531-E5C45D9F1352}" dt="2024-09-29T04:54:55.942" v="1415" actId="478"/>
          <ac:spMkLst>
            <pc:docMk/>
            <pc:sldMk cId="728560859" sldId="271"/>
            <ac:spMk id="8" creationId="{CF4F04A3-96B4-0476-0150-7A2AEFC00F09}"/>
          </ac:spMkLst>
        </pc:spChg>
        <pc:spChg chg="add del mod">
          <ac:chgData name="Mohammed Naseer Sihanas" userId="baf10d46-ca0e-4f93-8b9a-bd1fa4bc7e8f" providerId="ADAL" clId="{4BCA0B4D-1EF0-4107-B531-E5C45D9F1352}" dt="2024-09-29T04:55:12.151" v="1417" actId="478"/>
          <ac:spMkLst>
            <pc:docMk/>
            <pc:sldMk cId="728560859" sldId="271"/>
            <ac:spMk id="10" creationId="{F4ED2C99-8A06-4686-F3EB-F34F1F1DBD13}"/>
          </ac:spMkLst>
        </pc:spChg>
        <pc:spChg chg="add del mod">
          <ac:chgData name="Mohammed Naseer Sihanas" userId="baf10d46-ca0e-4f93-8b9a-bd1fa4bc7e8f" providerId="ADAL" clId="{4BCA0B4D-1EF0-4107-B531-E5C45D9F1352}" dt="2024-09-29T05:04:19.087" v="1536"/>
          <ac:spMkLst>
            <pc:docMk/>
            <pc:sldMk cId="728560859" sldId="271"/>
            <ac:spMk id="21" creationId="{AED705DE-EAAE-2345-F281-95777362C624}"/>
          </ac:spMkLst>
        </pc:spChg>
        <pc:spChg chg="add mod">
          <ac:chgData name="Mohammed Naseer Sihanas" userId="baf10d46-ca0e-4f93-8b9a-bd1fa4bc7e8f" providerId="ADAL" clId="{4BCA0B4D-1EF0-4107-B531-E5C45D9F1352}" dt="2024-09-29T05:07:37.885" v="1606" actId="1076"/>
          <ac:spMkLst>
            <pc:docMk/>
            <pc:sldMk cId="728560859" sldId="271"/>
            <ac:spMk id="22" creationId="{3744D9F9-D3D0-B596-0D8D-B7730F87D3EF}"/>
          </ac:spMkLst>
        </pc:spChg>
        <pc:graphicFrameChg chg="add mod">
          <ac:chgData name="Mohammed Naseer Sihanas" userId="baf10d46-ca0e-4f93-8b9a-bd1fa4bc7e8f" providerId="ADAL" clId="{4BCA0B4D-1EF0-4107-B531-E5C45D9F1352}" dt="2024-09-29T04:55:13.574" v="1418"/>
          <ac:graphicFrameMkLst>
            <pc:docMk/>
            <pc:sldMk cId="728560859" sldId="271"/>
            <ac:graphicFrameMk id="11" creationId="{97B3EF68-D9C0-6B75-CD8B-E60C735234F8}"/>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2" creationId="{A3CBE7C7-0180-FDC5-6199-9F5DDEE3BAF4}"/>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3" creationId="{DDB3DFF4-DF69-891D-F093-A5353E4EDEB2}"/>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4" creationId="{BD372BBB-2AC7-5B36-2523-8DC4A142BB6F}"/>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5" creationId="{36C61397-C6DB-1D12-DED7-0CD334099DFB}"/>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6" creationId="{836F1F62-FB48-53BD-8E55-F5117327F6DC}"/>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7" creationId="{10A61273-7724-79BB-4C4A-58E5525246AA}"/>
          </ac:graphicFrameMkLst>
        </pc:graphicFrameChg>
        <pc:graphicFrameChg chg="add mod modGraphic">
          <ac:chgData name="Mohammed Naseer Sihanas" userId="baf10d46-ca0e-4f93-8b9a-bd1fa4bc7e8f" providerId="ADAL" clId="{4BCA0B4D-1EF0-4107-B531-E5C45D9F1352}" dt="2024-09-29T04:55:40.313" v="1426" actId="14100"/>
          <ac:graphicFrameMkLst>
            <pc:docMk/>
            <pc:sldMk cId="728560859" sldId="271"/>
            <ac:graphicFrameMk id="18" creationId="{9C2281A8-C07D-4413-F5AF-7CC323AF6B40}"/>
          </ac:graphicFrameMkLst>
        </pc:graphicFrameChg>
        <pc:graphicFrameChg chg="add del">
          <ac:chgData name="Mohammed Naseer Sihanas" userId="baf10d46-ca0e-4f93-8b9a-bd1fa4bc7e8f" providerId="ADAL" clId="{4BCA0B4D-1EF0-4107-B531-E5C45D9F1352}" dt="2024-09-29T04:55:39.235" v="1424" actId="3680"/>
          <ac:graphicFrameMkLst>
            <pc:docMk/>
            <pc:sldMk cId="728560859" sldId="271"/>
            <ac:graphicFrameMk id="19" creationId="{B44234F6-13FF-C3D5-0073-4C4CFD120655}"/>
          </ac:graphicFrameMkLst>
        </pc:graphicFrameChg>
        <pc:graphicFrameChg chg="add mod modGraphic">
          <ac:chgData name="Mohammed Naseer Sihanas" userId="baf10d46-ca0e-4f93-8b9a-bd1fa4bc7e8f" providerId="ADAL" clId="{4BCA0B4D-1EF0-4107-B531-E5C45D9F1352}" dt="2024-09-30T05:13:49.146" v="2816" actId="20577"/>
          <ac:graphicFrameMkLst>
            <pc:docMk/>
            <pc:sldMk cId="728560859" sldId="271"/>
            <ac:graphicFrameMk id="20" creationId="{C26D28E0-B2DD-84A8-D69D-211B3BFBA822}"/>
          </ac:graphicFrameMkLst>
        </pc:graphicFrameChg>
      </pc:sldChg>
      <pc:sldChg chg="addSp delSp modSp add mod">
        <pc:chgData name="Mohammed Naseer Sihanas" userId="baf10d46-ca0e-4f93-8b9a-bd1fa4bc7e8f" providerId="ADAL" clId="{4BCA0B4D-1EF0-4107-B531-E5C45D9F1352}" dt="2024-09-29T14:27:36.040" v="2532" actId="20577"/>
        <pc:sldMkLst>
          <pc:docMk/>
          <pc:sldMk cId="1415970124" sldId="272"/>
        </pc:sldMkLst>
        <pc:spChg chg="del mod">
          <ac:chgData name="Mohammed Naseer Sihanas" userId="baf10d46-ca0e-4f93-8b9a-bd1fa4bc7e8f" providerId="ADAL" clId="{4BCA0B4D-1EF0-4107-B531-E5C45D9F1352}" dt="2024-09-29T05:14:35.147" v="1745" actId="478"/>
          <ac:spMkLst>
            <pc:docMk/>
            <pc:sldMk cId="1415970124" sldId="272"/>
            <ac:spMk id="2" creationId="{00000000-0000-0000-0000-000000000000}"/>
          </ac:spMkLst>
        </pc:spChg>
        <pc:spChg chg="mod">
          <ac:chgData name="Mohammed Naseer Sihanas" userId="baf10d46-ca0e-4f93-8b9a-bd1fa4bc7e8f" providerId="ADAL" clId="{4BCA0B4D-1EF0-4107-B531-E5C45D9F1352}" dt="2024-09-29T05:18:30.973" v="1884" actId="5793"/>
          <ac:spMkLst>
            <pc:docMk/>
            <pc:sldMk cId="1415970124" sldId="272"/>
            <ac:spMk id="3" creationId="{00000000-0000-0000-0000-000000000000}"/>
          </ac:spMkLst>
        </pc:spChg>
        <pc:spChg chg="mod">
          <ac:chgData name="Mohammed Naseer Sihanas" userId="baf10d46-ca0e-4f93-8b9a-bd1fa4bc7e8f" providerId="ADAL" clId="{4BCA0B4D-1EF0-4107-B531-E5C45D9F1352}" dt="2024-09-29T14:27:36.040" v="2532" actId="20577"/>
          <ac:spMkLst>
            <pc:docMk/>
            <pc:sldMk cId="1415970124" sldId="272"/>
            <ac:spMk id="5" creationId="{00000000-0000-0000-0000-000000000000}"/>
          </ac:spMkLst>
        </pc:spChg>
        <pc:spChg chg="add mod">
          <ac:chgData name="Mohammed Naseer Sihanas" userId="baf10d46-ca0e-4f93-8b9a-bd1fa4bc7e8f" providerId="ADAL" clId="{4BCA0B4D-1EF0-4107-B531-E5C45D9F1352}" dt="2024-09-29T05:13:52.600" v="1732"/>
          <ac:spMkLst>
            <pc:docMk/>
            <pc:sldMk cId="1415970124" sldId="272"/>
            <ac:spMk id="7" creationId="{E68A10B2-CAE1-2CF2-35AA-3AD4C5B54507}"/>
          </ac:spMkLst>
        </pc:spChg>
        <pc:spChg chg="add mod">
          <ac:chgData name="Mohammed Naseer Sihanas" userId="baf10d46-ca0e-4f93-8b9a-bd1fa4bc7e8f" providerId="ADAL" clId="{4BCA0B4D-1EF0-4107-B531-E5C45D9F1352}" dt="2024-09-29T05:13:52.209" v="1730"/>
          <ac:spMkLst>
            <pc:docMk/>
            <pc:sldMk cId="1415970124" sldId="272"/>
            <ac:spMk id="8" creationId="{81F03882-23BF-AE02-AA46-10A258379D99}"/>
          </ac:spMkLst>
        </pc:spChg>
        <pc:spChg chg="add mod">
          <ac:chgData name="Mohammed Naseer Sihanas" userId="baf10d46-ca0e-4f93-8b9a-bd1fa4bc7e8f" providerId="ADAL" clId="{4BCA0B4D-1EF0-4107-B531-E5C45D9F1352}" dt="2024-09-29T05:13:51.835" v="1728"/>
          <ac:spMkLst>
            <pc:docMk/>
            <pc:sldMk cId="1415970124" sldId="272"/>
            <ac:spMk id="9" creationId="{7134F7C9-8FA5-4AF2-EEFB-2407178E0C23}"/>
          </ac:spMkLst>
        </pc:spChg>
        <pc:spChg chg="add del mod">
          <ac:chgData name="Mohammed Naseer Sihanas" userId="baf10d46-ca0e-4f93-8b9a-bd1fa4bc7e8f" providerId="ADAL" clId="{4BCA0B4D-1EF0-4107-B531-E5C45D9F1352}" dt="2024-09-29T05:17:20.056" v="1839" actId="478"/>
          <ac:spMkLst>
            <pc:docMk/>
            <pc:sldMk cId="1415970124" sldId="272"/>
            <ac:spMk id="10" creationId="{09A819C1-B82A-0E5F-79F4-396FE6A59C50}"/>
          </ac:spMkLst>
        </pc:spChg>
        <pc:spChg chg="add del mod">
          <ac:chgData name="Mohammed Naseer Sihanas" userId="baf10d46-ca0e-4f93-8b9a-bd1fa4bc7e8f" providerId="ADAL" clId="{4BCA0B4D-1EF0-4107-B531-E5C45D9F1352}" dt="2024-09-29T05:14:36.647" v="1746" actId="478"/>
          <ac:spMkLst>
            <pc:docMk/>
            <pc:sldMk cId="1415970124" sldId="272"/>
            <ac:spMk id="12" creationId="{444CA1EE-EA50-E0E9-052A-609422115AF6}"/>
          </ac:spMkLst>
        </pc:spChg>
        <pc:spChg chg="add mod">
          <ac:chgData name="Mohammed Naseer Sihanas" userId="baf10d46-ca0e-4f93-8b9a-bd1fa4bc7e8f" providerId="ADAL" clId="{4BCA0B4D-1EF0-4107-B531-E5C45D9F1352}" dt="2024-09-29T05:20:47.010" v="1941" actId="1076"/>
          <ac:spMkLst>
            <pc:docMk/>
            <pc:sldMk cId="1415970124" sldId="272"/>
            <ac:spMk id="13" creationId="{FC233CA3-6A6F-0816-E8FC-8185DE4D3EE4}"/>
          </ac:spMkLst>
        </pc:spChg>
      </pc:sldChg>
      <pc:sldChg chg="addSp delSp modSp add mod">
        <pc:chgData name="Mohammed Naseer Sihanas" userId="baf10d46-ca0e-4f93-8b9a-bd1fa4bc7e8f" providerId="ADAL" clId="{4BCA0B4D-1EF0-4107-B531-E5C45D9F1352}" dt="2024-09-29T14:27:48.256" v="2541" actId="20577"/>
        <pc:sldMkLst>
          <pc:docMk/>
          <pc:sldMk cId="421766892" sldId="273"/>
        </pc:sldMkLst>
        <pc:spChg chg="del mod">
          <ac:chgData name="Mohammed Naseer Sihanas" userId="baf10d46-ca0e-4f93-8b9a-bd1fa4bc7e8f" providerId="ADAL" clId="{4BCA0B4D-1EF0-4107-B531-E5C45D9F1352}" dt="2024-09-29T05:37:13.166" v="1973" actId="478"/>
          <ac:spMkLst>
            <pc:docMk/>
            <pc:sldMk cId="421766892" sldId="273"/>
            <ac:spMk id="2" creationId="{00000000-0000-0000-0000-000000000000}"/>
          </ac:spMkLst>
        </pc:spChg>
        <pc:spChg chg="mod">
          <ac:chgData name="Mohammed Naseer Sihanas" userId="baf10d46-ca0e-4f93-8b9a-bd1fa4bc7e8f" providerId="ADAL" clId="{4BCA0B4D-1EF0-4107-B531-E5C45D9F1352}" dt="2024-09-29T05:40:07.208" v="1999" actId="12"/>
          <ac:spMkLst>
            <pc:docMk/>
            <pc:sldMk cId="421766892" sldId="273"/>
            <ac:spMk id="3" creationId="{00000000-0000-0000-0000-000000000000}"/>
          </ac:spMkLst>
        </pc:spChg>
        <pc:spChg chg="mod">
          <ac:chgData name="Mohammed Naseer Sihanas" userId="baf10d46-ca0e-4f93-8b9a-bd1fa4bc7e8f" providerId="ADAL" clId="{4BCA0B4D-1EF0-4107-B531-E5C45D9F1352}" dt="2024-09-29T14:27:48.256" v="2541" actId="20577"/>
          <ac:spMkLst>
            <pc:docMk/>
            <pc:sldMk cId="421766892" sldId="273"/>
            <ac:spMk id="5" creationId="{00000000-0000-0000-0000-000000000000}"/>
          </ac:spMkLst>
        </pc:spChg>
        <pc:spChg chg="add del mod">
          <ac:chgData name="Mohammed Naseer Sihanas" userId="baf10d46-ca0e-4f93-8b9a-bd1fa4bc7e8f" providerId="ADAL" clId="{4BCA0B4D-1EF0-4107-B531-E5C45D9F1352}" dt="2024-09-29T05:37:15.597" v="1974" actId="478"/>
          <ac:spMkLst>
            <pc:docMk/>
            <pc:sldMk cId="421766892" sldId="273"/>
            <ac:spMk id="8" creationId="{7218A56F-08A3-0281-8281-351552D241BA}"/>
          </ac:spMkLst>
        </pc:spChg>
      </pc:sldChg>
      <pc:sldChg chg="modSp add mod">
        <pc:chgData name="Mohammed Naseer Sihanas" userId="baf10d46-ca0e-4f93-8b9a-bd1fa4bc7e8f" providerId="ADAL" clId="{4BCA0B4D-1EF0-4107-B531-E5C45D9F1352}" dt="2024-09-29T14:26:14.498" v="2480" actId="20577"/>
        <pc:sldMkLst>
          <pc:docMk/>
          <pc:sldMk cId="1625561587" sldId="274"/>
        </pc:sldMkLst>
        <pc:spChg chg="mod">
          <ac:chgData name="Mohammed Naseer Sihanas" userId="baf10d46-ca0e-4f93-8b9a-bd1fa4bc7e8f" providerId="ADAL" clId="{4BCA0B4D-1EF0-4107-B531-E5C45D9F1352}" dt="2024-09-29T14:22:13.763" v="2255" actId="20577"/>
          <ac:spMkLst>
            <pc:docMk/>
            <pc:sldMk cId="1625561587" sldId="274"/>
            <ac:spMk id="2" creationId="{00000000-0000-0000-0000-000000000000}"/>
          </ac:spMkLst>
        </pc:spChg>
        <pc:spChg chg="mod">
          <ac:chgData name="Mohammed Naseer Sihanas" userId="baf10d46-ca0e-4f93-8b9a-bd1fa4bc7e8f" providerId="ADAL" clId="{4BCA0B4D-1EF0-4107-B531-E5C45D9F1352}" dt="2024-09-29T14:26:14.498" v="2480" actId="20577"/>
          <ac:spMkLst>
            <pc:docMk/>
            <pc:sldMk cId="1625561587" sldId="274"/>
            <ac:spMk id="5" creationId="{00000000-0000-0000-0000-000000000000}"/>
          </ac:spMkLst>
        </pc:spChg>
      </pc:sldChg>
      <pc:sldChg chg="modSp add mod ord">
        <pc:chgData name="Mohammed Naseer Sihanas" userId="baf10d46-ca0e-4f93-8b9a-bd1fa4bc7e8f" providerId="ADAL" clId="{4BCA0B4D-1EF0-4107-B531-E5C45D9F1352}" dt="2024-09-29T14:38:35.440" v="2700" actId="20577"/>
        <pc:sldMkLst>
          <pc:docMk/>
          <pc:sldMk cId="417698082" sldId="275"/>
        </pc:sldMkLst>
        <pc:spChg chg="mod">
          <ac:chgData name="Mohammed Naseer Sihanas" userId="baf10d46-ca0e-4f93-8b9a-bd1fa4bc7e8f" providerId="ADAL" clId="{4BCA0B4D-1EF0-4107-B531-E5C45D9F1352}" dt="2024-09-29T14:38:35.440" v="2700" actId="20577"/>
          <ac:spMkLst>
            <pc:docMk/>
            <pc:sldMk cId="417698082" sldId="275"/>
            <ac:spMk id="2" creationId="{00000000-0000-0000-0000-000000000000}"/>
          </ac:spMkLst>
        </pc:spChg>
        <pc:spChg chg="mod">
          <ac:chgData name="Mohammed Naseer Sihanas" userId="baf10d46-ca0e-4f93-8b9a-bd1fa4bc7e8f" providerId="ADAL" clId="{4BCA0B4D-1EF0-4107-B531-E5C45D9F1352}" dt="2024-09-29T14:27:04.414" v="2507" actId="20577"/>
          <ac:spMkLst>
            <pc:docMk/>
            <pc:sldMk cId="417698082" sldId="275"/>
            <ac:spMk id="5" creationId="{00000000-0000-0000-0000-000000000000}"/>
          </ac:spMkLst>
        </pc:spChg>
      </pc:sldChg>
      <pc:sldChg chg="modSp add mod">
        <pc:chgData name="Mohammed Naseer Sihanas" userId="baf10d46-ca0e-4f93-8b9a-bd1fa4bc7e8f" providerId="ADAL" clId="{4BCA0B4D-1EF0-4107-B531-E5C45D9F1352}" dt="2024-09-29T14:40:53.990" v="2714" actId="2710"/>
        <pc:sldMkLst>
          <pc:docMk/>
          <pc:sldMk cId="3332095496" sldId="276"/>
        </pc:sldMkLst>
        <pc:spChg chg="mod">
          <ac:chgData name="Mohammed Naseer Sihanas" userId="baf10d46-ca0e-4f93-8b9a-bd1fa4bc7e8f" providerId="ADAL" clId="{4BCA0B4D-1EF0-4107-B531-E5C45D9F1352}" dt="2024-09-29T14:40:53.990" v="2714" actId="2710"/>
          <ac:spMkLst>
            <pc:docMk/>
            <pc:sldMk cId="3332095496" sldId="276"/>
            <ac:spMk id="3" creationId="{00000000-0000-0000-0000-000000000000}"/>
          </ac:spMkLst>
        </pc:spChg>
        <pc:spChg chg="mod">
          <ac:chgData name="Mohammed Naseer Sihanas" userId="baf10d46-ca0e-4f93-8b9a-bd1fa4bc7e8f" providerId="ADAL" clId="{4BCA0B4D-1EF0-4107-B531-E5C45D9F1352}" dt="2024-09-29T14:27:14.033" v="2514" actId="20577"/>
          <ac:spMkLst>
            <pc:docMk/>
            <pc:sldMk cId="3332095496" sldId="276"/>
            <ac:spMk id="5" creationId="{00000000-0000-0000-0000-000000000000}"/>
          </ac:spMkLst>
        </pc:spChg>
      </pc:sldChg>
      <pc:sldChg chg="modSp add mod ord">
        <pc:chgData name="Mohammed Naseer Sihanas" userId="baf10d46-ca0e-4f93-8b9a-bd1fa4bc7e8f" providerId="ADAL" clId="{4BCA0B4D-1EF0-4107-B531-E5C45D9F1352}" dt="2024-09-29T14:42:19.458" v="2755" actId="20577"/>
        <pc:sldMkLst>
          <pc:docMk/>
          <pc:sldMk cId="2455035784" sldId="277"/>
        </pc:sldMkLst>
        <pc:spChg chg="mod">
          <ac:chgData name="Mohammed Naseer Sihanas" userId="baf10d46-ca0e-4f93-8b9a-bd1fa4bc7e8f" providerId="ADAL" clId="{4BCA0B4D-1EF0-4107-B531-E5C45D9F1352}" dt="2024-09-29T14:42:19.458" v="2755" actId="20577"/>
          <ac:spMkLst>
            <pc:docMk/>
            <pc:sldMk cId="2455035784" sldId="277"/>
            <ac:spMk id="2" creationId="{00000000-0000-0000-0000-000000000000}"/>
          </ac:spMkLst>
        </pc:spChg>
        <pc:spChg chg="mod">
          <ac:chgData name="Mohammed Naseer Sihanas" userId="baf10d46-ca0e-4f93-8b9a-bd1fa4bc7e8f" providerId="ADAL" clId="{4BCA0B4D-1EF0-4107-B531-E5C45D9F1352}" dt="2024-09-29T14:27:25.255" v="2523" actId="20577"/>
          <ac:spMkLst>
            <pc:docMk/>
            <pc:sldMk cId="2455035784" sldId="277"/>
            <ac:spMk id="5" creationId="{00000000-0000-0000-0000-000000000000}"/>
          </ac:spMkLst>
        </pc:spChg>
      </pc:sldChg>
      <pc:sldChg chg="modSp add mod ord">
        <pc:chgData name="Mohammed Naseer Sihanas" userId="baf10d46-ca0e-4f93-8b9a-bd1fa4bc7e8f" providerId="ADAL" clId="{4BCA0B4D-1EF0-4107-B531-E5C45D9F1352}" dt="2024-09-29T14:42:42.991" v="2759" actId="20577"/>
        <pc:sldMkLst>
          <pc:docMk/>
          <pc:sldMk cId="2999461408" sldId="278"/>
        </pc:sldMkLst>
        <pc:spChg chg="mod">
          <ac:chgData name="Mohammed Naseer Sihanas" userId="baf10d46-ca0e-4f93-8b9a-bd1fa4bc7e8f" providerId="ADAL" clId="{4BCA0B4D-1EF0-4107-B531-E5C45D9F1352}" dt="2024-09-29T14:42:42.991" v="2759" actId="20577"/>
          <ac:spMkLst>
            <pc:docMk/>
            <pc:sldMk cId="2999461408" sldId="278"/>
            <ac:spMk id="2" creationId="{00000000-0000-0000-0000-000000000000}"/>
          </ac:spMkLst>
        </pc:spChg>
        <pc:spChg chg="mod">
          <ac:chgData name="Mohammed Naseer Sihanas" userId="baf10d46-ca0e-4f93-8b9a-bd1fa4bc7e8f" providerId="ADAL" clId="{4BCA0B4D-1EF0-4107-B531-E5C45D9F1352}" dt="2024-09-29T14:27:32.422" v="2529" actId="20577"/>
          <ac:spMkLst>
            <pc:docMk/>
            <pc:sldMk cId="2999461408" sldId="278"/>
            <ac:spMk id="5" creationId="{00000000-0000-0000-0000-000000000000}"/>
          </ac:spMkLst>
        </pc:spChg>
      </pc:sldChg>
      <pc:sldChg chg="modSp add mod ord">
        <pc:chgData name="Mohammed Naseer Sihanas" userId="baf10d46-ca0e-4f93-8b9a-bd1fa4bc7e8f" providerId="ADAL" clId="{4BCA0B4D-1EF0-4107-B531-E5C45D9F1352}" dt="2024-09-29T14:43:06.408" v="2764" actId="20577"/>
        <pc:sldMkLst>
          <pc:docMk/>
          <pc:sldMk cId="4001053500" sldId="279"/>
        </pc:sldMkLst>
        <pc:spChg chg="mod">
          <ac:chgData name="Mohammed Naseer Sihanas" userId="baf10d46-ca0e-4f93-8b9a-bd1fa4bc7e8f" providerId="ADAL" clId="{4BCA0B4D-1EF0-4107-B531-E5C45D9F1352}" dt="2024-09-29T14:43:06.408" v="2764" actId="20577"/>
          <ac:spMkLst>
            <pc:docMk/>
            <pc:sldMk cId="4001053500" sldId="279"/>
            <ac:spMk id="2" creationId="{00000000-0000-0000-0000-000000000000}"/>
          </ac:spMkLst>
        </pc:spChg>
        <pc:spChg chg="mod">
          <ac:chgData name="Mohammed Naseer Sihanas" userId="baf10d46-ca0e-4f93-8b9a-bd1fa4bc7e8f" providerId="ADAL" clId="{4BCA0B4D-1EF0-4107-B531-E5C45D9F1352}" dt="2024-09-29T14:27:44.521" v="2538" actId="20577"/>
          <ac:spMkLst>
            <pc:docMk/>
            <pc:sldMk cId="4001053500" sldId="279"/>
            <ac:spMk id="5" creationId="{00000000-0000-0000-0000-000000000000}"/>
          </ac:spMkLst>
        </pc:spChg>
      </pc:sldChg>
      <pc:sldChg chg="add del">
        <pc:chgData name="Mohammed Naseer Sihanas" userId="baf10d46-ca0e-4f93-8b9a-bd1fa4bc7e8f" providerId="ADAL" clId="{4BCA0B4D-1EF0-4107-B531-E5C45D9F1352}" dt="2024-09-29T14:28:10.874" v="2549" actId="47"/>
        <pc:sldMkLst>
          <pc:docMk/>
          <pc:sldMk cId="3615207041" sldId="280"/>
        </pc:sldMkLst>
      </pc:sldChg>
      <pc:sldChg chg="addSp delSp modSp add mod setBg">
        <pc:chgData name="Mohammed Naseer Sihanas" userId="baf10d46-ca0e-4f93-8b9a-bd1fa4bc7e8f" providerId="ADAL" clId="{4BCA0B4D-1EF0-4107-B531-E5C45D9F1352}" dt="2024-09-29T14:41:53.848" v="2747" actId="1076"/>
        <pc:sldMkLst>
          <pc:docMk/>
          <pc:sldMk cId="2864293341" sldId="281"/>
        </pc:sldMkLst>
        <pc:spChg chg="del">
          <ac:chgData name="Mohammed Naseer Sihanas" userId="baf10d46-ca0e-4f93-8b9a-bd1fa4bc7e8f" providerId="ADAL" clId="{4BCA0B4D-1EF0-4107-B531-E5C45D9F1352}" dt="2024-09-29T04:36:40.026" v="1359" actId="478"/>
          <ac:spMkLst>
            <pc:docMk/>
            <pc:sldMk cId="2864293341" sldId="281"/>
            <ac:spMk id="2"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4" creationId="{00000000-0000-0000-0000-000000000000}"/>
          </ac:spMkLst>
        </pc:spChg>
        <pc:spChg chg="mod">
          <ac:chgData name="Mohammed Naseer Sihanas" userId="baf10d46-ca0e-4f93-8b9a-bd1fa4bc7e8f" providerId="ADAL" clId="{4BCA0B4D-1EF0-4107-B531-E5C45D9F1352}" dt="2024-09-29T14:27:21.528" v="2520" actId="20577"/>
          <ac:spMkLst>
            <pc:docMk/>
            <pc:sldMk cId="2864293341" sldId="281"/>
            <ac:spMk id="5"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6" creationId="{00000000-0000-0000-0000-000000000000}"/>
          </ac:spMkLst>
        </pc:spChg>
        <pc:spChg chg="add del mod">
          <ac:chgData name="Mohammed Naseer Sihanas" userId="baf10d46-ca0e-4f93-8b9a-bd1fa4bc7e8f" providerId="ADAL" clId="{4BCA0B4D-1EF0-4107-B531-E5C45D9F1352}" dt="2024-09-29T04:36:41.338" v="1360" actId="478"/>
          <ac:spMkLst>
            <pc:docMk/>
            <pc:sldMk cId="2864293341" sldId="281"/>
            <ac:spMk id="7" creationId="{36F734B7-31A8-B9C7-62D3-BB2DFA3FABBA}"/>
          </ac:spMkLst>
        </pc:spChg>
        <pc:spChg chg="add mod">
          <ac:chgData name="Mohammed Naseer Sihanas" userId="baf10d46-ca0e-4f93-8b9a-bd1fa4bc7e8f" providerId="ADAL" clId="{4BCA0B4D-1EF0-4107-B531-E5C45D9F1352}" dt="2024-09-29T14:41:53.848" v="2747" actId="1076"/>
          <ac:spMkLst>
            <pc:docMk/>
            <pc:sldMk cId="2864293341" sldId="281"/>
            <ac:spMk id="10" creationId="{3FF5D812-AA07-E273-C83E-657A723BF81B}"/>
          </ac:spMkLst>
        </pc:spChg>
        <pc:spChg chg="add del">
          <ac:chgData name="Mohammed Naseer Sihanas" userId="baf10d46-ca0e-4f93-8b9a-bd1fa4bc7e8f" providerId="ADAL" clId="{4BCA0B4D-1EF0-4107-B531-E5C45D9F1352}" dt="2024-09-29T04:37:50.174" v="1368" actId="26606"/>
          <ac:spMkLst>
            <pc:docMk/>
            <pc:sldMk cId="2864293341" sldId="281"/>
            <ac:spMk id="11" creationId="{01D0AF59-99C3-4251-AB9A-C966C6AD4400}"/>
          </ac:spMkLst>
        </pc:spChg>
        <pc:spChg chg="add del">
          <ac:chgData name="Mohammed Naseer Sihanas" userId="baf10d46-ca0e-4f93-8b9a-bd1fa4bc7e8f" providerId="ADAL" clId="{4BCA0B4D-1EF0-4107-B531-E5C45D9F1352}" dt="2024-09-29T04:37:23.354" v="1366" actId="26606"/>
          <ac:spMkLst>
            <pc:docMk/>
            <pc:sldMk cId="2864293341" sldId="281"/>
            <ac:spMk id="14" creationId="{42A4FC2C-047E-45A5-965D-8E1E3BF09BC6}"/>
          </ac:spMkLst>
        </pc:spChg>
        <pc:spChg chg="add del">
          <ac:chgData name="Mohammed Naseer Sihanas" userId="baf10d46-ca0e-4f93-8b9a-bd1fa4bc7e8f" providerId="ADAL" clId="{4BCA0B4D-1EF0-4107-B531-E5C45D9F1352}" dt="2024-09-29T04:37:50.174" v="1368" actId="26606"/>
          <ac:spMkLst>
            <pc:docMk/>
            <pc:sldMk cId="2864293341" sldId="281"/>
            <ac:spMk id="16" creationId="{1855405F-37A2-4869-9154-F8BE3BECE6C3}"/>
          </ac:spMkLst>
        </pc:spChg>
        <pc:picChg chg="add mod ord">
          <ac:chgData name="Mohammed Naseer Sihanas" userId="baf10d46-ca0e-4f93-8b9a-bd1fa4bc7e8f" providerId="ADAL" clId="{4BCA0B4D-1EF0-4107-B531-E5C45D9F1352}" dt="2024-09-29T04:38:06.594" v="1370" actId="14100"/>
          <ac:picMkLst>
            <pc:docMk/>
            <pc:sldMk cId="2864293341" sldId="281"/>
            <ac:picMk id="9" creationId="{DF6738E4-0560-3EE6-7789-3BD2F17DD9CB}"/>
          </ac:picMkLst>
        </pc:picChg>
      </pc:sldChg>
      <pc:sldChg chg="modSp add mod ord">
        <pc:chgData name="Mohammed Naseer Sihanas" userId="baf10d46-ca0e-4f93-8b9a-bd1fa4bc7e8f" providerId="ADAL" clId="{4BCA0B4D-1EF0-4107-B531-E5C45D9F1352}" dt="2024-09-29T14:27:39.619" v="2535" actId="20577"/>
        <pc:sldMkLst>
          <pc:docMk/>
          <pc:sldMk cId="3701384054" sldId="282"/>
        </pc:sldMkLst>
        <pc:spChg chg="mod">
          <ac:chgData name="Mohammed Naseer Sihanas" userId="baf10d46-ca0e-4f93-8b9a-bd1fa4bc7e8f" providerId="ADAL" clId="{4BCA0B4D-1EF0-4107-B531-E5C45D9F1352}" dt="2024-09-29T05:21:18.367" v="1943"/>
          <ac:spMkLst>
            <pc:docMk/>
            <pc:sldMk cId="3701384054" sldId="282"/>
            <ac:spMk id="3" creationId="{00000000-0000-0000-0000-000000000000}"/>
          </ac:spMkLst>
        </pc:spChg>
        <pc:spChg chg="mod">
          <ac:chgData name="Mohammed Naseer Sihanas" userId="baf10d46-ca0e-4f93-8b9a-bd1fa4bc7e8f" providerId="ADAL" clId="{4BCA0B4D-1EF0-4107-B531-E5C45D9F1352}" dt="2024-09-29T14:27:39.619" v="2535" actId="20577"/>
          <ac:spMkLst>
            <pc:docMk/>
            <pc:sldMk cId="3701384054" sldId="282"/>
            <ac:spMk id="5" creationId="{00000000-0000-0000-0000-000000000000}"/>
          </ac:spMkLst>
        </pc:spChg>
        <pc:spChg chg="mod">
          <ac:chgData name="Mohammed Naseer Sihanas" userId="baf10d46-ca0e-4f93-8b9a-bd1fa4bc7e8f" providerId="ADAL" clId="{4BCA0B4D-1EF0-4107-B531-E5C45D9F1352}" dt="2024-09-29T05:20:55.713" v="1942" actId="1076"/>
          <ac:spMkLst>
            <pc:docMk/>
            <pc:sldMk cId="3701384054" sldId="282"/>
            <ac:spMk id="13" creationId="{FC233CA3-6A6F-0816-E8FC-8185DE4D3EE4}"/>
          </ac:spMkLst>
        </pc:spChg>
      </pc:sldChg>
      <pc:sldChg chg="modSp add mod ord">
        <pc:chgData name="Mohammed Naseer Sihanas" userId="baf10d46-ca0e-4f93-8b9a-bd1fa4bc7e8f" providerId="ADAL" clId="{4BCA0B4D-1EF0-4107-B531-E5C45D9F1352}" dt="2024-09-29T14:26:36.288" v="2489" actId="20577"/>
        <pc:sldMkLst>
          <pc:docMk/>
          <pc:sldMk cId="4237634195" sldId="283"/>
        </pc:sldMkLst>
        <pc:spChg chg="mod">
          <ac:chgData name="Mohammed Naseer Sihanas" userId="baf10d46-ca0e-4f93-8b9a-bd1fa4bc7e8f" providerId="ADAL" clId="{4BCA0B4D-1EF0-4107-B531-E5C45D9F1352}" dt="2024-09-29T14:22:06.848" v="2253" actId="20577"/>
          <ac:spMkLst>
            <pc:docMk/>
            <pc:sldMk cId="4237634195" sldId="283"/>
            <ac:spMk id="2" creationId="{00000000-0000-0000-0000-000000000000}"/>
          </ac:spMkLst>
        </pc:spChg>
        <pc:spChg chg="mod">
          <ac:chgData name="Mohammed Naseer Sihanas" userId="baf10d46-ca0e-4f93-8b9a-bd1fa4bc7e8f" providerId="ADAL" clId="{4BCA0B4D-1EF0-4107-B531-E5C45D9F1352}" dt="2024-09-29T14:26:36.288" v="2489" actId="20577"/>
          <ac:spMkLst>
            <pc:docMk/>
            <pc:sldMk cId="4237634195" sldId="283"/>
            <ac:spMk id="5" creationId="{00000000-0000-0000-0000-000000000000}"/>
          </ac:spMkLst>
        </pc:spChg>
      </pc:sldChg>
      <pc:sldChg chg="add del ord">
        <pc:chgData name="Mohammed Naseer Sihanas" userId="baf10d46-ca0e-4f93-8b9a-bd1fa4bc7e8f" providerId="ADAL" clId="{4BCA0B4D-1EF0-4107-B531-E5C45D9F1352}" dt="2024-09-29T14:28:08.721" v="2548" actId="47"/>
        <pc:sldMkLst>
          <pc:docMk/>
          <pc:sldMk cId="325500263" sldId="284"/>
        </pc:sldMkLst>
      </pc:sldChg>
      <pc:sldChg chg="modSp add mod">
        <pc:chgData name="Mohammed Naseer Sihanas" userId="baf10d46-ca0e-4f93-8b9a-bd1fa4bc7e8f" providerId="ADAL" clId="{4BCA0B4D-1EF0-4107-B531-E5C45D9F1352}" dt="2024-09-29T14:43:57.631" v="2777" actId="20577"/>
        <pc:sldMkLst>
          <pc:docMk/>
          <pc:sldMk cId="3618522434" sldId="285"/>
        </pc:sldMkLst>
        <pc:spChg chg="mod">
          <ac:chgData name="Mohammed Naseer Sihanas" userId="baf10d46-ca0e-4f93-8b9a-bd1fa4bc7e8f" providerId="ADAL" clId="{4BCA0B4D-1EF0-4107-B531-E5C45D9F1352}" dt="2024-09-29T14:43:57.631" v="2777" actId="20577"/>
          <ac:spMkLst>
            <pc:docMk/>
            <pc:sldMk cId="3618522434" sldId="285"/>
            <ac:spMk id="2" creationId="{00000000-0000-0000-0000-000000000000}"/>
          </ac:spMkLst>
        </pc:spChg>
        <pc:spChg chg="mod">
          <ac:chgData name="Mohammed Naseer Sihanas" userId="baf10d46-ca0e-4f93-8b9a-bd1fa4bc7e8f" providerId="ADAL" clId="{4BCA0B4D-1EF0-4107-B531-E5C45D9F1352}" dt="2024-09-29T14:28:18.487" v="2555" actId="20577"/>
          <ac:spMkLst>
            <pc:docMk/>
            <pc:sldMk cId="3618522434" sldId="285"/>
            <ac:spMk id="5" creationId="{00000000-0000-0000-0000-000000000000}"/>
          </ac:spMkLst>
        </pc:spChg>
      </pc:sldChg>
      <pc:sldChg chg="add del">
        <pc:chgData name="Mohammed Naseer Sihanas" userId="baf10d46-ca0e-4f93-8b9a-bd1fa4bc7e8f" providerId="ADAL" clId="{4BCA0B4D-1EF0-4107-B531-E5C45D9F1352}" dt="2024-09-29T14:36:48.962" v="2697" actId="47"/>
        <pc:sldMkLst>
          <pc:docMk/>
          <pc:sldMk cId="3362514653" sldId="286"/>
        </pc:sldMkLst>
      </pc:sldChg>
      <pc:sldChg chg="add del">
        <pc:chgData name="Mohammed Naseer Sihanas" userId="baf10d46-ca0e-4f93-8b9a-bd1fa4bc7e8f" providerId="ADAL" clId="{4BCA0B4D-1EF0-4107-B531-E5C45D9F1352}" dt="2024-09-29T14:36:47.392" v="2696" actId="47"/>
        <pc:sldMkLst>
          <pc:docMk/>
          <pc:sldMk cId="3893801296" sldId="287"/>
        </pc:sldMkLst>
      </pc:sldChg>
      <pc:sldChg chg="modSp add mod ord">
        <pc:chgData name="Mohammed Naseer Sihanas" userId="baf10d46-ca0e-4f93-8b9a-bd1fa4bc7e8f" providerId="ADAL" clId="{4BCA0B4D-1EF0-4107-B531-E5C45D9F1352}" dt="2024-09-29T14:43:45" v="2771"/>
        <pc:sldMkLst>
          <pc:docMk/>
          <pc:sldMk cId="3153658787" sldId="288"/>
        </pc:sldMkLst>
        <pc:spChg chg="mod">
          <ac:chgData name="Mohammed Naseer Sihanas" userId="baf10d46-ca0e-4f93-8b9a-bd1fa4bc7e8f" providerId="ADAL" clId="{4BCA0B4D-1EF0-4107-B531-E5C45D9F1352}" dt="2024-09-29T06:04:11.264" v="2127" actId="20577"/>
          <ac:spMkLst>
            <pc:docMk/>
            <pc:sldMk cId="3153658787" sldId="288"/>
            <ac:spMk id="2" creationId="{00000000-0000-0000-0000-000000000000}"/>
          </ac:spMkLst>
        </pc:spChg>
        <pc:spChg chg="mod">
          <ac:chgData name="Mohammed Naseer Sihanas" userId="baf10d46-ca0e-4f93-8b9a-bd1fa4bc7e8f" providerId="ADAL" clId="{4BCA0B4D-1EF0-4107-B531-E5C45D9F1352}" dt="2024-09-29T14:43:45" v="2771"/>
          <ac:spMkLst>
            <pc:docMk/>
            <pc:sldMk cId="3153658787" sldId="288"/>
            <ac:spMk id="3" creationId="{00000000-0000-0000-0000-000000000000}"/>
          </ac:spMkLst>
        </pc:spChg>
        <pc:spChg chg="mod">
          <ac:chgData name="Mohammed Naseer Sihanas" userId="baf10d46-ca0e-4f93-8b9a-bd1fa4bc7e8f" providerId="ADAL" clId="{4BCA0B4D-1EF0-4107-B531-E5C45D9F1352}" dt="2024-09-29T14:28:00.782" v="2544" actId="20577"/>
          <ac:spMkLst>
            <pc:docMk/>
            <pc:sldMk cId="3153658787" sldId="288"/>
            <ac:spMk id="5" creationId="{00000000-0000-0000-0000-000000000000}"/>
          </ac:spMkLst>
        </pc:spChg>
      </pc:sldChg>
      <pc:sldChg chg="modSp add del mod">
        <pc:chgData name="Mohammed Naseer Sihanas" userId="baf10d46-ca0e-4f93-8b9a-bd1fa4bc7e8f" providerId="ADAL" clId="{4BCA0B4D-1EF0-4107-B531-E5C45D9F1352}" dt="2024-09-29T14:43:52.198" v="2772" actId="47"/>
        <pc:sldMkLst>
          <pc:docMk/>
          <pc:sldMk cId="3880089686" sldId="289"/>
        </pc:sldMkLst>
        <pc:spChg chg="mod">
          <ac:chgData name="Mohammed Naseer Sihanas" userId="baf10d46-ca0e-4f93-8b9a-bd1fa4bc7e8f" providerId="ADAL" clId="{4BCA0B4D-1EF0-4107-B531-E5C45D9F1352}" dt="2024-09-29T14:43:41.534" v="2770" actId="21"/>
          <ac:spMkLst>
            <pc:docMk/>
            <pc:sldMk cId="3880089686" sldId="289"/>
            <ac:spMk id="3" creationId="{00000000-0000-0000-0000-000000000000}"/>
          </ac:spMkLst>
        </pc:spChg>
        <pc:spChg chg="mod">
          <ac:chgData name="Mohammed Naseer Sihanas" userId="baf10d46-ca0e-4f93-8b9a-bd1fa4bc7e8f" providerId="ADAL" clId="{4BCA0B4D-1EF0-4107-B531-E5C45D9F1352}" dt="2024-09-29T14:28:05.396" v="2547" actId="20577"/>
          <ac:spMkLst>
            <pc:docMk/>
            <pc:sldMk cId="3880089686" sldId="289"/>
            <ac:spMk id="5" creationId="{00000000-0000-0000-0000-000000000000}"/>
          </ac:spMkLst>
        </pc:spChg>
      </pc:sldChg>
      <pc:sldChg chg="addSp delSp modSp add mod ord">
        <pc:chgData name="Mohammed Naseer Sihanas" userId="baf10d46-ca0e-4f93-8b9a-bd1fa4bc7e8f" providerId="ADAL" clId="{4BCA0B4D-1EF0-4107-B531-E5C45D9F1352}" dt="2024-09-29T14:36:41.016" v="2695"/>
        <pc:sldMkLst>
          <pc:docMk/>
          <pc:sldMk cId="3135003794" sldId="290"/>
        </pc:sldMkLst>
        <pc:spChg chg="del">
          <ac:chgData name="Mohammed Naseer Sihanas" userId="baf10d46-ca0e-4f93-8b9a-bd1fa4bc7e8f" providerId="ADAL" clId="{4BCA0B4D-1EF0-4107-B531-E5C45D9F1352}" dt="2024-09-29T14:28:28.795" v="2559" actId="478"/>
          <ac:spMkLst>
            <pc:docMk/>
            <pc:sldMk cId="3135003794" sldId="290"/>
            <ac:spMk id="2" creationId="{00000000-0000-0000-0000-000000000000}"/>
          </ac:spMkLst>
        </pc:spChg>
        <pc:spChg chg="mod">
          <ac:chgData name="Mohammed Naseer Sihanas" userId="baf10d46-ca0e-4f93-8b9a-bd1fa4bc7e8f" providerId="ADAL" clId="{4BCA0B4D-1EF0-4107-B531-E5C45D9F1352}" dt="2024-09-29T14:36:41.016" v="2695"/>
          <ac:spMkLst>
            <pc:docMk/>
            <pc:sldMk cId="3135003794" sldId="290"/>
            <ac:spMk id="3" creationId="{00000000-0000-0000-0000-000000000000}"/>
          </ac:spMkLst>
        </pc:spChg>
        <pc:spChg chg="add del mod">
          <ac:chgData name="Mohammed Naseer Sihanas" userId="baf10d46-ca0e-4f93-8b9a-bd1fa4bc7e8f" providerId="ADAL" clId="{4BCA0B4D-1EF0-4107-B531-E5C45D9F1352}" dt="2024-09-29T14:28:30.347" v="2560" actId="478"/>
          <ac:spMkLst>
            <pc:docMk/>
            <pc:sldMk cId="3135003794" sldId="290"/>
            <ac:spMk id="8" creationId="{63B67284-B0A5-1CAD-58AA-84C782FD23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C16D-87A5-42A8-B140-98728FAD8B51}" type="datetimeFigureOut">
              <a:rPr lang="en-US" smtClean="0"/>
              <a:t>9/28/2024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B0495-2115-43AA-BA4C-17B1B018F6D0}" type="slidenum">
              <a:rPr lang="en-US" smtClean="0"/>
              <a:t>‹#›</a:t>
            </a:fld>
            <a:endParaRPr lang="en-US"/>
          </a:p>
        </p:txBody>
      </p:sp>
    </p:spTree>
    <p:extLst>
      <p:ext uri="{BB962C8B-B14F-4D97-AF65-F5344CB8AC3E}">
        <p14:creationId xmlns:p14="http://schemas.microsoft.com/office/powerpoint/2010/main" val="29545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EC768C-970C-4EFB-B5DE-E73583204FED}" type="datetime1">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2205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894670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E1D71B-C944-40CB-9225-EA433BB07F45}" type="datetime1">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27895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058ECA-02C5-4D99-AFFD-84EA363A536D}" type="datetime1">
              <a:rPr lang="en-US" smtClean="0"/>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0699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4073E0-3DBC-4BAA-84B9-0F85CC501F88}" type="datetime1">
              <a:rPr lang="en-US" smtClean="0"/>
              <a:t>9/28/2024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2229060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9C761F-A406-4505-8459-B97881E80F0E}" type="datetime1">
              <a:rPr lang="en-US" smtClean="0"/>
              <a:t>9/28/2024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64015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0DCC-C7A3-4DC1-8DCD-1C5B33BCF6DA}" type="datetime1">
              <a:rPr lang="en-US" smtClean="0"/>
              <a:t>9/28/2024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195355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ACD9E2-7770-43EB-8701-2490B377D92A}" type="datetime1">
              <a:rPr lang="en-US" smtClean="0"/>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998189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91ED9B-92CF-4B2F-A610-74DC6EFE6E8B}" type="datetime1">
              <a:rPr lang="en-US" smtClean="0"/>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1137048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A9613B-0BA2-4A64-A532-F6C966C6DF40}" type="datetime1">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376925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744F18-9DB9-4BF6-A25D-A0C007A942DF}" type="datetime1">
              <a:rPr lang="en-US" smtClean="0"/>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524196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33C8A-7B11-4C95-B8FE-DA0F896160D6}" type="datetime1">
              <a:rPr lang="en-US" smtClean="0"/>
              <a:t>9/28/2024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A9502-7A70-47B0-BD1F-E2BBA2404010}" type="slidenum">
              <a:rPr lang="en-US" smtClean="0"/>
              <a:t>‹#›</a:t>
            </a:fld>
            <a:endParaRPr lang="en-US"/>
          </a:p>
        </p:txBody>
      </p:sp>
    </p:spTree>
    <p:extLst>
      <p:ext uri="{BB962C8B-B14F-4D97-AF65-F5344CB8AC3E}">
        <p14:creationId xmlns:p14="http://schemas.microsoft.com/office/powerpoint/2010/main" val="409740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6837" y="563418"/>
            <a:ext cx="9984508" cy="1921163"/>
          </a:xfrm>
        </p:spPr>
        <p:txBody>
          <a:bodyPr>
            <a:normAutofit/>
          </a:bodyPr>
          <a:lstStyle/>
          <a:p>
            <a:r>
              <a:rPr lang="en-US" sz="5400" dirty="0"/>
              <a:t>NLP based Text Summarization to retrieve efficient data</a:t>
            </a:r>
          </a:p>
        </p:txBody>
      </p:sp>
      <p:sp>
        <p:nvSpPr>
          <p:cNvPr id="4" name="Date Placeholder 3"/>
          <p:cNvSpPr>
            <a:spLocks noGrp="1"/>
          </p:cNvSpPr>
          <p:nvPr>
            <p:ph type="dt" sz="half" idx="10"/>
          </p:nvPr>
        </p:nvSpPr>
        <p:spPr/>
        <p:txBody>
          <a:bodyPr/>
          <a:lstStyle/>
          <a:p>
            <a:fld id="{4AC05905-566F-4D77-AB2B-760164113BC0}" type="datetime1">
              <a:rPr lang="en-US" smtClean="0"/>
              <a:t>9/28/2024</a:t>
            </a:fld>
            <a:endParaRPr lang="en-US" dirty="0"/>
          </a:p>
        </p:txBody>
      </p:sp>
      <p:sp>
        <p:nvSpPr>
          <p:cNvPr id="5" name="Footer Placeholder 4"/>
          <p:cNvSpPr>
            <a:spLocks noGrp="1"/>
          </p:cNvSpPr>
          <p:nvPr>
            <p:ph type="ftr" sz="quarter" idx="11"/>
          </p:nvPr>
        </p:nvSpPr>
        <p:spPr/>
        <p:txBody>
          <a:bodyPr/>
          <a:lstStyle/>
          <a:p>
            <a:r>
              <a:rPr lang="en-US" dirty="0"/>
              <a:t>PCP</a:t>
            </a:r>
          </a:p>
        </p:txBody>
      </p:sp>
      <p:sp>
        <p:nvSpPr>
          <p:cNvPr id="6" name="Slide Number Placeholder 5"/>
          <p:cNvSpPr>
            <a:spLocks noGrp="1"/>
          </p:cNvSpPr>
          <p:nvPr>
            <p:ph type="sldNum" sz="quarter" idx="12"/>
          </p:nvPr>
        </p:nvSpPr>
        <p:spPr/>
        <p:txBody>
          <a:bodyPr/>
          <a:lstStyle/>
          <a:p>
            <a:fld id="{67FA9502-7A70-47B0-BD1F-E2BBA2404010}" type="slidenum">
              <a:rPr lang="en-US" smtClean="0"/>
              <a:t>1</a:t>
            </a:fld>
            <a:endParaRPr lang="en-US"/>
          </a:p>
        </p:txBody>
      </p:sp>
      <p:sp>
        <p:nvSpPr>
          <p:cNvPr id="7" name="Google Shape;286;p26"/>
          <p:cNvSpPr txBox="1">
            <a:spLocks noGrp="1"/>
          </p:cNvSpPr>
          <p:nvPr>
            <p:ph type="subTitle" idx="1"/>
          </p:nvPr>
        </p:nvSpPr>
        <p:spPr>
          <a:xfrm>
            <a:off x="424872" y="4935504"/>
            <a:ext cx="5143512" cy="1267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Name: MN. Sihanas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Supervisor’s Name: Mrs. ALF. Sajeetha</a:t>
            </a:r>
            <a:endParaRPr dirty="0"/>
          </a:p>
        </p:txBody>
      </p:sp>
      <p:pic>
        <p:nvPicPr>
          <p:cNvPr id="10"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0773" y="5122942"/>
            <a:ext cx="1973027" cy="1079887"/>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6;p26">
            <a:extLst>
              <a:ext uri="{FF2B5EF4-FFF2-40B4-BE49-F238E27FC236}">
                <a16:creationId xmlns:a16="http://schemas.microsoft.com/office/drawing/2014/main" id="{0A780991-E5A6-7C22-165E-954CFE5E63B7}"/>
              </a:ext>
            </a:extLst>
          </p:cNvPr>
          <p:cNvSpPr txBox="1">
            <a:spLocks/>
          </p:cNvSpPr>
          <p:nvPr/>
        </p:nvSpPr>
        <p:spPr>
          <a:xfrm>
            <a:off x="2521527" y="2561724"/>
            <a:ext cx="7148946" cy="118976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GB" i="1" dirty="0"/>
              <a:t>“In an age of overwhelming information, text summarization helps extract key insights efficiently.”</a:t>
            </a:r>
          </a:p>
        </p:txBody>
      </p:sp>
    </p:spTree>
    <p:extLst>
      <p:ext uri="{BB962C8B-B14F-4D97-AF65-F5344CB8AC3E}">
        <p14:creationId xmlns:p14="http://schemas.microsoft.com/office/powerpoint/2010/main" val="93276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3"/>
            <a:ext cx="10515600" cy="871538"/>
          </a:xfrm>
        </p:spPr>
        <p:txBody>
          <a:bodyPr>
            <a:normAutofit fontScale="90000"/>
          </a:bodyPr>
          <a:lstStyle/>
          <a:p>
            <a:pPr lvl="0"/>
            <a:br>
              <a:rPr lang="en-US" dirty="0"/>
            </a:br>
            <a:r>
              <a:rPr lang="en-US" dirty="0"/>
              <a:t>Table of contents</a:t>
            </a:r>
            <a:br>
              <a:rPr lang="en-US" dirty="0"/>
            </a:br>
            <a:endParaRPr lang="en-US" dirty="0"/>
          </a:p>
        </p:txBody>
      </p:sp>
      <p:sp>
        <p:nvSpPr>
          <p:cNvPr id="3" name="Content Placeholder 2"/>
          <p:cNvSpPr>
            <a:spLocks noGrp="1"/>
          </p:cNvSpPr>
          <p:nvPr>
            <p:ph idx="1"/>
          </p:nvPr>
        </p:nvSpPr>
        <p:spPr>
          <a:xfrm>
            <a:off x="838200" y="1274618"/>
            <a:ext cx="10515600" cy="5218546"/>
          </a:xfrm>
        </p:spPr>
        <p:txBody>
          <a:bodyPr>
            <a:normAutofit fontScale="92500" lnSpcReduction="20000"/>
          </a:bodyPr>
          <a:lstStyle/>
          <a:p>
            <a:pPr marL="514350" lvl="0" indent="-514350">
              <a:buFont typeface="+mj-lt"/>
              <a:buAutoNum type="arabicPeriod"/>
            </a:pPr>
            <a:r>
              <a:rPr lang="en-US" dirty="0"/>
              <a:t>Background Information</a:t>
            </a:r>
          </a:p>
          <a:p>
            <a:pPr marL="514350" indent="-514350">
              <a:buFont typeface="+mj-lt"/>
              <a:buAutoNum type="arabicPeriod"/>
            </a:pPr>
            <a:r>
              <a:rPr lang="en-US" dirty="0"/>
              <a:t>Project Objectives</a:t>
            </a:r>
          </a:p>
          <a:p>
            <a:pPr marL="514350" lvl="0" indent="-514350">
              <a:buFont typeface="+mj-lt"/>
              <a:buAutoNum type="arabicPeriod"/>
            </a:pPr>
            <a:r>
              <a:rPr lang="en-US" dirty="0"/>
              <a:t>Literature Review</a:t>
            </a:r>
          </a:p>
          <a:p>
            <a:pPr marL="514350" lvl="0" indent="-514350">
              <a:buFont typeface="+mj-lt"/>
              <a:buAutoNum type="arabicPeriod"/>
            </a:pPr>
            <a:r>
              <a:rPr lang="en-US" dirty="0"/>
              <a:t>Top Level Architecture</a:t>
            </a:r>
          </a:p>
          <a:p>
            <a:pPr marL="514350" lvl="0" indent="-514350">
              <a:buFont typeface="+mj-lt"/>
              <a:buAutoNum type="arabicPeriod"/>
            </a:pPr>
            <a:r>
              <a:rPr lang="en-US" dirty="0"/>
              <a:t>Tools &amp; Technologies</a:t>
            </a:r>
          </a:p>
          <a:p>
            <a:pPr marL="514350" lvl="0" indent="-514350">
              <a:buFont typeface="+mj-lt"/>
              <a:buAutoNum type="arabicPeriod"/>
            </a:pPr>
            <a:r>
              <a:rPr lang="en-US" dirty="0"/>
              <a:t>Datasets</a:t>
            </a:r>
          </a:p>
          <a:p>
            <a:pPr marL="514350" lvl="0" indent="-514350">
              <a:buFont typeface="+mj-lt"/>
              <a:buAutoNum type="arabicPeriod"/>
            </a:pPr>
            <a:r>
              <a:rPr lang="en-US" dirty="0"/>
              <a:t>Timeline</a:t>
            </a:r>
          </a:p>
          <a:p>
            <a:pPr marL="514350" lvl="0" indent="-514350">
              <a:buFont typeface="+mj-lt"/>
              <a:buAutoNum type="arabicPeriod"/>
            </a:pPr>
            <a:r>
              <a:rPr lang="en-US" dirty="0"/>
              <a:t>Tentative Budget</a:t>
            </a:r>
          </a:p>
          <a:p>
            <a:pPr marL="514350" lvl="0" indent="-514350">
              <a:buFont typeface="+mj-lt"/>
              <a:buAutoNum type="arabicPeriod"/>
            </a:pPr>
            <a:r>
              <a:rPr lang="en-US" dirty="0"/>
              <a:t>Evaluation Plan</a:t>
            </a:r>
          </a:p>
          <a:p>
            <a:pPr marL="514350" lvl="0" indent="-514350">
              <a:buFont typeface="+mj-lt"/>
              <a:buAutoNum type="arabicPeriod"/>
            </a:pPr>
            <a:r>
              <a:rPr lang="en-US" dirty="0"/>
              <a:t>Limitations</a:t>
            </a:r>
          </a:p>
          <a:p>
            <a:pPr marL="514350" lvl="0" indent="-514350">
              <a:buFont typeface="+mj-lt"/>
              <a:buAutoNum type="arabicPeriod"/>
            </a:pPr>
            <a:r>
              <a:rPr lang="en-US" dirty="0"/>
              <a:t>References</a:t>
            </a:r>
          </a:p>
          <a:p>
            <a:pPr marL="514350" lvl="0" indent="-514350">
              <a:buFont typeface="+mj-lt"/>
              <a:buAutoNum type="arabicPeriod"/>
            </a:pPr>
            <a:r>
              <a:rPr lang="en-US" dirty="0"/>
              <a:t>Conclusion</a:t>
            </a:r>
          </a:p>
          <a:p>
            <a:endParaRPr lang="en-US" dirty="0"/>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a:t>
            </a:fld>
            <a:endParaRPr lang="en-US"/>
          </a:p>
        </p:txBody>
      </p:sp>
    </p:spTree>
    <p:extLst>
      <p:ext uri="{BB962C8B-B14F-4D97-AF65-F5344CB8AC3E}">
        <p14:creationId xmlns:p14="http://schemas.microsoft.com/office/powerpoint/2010/main" val="891432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01. </a:t>
            </a:r>
            <a:r>
              <a:rPr lang="en-US" dirty="0"/>
              <a:t>Background Information</a:t>
            </a:r>
          </a:p>
        </p:txBody>
      </p:sp>
      <p:sp>
        <p:nvSpPr>
          <p:cNvPr id="4" name="Date Placeholder 3"/>
          <p:cNvSpPr>
            <a:spLocks noGrp="1"/>
          </p:cNvSpPr>
          <p:nvPr>
            <p:ph type="dt" sz="half" idx="10"/>
          </p:nvPr>
        </p:nvSpPr>
        <p:spPr/>
        <p:txBody>
          <a:bodyPr/>
          <a:lstStyle/>
          <a:p>
            <a:fld id="{5BEC768C-970C-4EFB-B5DE-E73583204FED}"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a:t>
            </a:fld>
            <a:endParaRPr lang="en-US"/>
          </a:p>
        </p:txBody>
      </p:sp>
    </p:spTree>
    <p:extLst>
      <p:ext uri="{BB962C8B-B14F-4D97-AF65-F5344CB8AC3E}">
        <p14:creationId xmlns:p14="http://schemas.microsoft.com/office/powerpoint/2010/main" val="1625561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9/28/2024</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4</a:t>
            </a:fld>
            <a:endParaRPr lang="en-US"/>
          </a:p>
        </p:txBody>
      </p:sp>
      <p:sp>
        <p:nvSpPr>
          <p:cNvPr id="3" name="Google Shape;286;p26">
            <a:extLst>
              <a:ext uri="{FF2B5EF4-FFF2-40B4-BE49-F238E27FC236}">
                <a16:creationId xmlns:a16="http://schemas.microsoft.com/office/drawing/2014/main" id="{0EBE4CCC-C2A9-8BCF-FCF5-9DCFB4A2E67E}"/>
              </a:ext>
            </a:extLst>
          </p:cNvPr>
          <p:cNvSpPr txBox="1">
            <a:spLocks noGrp="1"/>
          </p:cNvSpPr>
          <p:nvPr>
            <p:ph type="subTitle" idx="1"/>
          </p:nvPr>
        </p:nvSpPr>
        <p:spPr>
          <a:xfrm>
            <a:off x="951345" y="210527"/>
            <a:ext cx="10289310" cy="2352676"/>
          </a:xfrm>
          <a:prstGeom prst="rect">
            <a:avLst/>
          </a:prstGeom>
        </p:spPr>
        <p:txBody>
          <a:bodyPr spcFirstLastPara="1" wrap="square" lIns="91425" tIns="91425" rIns="91425" bIns="91425" anchor="t" anchorCtr="0">
            <a:noAutofit/>
          </a:bodyPr>
          <a:lstStyle/>
          <a:p>
            <a:pPr algn="l">
              <a:lnSpc>
                <a:spcPct val="100000"/>
              </a:lnSpc>
              <a:spcBef>
                <a:spcPts val="0"/>
              </a:spcBef>
            </a:pPr>
            <a:r>
              <a:rPr lang="en-GB" sz="2800" b="1" dirty="0"/>
              <a:t>About my title:</a:t>
            </a:r>
            <a:endParaRPr lang="en-GB" sz="2800" dirty="0"/>
          </a:p>
          <a:p>
            <a:pPr marL="0" lvl="0" indent="0" algn="l" rtl="0">
              <a:lnSpc>
                <a:spcPct val="100000"/>
              </a:lnSpc>
              <a:spcBef>
                <a:spcPts val="0"/>
              </a:spcBef>
              <a:spcAft>
                <a:spcPts val="0"/>
              </a:spcAft>
              <a:buNone/>
            </a:pPr>
            <a:r>
              <a:rPr lang="en-GB" dirty="0"/>
              <a:t>With the overwhelming amount of information available today, it's difficult to process large texts efficiently. My summarization project addresses this by developing extractive and abstractive techniques to quickly distill key insights from text. This project will enhance my skills in NLP and AI, while helping users save time and access essential information more easily.</a:t>
            </a:r>
            <a:endParaRPr lang="en-US" dirty="0"/>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951345" y="2563203"/>
            <a:ext cx="10289310" cy="3793147"/>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sz="2800" b="1" dirty="0"/>
              <a:t>Importance:</a:t>
            </a:r>
            <a:endParaRPr lang="en-GB" sz="2800" dirty="0"/>
          </a:p>
          <a:p>
            <a:pPr marL="342900" indent="-342900" algn="l">
              <a:lnSpc>
                <a:spcPct val="100000"/>
              </a:lnSpc>
              <a:buFont typeface="Arial" panose="020B0604020202020204" pitchFamily="34" charset="0"/>
              <a:buChar char="•"/>
            </a:pPr>
            <a:r>
              <a:rPr lang="en-GB" dirty="0"/>
              <a:t>Time-Saving: Reduces the time needed to understand lengthy documents, allowing users to grasp key points quickly.</a:t>
            </a:r>
          </a:p>
          <a:p>
            <a:pPr marL="342900" indent="-342900" algn="l">
              <a:lnSpc>
                <a:spcPct val="100000"/>
              </a:lnSpc>
              <a:buFont typeface="Arial" panose="020B0604020202020204" pitchFamily="34" charset="0"/>
              <a:buChar char="•"/>
            </a:pPr>
            <a:r>
              <a:rPr lang="en-GB" dirty="0"/>
              <a:t>Improved Information Retrieval: Enhances the ability to find relevant information in vast datasets, supporting decision-making processes in various fields, from academia to business.</a:t>
            </a:r>
          </a:p>
          <a:p>
            <a:pPr marL="342900" indent="-342900" algn="l">
              <a:lnSpc>
                <a:spcPct val="100000"/>
              </a:lnSpc>
              <a:buFont typeface="Arial" panose="020B0604020202020204" pitchFamily="34" charset="0"/>
              <a:buChar char="•"/>
            </a:pPr>
            <a:r>
              <a:rPr lang="en-GB" dirty="0"/>
              <a:t>Accessibility: Makes complex information more digestible for users, improving knowledge sharing across diverse audiences.</a:t>
            </a:r>
          </a:p>
          <a:p>
            <a:pPr algn="l">
              <a:lnSpc>
                <a:spcPct val="100000"/>
              </a:lnSpc>
              <a:buFont typeface="Arial" panose="020B0604020202020204" pitchFamily="34" charset="0"/>
              <a:buChar char="•"/>
            </a:pPr>
            <a:endParaRPr lang="en-GB" dirty="0"/>
          </a:p>
        </p:txBody>
      </p:sp>
    </p:spTree>
    <p:extLst>
      <p:ext uri="{BB962C8B-B14F-4D97-AF65-F5344CB8AC3E}">
        <p14:creationId xmlns:p14="http://schemas.microsoft.com/office/powerpoint/2010/main" val="131947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02. </a:t>
            </a:r>
            <a:r>
              <a:rPr lang="en-US" dirty="0"/>
              <a:t>Project Objectives</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5</a:t>
            </a:fld>
            <a:endParaRPr lang="en-US"/>
          </a:p>
        </p:txBody>
      </p:sp>
    </p:spTree>
    <p:extLst>
      <p:ext uri="{BB962C8B-B14F-4D97-AF65-F5344CB8AC3E}">
        <p14:creationId xmlns:p14="http://schemas.microsoft.com/office/powerpoint/2010/main" val="2558591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6279"/>
            <a:ext cx="10515600" cy="5785139"/>
          </a:xfrm>
        </p:spPr>
        <p:txBody>
          <a:bodyPr>
            <a:normAutofit lnSpcReduction="10000"/>
          </a:bodyPr>
          <a:lstStyle/>
          <a:p>
            <a:pPr algn="just">
              <a:lnSpc>
                <a:spcPct val="100000"/>
              </a:lnSpc>
              <a:spcAft>
                <a:spcPts val="1000"/>
              </a:spcAft>
              <a:buFont typeface="Wingdings" panose="05000000000000000000" pitchFamily="2" charset="2"/>
              <a:buChar char="§"/>
            </a:pPr>
            <a:r>
              <a:rPr lang="en-GB" b="1" dirty="0"/>
              <a:t>Develop Skills in AI and NLP</a:t>
            </a:r>
            <a:r>
              <a:rPr lang="en-GB" dirty="0"/>
              <a:t>: To gain hands-on experience in implementing AI-driven techniques like extractive and abstractive summarization.</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1000"/>
              </a:spcAft>
              <a:buFont typeface="Wingdings" panose="05000000000000000000" pitchFamily="2" charset="2"/>
              <a:buChar char="§"/>
            </a:pPr>
            <a:r>
              <a:rPr lang="en-US" b="1" dirty="0"/>
              <a:t>Improve Comprehension</a:t>
            </a:r>
            <a:r>
              <a:rPr lang="en-US" dirty="0"/>
              <a:t>: </a:t>
            </a:r>
            <a:r>
              <a:rPr lang="en-GB" dirty="0"/>
              <a:t>Utilize Diverse Techniques: To </a:t>
            </a:r>
            <a:r>
              <a:rPr lang="en-GB" dirty="0" err="1"/>
              <a:t>analyze</a:t>
            </a:r>
            <a:r>
              <a:rPr lang="en-GB" dirty="0"/>
              <a:t> and implement both extractive and abstractive summarization approaches for a well-rounded solution.</a:t>
            </a:r>
            <a:endParaRPr lang="en-US" dirty="0"/>
          </a:p>
          <a:p>
            <a:pPr algn="just">
              <a:lnSpc>
                <a:spcPct val="100000"/>
              </a:lnSpc>
              <a:spcAft>
                <a:spcPts val="1000"/>
              </a:spcAft>
              <a:buFont typeface="Wingdings" panose="05000000000000000000" pitchFamily="2" charset="2"/>
              <a:buChar char="§"/>
            </a:pPr>
            <a:r>
              <a:rPr lang="en-US" b="1" dirty="0"/>
              <a:t>Contribute to Data Accessibility</a:t>
            </a:r>
            <a:r>
              <a:rPr lang="en-US" dirty="0"/>
              <a:t>: </a:t>
            </a:r>
            <a:r>
              <a:rPr lang="en-GB" dirty="0"/>
              <a:t>To create a tool that helps users quickly access essential insights, making information more accessible and manageable.</a:t>
            </a:r>
            <a:endParaRPr lang="en-US" dirty="0"/>
          </a:p>
          <a:p>
            <a:pPr algn="just">
              <a:lnSpc>
                <a:spcPct val="100000"/>
              </a:lnSpc>
              <a:spcAft>
                <a:spcPts val="1000"/>
              </a:spcAft>
              <a:buFont typeface="Wingdings" panose="05000000000000000000" pitchFamily="2" charset="2"/>
              <a:buChar char="§"/>
            </a:pPr>
            <a:r>
              <a:rPr lang="en-US" b="1" dirty="0"/>
              <a:t>Address Information Overload</a:t>
            </a:r>
            <a:r>
              <a:rPr lang="en-US" dirty="0"/>
              <a:t>: </a:t>
            </a:r>
            <a:r>
              <a:rPr lang="en-GB" dirty="0"/>
              <a:t>To tackle the challenge of processing large volumes of information efficiently through automated summarization.</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6</a:t>
            </a:fld>
            <a:endParaRPr lang="en-US"/>
          </a:p>
        </p:txBody>
      </p:sp>
    </p:spTree>
    <p:extLst>
      <p:ext uri="{BB962C8B-B14F-4D97-AF65-F5344CB8AC3E}">
        <p14:creationId xmlns:p14="http://schemas.microsoft.com/office/powerpoint/2010/main" val="100369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03. </a:t>
            </a:r>
            <a:r>
              <a:rPr lang="en-US" dirty="0"/>
              <a:t>Literature Review</a:t>
            </a:r>
          </a:p>
        </p:txBody>
      </p:sp>
      <p:sp>
        <p:nvSpPr>
          <p:cNvPr id="4" name="Date Placeholder 3"/>
          <p:cNvSpPr>
            <a:spLocks noGrp="1"/>
          </p:cNvSpPr>
          <p:nvPr>
            <p:ph type="dt" sz="half" idx="10"/>
          </p:nvPr>
        </p:nvSpPr>
        <p:spPr/>
        <p:txBody>
          <a:bodyPr/>
          <a:lstStyle/>
          <a:p>
            <a:fld id="{5BEC768C-970C-4EFB-B5DE-E73583204FED}"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7</a:t>
            </a:fld>
            <a:endParaRPr lang="en-US"/>
          </a:p>
        </p:txBody>
      </p:sp>
    </p:spTree>
    <p:extLst>
      <p:ext uri="{BB962C8B-B14F-4D97-AF65-F5344CB8AC3E}">
        <p14:creationId xmlns:p14="http://schemas.microsoft.com/office/powerpoint/2010/main" val="4237634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8</a:t>
            </a:fld>
            <a:endParaRPr lang="en-US"/>
          </a:p>
        </p:txBody>
      </p:sp>
      <p:graphicFrame>
        <p:nvGraphicFramePr>
          <p:cNvPr id="11" name="Table 10">
            <a:extLst>
              <a:ext uri="{FF2B5EF4-FFF2-40B4-BE49-F238E27FC236}">
                <a16:creationId xmlns:a16="http://schemas.microsoft.com/office/drawing/2014/main" id="{320F1BD8-FC10-04B4-0C65-CA541D9D7684}"/>
              </a:ext>
            </a:extLst>
          </p:cNvPr>
          <p:cNvGraphicFramePr>
            <a:graphicFrameLocks noGrp="1"/>
          </p:cNvGraphicFramePr>
          <p:nvPr>
            <p:extLst>
              <p:ext uri="{D42A27DB-BD31-4B8C-83A1-F6EECF244321}">
                <p14:modId xmlns:p14="http://schemas.microsoft.com/office/powerpoint/2010/main" val="3973031410"/>
              </p:ext>
            </p:extLst>
          </p:nvPr>
        </p:nvGraphicFramePr>
        <p:xfrm>
          <a:off x="838200" y="415636"/>
          <a:ext cx="10515604" cy="5893676"/>
        </p:xfrm>
        <a:graphic>
          <a:graphicData uri="http://schemas.openxmlformats.org/drawingml/2006/table">
            <a:tbl>
              <a:tblPr firstRow="1" bandRow="1">
                <a:tableStyleId>{5C22544A-7EE6-4342-B048-85BDC9FD1C3A}</a:tableStyleId>
              </a:tblPr>
              <a:tblGrid>
                <a:gridCol w="2628901">
                  <a:extLst>
                    <a:ext uri="{9D8B030D-6E8A-4147-A177-3AD203B41FA5}">
                      <a16:colId xmlns:a16="http://schemas.microsoft.com/office/drawing/2014/main" val="3803345645"/>
                    </a:ext>
                  </a:extLst>
                </a:gridCol>
                <a:gridCol w="2628901">
                  <a:extLst>
                    <a:ext uri="{9D8B030D-6E8A-4147-A177-3AD203B41FA5}">
                      <a16:colId xmlns:a16="http://schemas.microsoft.com/office/drawing/2014/main" val="2595316963"/>
                    </a:ext>
                  </a:extLst>
                </a:gridCol>
                <a:gridCol w="665016">
                  <a:extLst>
                    <a:ext uri="{9D8B030D-6E8A-4147-A177-3AD203B41FA5}">
                      <a16:colId xmlns:a16="http://schemas.microsoft.com/office/drawing/2014/main" val="3683615451"/>
                    </a:ext>
                  </a:extLst>
                </a:gridCol>
                <a:gridCol w="4592786">
                  <a:extLst>
                    <a:ext uri="{9D8B030D-6E8A-4147-A177-3AD203B41FA5}">
                      <a16:colId xmlns:a16="http://schemas.microsoft.com/office/drawing/2014/main" val="3552858480"/>
                    </a:ext>
                  </a:extLst>
                </a:gridCol>
              </a:tblGrid>
              <a:tr h="544897">
                <a:tc>
                  <a:txBody>
                    <a:bodyPr/>
                    <a:lstStyle/>
                    <a:p>
                      <a:r>
                        <a:rPr lang="en-GB" dirty="0"/>
                        <a:t>Author(s)</a:t>
                      </a:r>
                      <a:endParaRPr lang="en-US" dirty="0"/>
                    </a:p>
                  </a:txBody>
                  <a:tcPr/>
                </a:tc>
                <a:tc>
                  <a:txBody>
                    <a:bodyPr/>
                    <a:lstStyle/>
                    <a:p>
                      <a:r>
                        <a:rPr lang="en-GB" dirty="0"/>
                        <a:t>Title</a:t>
                      </a:r>
                      <a:endParaRPr lang="en-US" dirty="0"/>
                    </a:p>
                  </a:txBody>
                  <a:tcPr/>
                </a:tc>
                <a:tc>
                  <a:txBody>
                    <a:bodyPr/>
                    <a:lstStyle/>
                    <a:p>
                      <a:r>
                        <a:rPr lang="en-GB" dirty="0"/>
                        <a:t>Year</a:t>
                      </a:r>
                      <a:endParaRPr lang="en-US" dirty="0"/>
                    </a:p>
                  </a:txBody>
                  <a:tcPr marT="91440"/>
                </a:tc>
                <a:tc>
                  <a:txBody>
                    <a:bodyPr/>
                    <a:lstStyle/>
                    <a:p>
                      <a:r>
                        <a:rPr lang="en-GB" dirty="0"/>
                        <a:t>Methodologies</a:t>
                      </a:r>
                      <a:endParaRPr lang="en-US" dirty="0"/>
                    </a:p>
                  </a:txBody>
                  <a:tcPr/>
                </a:tc>
                <a:extLst>
                  <a:ext uri="{0D108BD9-81ED-4DB2-BD59-A6C34878D82A}">
                    <a16:rowId xmlns:a16="http://schemas.microsoft.com/office/drawing/2014/main" val="2474489293"/>
                  </a:ext>
                </a:extLst>
              </a:tr>
              <a:tr h="1237722">
                <a:tc>
                  <a:txBody>
                    <a:bodyPr/>
                    <a:lstStyle/>
                    <a:p>
                      <a:r>
                        <a:rPr lang="en-US" sz="1800" b="0" i="0" u="none" strike="noStrike" kern="1200" dirty="0">
                          <a:solidFill>
                            <a:schemeClr val="tx1"/>
                          </a:solidFill>
                          <a:effectLst/>
                          <a:latin typeface="+mn-lt"/>
                          <a:ea typeface="+mn-ea"/>
                          <a:cs typeface="+mn-cs"/>
                        </a:rPr>
                        <a:t>Haoyu Zhang, Jianjun Xu, Ji Wang.</a:t>
                      </a:r>
                      <a:endParaRPr lang="en-US" dirty="0">
                        <a:solidFill>
                          <a:schemeClr val="tx1"/>
                        </a:solidFill>
                      </a:endParaRPr>
                    </a:p>
                  </a:txBody>
                  <a:tcPr/>
                </a:tc>
                <a:tc>
                  <a:txBody>
                    <a:bodyPr/>
                    <a:lstStyle/>
                    <a:p>
                      <a:pPr algn="l"/>
                      <a:r>
                        <a:rPr lang="en-US" dirty="0"/>
                        <a:t>Pretraining-Based Text Summarization </a:t>
                      </a:r>
                      <a:r>
                        <a:rPr lang="en-US" sz="1800" b="0" i="0" kern="1200" dirty="0">
                          <a:solidFill>
                            <a:schemeClr val="dk1"/>
                          </a:solidFill>
                          <a:effectLst/>
                          <a:latin typeface="+mn-lt"/>
                          <a:ea typeface="+mn-ea"/>
                          <a:cs typeface="+mn-cs"/>
                        </a:rPr>
                        <a:t>(Zhang, Xu and Wang, 2019)</a:t>
                      </a:r>
                      <a:endParaRPr lang="en-US" dirty="0"/>
                    </a:p>
                  </a:txBody>
                  <a:tcPr/>
                </a:tc>
                <a:tc>
                  <a:txBody>
                    <a:bodyPr/>
                    <a:lstStyle/>
                    <a:p>
                      <a:pPr algn="l"/>
                      <a:r>
                        <a:rPr lang="en-GB" dirty="0"/>
                        <a:t>2019</a:t>
                      </a:r>
                      <a:endParaRPr lang="en-US" dirty="0"/>
                    </a:p>
                  </a:txBody>
                  <a:tcPr marT="91440"/>
                </a:tc>
                <a:tc>
                  <a:txBody>
                    <a:bodyPr/>
                    <a:lstStyle/>
                    <a:p>
                      <a:r>
                        <a:rPr lang="en-GB" dirty="0"/>
                        <a:t>Implementation of a two-stage summarization model utilizing transfer learning. evaluation on various benchmark datasets to assess performance.</a:t>
                      </a:r>
                      <a:endParaRPr lang="en-US" dirty="0"/>
                    </a:p>
                  </a:txBody>
                  <a:tcPr/>
                </a:tc>
                <a:extLst>
                  <a:ext uri="{0D108BD9-81ED-4DB2-BD59-A6C34878D82A}">
                    <a16:rowId xmlns:a16="http://schemas.microsoft.com/office/drawing/2014/main" val="2691289007"/>
                  </a:ext>
                </a:extLst>
              </a:tr>
              <a:tr h="544897">
                <a:tc>
                  <a:txBody>
                    <a:bodyPr/>
                    <a:lstStyle/>
                    <a:p>
                      <a:r>
                        <a:rPr lang="en-US" dirty="0"/>
                        <a:t>Jianpeng Cheng, Mirella Lapata.</a:t>
                      </a:r>
                    </a:p>
                  </a:txBody>
                  <a:tcPr/>
                </a:tc>
                <a:tc>
                  <a:txBody>
                    <a:bodyPr/>
                    <a:lstStyle/>
                    <a:p>
                      <a:r>
                        <a:rPr lang="en-GB" dirty="0"/>
                        <a:t>Sentence Generation for Text Summarization </a:t>
                      </a:r>
                      <a:r>
                        <a:rPr lang="en-US" sz="1800" b="0" i="0" kern="1200" dirty="0">
                          <a:solidFill>
                            <a:schemeClr val="dk1"/>
                          </a:solidFill>
                          <a:effectLst/>
                          <a:latin typeface="+mn-lt"/>
                          <a:ea typeface="+mn-ea"/>
                          <a:cs typeface="+mn-cs"/>
                        </a:rPr>
                        <a:t>(Cheng and Lapata, 2016)</a:t>
                      </a:r>
                      <a:endParaRPr lang="en-US" dirty="0"/>
                    </a:p>
                  </a:txBody>
                  <a:tcPr/>
                </a:tc>
                <a:tc>
                  <a:txBody>
                    <a:bodyPr/>
                    <a:lstStyle/>
                    <a:p>
                      <a:r>
                        <a:rPr lang="en-GB" dirty="0"/>
                        <a:t>2016</a:t>
                      </a:r>
                      <a:endParaRPr lang="en-US" dirty="0"/>
                    </a:p>
                  </a:txBody>
                  <a:tcPr marT="91440"/>
                </a:tc>
                <a:tc>
                  <a:txBody>
                    <a:bodyPr/>
                    <a:lstStyle/>
                    <a:p>
                      <a:r>
                        <a:rPr lang="en-GB" dirty="0"/>
                        <a:t>Introduction of a neural network-based model for generating sentences in summaries; focus on content selection and compression techniques.</a:t>
                      </a:r>
                      <a:endParaRPr lang="en-US" dirty="0"/>
                    </a:p>
                  </a:txBody>
                  <a:tcPr/>
                </a:tc>
                <a:extLst>
                  <a:ext uri="{0D108BD9-81ED-4DB2-BD59-A6C34878D82A}">
                    <a16:rowId xmlns:a16="http://schemas.microsoft.com/office/drawing/2014/main" val="463819270"/>
                  </a:ext>
                </a:extLst>
              </a:tr>
              <a:tr h="544897">
                <a:tc>
                  <a:txBody>
                    <a:bodyPr/>
                    <a:lstStyle/>
                    <a:p>
                      <a:r>
                        <a:rPr lang="en-US" dirty="0"/>
                        <a:t>Nenkova, A., &amp; McKeown, K.</a:t>
                      </a:r>
                    </a:p>
                  </a:txBody>
                  <a:tcPr/>
                </a:tc>
                <a:tc>
                  <a:txBody>
                    <a:bodyPr/>
                    <a:lstStyle/>
                    <a:p>
                      <a:r>
                        <a:rPr lang="en-US" dirty="0"/>
                        <a:t>Automatic Summarization </a:t>
                      </a:r>
                      <a:r>
                        <a:rPr lang="en-US" sz="1800" b="0" i="0" kern="1200" dirty="0">
                          <a:solidFill>
                            <a:schemeClr val="dk1"/>
                          </a:solidFill>
                          <a:effectLst/>
                          <a:latin typeface="+mn-lt"/>
                          <a:ea typeface="+mn-ea"/>
                          <a:cs typeface="+mn-cs"/>
                        </a:rPr>
                        <a:t>(Nenkova, 2011)</a:t>
                      </a:r>
                      <a:endParaRPr lang="en-US" dirty="0"/>
                    </a:p>
                  </a:txBody>
                  <a:tcPr/>
                </a:tc>
                <a:tc>
                  <a:txBody>
                    <a:bodyPr/>
                    <a:lstStyle/>
                    <a:p>
                      <a:r>
                        <a:rPr lang="en-GB" dirty="0"/>
                        <a:t>2011</a:t>
                      </a:r>
                      <a:endParaRPr lang="en-US" dirty="0"/>
                    </a:p>
                  </a:txBody>
                  <a:tcPr marT="91440"/>
                </a:tc>
                <a:tc>
                  <a:txBody>
                    <a:bodyPr/>
                    <a:lstStyle/>
                    <a:p>
                      <a:r>
                        <a:rPr lang="en-GB" dirty="0"/>
                        <a:t>A survey of summarization techniques, emphasizing both extractive and abstractive methods, along with performance evaluations of existing systems.</a:t>
                      </a:r>
                      <a:endParaRPr lang="en-US" dirty="0"/>
                    </a:p>
                  </a:txBody>
                  <a:tcPr/>
                </a:tc>
                <a:extLst>
                  <a:ext uri="{0D108BD9-81ED-4DB2-BD59-A6C34878D82A}">
                    <a16:rowId xmlns:a16="http://schemas.microsoft.com/office/drawing/2014/main" val="2320756849"/>
                  </a:ext>
                </a:extLst>
              </a:tr>
              <a:tr h="544897">
                <a:tc>
                  <a:txBody>
                    <a:bodyPr/>
                    <a:lstStyle/>
                    <a:p>
                      <a:r>
                        <a:rPr lang="en-US" dirty="0"/>
                        <a:t>Yang Liu, Mirella Lapata</a:t>
                      </a:r>
                    </a:p>
                  </a:txBody>
                  <a:tcPr/>
                </a:tc>
                <a:tc>
                  <a:txBody>
                    <a:bodyPr/>
                    <a:lstStyle/>
                    <a:p>
                      <a:r>
                        <a:rPr lang="en-GB" dirty="0"/>
                        <a:t>Text Summarization with Pretrained Encoders </a:t>
                      </a:r>
                      <a:r>
                        <a:rPr lang="en-US" sz="1800" b="0" i="0" kern="1200" dirty="0">
                          <a:solidFill>
                            <a:schemeClr val="dk1"/>
                          </a:solidFill>
                          <a:effectLst/>
                          <a:latin typeface="+mn-lt"/>
                          <a:ea typeface="+mn-ea"/>
                          <a:cs typeface="+mn-cs"/>
                        </a:rPr>
                        <a:t>(Liu and Lapata, 2019)</a:t>
                      </a:r>
                    </a:p>
                  </a:txBody>
                  <a:tcPr/>
                </a:tc>
                <a:tc>
                  <a:txBody>
                    <a:bodyPr/>
                    <a:lstStyle/>
                    <a:p>
                      <a:r>
                        <a:rPr lang="en-GB" dirty="0"/>
                        <a:t>2019</a:t>
                      </a:r>
                      <a:endParaRPr lang="en-US" dirty="0"/>
                    </a:p>
                  </a:txBody>
                  <a:tcPr marT="91440"/>
                </a:tc>
                <a:tc>
                  <a:txBody>
                    <a:bodyPr/>
                    <a:lstStyle/>
                    <a:p>
                      <a:r>
                        <a:rPr lang="en-GB" dirty="0"/>
                        <a:t>Utilization of pretrained language models (e.g., BERT) for summarization tasks; experiments comparing traditional summarization with deep learning methods.</a:t>
                      </a:r>
                      <a:endParaRPr lang="en-US" dirty="0"/>
                    </a:p>
                  </a:txBody>
                  <a:tcPr/>
                </a:tc>
                <a:extLst>
                  <a:ext uri="{0D108BD9-81ED-4DB2-BD59-A6C34878D82A}">
                    <a16:rowId xmlns:a16="http://schemas.microsoft.com/office/drawing/2014/main" val="3368199949"/>
                  </a:ext>
                </a:extLst>
              </a:tr>
              <a:tr h="544897">
                <a:tc>
                  <a:txBody>
                    <a:bodyPr/>
                    <a:lstStyle/>
                    <a:p>
                      <a:endParaRPr lang="en-US"/>
                    </a:p>
                  </a:txBody>
                  <a:tcPr/>
                </a:tc>
                <a:tc>
                  <a:txBody>
                    <a:bodyPr/>
                    <a:lstStyle/>
                    <a:p>
                      <a:endParaRPr lang="en-US"/>
                    </a:p>
                  </a:txBody>
                  <a:tcPr/>
                </a:tc>
                <a:tc>
                  <a:txBody>
                    <a:bodyPr/>
                    <a:lstStyle/>
                    <a:p>
                      <a:endParaRPr lang="en-US" dirty="0"/>
                    </a:p>
                  </a:txBody>
                  <a:tcPr marT="91440"/>
                </a:tc>
                <a:tc>
                  <a:txBody>
                    <a:bodyPr/>
                    <a:lstStyle/>
                    <a:p>
                      <a:endParaRPr lang="en-US" dirty="0"/>
                    </a:p>
                  </a:txBody>
                  <a:tcPr/>
                </a:tc>
                <a:extLst>
                  <a:ext uri="{0D108BD9-81ED-4DB2-BD59-A6C34878D82A}">
                    <a16:rowId xmlns:a16="http://schemas.microsoft.com/office/drawing/2014/main" val="3056584158"/>
                  </a:ext>
                </a:extLst>
              </a:tr>
            </a:tbl>
          </a:graphicData>
        </a:graphic>
      </p:graphicFrame>
    </p:spTree>
    <p:extLst>
      <p:ext uri="{BB962C8B-B14F-4D97-AF65-F5344CB8AC3E}">
        <p14:creationId xmlns:p14="http://schemas.microsoft.com/office/powerpoint/2010/main" val="1338395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04.</a:t>
            </a:r>
            <a:r>
              <a:rPr lang="en-US" dirty="0"/>
              <a:t>Top Level Architecture</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9</a:t>
            </a:fld>
            <a:endParaRPr lang="en-US"/>
          </a:p>
        </p:txBody>
      </p:sp>
    </p:spTree>
    <p:extLst>
      <p:ext uri="{BB962C8B-B14F-4D97-AF65-F5344CB8AC3E}">
        <p14:creationId xmlns:p14="http://schemas.microsoft.com/office/powerpoint/2010/main" val="1894957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10</a:t>
            </a:fld>
            <a:endParaRPr lang="en-US"/>
          </a:p>
        </p:txBody>
      </p:sp>
      <p:sp>
        <p:nvSpPr>
          <p:cNvPr id="11" name="Rectangle: Rounded Corners 10">
            <a:extLst>
              <a:ext uri="{FF2B5EF4-FFF2-40B4-BE49-F238E27FC236}">
                <a16:creationId xmlns:a16="http://schemas.microsoft.com/office/drawing/2014/main" id="{F14E820B-1E16-BD27-289C-314485C1C286}"/>
              </a:ext>
            </a:extLst>
          </p:cNvPr>
          <p:cNvSpPr/>
          <p:nvPr/>
        </p:nvSpPr>
        <p:spPr>
          <a:xfrm>
            <a:off x="554182" y="1413164"/>
            <a:ext cx="2401454" cy="388937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GB" sz="2800" dirty="0">
                <a:solidFill>
                  <a:schemeClr val="bg1"/>
                </a:solidFill>
              </a:rPr>
              <a:t>User</a:t>
            </a:r>
            <a:endParaRPr lang="en-US" dirty="0">
              <a:solidFill>
                <a:schemeClr val="bg1"/>
              </a:solidFill>
            </a:endParaRPr>
          </a:p>
        </p:txBody>
      </p:sp>
      <p:sp>
        <p:nvSpPr>
          <p:cNvPr id="12" name="Rectangle: Rounded Corners 11">
            <a:extLst>
              <a:ext uri="{FF2B5EF4-FFF2-40B4-BE49-F238E27FC236}">
                <a16:creationId xmlns:a16="http://schemas.microsoft.com/office/drawing/2014/main" id="{0F7796D2-C20B-4CF8-EC86-6E48623886FD}"/>
              </a:ext>
            </a:extLst>
          </p:cNvPr>
          <p:cNvSpPr/>
          <p:nvPr/>
        </p:nvSpPr>
        <p:spPr>
          <a:xfrm>
            <a:off x="3759200" y="1413164"/>
            <a:ext cx="1625601" cy="1034472"/>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2400" dirty="0"/>
              <a:t>Input Raw Text</a:t>
            </a:r>
            <a:endParaRPr lang="en-US" sz="2400" dirty="0"/>
          </a:p>
        </p:txBody>
      </p:sp>
      <p:sp>
        <p:nvSpPr>
          <p:cNvPr id="13" name="Rectangle: Rounded Corners 12">
            <a:extLst>
              <a:ext uri="{FF2B5EF4-FFF2-40B4-BE49-F238E27FC236}">
                <a16:creationId xmlns:a16="http://schemas.microsoft.com/office/drawing/2014/main" id="{792B86AF-1C27-5EE1-0BC2-54069733C8EA}"/>
              </a:ext>
            </a:extLst>
          </p:cNvPr>
          <p:cNvSpPr/>
          <p:nvPr/>
        </p:nvSpPr>
        <p:spPr>
          <a:xfrm>
            <a:off x="6373092" y="1375208"/>
            <a:ext cx="2032000" cy="103447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GB" sz="2400" dirty="0"/>
              <a:t>Pre-processing</a:t>
            </a:r>
            <a:endParaRPr lang="en-US" sz="2400" dirty="0"/>
          </a:p>
        </p:txBody>
      </p:sp>
      <p:grpSp>
        <p:nvGrpSpPr>
          <p:cNvPr id="21" name="Group 20">
            <a:extLst>
              <a:ext uri="{FF2B5EF4-FFF2-40B4-BE49-F238E27FC236}">
                <a16:creationId xmlns:a16="http://schemas.microsoft.com/office/drawing/2014/main" id="{C7134A4B-E7CC-0C3F-7540-D7EE9B0BF72F}"/>
              </a:ext>
            </a:extLst>
          </p:cNvPr>
          <p:cNvGrpSpPr/>
          <p:nvPr/>
        </p:nvGrpSpPr>
        <p:grpSpPr>
          <a:xfrm>
            <a:off x="9404922" y="1227137"/>
            <a:ext cx="2272148" cy="4240797"/>
            <a:chOff x="9515759" y="1071418"/>
            <a:chExt cx="2272148" cy="4240797"/>
          </a:xfrm>
        </p:grpSpPr>
        <p:sp>
          <p:nvSpPr>
            <p:cNvPr id="16" name="Rectangle: Rounded Corners 15">
              <a:extLst>
                <a:ext uri="{FF2B5EF4-FFF2-40B4-BE49-F238E27FC236}">
                  <a16:creationId xmlns:a16="http://schemas.microsoft.com/office/drawing/2014/main" id="{D96C472C-8A5B-C9A2-F3CA-5D3C1C6C68E2}"/>
                </a:ext>
              </a:extLst>
            </p:cNvPr>
            <p:cNvSpPr/>
            <p:nvPr/>
          </p:nvSpPr>
          <p:spPr>
            <a:xfrm>
              <a:off x="9541164" y="1071418"/>
              <a:ext cx="2207491" cy="4211782"/>
            </a:xfrm>
            <a:prstGeom prst="roundRect">
              <a:avLst/>
            </a:prstGeom>
            <a:solidFill>
              <a:schemeClr val="bg1"/>
            </a:solidFill>
            <a:ln w="571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Rectangle: Rounded Corners 13">
              <a:extLst>
                <a:ext uri="{FF2B5EF4-FFF2-40B4-BE49-F238E27FC236}">
                  <a16:creationId xmlns:a16="http://schemas.microsoft.com/office/drawing/2014/main" id="{9DB0D09E-9E15-2990-B4CD-5843910FCF1A}"/>
                </a:ext>
              </a:extLst>
            </p:cNvPr>
            <p:cNvSpPr/>
            <p:nvPr/>
          </p:nvSpPr>
          <p:spPr>
            <a:xfrm>
              <a:off x="9781308" y="3071416"/>
              <a:ext cx="1727200" cy="10991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Abstractive Summarization</a:t>
              </a:r>
            </a:p>
          </p:txBody>
        </p:sp>
        <p:sp>
          <p:nvSpPr>
            <p:cNvPr id="15" name="Rectangle: Rounded Corners 14">
              <a:extLst>
                <a:ext uri="{FF2B5EF4-FFF2-40B4-BE49-F238E27FC236}">
                  <a16:creationId xmlns:a16="http://schemas.microsoft.com/office/drawing/2014/main" id="{A41194D4-AFBC-5C44-BE3C-D5688318A375}"/>
                </a:ext>
              </a:extLst>
            </p:cNvPr>
            <p:cNvSpPr/>
            <p:nvPr/>
          </p:nvSpPr>
          <p:spPr>
            <a:xfrm>
              <a:off x="9781308" y="1516081"/>
              <a:ext cx="1727200" cy="10991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Extractive Summarization</a:t>
              </a:r>
            </a:p>
          </p:txBody>
        </p:sp>
        <p:sp>
          <p:nvSpPr>
            <p:cNvPr id="17" name="TextBox 16">
              <a:extLst>
                <a:ext uri="{FF2B5EF4-FFF2-40B4-BE49-F238E27FC236}">
                  <a16:creationId xmlns:a16="http://schemas.microsoft.com/office/drawing/2014/main" id="{6037ACE7-3158-79D7-BC98-E5D749B0C616}"/>
                </a:ext>
              </a:extLst>
            </p:cNvPr>
            <p:cNvSpPr txBox="1"/>
            <p:nvPr/>
          </p:nvSpPr>
          <p:spPr>
            <a:xfrm>
              <a:off x="9515759" y="4204219"/>
              <a:ext cx="2272148" cy="1107996"/>
            </a:xfrm>
            <a:prstGeom prst="rect">
              <a:avLst/>
            </a:prstGeom>
            <a:noFill/>
          </p:spPr>
          <p:txBody>
            <a:bodyPr wrap="square" rtlCol="0">
              <a:spAutoFit/>
            </a:bodyPr>
            <a:lstStyle/>
            <a:p>
              <a:pPr algn="ctr"/>
              <a:r>
                <a:rPr lang="en-GB" sz="2400" dirty="0">
                  <a:solidFill>
                    <a:schemeClr val="tx1"/>
                  </a:solidFill>
                </a:rPr>
                <a:t>Summarization Techniques</a:t>
              </a:r>
              <a:endParaRPr lang="en-US" sz="2400" dirty="0">
                <a:solidFill>
                  <a:schemeClr val="tx1"/>
                </a:solidFill>
              </a:endParaRPr>
            </a:p>
            <a:p>
              <a:pPr algn="ctr"/>
              <a:endParaRPr lang="en-US" dirty="0"/>
            </a:p>
          </p:txBody>
        </p:sp>
      </p:grpSp>
      <p:sp>
        <p:nvSpPr>
          <p:cNvPr id="18" name="Rectangle: Rounded Corners 17">
            <a:extLst>
              <a:ext uri="{FF2B5EF4-FFF2-40B4-BE49-F238E27FC236}">
                <a16:creationId xmlns:a16="http://schemas.microsoft.com/office/drawing/2014/main" id="{BE1074C4-503F-113D-DF4A-8F0444DEEBC6}"/>
              </a:ext>
            </a:extLst>
          </p:cNvPr>
          <p:cNvSpPr/>
          <p:nvPr/>
        </p:nvSpPr>
        <p:spPr>
          <a:xfrm>
            <a:off x="6285343" y="4248728"/>
            <a:ext cx="2207491" cy="103447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Machine Learning Model</a:t>
            </a:r>
          </a:p>
        </p:txBody>
      </p:sp>
      <p:sp>
        <p:nvSpPr>
          <p:cNvPr id="20" name="Rectangle: Rounded Corners 19">
            <a:extLst>
              <a:ext uri="{FF2B5EF4-FFF2-40B4-BE49-F238E27FC236}">
                <a16:creationId xmlns:a16="http://schemas.microsoft.com/office/drawing/2014/main" id="{60317E27-C990-17EA-89E4-7792C4B6A7DF}"/>
              </a:ext>
            </a:extLst>
          </p:cNvPr>
          <p:cNvSpPr/>
          <p:nvPr/>
        </p:nvSpPr>
        <p:spPr>
          <a:xfrm>
            <a:off x="3759200" y="4268067"/>
            <a:ext cx="1634837" cy="1034472"/>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Output Summary</a:t>
            </a:r>
          </a:p>
        </p:txBody>
      </p:sp>
      <p:sp>
        <p:nvSpPr>
          <p:cNvPr id="22" name="Arrow: Right 21">
            <a:extLst>
              <a:ext uri="{FF2B5EF4-FFF2-40B4-BE49-F238E27FC236}">
                <a16:creationId xmlns:a16="http://schemas.microsoft.com/office/drawing/2014/main" id="{E54DDF26-0895-9732-3BF9-2A1C2A3EDB94}"/>
              </a:ext>
            </a:extLst>
          </p:cNvPr>
          <p:cNvSpPr/>
          <p:nvPr/>
        </p:nvSpPr>
        <p:spPr>
          <a:xfrm>
            <a:off x="3023756" y="1856238"/>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3" name="Arrow: Right 22">
            <a:extLst>
              <a:ext uri="{FF2B5EF4-FFF2-40B4-BE49-F238E27FC236}">
                <a16:creationId xmlns:a16="http://schemas.microsoft.com/office/drawing/2014/main" id="{18FF3620-C2E9-D3AA-6333-7D1FCF8A66CF}"/>
              </a:ext>
            </a:extLst>
          </p:cNvPr>
          <p:cNvSpPr/>
          <p:nvPr/>
        </p:nvSpPr>
        <p:spPr>
          <a:xfrm>
            <a:off x="5563757" y="1856237"/>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4" name="Arrow: Right 23">
            <a:extLst>
              <a:ext uri="{FF2B5EF4-FFF2-40B4-BE49-F238E27FC236}">
                <a16:creationId xmlns:a16="http://schemas.microsoft.com/office/drawing/2014/main" id="{EFE5F061-F40D-BF62-46CF-550CF6E5CA27}"/>
              </a:ext>
            </a:extLst>
          </p:cNvPr>
          <p:cNvSpPr/>
          <p:nvPr/>
        </p:nvSpPr>
        <p:spPr>
          <a:xfrm>
            <a:off x="8565575" y="1892444"/>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5" name="Arrow: Right 24">
            <a:extLst>
              <a:ext uri="{FF2B5EF4-FFF2-40B4-BE49-F238E27FC236}">
                <a16:creationId xmlns:a16="http://schemas.microsoft.com/office/drawing/2014/main" id="{038F0592-E516-B8CA-D85A-E46E38FBD0C1}"/>
              </a:ext>
            </a:extLst>
          </p:cNvPr>
          <p:cNvSpPr/>
          <p:nvPr/>
        </p:nvSpPr>
        <p:spPr>
          <a:xfrm rot="10800000">
            <a:off x="8595590" y="4548811"/>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6" name="Arrow: Right 25">
            <a:extLst>
              <a:ext uri="{FF2B5EF4-FFF2-40B4-BE49-F238E27FC236}">
                <a16:creationId xmlns:a16="http://schemas.microsoft.com/office/drawing/2014/main" id="{953AD6F5-B2B0-DACD-B09C-642FBD2C399D}"/>
              </a:ext>
            </a:extLst>
          </p:cNvPr>
          <p:cNvSpPr/>
          <p:nvPr/>
        </p:nvSpPr>
        <p:spPr>
          <a:xfrm rot="10800000">
            <a:off x="5516419" y="4548811"/>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7" name="Arrow: Right 26">
            <a:extLst>
              <a:ext uri="{FF2B5EF4-FFF2-40B4-BE49-F238E27FC236}">
                <a16:creationId xmlns:a16="http://schemas.microsoft.com/office/drawing/2014/main" id="{039E5080-72EF-EA53-43CC-FF9EDE457DD4}"/>
              </a:ext>
            </a:extLst>
          </p:cNvPr>
          <p:cNvSpPr/>
          <p:nvPr/>
        </p:nvSpPr>
        <p:spPr>
          <a:xfrm rot="10800000">
            <a:off x="3020872" y="4558238"/>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66344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05. Tools and Technology</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11</a:t>
            </a:fld>
            <a:endParaRPr lang="en-US"/>
          </a:p>
        </p:txBody>
      </p:sp>
    </p:spTree>
    <p:extLst>
      <p:ext uri="{BB962C8B-B14F-4D97-AF65-F5344CB8AC3E}">
        <p14:creationId xmlns:p14="http://schemas.microsoft.com/office/powerpoint/2010/main" val="1375064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1054"/>
            <a:ext cx="10515600" cy="5569527"/>
          </a:xfrm>
        </p:spPr>
        <p:txBody>
          <a:bodyPr>
            <a:normAutofit fontScale="92500"/>
          </a:bodyPr>
          <a:lstStyle/>
          <a:p>
            <a:pPr>
              <a:lnSpc>
                <a:spcPct val="100000"/>
              </a:lnSpc>
            </a:pPr>
            <a:r>
              <a:rPr lang="en-GB" b="1" dirty="0"/>
              <a:t>Python</a:t>
            </a:r>
            <a:r>
              <a:rPr lang="en-GB" dirty="0"/>
              <a:t>: Used as the primary programming language for developing and implementing the summarization algorithms.</a:t>
            </a:r>
          </a:p>
          <a:p>
            <a:pPr>
              <a:lnSpc>
                <a:spcPct val="100000"/>
              </a:lnSpc>
            </a:pPr>
            <a:r>
              <a:rPr lang="en-GB" b="1" dirty="0"/>
              <a:t>NLTK</a:t>
            </a:r>
            <a:r>
              <a:rPr lang="en-GB" dirty="0"/>
              <a:t> </a:t>
            </a:r>
            <a:r>
              <a:rPr lang="en-GB" b="1" dirty="0"/>
              <a:t>(Natural Language Toolkit)</a:t>
            </a:r>
            <a:r>
              <a:rPr lang="en-GB" dirty="0"/>
              <a:t>:</a:t>
            </a:r>
            <a:r>
              <a:rPr lang="en-GB" b="1" dirty="0"/>
              <a:t> </a:t>
            </a:r>
            <a:r>
              <a:rPr lang="en-GB" dirty="0"/>
              <a:t>For text preprocessing, tokenization, and cleaning the input data.</a:t>
            </a:r>
          </a:p>
          <a:p>
            <a:pPr>
              <a:lnSpc>
                <a:spcPct val="100000"/>
              </a:lnSpc>
            </a:pPr>
            <a:r>
              <a:rPr lang="en-GB" b="1" dirty="0"/>
              <a:t>Transformers</a:t>
            </a:r>
            <a:r>
              <a:rPr lang="en-GB" dirty="0"/>
              <a:t>: Applied for building machine learning models, particularly for abstractive summarization using models like BERT and GPT.</a:t>
            </a:r>
          </a:p>
          <a:p>
            <a:pPr>
              <a:lnSpc>
                <a:spcPct val="100000"/>
              </a:lnSpc>
            </a:pPr>
            <a:r>
              <a:rPr lang="en-GB" b="1" dirty="0"/>
              <a:t>Scikit-learn:</a:t>
            </a:r>
            <a:r>
              <a:rPr lang="en-GB" dirty="0"/>
              <a:t> Used for basic extractive summarization techniques and evaluating model performance.</a:t>
            </a:r>
          </a:p>
          <a:p>
            <a:pPr>
              <a:lnSpc>
                <a:spcPct val="100000"/>
              </a:lnSpc>
            </a:pPr>
            <a:r>
              <a:rPr lang="en-GB" b="1" dirty="0"/>
              <a:t>TensorFlow</a:t>
            </a:r>
            <a:r>
              <a:rPr lang="en-GB" dirty="0"/>
              <a:t>: used for training and fine-tuning machine learning models.</a:t>
            </a:r>
          </a:p>
          <a:p>
            <a:pPr>
              <a:lnSpc>
                <a:spcPct val="100000"/>
              </a:lnSpc>
            </a:pPr>
            <a:r>
              <a:rPr lang="en-GB" b="1" dirty="0"/>
              <a:t>Streamlit</a:t>
            </a:r>
            <a:r>
              <a:rPr lang="en-GB" dirty="0"/>
              <a:t>: Used to create a user-friendly interface for interacting with the summarization tool.</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12</a:t>
            </a:fld>
            <a:endParaRPr lang="en-US"/>
          </a:p>
        </p:txBody>
      </p:sp>
    </p:spTree>
    <p:extLst>
      <p:ext uri="{BB962C8B-B14F-4D97-AF65-F5344CB8AC3E}">
        <p14:creationId xmlns:p14="http://schemas.microsoft.com/office/powerpoint/2010/main" val="3672480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06. Datasets</a:t>
            </a: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13</a:t>
            </a:fld>
            <a:endParaRPr lang="en-US"/>
          </a:p>
        </p:txBody>
      </p:sp>
    </p:spTree>
    <p:extLst>
      <p:ext uri="{BB962C8B-B14F-4D97-AF65-F5344CB8AC3E}">
        <p14:creationId xmlns:p14="http://schemas.microsoft.com/office/powerpoint/2010/main" val="417698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endParaRPr lang="en-US" dirty="0"/>
          </a:p>
        </p:txBody>
      </p:sp>
      <p:sp>
        <p:nvSpPr>
          <p:cNvPr id="3" name="Content Placeholder 2"/>
          <p:cNvSpPr>
            <a:spLocks noGrp="1"/>
          </p:cNvSpPr>
          <p:nvPr>
            <p:ph idx="1"/>
          </p:nvPr>
        </p:nvSpPr>
        <p:spPr>
          <a:xfrm>
            <a:off x="838200" y="449407"/>
            <a:ext cx="10515600" cy="5766666"/>
          </a:xfrm>
        </p:spPr>
        <p:txBody>
          <a:bodyPr>
            <a:normAutofit fontScale="92500" lnSpcReduction="10000"/>
          </a:bodyPr>
          <a:lstStyle/>
          <a:p>
            <a:pPr marL="0" indent="0" algn="just">
              <a:spcAft>
                <a:spcPts val="1000"/>
              </a:spcAft>
              <a:buNone/>
            </a:pPr>
            <a:r>
              <a:rPr lang="en-GB" b="1" dirty="0">
                <a:ea typeface="Calibri" panose="020F0502020204030204" pitchFamily="34" charset="0"/>
                <a:cs typeface="Times New Roman" panose="02020603050405020304" pitchFamily="18" charset="0"/>
              </a:rPr>
              <a:t>1.</a:t>
            </a:r>
            <a:r>
              <a:rPr lang="en-GB" dirty="0">
                <a:ea typeface="Calibri" panose="020F0502020204030204" pitchFamily="34" charset="0"/>
                <a:cs typeface="Times New Roman" panose="02020603050405020304" pitchFamily="18" charset="0"/>
              </a:rPr>
              <a:t> </a:t>
            </a:r>
            <a:r>
              <a:rPr lang="en-GB" b="1" dirty="0">
                <a:ea typeface="Calibri" panose="020F0502020204030204" pitchFamily="34" charset="0"/>
                <a:cs typeface="Times New Roman" panose="02020603050405020304" pitchFamily="18" charset="0"/>
              </a:rPr>
              <a:t>CNN/DailyMail Dataset</a:t>
            </a:r>
            <a:r>
              <a:rPr lang="en-GB" dirty="0">
                <a:ea typeface="Calibri" panose="020F0502020204030204" pitchFamily="34" charset="0"/>
                <a:cs typeface="Times New Roman" panose="02020603050405020304" pitchFamily="18" charset="0"/>
              </a:rPr>
              <a:t>:</a:t>
            </a:r>
          </a:p>
          <a:p>
            <a:pPr lvl="1" algn="just">
              <a:spcAft>
                <a:spcPts val="1000"/>
              </a:spcAft>
              <a:buFont typeface="Wingdings" panose="05000000000000000000" pitchFamily="2" charset="2"/>
              <a:buChar char="§"/>
            </a:pPr>
            <a:r>
              <a:rPr lang="en-GB" dirty="0">
                <a:ea typeface="Calibri" panose="020F0502020204030204" pitchFamily="34" charset="0"/>
                <a:cs typeface="Times New Roman" panose="02020603050405020304" pitchFamily="18" charset="0"/>
              </a:rPr>
              <a:t>Contains news articles paired with human-written summaries, providing a rich dataset for both extractive and abstractive summarization.</a:t>
            </a:r>
          </a:p>
          <a:p>
            <a:pPr lvl="1" algn="just">
              <a:spcAft>
                <a:spcPts val="1000"/>
              </a:spcAft>
              <a:buFont typeface="Wingdings" panose="05000000000000000000" pitchFamily="2" charset="2"/>
              <a:buChar char="§"/>
            </a:pPr>
            <a:r>
              <a:rPr lang="en-GB" dirty="0">
                <a:ea typeface="Calibri" panose="020F0502020204030204" pitchFamily="34" charset="0"/>
                <a:cs typeface="Times New Roman" panose="02020603050405020304" pitchFamily="18" charset="0"/>
              </a:rPr>
              <a:t>Chosen due to its structured format and wide use in summarization tasks.</a:t>
            </a:r>
            <a:r>
              <a:rPr lang="en-US" dirty="0">
                <a:ea typeface="Calibri" panose="020F0502020204030204" pitchFamily="34" charset="0"/>
                <a:cs typeface="Times New Roman" panose="02020603050405020304" pitchFamily="18" charset="0"/>
              </a:rPr>
              <a:t>Make sure to duplicate the slides as required</a:t>
            </a:r>
          </a:p>
          <a:p>
            <a:pPr marL="0" indent="0">
              <a:buNone/>
            </a:pPr>
            <a:r>
              <a:rPr lang="en-US" b="1" dirty="0">
                <a:ea typeface="Calibri" panose="020F0502020204030204" pitchFamily="34" charset="0"/>
                <a:cs typeface="Times New Roman" panose="02020603050405020304" pitchFamily="18" charset="0"/>
              </a:rPr>
              <a:t>2. </a:t>
            </a:r>
            <a:r>
              <a:rPr lang="en-GB" b="1" dirty="0"/>
              <a:t>XSUM Dataset:</a:t>
            </a:r>
            <a:endParaRPr lang="en-GB" dirty="0"/>
          </a:p>
          <a:p>
            <a:pPr lvl="1">
              <a:lnSpc>
                <a:spcPct val="110000"/>
              </a:lnSpc>
              <a:buFont typeface="Wingdings" panose="05000000000000000000" pitchFamily="2" charset="2"/>
              <a:buChar char="§"/>
            </a:pPr>
            <a:r>
              <a:rPr lang="en-GB" dirty="0"/>
              <a:t>A highly abstractive dataset of BBC articles and summaries, perfect for testing models that generate concise and abstracted summaries.</a:t>
            </a:r>
          </a:p>
          <a:p>
            <a:pPr lvl="1">
              <a:lnSpc>
                <a:spcPct val="150000"/>
              </a:lnSpc>
              <a:buFont typeface="Wingdings" panose="05000000000000000000" pitchFamily="2" charset="2"/>
              <a:buChar char="§"/>
            </a:pPr>
            <a:r>
              <a:rPr lang="en-GB" dirty="0"/>
              <a:t>Useful for evaluating the performance of abstractive summarization techniques.</a:t>
            </a:r>
            <a:endParaRPr lang="en-US" dirty="0">
              <a:ea typeface="Calibri" panose="020F0502020204030204" pitchFamily="34" charset="0"/>
              <a:cs typeface="Times New Roman" panose="02020603050405020304" pitchFamily="18" charset="0"/>
            </a:endParaRPr>
          </a:p>
          <a:p>
            <a:pPr marL="0" indent="0" algn="just">
              <a:spcAft>
                <a:spcPts val="1000"/>
              </a:spcAft>
              <a:buNone/>
            </a:pPr>
            <a:r>
              <a:rPr lang="en-US" b="1" dirty="0">
                <a:ea typeface="Calibri" panose="020F0502020204030204" pitchFamily="34" charset="0"/>
                <a:cs typeface="Times New Roman" panose="02020603050405020304" pitchFamily="18" charset="0"/>
              </a:rPr>
              <a:t>3. Reddit TIFU Dataset:</a:t>
            </a:r>
          </a:p>
          <a:p>
            <a:pPr lvl="1" algn="just">
              <a:spcAft>
                <a:spcPts val="1000"/>
              </a:spcAft>
              <a:buFont typeface="Wingdings" panose="05000000000000000000" pitchFamily="2" charset="2"/>
              <a:buChar char="§"/>
            </a:pPr>
            <a:r>
              <a:rPr lang="en-US" dirty="0">
                <a:ea typeface="Calibri" panose="020F0502020204030204" pitchFamily="34" charset="0"/>
                <a:cs typeface="Times New Roman" panose="02020603050405020304" pitchFamily="18" charset="0"/>
              </a:rPr>
              <a:t>Comprises Reddit posts with user-generated summaries, which are informal and varied.</a:t>
            </a:r>
          </a:p>
          <a:p>
            <a:pPr lvl="1" algn="just">
              <a:spcAft>
                <a:spcPts val="1000"/>
              </a:spcAft>
              <a:buFont typeface="Wingdings" panose="05000000000000000000" pitchFamily="2" charset="2"/>
              <a:buChar char="§"/>
            </a:pPr>
            <a:r>
              <a:rPr lang="en-US" dirty="0">
                <a:ea typeface="Calibri" panose="020F0502020204030204" pitchFamily="34" charset="0"/>
                <a:cs typeface="Times New Roman" panose="02020603050405020304" pitchFamily="18" charset="0"/>
              </a:rPr>
              <a:t>Useful for handling diverse and casual text types, complementing the more formal CNN/DailyMail and XSUM datasets.</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14</a:t>
            </a:fld>
            <a:endParaRPr lang="en-US"/>
          </a:p>
        </p:txBody>
      </p:sp>
    </p:spTree>
    <p:extLst>
      <p:ext uri="{BB962C8B-B14F-4D97-AF65-F5344CB8AC3E}">
        <p14:creationId xmlns:p14="http://schemas.microsoft.com/office/powerpoint/2010/main" val="2568800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endParaRPr lang="en-US" dirty="0"/>
          </a:p>
        </p:txBody>
      </p:sp>
      <p:sp>
        <p:nvSpPr>
          <p:cNvPr id="3" name="Content Placeholder 2"/>
          <p:cNvSpPr>
            <a:spLocks noGrp="1"/>
          </p:cNvSpPr>
          <p:nvPr>
            <p:ph idx="1"/>
          </p:nvPr>
        </p:nvSpPr>
        <p:spPr>
          <a:xfrm>
            <a:off x="838200" y="449407"/>
            <a:ext cx="10515600" cy="5766666"/>
          </a:xfrm>
        </p:spPr>
        <p:txBody>
          <a:bodyPr>
            <a:normAutofit/>
          </a:bodyPr>
          <a:lstStyle/>
          <a:p>
            <a:pPr marL="0" indent="0">
              <a:lnSpc>
                <a:spcPct val="100000"/>
              </a:lnSpc>
              <a:buNone/>
            </a:pPr>
            <a:r>
              <a:rPr lang="en-GB" b="1" dirty="0">
                <a:cs typeface="Times New Roman" panose="02020603050405020304" pitchFamily="18" charset="0"/>
              </a:rPr>
              <a:t>4. </a:t>
            </a:r>
            <a:r>
              <a:rPr lang="en-GB" b="1" dirty="0"/>
              <a:t>Gigaword Dataset:</a:t>
            </a:r>
            <a:endParaRPr lang="en-GB" dirty="0"/>
          </a:p>
          <a:p>
            <a:pPr lvl="1">
              <a:lnSpc>
                <a:spcPct val="100000"/>
              </a:lnSpc>
              <a:buFont typeface="Wingdings" panose="05000000000000000000" pitchFamily="2" charset="2"/>
              <a:buChar char="§"/>
            </a:pPr>
            <a:r>
              <a:rPr lang="en-GB" dirty="0"/>
              <a:t>A large-scale dataset of newswire text, often used for headline generation and summarization tasks.</a:t>
            </a:r>
          </a:p>
          <a:p>
            <a:pPr lvl="1">
              <a:lnSpc>
                <a:spcPct val="100000"/>
              </a:lnSpc>
              <a:buFont typeface="Wingdings" panose="05000000000000000000" pitchFamily="2" charset="2"/>
              <a:buChar char="§"/>
            </a:pPr>
            <a:r>
              <a:rPr lang="en-GB" dirty="0"/>
              <a:t>Adds diversity and scale to the training process, useful for extractive methods.</a:t>
            </a:r>
          </a:p>
          <a:p>
            <a:pPr marL="0" indent="0">
              <a:lnSpc>
                <a:spcPct val="100000"/>
              </a:lnSpc>
              <a:buNone/>
            </a:pPr>
            <a:r>
              <a:rPr lang="en-GB" b="1" dirty="0">
                <a:cs typeface="Times New Roman" panose="02020603050405020304" pitchFamily="18" charset="0"/>
              </a:rPr>
              <a:t>5. </a:t>
            </a:r>
            <a:r>
              <a:rPr lang="en-GB" b="1" dirty="0"/>
              <a:t>Kaggle’s News Summary Dataset:</a:t>
            </a:r>
            <a:endParaRPr lang="en-GB" dirty="0"/>
          </a:p>
          <a:p>
            <a:pPr lvl="1">
              <a:lnSpc>
                <a:spcPct val="100000"/>
              </a:lnSpc>
            </a:pPr>
            <a:r>
              <a:rPr lang="en-GB" dirty="0"/>
              <a:t>Includes over 45,000 news articles with summaries from different publications.</a:t>
            </a:r>
          </a:p>
          <a:p>
            <a:pPr lvl="1">
              <a:lnSpc>
                <a:spcPct val="100000"/>
              </a:lnSpc>
            </a:pPr>
            <a:r>
              <a:rPr lang="en-GB" dirty="0"/>
              <a:t>Provides a broad range of topics, making it highly versatile for developing both extractive and abstractive models.</a:t>
            </a:r>
          </a:p>
          <a:p>
            <a:pPr lvl="1">
              <a:lnSpc>
                <a:spcPct val="100000"/>
              </a:lnSpc>
            </a:pPr>
            <a:r>
              <a:rPr lang="en-GB" dirty="0"/>
              <a:t>Ideal for training models on diverse textual sources.</a:t>
            </a:r>
          </a:p>
          <a:p>
            <a:pPr lvl="2">
              <a:buFont typeface="Wingdings" panose="05000000000000000000" pitchFamily="2" charset="2"/>
              <a:buChar char="§"/>
            </a:pPr>
            <a:endParaRPr lang="en-GB" dirty="0"/>
          </a:p>
        </p:txBody>
      </p:sp>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15</a:t>
            </a:fld>
            <a:endParaRPr lang="en-US"/>
          </a:p>
        </p:txBody>
      </p:sp>
    </p:spTree>
    <p:extLst>
      <p:ext uri="{BB962C8B-B14F-4D97-AF65-F5344CB8AC3E}">
        <p14:creationId xmlns:p14="http://schemas.microsoft.com/office/powerpoint/2010/main" val="3332095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07. </a:t>
            </a:r>
            <a:r>
              <a:rPr lang="en-US" dirty="0"/>
              <a:t>Timeline</a:t>
            </a:r>
          </a:p>
        </p:txBody>
      </p:sp>
      <p:sp>
        <p:nvSpPr>
          <p:cNvPr id="4" name="Date Placeholder 3"/>
          <p:cNvSpPr>
            <a:spLocks noGrp="1"/>
          </p:cNvSpPr>
          <p:nvPr>
            <p:ph type="dt" sz="half" idx="10"/>
          </p:nvPr>
        </p:nvSpPr>
        <p:spPr/>
        <p:txBody>
          <a:bodyPr/>
          <a:lstStyle/>
          <a:p>
            <a:fld id="{5BEC768C-970C-4EFB-B5DE-E73583204FED}"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16</a:t>
            </a:fld>
            <a:endParaRPr lang="en-US"/>
          </a:p>
        </p:txBody>
      </p:sp>
    </p:spTree>
    <p:extLst>
      <p:ext uri="{BB962C8B-B14F-4D97-AF65-F5344CB8AC3E}">
        <p14:creationId xmlns:p14="http://schemas.microsoft.com/office/powerpoint/2010/main" val="104598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17</a:t>
            </a:fld>
            <a:endParaRPr lang="en-US"/>
          </a:p>
        </p:txBody>
      </p:sp>
      <p:pic>
        <p:nvPicPr>
          <p:cNvPr id="9" name="Picture 8" descr="A screenshot of a computer&#10;&#10;Description automatically generated">
            <a:extLst>
              <a:ext uri="{FF2B5EF4-FFF2-40B4-BE49-F238E27FC236}">
                <a16:creationId xmlns:a16="http://schemas.microsoft.com/office/drawing/2014/main" id="{DF6738E4-0560-3EE6-7789-3BD2F17DD9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873" y="1494424"/>
            <a:ext cx="11305310" cy="3869151"/>
          </a:xfrm>
          <a:prstGeom prst="rect">
            <a:avLst/>
          </a:prstGeom>
        </p:spPr>
      </p:pic>
      <p:sp>
        <p:nvSpPr>
          <p:cNvPr id="10" name="TextBox 9">
            <a:extLst>
              <a:ext uri="{FF2B5EF4-FFF2-40B4-BE49-F238E27FC236}">
                <a16:creationId xmlns:a16="http://schemas.microsoft.com/office/drawing/2014/main" id="{3FF5D812-AA07-E273-C83E-657A723BF81B}"/>
              </a:ext>
            </a:extLst>
          </p:cNvPr>
          <p:cNvSpPr txBox="1"/>
          <p:nvPr/>
        </p:nvSpPr>
        <p:spPr>
          <a:xfrm>
            <a:off x="424873" y="638048"/>
            <a:ext cx="2161310" cy="461665"/>
          </a:xfrm>
          <a:prstGeom prst="rect">
            <a:avLst/>
          </a:prstGeom>
          <a:noFill/>
        </p:spPr>
        <p:txBody>
          <a:bodyPr wrap="square" rtlCol="0">
            <a:spAutoFit/>
          </a:bodyPr>
          <a:lstStyle/>
          <a:p>
            <a:r>
              <a:rPr lang="en-GB" sz="2400" dirty="0"/>
              <a:t>GHANTT CHART</a:t>
            </a:r>
            <a:endParaRPr lang="en-US" sz="2400" dirty="0"/>
          </a:p>
        </p:txBody>
      </p:sp>
    </p:spTree>
    <p:extLst>
      <p:ext uri="{BB962C8B-B14F-4D97-AF65-F5344CB8AC3E}">
        <p14:creationId xmlns:p14="http://schemas.microsoft.com/office/powerpoint/2010/main" val="2864293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08. </a:t>
            </a:r>
            <a:r>
              <a:rPr lang="en-US" dirty="0"/>
              <a:t>Tentative Budget</a:t>
            </a:r>
          </a:p>
        </p:txBody>
      </p:sp>
      <p:sp>
        <p:nvSpPr>
          <p:cNvPr id="4" name="Date Placeholder 3"/>
          <p:cNvSpPr>
            <a:spLocks noGrp="1"/>
          </p:cNvSpPr>
          <p:nvPr>
            <p:ph type="dt" sz="half" idx="10"/>
          </p:nvPr>
        </p:nvSpPr>
        <p:spPr/>
        <p:txBody>
          <a:bodyPr/>
          <a:lstStyle/>
          <a:p>
            <a:fld id="{5BEC768C-970C-4EFB-B5DE-E73583204FED}"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18</a:t>
            </a:fld>
            <a:endParaRPr lang="en-US"/>
          </a:p>
        </p:txBody>
      </p:sp>
    </p:spTree>
    <p:extLst>
      <p:ext uri="{BB962C8B-B14F-4D97-AF65-F5344CB8AC3E}">
        <p14:creationId xmlns:p14="http://schemas.microsoft.com/office/powerpoint/2010/main" val="2455035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19</a:t>
            </a:fld>
            <a:endParaRPr lang="en-US"/>
          </a:p>
        </p:txBody>
      </p:sp>
      <p:graphicFrame>
        <p:nvGraphicFramePr>
          <p:cNvPr id="20" name="Table 19">
            <a:extLst>
              <a:ext uri="{FF2B5EF4-FFF2-40B4-BE49-F238E27FC236}">
                <a16:creationId xmlns:a16="http://schemas.microsoft.com/office/drawing/2014/main" id="{C26D28E0-B2DD-84A8-D69D-211B3BFBA822}"/>
              </a:ext>
            </a:extLst>
          </p:cNvPr>
          <p:cNvGraphicFramePr>
            <a:graphicFrameLocks noGrp="1"/>
          </p:cNvGraphicFramePr>
          <p:nvPr>
            <p:extLst>
              <p:ext uri="{D42A27DB-BD31-4B8C-83A1-F6EECF244321}">
                <p14:modId xmlns:p14="http://schemas.microsoft.com/office/powerpoint/2010/main" val="1956197986"/>
              </p:ext>
            </p:extLst>
          </p:nvPr>
        </p:nvGraphicFramePr>
        <p:xfrm>
          <a:off x="959427" y="427003"/>
          <a:ext cx="10273146" cy="5247024"/>
        </p:xfrm>
        <a:graphic>
          <a:graphicData uri="http://schemas.openxmlformats.org/drawingml/2006/table">
            <a:tbl>
              <a:tblPr firstRow="1" bandRow="1">
                <a:tableStyleId>{5C22544A-7EE6-4342-B048-85BDC9FD1C3A}</a:tableStyleId>
              </a:tblPr>
              <a:tblGrid>
                <a:gridCol w="3424382">
                  <a:extLst>
                    <a:ext uri="{9D8B030D-6E8A-4147-A177-3AD203B41FA5}">
                      <a16:colId xmlns:a16="http://schemas.microsoft.com/office/drawing/2014/main" val="4105988133"/>
                    </a:ext>
                  </a:extLst>
                </a:gridCol>
                <a:gridCol w="5074227">
                  <a:extLst>
                    <a:ext uri="{9D8B030D-6E8A-4147-A177-3AD203B41FA5}">
                      <a16:colId xmlns:a16="http://schemas.microsoft.com/office/drawing/2014/main" val="2130225552"/>
                    </a:ext>
                  </a:extLst>
                </a:gridCol>
                <a:gridCol w="1774537">
                  <a:extLst>
                    <a:ext uri="{9D8B030D-6E8A-4147-A177-3AD203B41FA5}">
                      <a16:colId xmlns:a16="http://schemas.microsoft.com/office/drawing/2014/main" val="3712167913"/>
                    </a:ext>
                  </a:extLst>
                </a:gridCol>
              </a:tblGrid>
              <a:tr h="481948">
                <a:tc>
                  <a:txBody>
                    <a:bodyPr/>
                    <a:lstStyle/>
                    <a:p>
                      <a:r>
                        <a:rPr lang="en-US" dirty="0"/>
                        <a:t>Item/Resource</a:t>
                      </a:r>
                    </a:p>
                  </a:txBody>
                  <a:tcPr/>
                </a:tc>
                <a:tc>
                  <a:txBody>
                    <a:bodyPr/>
                    <a:lstStyle/>
                    <a:p>
                      <a:r>
                        <a:rPr lang="en-US" dirty="0"/>
                        <a:t>Details</a:t>
                      </a:r>
                    </a:p>
                  </a:txBody>
                  <a:tcPr/>
                </a:tc>
                <a:tc>
                  <a:txBody>
                    <a:bodyPr/>
                    <a:lstStyle/>
                    <a:p>
                      <a:r>
                        <a:rPr lang="en-GB" dirty="0"/>
                        <a:t>Cost</a:t>
                      </a:r>
                      <a:endParaRPr lang="en-US" dirty="0"/>
                    </a:p>
                  </a:txBody>
                  <a:tcPr/>
                </a:tc>
                <a:extLst>
                  <a:ext uri="{0D108BD9-81ED-4DB2-BD59-A6C34878D82A}">
                    <a16:rowId xmlns:a16="http://schemas.microsoft.com/office/drawing/2014/main" val="969990434"/>
                  </a:ext>
                </a:extLst>
              </a:tr>
              <a:tr h="481948">
                <a:tc>
                  <a:txBody>
                    <a:bodyPr/>
                    <a:lstStyle/>
                    <a:p>
                      <a:r>
                        <a:rPr lang="en-GB" dirty="0"/>
                        <a:t>Cloud services</a:t>
                      </a:r>
                      <a:endParaRPr lang="en-US" dirty="0"/>
                    </a:p>
                  </a:txBody>
                  <a:tcPr/>
                </a:tc>
                <a:tc>
                  <a:txBody>
                    <a:bodyPr/>
                    <a:lstStyle/>
                    <a:p>
                      <a:r>
                        <a:rPr lang="en-US" dirty="0"/>
                        <a:t>For training NLP models</a:t>
                      </a:r>
                    </a:p>
                  </a:txBody>
                  <a:tcPr/>
                </a:tc>
                <a:tc>
                  <a:txBody>
                    <a:bodyPr/>
                    <a:lstStyle/>
                    <a:p>
                      <a:r>
                        <a:rPr lang="en-GB" dirty="0"/>
                        <a:t>$0</a:t>
                      </a:r>
                      <a:endParaRPr lang="en-US" dirty="0"/>
                    </a:p>
                  </a:txBody>
                  <a:tcPr/>
                </a:tc>
                <a:extLst>
                  <a:ext uri="{0D108BD9-81ED-4DB2-BD59-A6C34878D82A}">
                    <a16:rowId xmlns:a16="http://schemas.microsoft.com/office/drawing/2014/main" val="1047307258"/>
                  </a:ext>
                </a:extLst>
              </a:tr>
              <a:tr h="742331">
                <a:tc>
                  <a:txBody>
                    <a:bodyPr/>
                    <a:lstStyle/>
                    <a:p>
                      <a:r>
                        <a:rPr lang="en-US" dirty="0"/>
                        <a:t>Data Acquisition</a:t>
                      </a:r>
                    </a:p>
                  </a:txBody>
                  <a:tcPr/>
                </a:tc>
                <a:tc>
                  <a:txBody>
                    <a:bodyPr/>
                    <a:lstStyle/>
                    <a:p>
                      <a:r>
                        <a:rPr lang="en-GB" dirty="0"/>
                        <a:t>For premium datasets or additional resources as needed.</a:t>
                      </a:r>
                      <a:endParaRPr lang="en-US" dirty="0"/>
                    </a:p>
                  </a:txBody>
                  <a:tcPr/>
                </a:tc>
                <a:tc>
                  <a:txBody>
                    <a:bodyPr/>
                    <a:lstStyle/>
                    <a:p>
                      <a:r>
                        <a:rPr lang="en-US" dirty="0"/>
                        <a:t>$30</a:t>
                      </a:r>
                    </a:p>
                  </a:txBody>
                  <a:tcPr/>
                </a:tc>
                <a:extLst>
                  <a:ext uri="{0D108BD9-81ED-4DB2-BD59-A6C34878D82A}">
                    <a16:rowId xmlns:a16="http://schemas.microsoft.com/office/drawing/2014/main" val="3854508367"/>
                  </a:ext>
                </a:extLst>
              </a:tr>
              <a:tr h="481948">
                <a:tc>
                  <a:txBody>
                    <a:bodyPr/>
                    <a:lstStyle/>
                    <a:p>
                      <a:r>
                        <a:rPr lang="en-US" dirty="0"/>
                        <a:t>Software Licenses</a:t>
                      </a:r>
                    </a:p>
                  </a:txBody>
                  <a:tcPr/>
                </a:tc>
                <a:tc>
                  <a:txBody>
                    <a:bodyPr/>
                    <a:lstStyle/>
                    <a:p>
                      <a:r>
                        <a:rPr lang="en-GB" dirty="0"/>
                        <a:t>For any premium libraries or tools</a:t>
                      </a:r>
                      <a:endParaRPr lang="en-US" dirty="0"/>
                    </a:p>
                  </a:txBody>
                  <a:tcPr/>
                </a:tc>
                <a:tc>
                  <a:txBody>
                    <a:bodyPr/>
                    <a:lstStyle/>
                    <a:p>
                      <a:r>
                        <a:rPr lang="en-US" dirty="0"/>
                        <a:t>$0</a:t>
                      </a:r>
                    </a:p>
                  </a:txBody>
                  <a:tcPr/>
                </a:tc>
                <a:extLst>
                  <a:ext uri="{0D108BD9-81ED-4DB2-BD59-A6C34878D82A}">
                    <a16:rowId xmlns:a16="http://schemas.microsoft.com/office/drawing/2014/main" val="2996658992"/>
                  </a:ext>
                </a:extLst>
              </a:tr>
              <a:tr h="831856">
                <a:tc>
                  <a:txBody>
                    <a:bodyPr/>
                    <a:lstStyle/>
                    <a:p>
                      <a:r>
                        <a:rPr lang="en-US" dirty="0"/>
                        <a:t>Miscellaneous Tools/Plugins</a:t>
                      </a:r>
                    </a:p>
                  </a:txBody>
                  <a:tcPr/>
                </a:tc>
                <a:tc>
                  <a:txBody>
                    <a:bodyPr/>
                    <a:lstStyle/>
                    <a:p>
                      <a:r>
                        <a:rPr lang="en-US" dirty="0"/>
                        <a:t>Additional plugins or libraries for enhancements</a:t>
                      </a:r>
                    </a:p>
                  </a:txBody>
                  <a:tcPr/>
                </a:tc>
                <a:tc>
                  <a:txBody>
                    <a:bodyPr/>
                    <a:lstStyle/>
                    <a:p>
                      <a:r>
                        <a:rPr lang="en-US" dirty="0"/>
                        <a:t>$10</a:t>
                      </a:r>
                    </a:p>
                  </a:txBody>
                  <a:tcPr/>
                </a:tc>
                <a:extLst>
                  <a:ext uri="{0D108BD9-81ED-4DB2-BD59-A6C34878D82A}">
                    <a16:rowId xmlns:a16="http://schemas.microsoft.com/office/drawing/2014/main" val="1202237703"/>
                  </a:ext>
                </a:extLst>
              </a:tr>
              <a:tr h="742331">
                <a:tc>
                  <a:txBody>
                    <a:bodyPr/>
                    <a:lstStyle/>
                    <a:p>
                      <a:r>
                        <a:rPr lang="en-US" dirty="0"/>
                        <a:t>Contingency Fund</a:t>
                      </a:r>
                    </a:p>
                  </a:txBody>
                  <a:tcPr/>
                </a:tc>
                <a:tc>
                  <a:txBody>
                    <a:bodyPr/>
                    <a:lstStyle/>
                    <a:p>
                      <a:r>
                        <a:rPr lang="en-GB" dirty="0"/>
                        <a:t>Backup for unforeseen expenses in the project</a:t>
                      </a:r>
                      <a:endParaRPr lang="en-US" dirty="0"/>
                    </a:p>
                  </a:txBody>
                  <a:tcPr/>
                </a:tc>
                <a:tc>
                  <a:txBody>
                    <a:bodyPr/>
                    <a:lstStyle/>
                    <a:p>
                      <a:r>
                        <a:rPr lang="en-US" dirty="0"/>
                        <a:t>$20</a:t>
                      </a:r>
                    </a:p>
                  </a:txBody>
                  <a:tcPr/>
                </a:tc>
                <a:extLst>
                  <a:ext uri="{0D108BD9-81ED-4DB2-BD59-A6C34878D82A}">
                    <a16:rowId xmlns:a16="http://schemas.microsoft.com/office/drawing/2014/main" val="3614333186"/>
                  </a:ext>
                </a:extLst>
              </a:tr>
              <a:tr h="742331">
                <a:tc>
                  <a:txBody>
                    <a:bodyPr/>
                    <a:lstStyle/>
                    <a:p>
                      <a:r>
                        <a:rPr lang="en-US" dirty="0"/>
                        <a:t>Personal Labor</a:t>
                      </a:r>
                    </a:p>
                  </a:txBody>
                  <a:tcPr/>
                </a:tc>
                <a:tc>
                  <a:txBody>
                    <a:bodyPr/>
                    <a:lstStyle/>
                    <a:p>
                      <a:r>
                        <a:rPr lang="en-GB" dirty="0"/>
                        <a:t>Compensation for 10 weeks of dedicated project work</a:t>
                      </a:r>
                      <a:endParaRPr lang="en-US" dirty="0"/>
                    </a:p>
                  </a:txBody>
                  <a:tcPr/>
                </a:tc>
                <a:tc>
                  <a:txBody>
                    <a:bodyPr/>
                    <a:lstStyle/>
                    <a:p>
                      <a:r>
                        <a:rPr lang="en-US" dirty="0"/>
                        <a:t>$50</a:t>
                      </a:r>
                    </a:p>
                  </a:txBody>
                  <a:tcPr/>
                </a:tc>
                <a:extLst>
                  <a:ext uri="{0D108BD9-81ED-4DB2-BD59-A6C34878D82A}">
                    <a16:rowId xmlns:a16="http://schemas.microsoft.com/office/drawing/2014/main" val="1055948667"/>
                  </a:ext>
                </a:extLst>
              </a:tr>
              <a:tr h="742331">
                <a:tc>
                  <a:txBody>
                    <a:bodyPr/>
                    <a:lstStyle/>
                    <a:p>
                      <a:r>
                        <a:rPr lang="en-GB" dirty="0"/>
                        <a:t>Total</a:t>
                      </a:r>
                      <a:endParaRPr lang="en-US" dirty="0"/>
                    </a:p>
                  </a:txBody>
                  <a:tcPr>
                    <a:solidFill>
                      <a:srgbClr val="00B0F0"/>
                    </a:solidFill>
                  </a:tcPr>
                </a:tc>
                <a:tc>
                  <a:txBody>
                    <a:bodyPr/>
                    <a:lstStyle/>
                    <a:p>
                      <a:r>
                        <a:rPr lang="en-GB" dirty="0"/>
                        <a:t>Approximate total cost for project completion</a:t>
                      </a:r>
                      <a:endParaRPr lang="en-US" dirty="0"/>
                    </a:p>
                  </a:txBody>
                  <a:tcPr>
                    <a:solidFill>
                      <a:srgbClr val="00B0F0"/>
                    </a:solidFill>
                  </a:tcPr>
                </a:tc>
                <a:tc>
                  <a:txBody>
                    <a:bodyPr/>
                    <a:lstStyle/>
                    <a:p>
                      <a:r>
                        <a:rPr lang="en-US"/>
                        <a:t>$110</a:t>
                      </a:r>
                      <a:endParaRPr lang="en-US" dirty="0"/>
                    </a:p>
                  </a:txBody>
                  <a:tcPr>
                    <a:solidFill>
                      <a:srgbClr val="00B0F0"/>
                    </a:solidFill>
                  </a:tcPr>
                </a:tc>
                <a:extLst>
                  <a:ext uri="{0D108BD9-81ED-4DB2-BD59-A6C34878D82A}">
                    <a16:rowId xmlns:a16="http://schemas.microsoft.com/office/drawing/2014/main" val="217872717"/>
                  </a:ext>
                </a:extLst>
              </a:tr>
            </a:tbl>
          </a:graphicData>
        </a:graphic>
      </p:graphicFrame>
      <p:sp>
        <p:nvSpPr>
          <p:cNvPr id="22" name="TextBox 21">
            <a:extLst>
              <a:ext uri="{FF2B5EF4-FFF2-40B4-BE49-F238E27FC236}">
                <a16:creationId xmlns:a16="http://schemas.microsoft.com/office/drawing/2014/main" id="{3744D9F9-D3D0-B596-0D8D-B7730F87D3EF}"/>
              </a:ext>
            </a:extLst>
          </p:cNvPr>
          <p:cNvSpPr txBox="1"/>
          <p:nvPr/>
        </p:nvSpPr>
        <p:spPr>
          <a:xfrm>
            <a:off x="8521935" y="5722229"/>
            <a:ext cx="2831865" cy="338554"/>
          </a:xfrm>
          <a:prstGeom prst="rect">
            <a:avLst/>
          </a:prstGeom>
          <a:noFill/>
        </p:spPr>
        <p:txBody>
          <a:bodyPr wrap="none" rtlCol="0">
            <a:spAutoFit/>
          </a:bodyPr>
          <a:lstStyle/>
          <a:p>
            <a:r>
              <a:rPr lang="en-GB" sz="1600" dirty="0"/>
              <a:t>All expenses are only estimates.</a:t>
            </a:r>
            <a:endParaRPr lang="en-US" sz="1600" dirty="0"/>
          </a:p>
        </p:txBody>
      </p:sp>
    </p:spTree>
    <p:extLst>
      <p:ext uri="{BB962C8B-B14F-4D97-AF65-F5344CB8AC3E}">
        <p14:creationId xmlns:p14="http://schemas.microsoft.com/office/powerpoint/2010/main" val="728560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09. </a:t>
            </a:r>
            <a:r>
              <a:rPr lang="en-US" dirty="0"/>
              <a:t>Evaluation Plan</a:t>
            </a:r>
          </a:p>
        </p:txBody>
      </p:sp>
      <p:sp>
        <p:nvSpPr>
          <p:cNvPr id="4" name="Date Placeholder 3"/>
          <p:cNvSpPr>
            <a:spLocks noGrp="1"/>
          </p:cNvSpPr>
          <p:nvPr>
            <p:ph type="dt" sz="half" idx="10"/>
          </p:nvPr>
        </p:nvSpPr>
        <p:spPr/>
        <p:txBody>
          <a:bodyPr/>
          <a:lstStyle/>
          <a:p>
            <a:fld id="{5BEC768C-970C-4EFB-B5DE-E73583204FED}"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20</a:t>
            </a:fld>
            <a:endParaRPr lang="en-US"/>
          </a:p>
        </p:txBody>
      </p:sp>
    </p:spTree>
    <p:extLst>
      <p:ext uri="{BB962C8B-B14F-4D97-AF65-F5344CB8AC3E}">
        <p14:creationId xmlns:p14="http://schemas.microsoft.com/office/powerpoint/2010/main" val="2999461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lstStyle/>
          <a:p>
            <a:pPr marL="0" indent="0">
              <a:buNone/>
            </a:pPr>
            <a:r>
              <a:rPr lang="en-GB" b="1" dirty="0"/>
              <a:t>ROUGE (Recall-Oriented Understudy for Gisting Evaluation)</a:t>
            </a:r>
          </a:p>
          <a:p>
            <a:pPr marL="0" indent="0">
              <a:buNone/>
            </a:pPr>
            <a:endParaRPr lang="en-GB" dirty="0"/>
          </a:p>
          <a:p>
            <a:pPr lvl="1">
              <a:buFont typeface="Wingdings" panose="05000000000000000000" pitchFamily="2" charset="2"/>
              <a:buChar char="§"/>
            </a:pPr>
            <a:r>
              <a:rPr lang="en-GB" b="1" dirty="0"/>
              <a:t>ROUGE-N:</a:t>
            </a:r>
            <a:r>
              <a:rPr lang="en-GB" dirty="0"/>
              <a:t> Measures the overlap of n-grams between the generated summaries and reference summaries. Commonly used for evaluating both extractive and abstractive summarization.</a:t>
            </a:r>
          </a:p>
          <a:p>
            <a:pPr marL="457200" lvl="1" indent="0">
              <a:buNone/>
            </a:pPr>
            <a:endParaRPr lang="en-GB" dirty="0"/>
          </a:p>
          <a:p>
            <a:pPr lvl="1">
              <a:buFont typeface="Wingdings" panose="05000000000000000000" pitchFamily="2" charset="2"/>
              <a:buChar char="§"/>
            </a:pPr>
            <a:r>
              <a:rPr lang="en-GB" b="1" dirty="0"/>
              <a:t>ROUGE-L:</a:t>
            </a:r>
            <a:r>
              <a:rPr lang="en-GB" dirty="0"/>
              <a:t> Evaluates the longest common subsequence to assess the fluency and coherence of generated summaries.</a:t>
            </a:r>
          </a:p>
        </p:txBody>
      </p:sp>
      <p:sp>
        <p:nvSpPr>
          <p:cNvPr id="4" name="Date Placeholder 3"/>
          <p:cNvSpPr>
            <a:spLocks noGrp="1"/>
          </p:cNvSpPr>
          <p:nvPr>
            <p:ph type="dt" sz="half" idx="10"/>
          </p:nvPr>
        </p:nvSpPr>
        <p:spPr/>
        <p:txBody>
          <a:bodyPr/>
          <a:lstStyle/>
          <a:p>
            <a:fld id="{3437773C-C63E-4153-AD6F-417D2DE601BE}"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21</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2929082" y="194173"/>
            <a:ext cx="6333836" cy="769441"/>
          </a:xfrm>
          <a:prstGeom prst="rect">
            <a:avLst/>
          </a:prstGeom>
          <a:noFill/>
        </p:spPr>
        <p:txBody>
          <a:bodyPr wrap="square" rtlCol="0">
            <a:spAutoFit/>
          </a:bodyPr>
          <a:lstStyle/>
          <a:p>
            <a:r>
              <a:rPr lang="en-GB" sz="4400" b="1" dirty="0"/>
              <a:t>Model Evaluation Method</a:t>
            </a:r>
            <a:endParaRPr lang="en-US" sz="4400" b="1" dirty="0"/>
          </a:p>
        </p:txBody>
      </p:sp>
    </p:spTree>
    <p:extLst>
      <p:ext uri="{BB962C8B-B14F-4D97-AF65-F5344CB8AC3E}">
        <p14:creationId xmlns:p14="http://schemas.microsoft.com/office/powerpoint/2010/main" val="1415970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lstStyle/>
          <a:p>
            <a:pPr marL="0" indent="0">
              <a:buNone/>
            </a:pPr>
            <a:r>
              <a:rPr lang="en-GB" b="1" dirty="0"/>
              <a:t>F1 Score</a:t>
            </a:r>
          </a:p>
          <a:p>
            <a:pPr marL="0" indent="0">
              <a:buNone/>
            </a:pPr>
            <a:endParaRPr lang="en-GB" dirty="0"/>
          </a:p>
          <a:p>
            <a:pPr lvl="1">
              <a:buFont typeface="Wingdings" panose="05000000000000000000" pitchFamily="2" charset="2"/>
              <a:buChar char="§"/>
            </a:pPr>
            <a:r>
              <a:rPr lang="en-GB" dirty="0"/>
              <a:t>Balances precision and recall, providing a comprehensive measure of model performance, especially in cases where both false positives and false negatives are critical.</a:t>
            </a:r>
          </a:p>
        </p:txBody>
      </p:sp>
      <p:sp>
        <p:nvSpPr>
          <p:cNvPr id="4" name="Date Placeholder 3"/>
          <p:cNvSpPr>
            <a:spLocks noGrp="1"/>
          </p:cNvSpPr>
          <p:nvPr>
            <p:ph type="dt" sz="half" idx="10"/>
          </p:nvPr>
        </p:nvSpPr>
        <p:spPr/>
        <p:txBody>
          <a:bodyPr/>
          <a:lstStyle/>
          <a:p>
            <a:fld id="{3437773C-C63E-4153-AD6F-417D2DE601BE}"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22</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3463637" y="136525"/>
            <a:ext cx="5059217" cy="769441"/>
          </a:xfrm>
          <a:prstGeom prst="rect">
            <a:avLst/>
          </a:prstGeom>
          <a:noFill/>
        </p:spPr>
        <p:txBody>
          <a:bodyPr wrap="square" rtlCol="0">
            <a:spAutoFit/>
          </a:bodyPr>
          <a:lstStyle/>
          <a:p>
            <a:r>
              <a:rPr lang="en-GB" sz="4400" b="1" dirty="0"/>
              <a:t>Performance Metrics</a:t>
            </a:r>
            <a:endParaRPr lang="en-US" sz="4400" b="1" dirty="0"/>
          </a:p>
        </p:txBody>
      </p:sp>
    </p:spTree>
    <p:extLst>
      <p:ext uri="{BB962C8B-B14F-4D97-AF65-F5344CB8AC3E}">
        <p14:creationId xmlns:p14="http://schemas.microsoft.com/office/powerpoint/2010/main" val="3701384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10. </a:t>
            </a:r>
            <a:r>
              <a:rPr lang="en-US" dirty="0"/>
              <a:t>Limitations</a:t>
            </a:r>
          </a:p>
        </p:txBody>
      </p:sp>
      <p:sp>
        <p:nvSpPr>
          <p:cNvPr id="4" name="Date Placeholder 3"/>
          <p:cNvSpPr>
            <a:spLocks noGrp="1"/>
          </p:cNvSpPr>
          <p:nvPr>
            <p:ph type="dt" sz="half" idx="10"/>
          </p:nvPr>
        </p:nvSpPr>
        <p:spPr/>
        <p:txBody>
          <a:bodyPr/>
          <a:lstStyle/>
          <a:p>
            <a:fld id="{5BEC768C-970C-4EFB-B5DE-E73583204FED}"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23</a:t>
            </a:fld>
            <a:endParaRPr lang="en-US"/>
          </a:p>
        </p:txBody>
      </p:sp>
    </p:spTree>
    <p:extLst>
      <p:ext uri="{BB962C8B-B14F-4D97-AF65-F5344CB8AC3E}">
        <p14:creationId xmlns:p14="http://schemas.microsoft.com/office/powerpoint/2010/main" val="4001053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7188"/>
            <a:ext cx="10515600" cy="5498812"/>
          </a:xfrm>
        </p:spPr>
        <p:txBody>
          <a:bodyPr/>
          <a:lstStyle/>
          <a:p>
            <a:pPr marL="0" indent="0">
              <a:buNone/>
            </a:pPr>
            <a:r>
              <a:rPr lang="en-GB" b="1" dirty="0"/>
              <a:t>Budget Constraints:</a:t>
            </a:r>
            <a:endParaRPr lang="en-GB" dirty="0"/>
          </a:p>
          <a:p>
            <a:pPr lvl="1">
              <a:buFont typeface="Wingdings" panose="05000000000000000000" pitchFamily="2" charset="2"/>
              <a:buChar char="§"/>
            </a:pPr>
            <a:r>
              <a:rPr lang="en-GB" dirty="0"/>
              <a:t>The allocated budget may limit access to premium datasets, advanced computational resources, and software licenses, potentially impacting the depth and breadth of the project.</a:t>
            </a:r>
          </a:p>
          <a:p>
            <a:pPr marL="0" indent="0">
              <a:buNone/>
            </a:pPr>
            <a:r>
              <a:rPr lang="en-GB" b="1" dirty="0"/>
              <a:t>Technical Limitations:</a:t>
            </a:r>
            <a:endParaRPr lang="en-GB" dirty="0"/>
          </a:p>
          <a:p>
            <a:pPr lvl="1">
              <a:buFont typeface="Wingdings" panose="05000000000000000000" pitchFamily="2" charset="2"/>
              <a:buChar char="§"/>
            </a:pPr>
            <a:r>
              <a:rPr lang="en-GB" dirty="0"/>
              <a:t>The availability of computational resources may constrain the complexity of models that can be trained, limiting experimentation with more advanced architectures (e.g., Transformers) that require significant computational power.</a:t>
            </a:r>
          </a:p>
          <a:p>
            <a:r>
              <a:rPr lang="en-GB" b="1" dirty="0"/>
              <a:t>Time Constraints:</a:t>
            </a:r>
            <a:endParaRPr lang="en-GB" dirty="0"/>
          </a:p>
          <a:p>
            <a:pPr lvl="1">
              <a:buFont typeface="Wingdings" panose="05000000000000000000" pitchFamily="2" charset="2"/>
              <a:buChar char="§"/>
            </a:pPr>
            <a:r>
              <a:rPr lang="en-GB" dirty="0"/>
              <a:t>A 10-week project timeline may limit the extent of research and experimentation possible, potentially affecting the thoroughness of model evaluation and iteration.</a:t>
            </a:r>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24</a:t>
            </a:fld>
            <a:endParaRPr lang="en-US"/>
          </a:p>
        </p:txBody>
      </p:sp>
    </p:spTree>
    <p:extLst>
      <p:ext uri="{BB962C8B-B14F-4D97-AF65-F5344CB8AC3E}">
        <p14:creationId xmlns:p14="http://schemas.microsoft.com/office/powerpoint/2010/main" val="421766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References</a:t>
            </a:r>
            <a:endParaRPr lang="en-US" dirty="0"/>
          </a:p>
        </p:txBody>
      </p:sp>
      <p:sp>
        <p:nvSpPr>
          <p:cNvPr id="3" name="Content Placeholder 2"/>
          <p:cNvSpPr>
            <a:spLocks noGrp="1"/>
          </p:cNvSpPr>
          <p:nvPr>
            <p:ph idx="1"/>
          </p:nvPr>
        </p:nvSpPr>
        <p:spPr/>
        <p:txBody>
          <a:bodyPr>
            <a:normAutofit/>
          </a:bodyPr>
          <a:lstStyle/>
          <a:p>
            <a:pPr marL="0" indent="0">
              <a:buNone/>
            </a:pPr>
            <a:r>
              <a:rPr lang="en-GB" sz="2400" b="0" i="0" dirty="0">
                <a:effectLst/>
                <a:latin typeface="Calibri" panose="020F0502020204030204" pitchFamily="34" charset="0"/>
              </a:rPr>
              <a:t>Zhang, H., Xu, J. and Wang, J. (2019). </a:t>
            </a:r>
            <a:r>
              <a:rPr lang="en-GB" sz="2400" b="0" i="1" dirty="0">
                <a:effectLst/>
                <a:latin typeface="Calibri" panose="020F0502020204030204" pitchFamily="34" charset="0"/>
              </a:rPr>
              <a:t>Pretraining-Based Natural Language Generation for Text Summarization</a:t>
            </a:r>
            <a:r>
              <a:rPr lang="en-GB" sz="2400" b="0" i="0" dirty="0">
                <a:effectLst/>
                <a:latin typeface="Calibri" panose="020F0502020204030204" pitchFamily="34" charset="0"/>
              </a:rPr>
              <a:t>. [online] arXiv.org. Available at: https://doi.org/10.48550/arXiv.1902.09243 [Accessed 29 Sep. 2024].</a:t>
            </a:r>
          </a:p>
          <a:p>
            <a:pPr marL="0" indent="0">
              <a:buNone/>
            </a:pPr>
            <a:r>
              <a:rPr lang="en-GB" sz="2400" b="0" i="0" dirty="0">
                <a:effectLst/>
                <a:latin typeface="Calibri" panose="020F0502020204030204" pitchFamily="34" charset="0"/>
              </a:rPr>
              <a:t>Cheng, J. and Lapata, M. (2016). </a:t>
            </a:r>
            <a:r>
              <a:rPr lang="en-GB" sz="2400" b="0" i="1" dirty="0">
                <a:effectLst/>
                <a:latin typeface="Calibri" panose="020F0502020204030204" pitchFamily="34" charset="0"/>
              </a:rPr>
              <a:t>Neural Summarization by Extracting Sentences and Words</a:t>
            </a:r>
            <a:r>
              <a:rPr lang="en-GB" sz="2400" b="0" i="0" dirty="0">
                <a:effectLst/>
                <a:latin typeface="Calibri" panose="020F0502020204030204" pitchFamily="34" charset="0"/>
              </a:rPr>
              <a:t>. [online] ACLWeb. doi:https://doi.org/10.18653/v1/P16-1046.</a:t>
            </a:r>
          </a:p>
          <a:p>
            <a:pPr marL="0" indent="0">
              <a:buNone/>
            </a:pPr>
            <a:r>
              <a:rPr lang="en-GB" sz="2400" b="0" i="0" dirty="0">
                <a:effectLst/>
                <a:latin typeface="Calibri" panose="020F0502020204030204" pitchFamily="34" charset="0"/>
              </a:rPr>
              <a:t>Nenkova, A. (2011). Automatic Summarization. </a:t>
            </a:r>
            <a:r>
              <a:rPr lang="en-GB" sz="2400" b="0" i="1" dirty="0">
                <a:effectLst/>
                <a:latin typeface="Calibri" panose="020F0502020204030204" pitchFamily="34" charset="0"/>
              </a:rPr>
              <a:t>Foundations and Trends® in Information Retrieval</a:t>
            </a:r>
            <a:r>
              <a:rPr lang="en-GB" sz="2400" b="0" i="0" dirty="0">
                <a:effectLst/>
                <a:latin typeface="Calibri" panose="020F0502020204030204" pitchFamily="34" charset="0"/>
              </a:rPr>
              <a:t>, 5(2), pp.103–233. doi:https://doi.org/10.1561/1500000015.</a:t>
            </a:r>
          </a:p>
          <a:p>
            <a:pPr marL="0" indent="0">
              <a:buNone/>
            </a:pPr>
            <a:r>
              <a:rPr lang="en-GB" sz="2400" b="0" i="0" dirty="0">
                <a:effectLst/>
                <a:latin typeface="Calibri" panose="020F0502020204030204" pitchFamily="34" charset="0"/>
              </a:rPr>
              <a:t>Liu, Y. and Lapata, M. (2019). </a:t>
            </a:r>
            <a:r>
              <a:rPr lang="en-GB" sz="2400" b="0" i="1" dirty="0">
                <a:effectLst/>
                <a:latin typeface="Calibri" panose="020F0502020204030204" pitchFamily="34" charset="0"/>
              </a:rPr>
              <a:t>Text Summarization with Pretrained Encoders</a:t>
            </a:r>
            <a:r>
              <a:rPr lang="en-GB" sz="2400" b="0" i="0" dirty="0">
                <a:effectLst/>
                <a:latin typeface="Calibri" panose="020F0502020204030204" pitchFamily="34" charset="0"/>
              </a:rPr>
              <a:t>. [online] arXiv.org. Available at: https://doi.org/10.48550/arXiv.1908.08345 [Accessed 29 Sep. 2024].</a:t>
            </a:r>
          </a:p>
          <a:p>
            <a:pPr marL="0" indent="0">
              <a:buNone/>
            </a:pPr>
            <a:endParaRPr lang="en-US" sz="2400" dirty="0"/>
          </a:p>
        </p:txBody>
      </p:sp>
      <p:sp>
        <p:nvSpPr>
          <p:cNvPr id="4" name="Date Placeholder 3"/>
          <p:cNvSpPr>
            <a:spLocks noGrp="1"/>
          </p:cNvSpPr>
          <p:nvPr>
            <p:ph type="dt" sz="half" idx="10"/>
          </p:nvPr>
        </p:nvSpPr>
        <p:spPr/>
        <p:txBody>
          <a:bodyPr/>
          <a:lstStyle/>
          <a:p>
            <a:fld id="{3437773C-C63E-4153-AD6F-417D2DE601BE}"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25</a:t>
            </a:fld>
            <a:endParaRPr lang="en-US"/>
          </a:p>
        </p:txBody>
      </p:sp>
    </p:spTree>
    <p:extLst>
      <p:ext uri="{BB962C8B-B14F-4D97-AF65-F5344CB8AC3E}">
        <p14:creationId xmlns:p14="http://schemas.microsoft.com/office/powerpoint/2010/main" val="3153658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11. </a:t>
            </a:r>
            <a:r>
              <a:rPr lang="en-US" dirty="0"/>
              <a:t>Conclusion</a:t>
            </a:r>
          </a:p>
        </p:txBody>
      </p:sp>
      <p:sp>
        <p:nvSpPr>
          <p:cNvPr id="4" name="Date Placeholder 3"/>
          <p:cNvSpPr>
            <a:spLocks noGrp="1"/>
          </p:cNvSpPr>
          <p:nvPr>
            <p:ph type="dt" sz="half" idx="10"/>
          </p:nvPr>
        </p:nvSpPr>
        <p:spPr/>
        <p:txBody>
          <a:bodyPr/>
          <a:lstStyle/>
          <a:p>
            <a:fld id="{5BEC768C-970C-4EFB-B5DE-E73583204FED}"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26</a:t>
            </a:fld>
            <a:endParaRPr lang="en-US"/>
          </a:p>
        </p:txBody>
      </p:sp>
    </p:spTree>
    <p:extLst>
      <p:ext uri="{BB962C8B-B14F-4D97-AF65-F5344CB8AC3E}">
        <p14:creationId xmlns:p14="http://schemas.microsoft.com/office/powerpoint/2010/main" val="3618522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a:t>This project explored extractive and abstractive text summarization, utilizing advanced models like transformers to efficiently condense large text into key insights. The implementation highlights the potential of summarization for enhancing content understanding. Future work will focus on improving model accuracy and addressing technical limitations.</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9/29/2024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27</a:t>
            </a:fld>
            <a:endParaRPr lang="en-US"/>
          </a:p>
        </p:txBody>
      </p:sp>
    </p:spTree>
    <p:extLst>
      <p:ext uri="{BB962C8B-B14F-4D97-AF65-F5344CB8AC3E}">
        <p14:creationId xmlns:p14="http://schemas.microsoft.com/office/powerpoint/2010/main" val="3135003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1973988"/>
          </a:xfrm>
        </p:spPr>
        <p:txBody>
          <a:bodyPr/>
          <a:lstStyle/>
          <a:p>
            <a:pPr algn="ctr"/>
            <a:r>
              <a:rPr lang="en" dirty="0"/>
              <a:t>Thanks!</a:t>
            </a:r>
            <a:endParaRPr lang="en-US" dirty="0"/>
          </a:p>
        </p:txBody>
      </p:sp>
      <p:sp>
        <p:nvSpPr>
          <p:cNvPr id="3" name="Text Placeholder 2"/>
          <p:cNvSpPr>
            <a:spLocks noGrp="1"/>
          </p:cNvSpPr>
          <p:nvPr>
            <p:ph type="body" idx="1"/>
          </p:nvPr>
        </p:nvSpPr>
        <p:spPr>
          <a:xfrm>
            <a:off x="838200" y="3962446"/>
            <a:ext cx="10515600" cy="1500187"/>
          </a:xfrm>
        </p:spPr>
        <p:txBody>
          <a:bodyPr/>
          <a:lstStyle/>
          <a:p>
            <a:pPr lvl="0" algn="ctr"/>
            <a:r>
              <a:rPr lang="en-US" dirty="0">
                <a:solidFill>
                  <a:schemeClr val="tx1">
                    <a:lumMod val="85000"/>
                    <a:lumOff val="15000"/>
                  </a:schemeClr>
                </a:solidFill>
              </a:rPr>
              <a:t>Do you have any questions?</a:t>
            </a:r>
          </a:p>
          <a:p>
            <a:pPr algn="ctr"/>
            <a:endParaRPr lang="en-US" dirty="0"/>
          </a:p>
        </p:txBody>
      </p:sp>
      <p:sp>
        <p:nvSpPr>
          <p:cNvPr id="4" name="Date Placeholder 3"/>
          <p:cNvSpPr>
            <a:spLocks noGrp="1"/>
          </p:cNvSpPr>
          <p:nvPr>
            <p:ph type="dt" sz="half" idx="10"/>
          </p:nvPr>
        </p:nvSpPr>
        <p:spPr/>
        <p:txBody>
          <a:bodyPr/>
          <a:lstStyle/>
          <a:p>
            <a:fld id="{96E1D71B-C944-40CB-9225-EA433BB07F45}" type="datetime1">
              <a:rPr lang="en-US" smtClean="0"/>
              <a:t>9/28/2024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28</a:t>
            </a:fld>
            <a:endParaRPr lang="en-US"/>
          </a:p>
        </p:txBody>
      </p:sp>
    </p:spTree>
    <p:extLst>
      <p:ext uri="{BB962C8B-B14F-4D97-AF65-F5344CB8AC3E}">
        <p14:creationId xmlns:p14="http://schemas.microsoft.com/office/powerpoint/2010/main" val="2660892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4747</TotalTime>
  <Words>1390</Words>
  <Application>Microsoft Office PowerPoint</Application>
  <PresentationFormat>Widescreen</PresentationFormat>
  <Paragraphs>225</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NLP based Text Summarization to retrieve efficient data</vt:lpstr>
      <vt:lpstr> Table of contents </vt:lpstr>
      <vt:lpstr>01. Background Information</vt:lpstr>
      <vt:lpstr>PowerPoint Presentation</vt:lpstr>
      <vt:lpstr> 02. Project Objectives </vt:lpstr>
      <vt:lpstr>PowerPoint Presentation</vt:lpstr>
      <vt:lpstr>03. Literature Review</vt:lpstr>
      <vt:lpstr>PowerPoint Presentation</vt:lpstr>
      <vt:lpstr> 04.Top Level Architecture </vt:lpstr>
      <vt:lpstr>PowerPoint Presentation</vt:lpstr>
      <vt:lpstr> 05. Tools and Technology </vt:lpstr>
      <vt:lpstr>PowerPoint Presentation</vt:lpstr>
      <vt:lpstr>06. Datasets</vt:lpstr>
      <vt:lpstr>   </vt:lpstr>
      <vt:lpstr>   </vt:lpstr>
      <vt:lpstr>07. Timeline</vt:lpstr>
      <vt:lpstr>PowerPoint Presentation</vt:lpstr>
      <vt:lpstr>08. Tentative Budget</vt:lpstr>
      <vt:lpstr>PowerPoint Presentation</vt:lpstr>
      <vt:lpstr>09. Evaluation Plan</vt:lpstr>
      <vt:lpstr>PowerPoint Presentation</vt:lpstr>
      <vt:lpstr>PowerPoint Presentation</vt:lpstr>
      <vt:lpstr>10. Limitations</vt:lpstr>
      <vt:lpstr>PowerPoint Presentation</vt:lpstr>
      <vt:lpstr>References</vt:lpstr>
      <vt:lpstr>11. Conclusion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Proposal Title&gt;</dc:title>
  <dc:creator>RUMANA</dc:creator>
  <cp:lastModifiedBy>Mohammed Naseer Sihanas</cp:lastModifiedBy>
  <cp:revision>4</cp:revision>
  <dcterms:created xsi:type="dcterms:W3CDTF">2023-08-24T05:14:28Z</dcterms:created>
  <dcterms:modified xsi:type="dcterms:W3CDTF">2024-09-30T05:13:55Z</dcterms:modified>
</cp:coreProperties>
</file>