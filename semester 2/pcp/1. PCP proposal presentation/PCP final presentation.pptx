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74" r:id="rId4"/>
    <p:sldId id="259" r:id="rId5"/>
    <p:sldId id="292" r:id="rId6"/>
    <p:sldId id="293" r:id="rId7"/>
    <p:sldId id="266" r:id="rId8"/>
    <p:sldId id="258" r:id="rId9"/>
    <p:sldId id="283" r:id="rId10"/>
    <p:sldId id="263" r:id="rId11"/>
    <p:sldId id="267" r:id="rId12"/>
    <p:sldId id="261" r:id="rId13"/>
    <p:sldId id="268" r:id="rId14"/>
    <p:sldId id="269" r:id="rId15"/>
    <p:sldId id="275" r:id="rId16"/>
    <p:sldId id="270" r:id="rId17"/>
    <p:sldId id="276" r:id="rId18"/>
    <p:sldId id="291" r:id="rId19"/>
    <p:sldId id="260" r:id="rId20"/>
    <p:sldId id="281" r:id="rId21"/>
    <p:sldId id="277" r:id="rId22"/>
    <p:sldId id="271" r:id="rId23"/>
    <p:sldId id="278" r:id="rId24"/>
    <p:sldId id="272" r:id="rId25"/>
    <p:sldId id="282" r:id="rId26"/>
    <p:sldId id="279" r:id="rId27"/>
    <p:sldId id="273" r:id="rId28"/>
    <p:sldId id="288" r:id="rId29"/>
    <p:sldId id="285" r:id="rId30"/>
    <p:sldId id="290" r:id="rId31"/>
    <p:sldId id="26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CA0B4D-1EF0-4107-B531-E5C45D9F1352}" v="120" dt="2024-10-01T08:31:09.4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68" autoAdjust="0"/>
    <p:restoredTop sz="94660"/>
  </p:normalViewPr>
  <p:slideViewPr>
    <p:cSldViewPr snapToGrid="0">
      <p:cViewPr varScale="1">
        <p:scale>
          <a:sx n="48" d="100"/>
          <a:sy n="48" d="100"/>
        </p:scale>
        <p:origin x="82" y="830"/>
      </p:cViewPr>
      <p:guideLst/>
    </p:cSldViewPr>
  </p:slideViewPr>
  <p:notesTextViewPr>
    <p:cViewPr>
      <p:scale>
        <a:sx n="1" d="1"/>
        <a:sy n="1" d="1"/>
      </p:scale>
      <p:origin x="0" y="0"/>
    </p:cViewPr>
  </p:notesText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4BCA0B4D-1EF0-4107-B531-E5C45D9F1352}"/>
    <pc:docChg chg="undo redo custSel addSld delSld modSld sldOrd">
      <pc:chgData name="Mohammed Naseer Sihanas" userId="baf10d46-ca0e-4f93-8b9a-bd1fa4bc7e8f" providerId="ADAL" clId="{4BCA0B4D-1EF0-4107-B531-E5C45D9F1352}" dt="2024-10-02T06:13:02.811" v="4501" actId="20577"/>
      <pc:docMkLst>
        <pc:docMk/>
      </pc:docMkLst>
      <pc:sldChg chg="addSp delSp modSp mod">
        <pc:chgData name="Mohammed Naseer Sihanas" userId="baf10d46-ca0e-4f93-8b9a-bd1fa4bc7e8f" providerId="ADAL" clId="{4BCA0B4D-1EF0-4107-B531-E5C45D9F1352}" dt="2024-10-02T05:52:16.080" v="4323" actId="20577"/>
        <pc:sldMkLst>
          <pc:docMk/>
          <pc:sldMk cId="932762795" sldId="256"/>
        </pc:sldMkLst>
        <pc:spChg chg="mod">
          <ac:chgData name="Mohammed Naseer Sihanas" userId="baf10d46-ca0e-4f93-8b9a-bd1fa4bc7e8f" providerId="ADAL" clId="{4BCA0B4D-1EF0-4107-B531-E5C45D9F1352}" dt="2024-09-29T14:37:08.612" v="2699" actId="404"/>
          <ac:spMkLst>
            <pc:docMk/>
            <pc:sldMk cId="932762795" sldId="256"/>
            <ac:spMk id="2" creationId="{00000000-0000-0000-0000-000000000000}"/>
          </ac:spMkLst>
        </pc:spChg>
        <pc:spChg chg="add del mod">
          <ac:chgData name="Mohammed Naseer Sihanas" userId="baf10d46-ca0e-4f93-8b9a-bd1fa4bc7e8f" providerId="ADAL" clId="{4BCA0B4D-1EF0-4107-B531-E5C45D9F1352}" dt="2024-09-25T06:05:34.290" v="27" actId="478"/>
          <ac:spMkLst>
            <pc:docMk/>
            <pc:sldMk cId="932762795" sldId="256"/>
            <ac:spMk id="3" creationId="{C7547E18-3FC8-FFDE-1830-DFA2AC7EA1EE}"/>
          </ac:spMkLst>
        </pc:spChg>
        <pc:spChg chg="mod">
          <ac:chgData name="Mohammed Naseer Sihanas" userId="baf10d46-ca0e-4f93-8b9a-bd1fa4bc7e8f" providerId="ADAL" clId="{4BCA0B4D-1EF0-4107-B531-E5C45D9F1352}" dt="2024-09-29T03:33:54.198" v="1251" actId="20577"/>
          <ac:spMkLst>
            <pc:docMk/>
            <pc:sldMk cId="932762795" sldId="256"/>
            <ac:spMk id="5" creationId="{00000000-0000-0000-0000-000000000000}"/>
          </ac:spMkLst>
        </pc:spChg>
        <pc:spChg chg="mod">
          <ac:chgData name="Mohammed Naseer Sihanas" userId="baf10d46-ca0e-4f93-8b9a-bd1fa4bc7e8f" providerId="ADAL" clId="{4BCA0B4D-1EF0-4107-B531-E5C45D9F1352}" dt="2024-10-02T05:52:16.080" v="4323" actId="20577"/>
          <ac:spMkLst>
            <pc:docMk/>
            <pc:sldMk cId="932762795" sldId="256"/>
            <ac:spMk id="7" creationId="{00000000-0000-0000-0000-000000000000}"/>
          </ac:spMkLst>
        </pc:spChg>
        <pc:spChg chg="add mod">
          <ac:chgData name="Mohammed Naseer Sihanas" userId="baf10d46-ca0e-4f93-8b9a-bd1fa4bc7e8f" providerId="ADAL" clId="{4BCA0B4D-1EF0-4107-B531-E5C45D9F1352}" dt="2024-09-25T06:10:14.365" v="111" actId="114"/>
          <ac:spMkLst>
            <pc:docMk/>
            <pc:sldMk cId="932762795" sldId="256"/>
            <ac:spMk id="8" creationId="{0A780991-E5A6-7C22-165E-954CFE5E63B7}"/>
          </ac:spMkLst>
        </pc:spChg>
        <pc:spChg chg="add mod">
          <ac:chgData name="Mohammed Naseer Sihanas" userId="baf10d46-ca0e-4f93-8b9a-bd1fa4bc7e8f" providerId="ADAL" clId="{4BCA0B4D-1EF0-4107-B531-E5C45D9F1352}" dt="2024-09-25T06:09:07.594" v="86"/>
          <ac:spMkLst>
            <pc:docMk/>
            <pc:sldMk cId="932762795" sldId="256"/>
            <ac:spMk id="9" creationId="{D35C82BF-E5D2-392A-2986-90479E977367}"/>
          </ac:spMkLst>
        </pc:spChg>
      </pc:sldChg>
      <pc:sldChg chg="modSp mod">
        <pc:chgData name="Mohammed Naseer Sihanas" userId="baf10d46-ca0e-4f93-8b9a-bd1fa4bc7e8f" providerId="ADAL" clId="{4BCA0B4D-1EF0-4107-B531-E5C45D9F1352}" dt="2024-10-02T06:07:02.991" v="4397" actId="27636"/>
        <pc:sldMkLst>
          <pc:docMk/>
          <pc:sldMk cId="891432784" sldId="257"/>
        </pc:sldMkLst>
        <pc:spChg chg="mod">
          <ac:chgData name="Mohammed Naseer Sihanas" userId="baf10d46-ca0e-4f93-8b9a-bd1fa4bc7e8f" providerId="ADAL" clId="{4BCA0B4D-1EF0-4107-B531-E5C45D9F1352}" dt="2024-10-02T06:07:02.991" v="4397" actId="27636"/>
          <ac:spMkLst>
            <pc:docMk/>
            <pc:sldMk cId="891432784" sldId="257"/>
            <ac:spMk id="3" creationId="{00000000-0000-0000-0000-000000000000}"/>
          </ac:spMkLst>
        </pc:spChg>
        <pc:spChg chg="mod">
          <ac:chgData name="Mohammed Naseer Sihanas" userId="baf10d46-ca0e-4f93-8b9a-bd1fa4bc7e8f" providerId="ADAL" clId="{4BCA0B4D-1EF0-4107-B531-E5C45D9F1352}" dt="2024-09-29T14:23:04.106" v="2260" actId="20577"/>
          <ac:spMkLst>
            <pc:docMk/>
            <pc:sldMk cId="891432784" sldId="257"/>
            <ac:spMk id="5" creationId="{00000000-0000-0000-0000-000000000000}"/>
          </ac:spMkLst>
        </pc:spChg>
      </pc:sldChg>
      <pc:sldChg chg="addSp delSp modSp mod">
        <pc:chgData name="Mohammed Naseer Sihanas" userId="baf10d46-ca0e-4f93-8b9a-bd1fa4bc7e8f" providerId="ADAL" clId="{4BCA0B4D-1EF0-4107-B531-E5C45D9F1352}" dt="2024-09-29T03:33:38.230" v="1248" actId="20577"/>
        <pc:sldMkLst>
          <pc:docMk/>
          <pc:sldMk cId="100369622" sldId="258"/>
        </pc:sldMkLst>
        <pc:spChg chg="del">
          <ac:chgData name="Mohammed Naseer Sihanas" userId="baf10d46-ca0e-4f93-8b9a-bd1fa4bc7e8f" providerId="ADAL" clId="{4BCA0B4D-1EF0-4107-B531-E5C45D9F1352}" dt="2024-09-26T09:14:55.620" v="302" actId="478"/>
          <ac:spMkLst>
            <pc:docMk/>
            <pc:sldMk cId="100369622" sldId="258"/>
            <ac:spMk id="2" creationId="{00000000-0000-0000-0000-000000000000}"/>
          </ac:spMkLst>
        </pc:spChg>
        <pc:spChg chg="mod">
          <ac:chgData name="Mohammed Naseer Sihanas" userId="baf10d46-ca0e-4f93-8b9a-bd1fa4bc7e8f" providerId="ADAL" clId="{4BCA0B4D-1EF0-4107-B531-E5C45D9F1352}" dt="2024-09-28T02:21:13.107" v="1044" actId="27636"/>
          <ac:spMkLst>
            <pc:docMk/>
            <pc:sldMk cId="100369622" sldId="258"/>
            <ac:spMk id="3" creationId="{00000000-0000-0000-0000-000000000000}"/>
          </ac:spMkLst>
        </pc:spChg>
        <pc:spChg chg="mod">
          <ac:chgData name="Mohammed Naseer Sihanas" userId="baf10d46-ca0e-4f93-8b9a-bd1fa4bc7e8f" providerId="ADAL" clId="{4BCA0B4D-1EF0-4107-B531-E5C45D9F1352}" dt="2024-09-29T03:33:38.230" v="1248" actId="20577"/>
          <ac:spMkLst>
            <pc:docMk/>
            <pc:sldMk cId="100369622" sldId="258"/>
            <ac:spMk id="5" creationId="{00000000-0000-0000-0000-000000000000}"/>
          </ac:spMkLst>
        </pc:spChg>
        <pc:spChg chg="add del mod">
          <ac:chgData name="Mohammed Naseer Sihanas" userId="baf10d46-ca0e-4f93-8b9a-bd1fa4bc7e8f" providerId="ADAL" clId="{4BCA0B4D-1EF0-4107-B531-E5C45D9F1352}" dt="2024-09-26T09:14:58.182" v="303" actId="478"/>
          <ac:spMkLst>
            <pc:docMk/>
            <pc:sldMk cId="100369622" sldId="258"/>
            <ac:spMk id="8" creationId="{2E87C757-3EAD-4C04-088C-015ED7D83915}"/>
          </ac:spMkLst>
        </pc:spChg>
      </pc:sldChg>
      <pc:sldChg chg="addSp delSp modSp mod">
        <pc:chgData name="Mohammed Naseer Sihanas" userId="baf10d46-ca0e-4f93-8b9a-bd1fa4bc7e8f" providerId="ADAL" clId="{4BCA0B4D-1EF0-4107-B531-E5C45D9F1352}" dt="2024-10-02T06:13:02.811" v="4501" actId="20577"/>
        <pc:sldMkLst>
          <pc:docMk/>
          <pc:sldMk cId="1319477807" sldId="259"/>
        </pc:sldMkLst>
        <pc:spChg chg="del mod">
          <ac:chgData name="Mohammed Naseer Sihanas" userId="baf10d46-ca0e-4f93-8b9a-bd1fa4bc7e8f" providerId="ADAL" clId="{4BCA0B4D-1EF0-4107-B531-E5C45D9F1352}" dt="2024-09-25T06:32:13.381" v="230" actId="478"/>
          <ac:spMkLst>
            <pc:docMk/>
            <pc:sldMk cId="1319477807" sldId="259"/>
            <ac:spMk id="2" creationId="{00000000-0000-0000-0000-000000000000}"/>
          </ac:spMkLst>
        </pc:spChg>
        <pc:spChg chg="add mod">
          <ac:chgData name="Mohammed Naseer Sihanas" userId="baf10d46-ca0e-4f93-8b9a-bd1fa4bc7e8f" providerId="ADAL" clId="{4BCA0B4D-1EF0-4107-B531-E5C45D9F1352}" dt="2024-09-28T02:15:20.663" v="995" actId="14100"/>
          <ac:spMkLst>
            <pc:docMk/>
            <pc:sldMk cId="1319477807" sldId="259"/>
            <ac:spMk id="2" creationId="{6D7A2FB0-A1B1-56FF-0409-A58A2CEE046A}"/>
          </ac:spMkLst>
        </pc:spChg>
        <pc:spChg chg="add del mod">
          <ac:chgData name="Mohammed Naseer Sihanas" userId="baf10d46-ca0e-4f93-8b9a-bd1fa4bc7e8f" providerId="ADAL" clId="{4BCA0B4D-1EF0-4107-B531-E5C45D9F1352}" dt="2024-10-02T06:13:02.811" v="4501" actId="20577"/>
          <ac:spMkLst>
            <pc:docMk/>
            <pc:sldMk cId="1319477807" sldId="259"/>
            <ac:spMk id="3" creationId="{0EBE4CCC-C2A9-8BCF-FCF5-9DCFB4A2E67E}"/>
          </ac:spMkLst>
        </pc:spChg>
        <pc:spChg chg="mod">
          <ac:chgData name="Mohammed Naseer Sihanas" userId="baf10d46-ca0e-4f93-8b9a-bd1fa4bc7e8f" providerId="ADAL" clId="{4BCA0B4D-1EF0-4107-B531-E5C45D9F1352}" dt="2024-09-29T14:26:24.457" v="2483" actId="20577"/>
          <ac:spMkLst>
            <pc:docMk/>
            <pc:sldMk cId="1319477807" sldId="259"/>
            <ac:spMk id="5" creationId="{00000000-0000-0000-0000-000000000000}"/>
          </ac:spMkLst>
        </pc:spChg>
        <pc:spChg chg="add mod">
          <ac:chgData name="Mohammed Naseer Sihanas" userId="baf10d46-ca0e-4f93-8b9a-bd1fa4bc7e8f" providerId="ADAL" clId="{4BCA0B4D-1EF0-4107-B531-E5C45D9F1352}" dt="2024-09-25T06:19:41.499" v="169"/>
          <ac:spMkLst>
            <pc:docMk/>
            <pc:sldMk cId="1319477807" sldId="259"/>
            <ac:spMk id="7" creationId="{954554ED-9255-FBC7-597E-57BFDB73DC73}"/>
          </ac:spMkLst>
        </pc:spChg>
        <pc:spChg chg="add mod">
          <ac:chgData name="Mohammed Naseer Sihanas" userId="baf10d46-ca0e-4f93-8b9a-bd1fa4bc7e8f" providerId="ADAL" clId="{4BCA0B4D-1EF0-4107-B531-E5C45D9F1352}" dt="2024-09-28T02:16:06.698" v="1006" actId="1076"/>
          <ac:spMkLst>
            <pc:docMk/>
            <pc:sldMk cId="1319477807" sldId="259"/>
            <ac:spMk id="7" creationId="{C687405C-1BB5-F02D-BA99-086F54F4A33B}"/>
          </ac:spMkLst>
        </pc:spChg>
        <pc:spChg chg="add mod">
          <ac:chgData name="Mohammed Naseer Sihanas" userId="baf10d46-ca0e-4f93-8b9a-bd1fa4bc7e8f" providerId="ADAL" clId="{4BCA0B4D-1EF0-4107-B531-E5C45D9F1352}" dt="2024-09-29T03:34:31.581" v="1256" actId="1076"/>
          <ac:spMkLst>
            <pc:docMk/>
            <pc:sldMk cId="1319477807" sldId="259"/>
            <ac:spMk id="8" creationId="{D540D9C5-63BD-87DD-A593-5C7AEB55E9F5}"/>
          </ac:spMkLst>
        </pc:spChg>
        <pc:spChg chg="add del mod">
          <ac:chgData name="Mohammed Naseer Sihanas" userId="baf10d46-ca0e-4f93-8b9a-bd1fa4bc7e8f" providerId="ADAL" clId="{4BCA0B4D-1EF0-4107-B531-E5C45D9F1352}" dt="2024-09-25T06:32:15.179" v="231" actId="478"/>
          <ac:spMkLst>
            <pc:docMk/>
            <pc:sldMk cId="1319477807" sldId="259"/>
            <ac:spMk id="10" creationId="{E33FEE1E-315E-C0B1-0D00-98667318D39A}"/>
          </ac:spMkLst>
        </pc:spChg>
      </pc:sldChg>
      <pc:sldChg chg="modSp mod ord">
        <pc:chgData name="Mohammed Naseer Sihanas" userId="baf10d46-ca0e-4f93-8b9a-bd1fa4bc7e8f" providerId="ADAL" clId="{4BCA0B4D-1EF0-4107-B531-E5C45D9F1352}" dt="2024-10-02T06:10:28.125" v="4455" actId="20577"/>
        <pc:sldMkLst>
          <pc:docMk/>
          <pc:sldMk cId="104598345" sldId="260"/>
        </pc:sldMkLst>
        <pc:spChg chg="mod">
          <ac:chgData name="Mohammed Naseer Sihanas" userId="baf10d46-ca0e-4f93-8b9a-bd1fa4bc7e8f" providerId="ADAL" clId="{4BCA0B4D-1EF0-4107-B531-E5C45D9F1352}" dt="2024-10-02T06:10:28.125" v="4455" actId="20577"/>
          <ac:spMkLst>
            <pc:docMk/>
            <pc:sldMk cId="104598345" sldId="260"/>
            <ac:spMk id="2" creationId="{00000000-0000-0000-0000-000000000000}"/>
          </ac:spMkLst>
        </pc:spChg>
        <pc:spChg chg="mod">
          <ac:chgData name="Mohammed Naseer Sihanas" userId="baf10d46-ca0e-4f93-8b9a-bd1fa4bc7e8f" providerId="ADAL" clId="{4BCA0B4D-1EF0-4107-B531-E5C45D9F1352}" dt="2024-09-29T14:27:17.790" v="2517" actId="20577"/>
          <ac:spMkLst>
            <pc:docMk/>
            <pc:sldMk cId="104598345" sldId="260"/>
            <ac:spMk id="5" creationId="{00000000-0000-0000-0000-000000000000}"/>
          </ac:spMkLst>
        </pc:spChg>
      </pc:sldChg>
      <pc:sldChg chg="addSp delSp modSp mod ord">
        <pc:chgData name="Mohammed Naseer Sihanas" userId="baf10d46-ca0e-4f93-8b9a-bd1fa4bc7e8f" providerId="ADAL" clId="{4BCA0B4D-1EF0-4107-B531-E5C45D9F1352}" dt="2024-10-02T05:51:43.352" v="4304" actId="1076"/>
        <pc:sldMkLst>
          <pc:docMk/>
          <pc:sldMk cId="3966344777" sldId="261"/>
        </pc:sldMkLst>
        <pc:spChg chg="del">
          <ac:chgData name="Mohammed Naseer Sihanas" userId="baf10d46-ca0e-4f93-8b9a-bd1fa4bc7e8f" providerId="ADAL" clId="{4BCA0B4D-1EF0-4107-B531-E5C45D9F1352}" dt="2024-09-26T09:27:22.880" v="363" actId="478"/>
          <ac:spMkLst>
            <pc:docMk/>
            <pc:sldMk cId="3966344777" sldId="261"/>
            <ac:spMk id="2" creationId="{00000000-0000-0000-0000-000000000000}"/>
          </ac:spMkLst>
        </pc:spChg>
        <pc:spChg chg="add mod">
          <ac:chgData name="Mohammed Naseer Sihanas" userId="baf10d46-ca0e-4f93-8b9a-bd1fa4bc7e8f" providerId="ADAL" clId="{4BCA0B4D-1EF0-4107-B531-E5C45D9F1352}" dt="2024-10-02T05:50:41.885" v="4291" actId="1076"/>
          <ac:spMkLst>
            <pc:docMk/>
            <pc:sldMk cId="3966344777" sldId="261"/>
            <ac:spMk id="2" creationId="{4808638B-2ED3-5639-D9FE-44EAE81DBC56}"/>
          </ac:spMkLst>
        </pc:spChg>
        <pc:spChg chg="del">
          <ac:chgData name="Mohammed Naseer Sihanas" userId="baf10d46-ca0e-4f93-8b9a-bd1fa4bc7e8f" providerId="ADAL" clId="{4BCA0B4D-1EF0-4107-B531-E5C45D9F1352}" dt="2024-09-26T09:27:16.655" v="361" actId="478"/>
          <ac:spMkLst>
            <pc:docMk/>
            <pc:sldMk cId="3966344777" sldId="261"/>
            <ac:spMk id="3" creationId="{00000000-0000-0000-0000-000000000000}"/>
          </ac:spMkLst>
        </pc:spChg>
        <pc:spChg chg="add mod">
          <ac:chgData name="Mohammed Naseer Sihanas" userId="baf10d46-ca0e-4f93-8b9a-bd1fa4bc7e8f" providerId="ADAL" clId="{4BCA0B4D-1EF0-4107-B531-E5C45D9F1352}" dt="2024-10-02T05:51:09.207" v="4297" actId="1076"/>
          <ac:spMkLst>
            <pc:docMk/>
            <pc:sldMk cId="3966344777" sldId="261"/>
            <ac:spMk id="3" creationId="{89D867EA-DB3F-5210-AD0A-A0C517DF88FC}"/>
          </ac:spMkLst>
        </pc:spChg>
        <pc:spChg chg="mod">
          <ac:chgData name="Mohammed Naseer Sihanas" userId="baf10d46-ca0e-4f93-8b9a-bd1fa4bc7e8f" providerId="ADAL" clId="{4BCA0B4D-1EF0-4107-B531-E5C45D9F1352}" dt="2024-09-29T14:26:51.034" v="2498" actId="20577"/>
          <ac:spMkLst>
            <pc:docMk/>
            <pc:sldMk cId="3966344777" sldId="261"/>
            <ac:spMk id="5" creationId="{00000000-0000-0000-0000-000000000000}"/>
          </ac:spMkLst>
        </pc:spChg>
        <pc:spChg chg="add">
          <ac:chgData name="Mohammed Naseer Sihanas" userId="baf10d46-ca0e-4f93-8b9a-bd1fa4bc7e8f" providerId="ADAL" clId="{4BCA0B4D-1EF0-4107-B531-E5C45D9F1352}" dt="2024-10-01T08:29:16.572" v="4156"/>
          <ac:spMkLst>
            <pc:docMk/>
            <pc:sldMk cId="3966344777" sldId="261"/>
            <ac:spMk id="7" creationId="{74BAD0F1-D6B9-F5A3-08F0-4F41EDC2993C}"/>
          </ac:spMkLst>
        </pc:spChg>
        <pc:spChg chg="add mod">
          <ac:chgData name="Mohammed Naseer Sihanas" userId="baf10d46-ca0e-4f93-8b9a-bd1fa4bc7e8f" providerId="ADAL" clId="{4BCA0B4D-1EF0-4107-B531-E5C45D9F1352}" dt="2024-10-01T08:29:36.401" v="4176"/>
          <ac:spMkLst>
            <pc:docMk/>
            <pc:sldMk cId="3966344777" sldId="261"/>
            <ac:spMk id="8" creationId="{15ED236D-588B-78DD-462D-8FF95E188106}"/>
          </ac:spMkLst>
        </pc:spChg>
        <pc:spChg chg="add del mod">
          <ac:chgData name="Mohammed Naseer Sihanas" userId="baf10d46-ca0e-4f93-8b9a-bd1fa4bc7e8f" providerId="ADAL" clId="{4BCA0B4D-1EF0-4107-B531-E5C45D9F1352}" dt="2024-09-26T09:27:20.474" v="362" actId="478"/>
          <ac:spMkLst>
            <pc:docMk/>
            <pc:sldMk cId="3966344777" sldId="261"/>
            <ac:spMk id="8" creationId="{DB01D515-E880-DC5D-C813-670E96D56776}"/>
          </ac:spMkLst>
        </pc:spChg>
        <pc:spChg chg="add mod">
          <ac:chgData name="Mohammed Naseer Sihanas" userId="baf10d46-ca0e-4f93-8b9a-bd1fa4bc7e8f" providerId="ADAL" clId="{4BCA0B4D-1EF0-4107-B531-E5C45D9F1352}" dt="2024-10-01T08:29:35.338" v="4173"/>
          <ac:spMkLst>
            <pc:docMk/>
            <pc:sldMk cId="3966344777" sldId="261"/>
            <ac:spMk id="9" creationId="{40340AAE-7B30-BA3B-8538-21862CB970E4}"/>
          </ac:spMkLst>
        </pc:spChg>
        <pc:spChg chg="add mod">
          <ac:chgData name="Mohammed Naseer Sihanas" userId="baf10d46-ca0e-4f93-8b9a-bd1fa4bc7e8f" providerId="ADAL" clId="{4BCA0B4D-1EF0-4107-B531-E5C45D9F1352}" dt="2024-10-02T05:51:43.352" v="4304" actId="1076"/>
          <ac:spMkLst>
            <pc:docMk/>
            <pc:sldMk cId="3966344777" sldId="261"/>
            <ac:spMk id="10" creationId="{668B1EF0-8E09-672C-29F2-3F86CF5BD028}"/>
          </ac:spMkLst>
        </pc:spChg>
        <pc:spChg chg="add del mod">
          <ac:chgData name="Mohammed Naseer Sihanas" userId="baf10d46-ca0e-4f93-8b9a-bd1fa4bc7e8f" providerId="ADAL" clId="{4BCA0B4D-1EF0-4107-B531-E5C45D9F1352}" dt="2024-09-26T09:27:24.583" v="364" actId="478"/>
          <ac:spMkLst>
            <pc:docMk/>
            <pc:sldMk cId="3966344777" sldId="261"/>
            <ac:spMk id="10" creationId="{6B5626BD-4D17-7F2A-D191-9BFF0ACC51C5}"/>
          </ac:spMkLst>
        </pc:spChg>
        <pc:spChg chg="add del mod">
          <ac:chgData name="Mohammed Naseer Sihanas" userId="baf10d46-ca0e-4f93-8b9a-bd1fa4bc7e8f" providerId="ADAL" clId="{4BCA0B4D-1EF0-4107-B531-E5C45D9F1352}" dt="2024-10-01T08:15:27.460" v="4143" actId="478"/>
          <ac:spMkLst>
            <pc:docMk/>
            <pc:sldMk cId="3966344777" sldId="261"/>
            <ac:spMk id="11" creationId="{F14E820B-1E16-BD27-289C-314485C1C286}"/>
          </ac:spMkLst>
        </pc:spChg>
        <pc:spChg chg="add mod">
          <ac:chgData name="Mohammed Naseer Sihanas" userId="baf10d46-ca0e-4f93-8b9a-bd1fa4bc7e8f" providerId="ADAL" clId="{4BCA0B4D-1EF0-4107-B531-E5C45D9F1352}" dt="2024-10-02T05:50:25.872" v="4284" actId="1076"/>
          <ac:spMkLst>
            <pc:docMk/>
            <pc:sldMk cId="3966344777" sldId="261"/>
            <ac:spMk id="12" creationId="{0F7796D2-C20B-4CF8-EC86-6E48623886FD}"/>
          </ac:spMkLst>
        </pc:spChg>
        <pc:spChg chg="add mod">
          <ac:chgData name="Mohammed Naseer Sihanas" userId="baf10d46-ca0e-4f93-8b9a-bd1fa4bc7e8f" providerId="ADAL" clId="{4BCA0B4D-1EF0-4107-B531-E5C45D9F1352}" dt="2024-10-02T05:50:29.628" v="4285" actId="1076"/>
          <ac:spMkLst>
            <pc:docMk/>
            <pc:sldMk cId="3966344777" sldId="261"/>
            <ac:spMk id="13" creationId="{792B86AF-1C27-5EE1-0BC2-54069733C8EA}"/>
          </ac:spMkLst>
        </pc:spChg>
        <pc:spChg chg="add mod">
          <ac:chgData name="Mohammed Naseer Sihanas" userId="baf10d46-ca0e-4f93-8b9a-bd1fa4bc7e8f" providerId="ADAL" clId="{4BCA0B4D-1EF0-4107-B531-E5C45D9F1352}" dt="2024-09-26T09:42:44.912" v="569" actId="1076"/>
          <ac:spMkLst>
            <pc:docMk/>
            <pc:sldMk cId="3966344777" sldId="261"/>
            <ac:spMk id="14" creationId="{9DB0D09E-9E15-2990-B4CD-5843910FCF1A}"/>
          </ac:spMkLst>
        </pc:spChg>
        <pc:spChg chg="add del mod">
          <ac:chgData name="Mohammed Naseer Sihanas" userId="baf10d46-ca0e-4f93-8b9a-bd1fa4bc7e8f" providerId="ADAL" clId="{4BCA0B4D-1EF0-4107-B531-E5C45D9F1352}" dt="2024-10-02T05:41:17.540" v="4192" actId="478"/>
          <ac:spMkLst>
            <pc:docMk/>
            <pc:sldMk cId="3966344777" sldId="261"/>
            <ac:spMk id="15" creationId="{A41194D4-AFBC-5C44-BE3C-D5688318A375}"/>
          </ac:spMkLst>
        </pc:spChg>
        <pc:spChg chg="add mod ord">
          <ac:chgData name="Mohammed Naseer Sihanas" userId="baf10d46-ca0e-4f93-8b9a-bd1fa4bc7e8f" providerId="ADAL" clId="{4BCA0B4D-1EF0-4107-B531-E5C45D9F1352}" dt="2024-09-26T09:42:28.060" v="566" actId="164"/>
          <ac:spMkLst>
            <pc:docMk/>
            <pc:sldMk cId="3966344777" sldId="261"/>
            <ac:spMk id="16" creationId="{D96C472C-8A5B-C9A2-F3CA-5D3C1C6C68E2}"/>
          </ac:spMkLst>
        </pc:spChg>
        <pc:spChg chg="add mod">
          <ac:chgData name="Mohammed Naseer Sihanas" userId="baf10d46-ca0e-4f93-8b9a-bd1fa4bc7e8f" providerId="ADAL" clId="{4BCA0B4D-1EF0-4107-B531-E5C45D9F1352}" dt="2024-09-26T09:43:02.285" v="574" actId="1076"/>
          <ac:spMkLst>
            <pc:docMk/>
            <pc:sldMk cId="3966344777" sldId="261"/>
            <ac:spMk id="17" creationId="{6037ACE7-3158-79D7-BC98-E5D749B0C616}"/>
          </ac:spMkLst>
        </pc:spChg>
        <pc:spChg chg="add del mod">
          <ac:chgData name="Mohammed Naseer Sihanas" userId="baf10d46-ca0e-4f93-8b9a-bd1fa4bc7e8f" providerId="ADAL" clId="{4BCA0B4D-1EF0-4107-B531-E5C45D9F1352}" dt="2024-10-02T05:42:56.971" v="4210" actId="478"/>
          <ac:spMkLst>
            <pc:docMk/>
            <pc:sldMk cId="3966344777" sldId="261"/>
            <ac:spMk id="18" creationId="{BE1074C4-503F-113D-DF4A-8F0444DEEBC6}"/>
          </ac:spMkLst>
        </pc:spChg>
        <pc:spChg chg="add mod">
          <ac:chgData name="Mohammed Naseer Sihanas" userId="baf10d46-ca0e-4f93-8b9a-bd1fa4bc7e8f" providerId="ADAL" clId="{4BCA0B4D-1EF0-4107-B531-E5C45D9F1352}" dt="2024-10-02T05:51:43.352" v="4304" actId="1076"/>
          <ac:spMkLst>
            <pc:docMk/>
            <pc:sldMk cId="3966344777" sldId="261"/>
            <ac:spMk id="19" creationId="{7A922423-F9BA-477A-B765-F240E584C9BB}"/>
          </ac:spMkLst>
        </pc:spChg>
        <pc:spChg chg="add mod">
          <ac:chgData name="Mohammed Naseer Sihanas" userId="baf10d46-ca0e-4f93-8b9a-bd1fa4bc7e8f" providerId="ADAL" clId="{4BCA0B4D-1EF0-4107-B531-E5C45D9F1352}" dt="2024-09-26T09:39:03.786" v="533"/>
          <ac:spMkLst>
            <pc:docMk/>
            <pc:sldMk cId="3966344777" sldId="261"/>
            <ac:spMk id="19" creationId="{E4B4A9EA-7642-9D5F-F73A-DB61EA60AF4E}"/>
          </ac:spMkLst>
        </pc:spChg>
        <pc:spChg chg="add mod">
          <ac:chgData name="Mohammed Naseer Sihanas" userId="baf10d46-ca0e-4f93-8b9a-bd1fa4bc7e8f" providerId="ADAL" clId="{4BCA0B4D-1EF0-4107-B531-E5C45D9F1352}" dt="2024-10-02T05:51:43.352" v="4304" actId="1076"/>
          <ac:spMkLst>
            <pc:docMk/>
            <pc:sldMk cId="3966344777" sldId="261"/>
            <ac:spMk id="20" creationId="{60317E27-C990-17EA-89E4-7792C4B6A7DF}"/>
          </ac:spMkLst>
        </pc:spChg>
        <pc:spChg chg="add mod">
          <ac:chgData name="Mohammed Naseer Sihanas" userId="baf10d46-ca0e-4f93-8b9a-bd1fa4bc7e8f" providerId="ADAL" clId="{4BCA0B4D-1EF0-4107-B531-E5C45D9F1352}" dt="2024-10-02T05:50:31.257" v="4286" actId="1076"/>
          <ac:spMkLst>
            <pc:docMk/>
            <pc:sldMk cId="3966344777" sldId="261"/>
            <ac:spMk id="22" creationId="{E54DDF26-0895-9732-3BF9-2A1C2A3EDB94}"/>
          </ac:spMkLst>
        </pc:spChg>
        <pc:spChg chg="add mod">
          <ac:chgData name="Mohammed Naseer Sihanas" userId="baf10d46-ca0e-4f93-8b9a-bd1fa4bc7e8f" providerId="ADAL" clId="{4BCA0B4D-1EF0-4107-B531-E5C45D9F1352}" dt="2024-10-02T05:50:34.759" v="4287" actId="1076"/>
          <ac:spMkLst>
            <pc:docMk/>
            <pc:sldMk cId="3966344777" sldId="261"/>
            <ac:spMk id="23" creationId="{18FF3620-C2E9-D3AA-6333-7D1FCF8A66CF}"/>
          </ac:spMkLst>
        </pc:spChg>
        <pc:spChg chg="add mod">
          <ac:chgData name="Mohammed Naseer Sihanas" userId="baf10d46-ca0e-4f93-8b9a-bd1fa4bc7e8f" providerId="ADAL" clId="{4BCA0B4D-1EF0-4107-B531-E5C45D9F1352}" dt="2024-10-02T05:51:18.372" v="4300" actId="1076"/>
          <ac:spMkLst>
            <pc:docMk/>
            <pc:sldMk cId="3966344777" sldId="261"/>
            <ac:spMk id="24" creationId="{EFE5F061-F40D-BF62-46CF-550CF6E5CA27}"/>
          </ac:spMkLst>
        </pc:spChg>
        <pc:spChg chg="add mod">
          <ac:chgData name="Mohammed Naseer Sihanas" userId="baf10d46-ca0e-4f93-8b9a-bd1fa4bc7e8f" providerId="ADAL" clId="{4BCA0B4D-1EF0-4107-B531-E5C45D9F1352}" dt="2024-10-02T05:51:43.352" v="4304" actId="1076"/>
          <ac:spMkLst>
            <pc:docMk/>
            <pc:sldMk cId="3966344777" sldId="261"/>
            <ac:spMk id="25" creationId="{038F0592-E516-B8CA-D85A-E46E38FBD0C1}"/>
          </ac:spMkLst>
        </pc:spChg>
        <pc:spChg chg="add mod">
          <ac:chgData name="Mohammed Naseer Sihanas" userId="baf10d46-ca0e-4f93-8b9a-bd1fa4bc7e8f" providerId="ADAL" clId="{4BCA0B4D-1EF0-4107-B531-E5C45D9F1352}" dt="2024-10-02T05:51:43.352" v="4304" actId="1076"/>
          <ac:spMkLst>
            <pc:docMk/>
            <pc:sldMk cId="3966344777" sldId="261"/>
            <ac:spMk id="26" creationId="{953AD6F5-B2B0-DACD-B09C-642FBD2C399D}"/>
          </ac:spMkLst>
        </pc:spChg>
        <pc:spChg chg="add mod">
          <ac:chgData name="Mohammed Naseer Sihanas" userId="baf10d46-ca0e-4f93-8b9a-bd1fa4bc7e8f" providerId="ADAL" clId="{4BCA0B4D-1EF0-4107-B531-E5C45D9F1352}" dt="2024-10-02T05:51:29.173" v="4303" actId="1076"/>
          <ac:spMkLst>
            <pc:docMk/>
            <pc:sldMk cId="3966344777" sldId="261"/>
            <ac:spMk id="27" creationId="{039E5080-72EF-EA53-43CC-FF9EDE457DD4}"/>
          </ac:spMkLst>
        </pc:spChg>
        <pc:spChg chg="add del mod">
          <ac:chgData name="Mohammed Naseer Sihanas" userId="baf10d46-ca0e-4f93-8b9a-bd1fa4bc7e8f" providerId="ADAL" clId="{4BCA0B4D-1EF0-4107-B531-E5C45D9F1352}" dt="2024-10-02T05:49:06.041" v="4268" actId="478"/>
          <ac:spMkLst>
            <pc:docMk/>
            <pc:sldMk cId="3966344777" sldId="261"/>
            <ac:spMk id="28" creationId="{A958AFFC-EB3C-0837-5032-60B18F7A4946}"/>
          </ac:spMkLst>
        </pc:spChg>
        <pc:grpChg chg="add del mod">
          <ac:chgData name="Mohammed Naseer Sihanas" userId="baf10d46-ca0e-4f93-8b9a-bd1fa4bc7e8f" providerId="ADAL" clId="{4BCA0B4D-1EF0-4107-B531-E5C45D9F1352}" dt="2024-10-02T05:41:18.699" v="4193" actId="478"/>
          <ac:grpSpMkLst>
            <pc:docMk/>
            <pc:sldMk cId="3966344777" sldId="261"/>
            <ac:grpSpMk id="21" creationId="{C7134A4B-E7CC-0C3F-7540-D7EE9B0BF72F}"/>
          </ac:grpSpMkLst>
        </pc:grpChg>
      </pc:sldChg>
      <pc:sldChg chg="del">
        <pc:chgData name="Mohammed Naseer Sihanas" userId="baf10d46-ca0e-4f93-8b9a-bd1fa4bc7e8f" providerId="ADAL" clId="{4BCA0B4D-1EF0-4107-B531-E5C45D9F1352}" dt="2024-09-29T14:36:50.157" v="2698" actId="47"/>
        <pc:sldMkLst>
          <pc:docMk/>
          <pc:sldMk cId="688049821" sldId="262"/>
        </pc:sldMkLst>
      </pc:sldChg>
      <pc:sldChg chg="addSp delSp modSp mod ord">
        <pc:chgData name="Mohammed Naseer Sihanas" userId="baf10d46-ca0e-4f93-8b9a-bd1fa4bc7e8f" providerId="ADAL" clId="{4BCA0B4D-1EF0-4107-B531-E5C45D9F1352}" dt="2024-10-02T06:04:55.618" v="4378" actId="207"/>
        <pc:sldMkLst>
          <pc:docMk/>
          <pc:sldMk cId="1338395865" sldId="263"/>
        </pc:sldMkLst>
        <pc:spChg chg="del mod">
          <ac:chgData name="Mohammed Naseer Sihanas" userId="baf10d46-ca0e-4f93-8b9a-bd1fa4bc7e8f" providerId="ADAL" clId="{4BCA0B4D-1EF0-4107-B531-E5C45D9F1352}" dt="2024-09-29T05:40:46.977" v="2040" actId="478"/>
          <ac:spMkLst>
            <pc:docMk/>
            <pc:sldMk cId="1338395865" sldId="263"/>
            <ac:spMk id="2" creationId="{00000000-0000-0000-0000-000000000000}"/>
          </ac:spMkLst>
        </pc:spChg>
        <pc:spChg chg="del">
          <ac:chgData name="Mohammed Naseer Sihanas" userId="baf10d46-ca0e-4f93-8b9a-bd1fa4bc7e8f" providerId="ADAL" clId="{4BCA0B4D-1EF0-4107-B531-E5C45D9F1352}" dt="2024-09-29T05:40:48.555" v="2041" actId="478"/>
          <ac:spMkLst>
            <pc:docMk/>
            <pc:sldMk cId="1338395865" sldId="263"/>
            <ac:spMk id="3" creationId="{00000000-0000-0000-0000-000000000000}"/>
          </ac:spMkLst>
        </pc:spChg>
        <pc:spChg chg="mod">
          <ac:chgData name="Mohammed Naseer Sihanas" userId="baf10d46-ca0e-4f93-8b9a-bd1fa4bc7e8f" providerId="ADAL" clId="{4BCA0B4D-1EF0-4107-B531-E5C45D9F1352}" dt="2024-09-29T14:26:40.353" v="2492" actId="20577"/>
          <ac:spMkLst>
            <pc:docMk/>
            <pc:sldMk cId="1338395865" sldId="263"/>
            <ac:spMk id="5" creationId="{00000000-0000-0000-0000-000000000000}"/>
          </ac:spMkLst>
        </pc:spChg>
        <pc:spChg chg="add del mod">
          <ac:chgData name="Mohammed Naseer Sihanas" userId="baf10d46-ca0e-4f93-8b9a-bd1fa4bc7e8f" providerId="ADAL" clId="{4BCA0B4D-1EF0-4107-B531-E5C45D9F1352}" dt="2024-09-29T05:40:50.367" v="2042" actId="478"/>
          <ac:spMkLst>
            <pc:docMk/>
            <pc:sldMk cId="1338395865" sldId="263"/>
            <ac:spMk id="8" creationId="{92C90EDB-7B99-5D59-5C7A-397773B03C4E}"/>
          </ac:spMkLst>
        </pc:spChg>
        <pc:spChg chg="add del mod">
          <ac:chgData name="Mohammed Naseer Sihanas" userId="baf10d46-ca0e-4f93-8b9a-bd1fa4bc7e8f" providerId="ADAL" clId="{4BCA0B4D-1EF0-4107-B531-E5C45D9F1352}" dt="2024-09-29T05:40:51.289" v="2043" actId="478"/>
          <ac:spMkLst>
            <pc:docMk/>
            <pc:sldMk cId="1338395865" sldId="263"/>
            <ac:spMk id="10" creationId="{13BE9C48-ECEA-7CA6-30DF-9A4ACC2B2845}"/>
          </ac:spMkLst>
        </pc:spChg>
        <pc:graphicFrameChg chg="add mod modGraphic">
          <ac:chgData name="Mohammed Naseer Sihanas" userId="baf10d46-ca0e-4f93-8b9a-bd1fa4bc7e8f" providerId="ADAL" clId="{4BCA0B4D-1EF0-4107-B531-E5C45D9F1352}" dt="2024-10-02T06:04:55.618" v="4378" actId="207"/>
          <ac:graphicFrameMkLst>
            <pc:docMk/>
            <pc:sldMk cId="1338395865" sldId="263"/>
            <ac:graphicFrameMk id="11" creationId="{320F1BD8-FC10-04B4-0C65-CA541D9D7684}"/>
          </ac:graphicFrameMkLst>
        </pc:graphicFrameChg>
      </pc:sldChg>
      <pc:sldChg chg="modSp mod">
        <pc:chgData name="Mohammed Naseer Sihanas" userId="baf10d46-ca0e-4f93-8b9a-bd1fa4bc7e8f" providerId="ADAL" clId="{4BCA0B4D-1EF0-4107-B531-E5C45D9F1352}" dt="2024-09-29T14:28:14.121" v="2552" actId="20577"/>
        <pc:sldMkLst>
          <pc:docMk/>
          <pc:sldMk cId="2660892434" sldId="265"/>
        </pc:sldMkLst>
        <pc:spChg chg="mod">
          <ac:chgData name="Mohammed Naseer Sihanas" userId="baf10d46-ca0e-4f93-8b9a-bd1fa4bc7e8f" providerId="ADAL" clId="{4BCA0B4D-1EF0-4107-B531-E5C45D9F1352}" dt="2024-09-29T14:28:14.121" v="2552" actId="20577"/>
          <ac:spMkLst>
            <pc:docMk/>
            <pc:sldMk cId="2660892434" sldId="265"/>
            <ac:spMk id="5" creationId="{00000000-0000-0000-0000-000000000000}"/>
          </ac:spMkLst>
        </pc:spChg>
      </pc:sldChg>
      <pc:sldChg chg="modSp add mod ord">
        <pc:chgData name="Mohammed Naseer Sihanas" userId="baf10d46-ca0e-4f93-8b9a-bd1fa4bc7e8f" providerId="ADAL" clId="{4BCA0B4D-1EF0-4107-B531-E5C45D9F1352}" dt="2024-10-02T06:09:03.746" v="4440" actId="20577"/>
        <pc:sldMkLst>
          <pc:docMk/>
          <pc:sldMk cId="2558591677" sldId="266"/>
        </pc:sldMkLst>
        <pc:spChg chg="mod">
          <ac:chgData name="Mohammed Naseer Sihanas" userId="baf10d46-ca0e-4f93-8b9a-bd1fa4bc7e8f" providerId="ADAL" clId="{4BCA0B4D-1EF0-4107-B531-E5C45D9F1352}" dt="2024-10-02T06:09:03.746" v="4440" actId="20577"/>
          <ac:spMkLst>
            <pc:docMk/>
            <pc:sldMk cId="2558591677" sldId="266"/>
            <ac:spMk id="2" creationId="{00000000-0000-0000-0000-000000000000}"/>
          </ac:spMkLst>
        </pc:spChg>
        <pc:spChg chg="mod">
          <ac:chgData name="Mohammed Naseer Sihanas" userId="baf10d46-ca0e-4f93-8b9a-bd1fa4bc7e8f" providerId="ADAL" clId="{4BCA0B4D-1EF0-4107-B531-E5C45D9F1352}" dt="2024-09-29T14:26:28.707" v="2486" actId="20577"/>
          <ac:spMkLst>
            <pc:docMk/>
            <pc:sldMk cId="2558591677" sldId="266"/>
            <ac:spMk id="5" creationId="{00000000-0000-0000-0000-000000000000}"/>
          </ac:spMkLst>
        </pc:spChg>
      </pc:sldChg>
      <pc:sldChg chg="modSp add mod">
        <pc:chgData name="Mohammed Naseer Sihanas" userId="baf10d46-ca0e-4f93-8b9a-bd1fa4bc7e8f" providerId="ADAL" clId="{4BCA0B4D-1EF0-4107-B531-E5C45D9F1352}" dt="2024-10-02T06:09:18.010" v="4445" actId="20577"/>
        <pc:sldMkLst>
          <pc:docMk/>
          <pc:sldMk cId="1894957646" sldId="267"/>
        </pc:sldMkLst>
        <pc:spChg chg="mod">
          <ac:chgData name="Mohammed Naseer Sihanas" userId="baf10d46-ca0e-4f93-8b9a-bd1fa4bc7e8f" providerId="ADAL" clId="{4BCA0B4D-1EF0-4107-B531-E5C45D9F1352}" dt="2024-10-02T06:09:18.010" v="4445" actId="20577"/>
          <ac:spMkLst>
            <pc:docMk/>
            <pc:sldMk cId="1894957646" sldId="267"/>
            <ac:spMk id="2" creationId="{00000000-0000-0000-0000-000000000000}"/>
          </ac:spMkLst>
        </pc:spChg>
        <pc:spChg chg="mod">
          <ac:chgData name="Mohammed Naseer Sihanas" userId="baf10d46-ca0e-4f93-8b9a-bd1fa4bc7e8f" providerId="ADAL" clId="{4BCA0B4D-1EF0-4107-B531-E5C45D9F1352}" dt="2024-09-29T14:26:44.979" v="2495" actId="20577"/>
          <ac:spMkLst>
            <pc:docMk/>
            <pc:sldMk cId="1894957646" sldId="267"/>
            <ac:spMk id="5" creationId="{00000000-0000-0000-0000-000000000000}"/>
          </ac:spMkLst>
        </pc:spChg>
      </pc:sldChg>
      <pc:sldChg chg="modSp add mod">
        <pc:chgData name="Mohammed Naseer Sihanas" userId="baf10d46-ca0e-4f93-8b9a-bd1fa4bc7e8f" providerId="ADAL" clId="{4BCA0B4D-1EF0-4107-B531-E5C45D9F1352}" dt="2024-10-02T06:09:24.921" v="4449" actId="20577"/>
        <pc:sldMkLst>
          <pc:docMk/>
          <pc:sldMk cId="1375064326" sldId="268"/>
        </pc:sldMkLst>
        <pc:spChg chg="mod">
          <ac:chgData name="Mohammed Naseer Sihanas" userId="baf10d46-ca0e-4f93-8b9a-bd1fa4bc7e8f" providerId="ADAL" clId="{4BCA0B4D-1EF0-4107-B531-E5C45D9F1352}" dt="2024-10-02T06:09:24.921" v="4449" actId="20577"/>
          <ac:spMkLst>
            <pc:docMk/>
            <pc:sldMk cId="1375064326" sldId="268"/>
            <ac:spMk id="2" creationId="{00000000-0000-0000-0000-000000000000}"/>
          </ac:spMkLst>
        </pc:spChg>
        <pc:spChg chg="mod">
          <ac:chgData name="Mohammed Naseer Sihanas" userId="baf10d46-ca0e-4f93-8b9a-bd1fa4bc7e8f" providerId="ADAL" clId="{4BCA0B4D-1EF0-4107-B531-E5C45D9F1352}" dt="2024-09-29T14:26:55.200" v="2501" actId="20577"/>
          <ac:spMkLst>
            <pc:docMk/>
            <pc:sldMk cId="1375064326" sldId="268"/>
            <ac:spMk id="5" creationId="{00000000-0000-0000-0000-000000000000}"/>
          </ac:spMkLst>
        </pc:spChg>
      </pc:sldChg>
      <pc:sldChg chg="addSp delSp modSp add mod">
        <pc:chgData name="Mohammed Naseer Sihanas" userId="baf10d46-ca0e-4f93-8b9a-bd1fa4bc7e8f" providerId="ADAL" clId="{4BCA0B4D-1EF0-4107-B531-E5C45D9F1352}" dt="2024-09-29T14:27:00.118" v="2504" actId="20577"/>
        <pc:sldMkLst>
          <pc:docMk/>
          <pc:sldMk cId="3672480713" sldId="269"/>
        </pc:sldMkLst>
        <pc:spChg chg="del mod">
          <ac:chgData name="Mohammed Naseer Sihanas" userId="baf10d46-ca0e-4f93-8b9a-bd1fa4bc7e8f" providerId="ADAL" clId="{4BCA0B4D-1EF0-4107-B531-E5C45D9F1352}" dt="2024-09-26T09:52:46.933" v="639" actId="478"/>
          <ac:spMkLst>
            <pc:docMk/>
            <pc:sldMk cId="3672480713" sldId="269"/>
            <ac:spMk id="2" creationId="{00000000-0000-0000-0000-000000000000}"/>
          </ac:spMkLst>
        </pc:spChg>
        <pc:spChg chg="mod">
          <ac:chgData name="Mohammed Naseer Sihanas" userId="baf10d46-ca0e-4f93-8b9a-bd1fa4bc7e8f" providerId="ADAL" clId="{4BCA0B4D-1EF0-4107-B531-E5C45D9F1352}" dt="2024-09-28T02:25:17.343" v="1102" actId="27636"/>
          <ac:spMkLst>
            <pc:docMk/>
            <pc:sldMk cId="3672480713" sldId="269"/>
            <ac:spMk id="3" creationId="{00000000-0000-0000-0000-000000000000}"/>
          </ac:spMkLst>
        </pc:spChg>
        <pc:spChg chg="mod">
          <ac:chgData name="Mohammed Naseer Sihanas" userId="baf10d46-ca0e-4f93-8b9a-bd1fa4bc7e8f" providerId="ADAL" clId="{4BCA0B4D-1EF0-4107-B531-E5C45D9F1352}" dt="2024-09-29T14:27:00.118" v="2504" actId="20577"/>
          <ac:spMkLst>
            <pc:docMk/>
            <pc:sldMk cId="3672480713" sldId="269"/>
            <ac:spMk id="5" creationId="{00000000-0000-0000-0000-000000000000}"/>
          </ac:spMkLst>
        </pc:spChg>
        <pc:spChg chg="add del mod">
          <ac:chgData name="Mohammed Naseer Sihanas" userId="baf10d46-ca0e-4f93-8b9a-bd1fa4bc7e8f" providerId="ADAL" clId="{4BCA0B4D-1EF0-4107-B531-E5C45D9F1352}" dt="2024-09-26T09:52:48.527" v="640" actId="478"/>
          <ac:spMkLst>
            <pc:docMk/>
            <pc:sldMk cId="3672480713" sldId="269"/>
            <ac:spMk id="8" creationId="{0B990320-2052-260E-5109-888A9B9C6437}"/>
          </ac:spMkLst>
        </pc:spChg>
      </pc:sldChg>
      <pc:sldChg chg="modSp add mod ord">
        <pc:chgData name="Mohammed Naseer Sihanas" userId="baf10d46-ca0e-4f93-8b9a-bd1fa4bc7e8f" providerId="ADAL" clId="{4BCA0B4D-1EF0-4107-B531-E5C45D9F1352}" dt="2024-10-01T07:49:11.748" v="3792" actId="20577"/>
        <pc:sldMkLst>
          <pc:docMk/>
          <pc:sldMk cId="2568800362" sldId="270"/>
        </pc:sldMkLst>
        <pc:spChg chg="mod">
          <ac:chgData name="Mohammed Naseer Sihanas" userId="baf10d46-ca0e-4f93-8b9a-bd1fa4bc7e8f" providerId="ADAL" clId="{4BCA0B4D-1EF0-4107-B531-E5C45D9F1352}" dt="2024-09-28T02:26:15.572" v="1103" actId="20577"/>
          <ac:spMkLst>
            <pc:docMk/>
            <pc:sldMk cId="2568800362" sldId="270"/>
            <ac:spMk id="2" creationId="{00000000-0000-0000-0000-000000000000}"/>
          </ac:spMkLst>
        </pc:spChg>
        <pc:spChg chg="mod">
          <ac:chgData name="Mohammed Naseer Sihanas" userId="baf10d46-ca0e-4f93-8b9a-bd1fa4bc7e8f" providerId="ADAL" clId="{4BCA0B4D-1EF0-4107-B531-E5C45D9F1352}" dt="2024-10-01T07:49:11.748" v="3792" actId="20577"/>
          <ac:spMkLst>
            <pc:docMk/>
            <pc:sldMk cId="2568800362" sldId="270"/>
            <ac:spMk id="3" creationId="{00000000-0000-0000-0000-000000000000}"/>
          </ac:spMkLst>
        </pc:spChg>
        <pc:spChg chg="mod">
          <ac:chgData name="Mohammed Naseer Sihanas" userId="baf10d46-ca0e-4f93-8b9a-bd1fa4bc7e8f" providerId="ADAL" clId="{4BCA0B4D-1EF0-4107-B531-E5C45D9F1352}" dt="2024-09-29T14:27:10.110" v="2511" actId="20577"/>
          <ac:spMkLst>
            <pc:docMk/>
            <pc:sldMk cId="2568800362" sldId="270"/>
            <ac:spMk id="5" creationId="{00000000-0000-0000-0000-000000000000}"/>
          </ac:spMkLst>
        </pc:spChg>
      </pc:sldChg>
      <pc:sldChg chg="addSp delSp modSp add mod">
        <pc:chgData name="Mohammed Naseer Sihanas" userId="baf10d46-ca0e-4f93-8b9a-bd1fa4bc7e8f" providerId="ADAL" clId="{4BCA0B4D-1EF0-4107-B531-E5C45D9F1352}" dt="2024-10-01T07:58:04.591" v="4142" actId="14100"/>
        <pc:sldMkLst>
          <pc:docMk/>
          <pc:sldMk cId="728560859" sldId="271"/>
        </pc:sldMkLst>
        <pc:spChg chg="del">
          <ac:chgData name="Mohammed Naseer Sihanas" userId="baf10d46-ca0e-4f93-8b9a-bd1fa4bc7e8f" providerId="ADAL" clId="{4BCA0B4D-1EF0-4107-B531-E5C45D9F1352}" dt="2024-09-29T04:54:54.114" v="1414" actId="478"/>
          <ac:spMkLst>
            <pc:docMk/>
            <pc:sldMk cId="728560859" sldId="271"/>
            <ac:spMk id="2" creationId="{00000000-0000-0000-0000-000000000000}"/>
          </ac:spMkLst>
        </pc:spChg>
        <pc:spChg chg="del">
          <ac:chgData name="Mohammed Naseer Sihanas" userId="baf10d46-ca0e-4f93-8b9a-bd1fa4bc7e8f" providerId="ADAL" clId="{4BCA0B4D-1EF0-4107-B531-E5C45D9F1352}" dt="2024-09-29T04:54:57.333" v="1416" actId="478"/>
          <ac:spMkLst>
            <pc:docMk/>
            <pc:sldMk cId="728560859" sldId="271"/>
            <ac:spMk id="3" creationId="{00000000-0000-0000-0000-000000000000}"/>
          </ac:spMkLst>
        </pc:spChg>
        <pc:spChg chg="mod">
          <ac:chgData name="Mohammed Naseer Sihanas" userId="baf10d46-ca0e-4f93-8b9a-bd1fa4bc7e8f" providerId="ADAL" clId="{4BCA0B4D-1EF0-4107-B531-E5C45D9F1352}" dt="2024-09-29T14:27:29.030" v="2526" actId="20577"/>
          <ac:spMkLst>
            <pc:docMk/>
            <pc:sldMk cId="728560859" sldId="271"/>
            <ac:spMk id="5" creationId="{00000000-0000-0000-0000-000000000000}"/>
          </ac:spMkLst>
        </pc:spChg>
        <pc:spChg chg="add del mod">
          <ac:chgData name="Mohammed Naseer Sihanas" userId="baf10d46-ca0e-4f93-8b9a-bd1fa4bc7e8f" providerId="ADAL" clId="{4BCA0B4D-1EF0-4107-B531-E5C45D9F1352}" dt="2024-09-29T04:54:55.942" v="1415" actId="478"/>
          <ac:spMkLst>
            <pc:docMk/>
            <pc:sldMk cId="728560859" sldId="271"/>
            <ac:spMk id="8" creationId="{CF4F04A3-96B4-0476-0150-7A2AEFC00F09}"/>
          </ac:spMkLst>
        </pc:spChg>
        <pc:spChg chg="add del mod">
          <ac:chgData name="Mohammed Naseer Sihanas" userId="baf10d46-ca0e-4f93-8b9a-bd1fa4bc7e8f" providerId="ADAL" clId="{4BCA0B4D-1EF0-4107-B531-E5C45D9F1352}" dt="2024-09-29T04:55:12.151" v="1417" actId="478"/>
          <ac:spMkLst>
            <pc:docMk/>
            <pc:sldMk cId="728560859" sldId="271"/>
            <ac:spMk id="10" creationId="{F4ED2C99-8A06-4686-F3EB-F34F1F1DBD13}"/>
          </ac:spMkLst>
        </pc:spChg>
        <pc:spChg chg="add del mod">
          <ac:chgData name="Mohammed Naseer Sihanas" userId="baf10d46-ca0e-4f93-8b9a-bd1fa4bc7e8f" providerId="ADAL" clId="{4BCA0B4D-1EF0-4107-B531-E5C45D9F1352}" dt="2024-09-29T05:04:19.087" v="1536"/>
          <ac:spMkLst>
            <pc:docMk/>
            <pc:sldMk cId="728560859" sldId="271"/>
            <ac:spMk id="21" creationId="{AED705DE-EAAE-2345-F281-95777362C624}"/>
          </ac:spMkLst>
        </pc:spChg>
        <pc:spChg chg="add mod">
          <ac:chgData name="Mohammed Naseer Sihanas" userId="baf10d46-ca0e-4f93-8b9a-bd1fa4bc7e8f" providerId="ADAL" clId="{4BCA0B4D-1EF0-4107-B531-E5C45D9F1352}" dt="2024-09-29T05:07:37.885" v="1606" actId="1076"/>
          <ac:spMkLst>
            <pc:docMk/>
            <pc:sldMk cId="728560859" sldId="271"/>
            <ac:spMk id="22" creationId="{3744D9F9-D3D0-B596-0D8D-B7730F87D3EF}"/>
          </ac:spMkLst>
        </pc:spChg>
        <pc:graphicFrameChg chg="add mod">
          <ac:chgData name="Mohammed Naseer Sihanas" userId="baf10d46-ca0e-4f93-8b9a-bd1fa4bc7e8f" providerId="ADAL" clId="{4BCA0B4D-1EF0-4107-B531-E5C45D9F1352}" dt="2024-09-29T04:55:13.574" v="1418"/>
          <ac:graphicFrameMkLst>
            <pc:docMk/>
            <pc:sldMk cId="728560859" sldId="271"/>
            <ac:graphicFrameMk id="11" creationId="{97B3EF68-D9C0-6B75-CD8B-E60C735234F8}"/>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2" creationId="{A3CBE7C7-0180-FDC5-6199-9F5DDEE3BAF4}"/>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3" creationId="{DDB3DFF4-DF69-891D-F093-A5353E4EDEB2}"/>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4" creationId="{BD372BBB-2AC7-5B36-2523-8DC4A142BB6F}"/>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5" creationId="{36C61397-C6DB-1D12-DED7-0CD334099DFB}"/>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6" creationId="{836F1F62-FB48-53BD-8E55-F5117327F6DC}"/>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7" creationId="{10A61273-7724-79BB-4C4A-58E5525246AA}"/>
          </ac:graphicFrameMkLst>
        </pc:graphicFrameChg>
        <pc:graphicFrameChg chg="add mod modGraphic">
          <ac:chgData name="Mohammed Naseer Sihanas" userId="baf10d46-ca0e-4f93-8b9a-bd1fa4bc7e8f" providerId="ADAL" clId="{4BCA0B4D-1EF0-4107-B531-E5C45D9F1352}" dt="2024-09-29T04:55:40.313" v="1426" actId="14100"/>
          <ac:graphicFrameMkLst>
            <pc:docMk/>
            <pc:sldMk cId="728560859" sldId="271"/>
            <ac:graphicFrameMk id="18" creationId="{9C2281A8-C07D-4413-F5AF-7CC323AF6B40}"/>
          </ac:graphicFrameMkLst>
        </pc:graphicFrameChg>
        <pc:graphicFrameChg chg="add del">
          <ac:chgData name="Mohammed Naseer Sihanas" userId="baf10d46-ca0e-4f93-8b9a-bd1fa4bc7e8f" providerId="ADAL" clId="{4BCA0B4D-1EF0-4107-B531-E5C45D9F1352}" dt="2024-09-29T04:55:39.235" v="1424" actId="3680"/>
          <ac:graphicFrameMkLst>
            <pc:docMk/>
            <pc:sldMk cId="728560859" sldId="271"/>
            <ac:graphicFrameMk id="19" creationId="{B44234F6-13FF-C3D5-0073-4C4CFD120655}"/>
          </ac:graphicFrameMkLst>
        </pc:graphicFrameChg>
        <pc:graphicFrameChg chg="add mod modGraphic">
          <ac:chgData name="Mohammed Naseer Sihanas" userId="baf10d46-ca0e-4f93-8b9a-bd1fa4bc7e8f" providerId="ADAL" clId="{4BCA0B4D-1EF0-4107-B531-E5C45D9F1352}" dt="2024-10-01T07:58:04.591" v="4142" actId="14100"/>
          <ac:graphicFrameMkLst>
            <pc:docMk/>
            <pc:sldMk cId="728560859" sldId="271"/>
            <ac:graphicFrameMk id="20" creationId="{C26D28E0-B2DD-84A8-D69D-211B3BFBA822}"/>
          </ac:graphicFrameMkLst>
        </pc:graphicFrameChg>
      </pc:sldChg>
      <pc:sldChg chg="addSp delSp modSp add mod">
        <pc:chgData name="Mohammed Naseer Sihanas" userId="baf10d46-ca0e-4f93-8b9a-bd1fa4bc7e8f" providerId="ADAL" clId="{4BCA0B4D-1EF0-4107-B531-E5C45D9F1352}" dt="2024-09-29T14:27:36.040" v="2532" actId="20577"/>
        <pc:sldMkLst>
          <pc:docMk/>
          <pc:sldMk cId="1415970124" sldId="272"/>
        </pc:sldMkLst>
        <pc:spChg chg="del mod">
          <ac:chgData name="Mohammed Naseer Sihanas" userId="baf10d46-ca0e-4f93-8b9a-bd1fa4bc7e8f" providerId="ADAL" clId="{4BCA0B4D-1EF0-4107-B531-E5C45D9F1352}" dt="2024-09-29T05:14:35.147" v="1745" actId="478"/>
          <ac:spMkLst>
            <pc:docMk/>
            <pc:sldMk cId="1415970124" sldId="272"/>
            <ac:spMk id="2" creationId="{00000000-0000-0000-0000-000000000000}"/>
          </ac:spMkLst>
        </pc:spChg>
        <pc:spChg chg="mod">
          <ac:chgData name="Mohammed Naseer Sihanas" userId="baf10d46-ca0e-4f93-8b9a-bd1fa4bc7e8f" providerId="ADAL" clId="{4BCA0B4D-1EF0-4107-B531-E5C45D9F1352}" dt="2024-09-29T05:18:30.973" v="1884" actId="5793"/>
          <ac:spMkLst>
            <pc:docMk/>
            <pc:sldMk cId="1415970124" sldId="272"/>
            <ac:spMk id="3" creationId="{00000000-0000-0000-0000-000000000000}"/>
          </ac:spMkLst>
        </pc:spChg>
        <pc:spChg chg="mod">
          <ac:chgData name="Mohammed Naseer Sihanas" userId="baf10d46-ca0e-4f93-8b9a-bd1fa4bc7e8f" providerId="ADAL" clId="{4BCA0B4D-1EF0-4107-B531-E5C45D9F1352}" dt="2024-09-29T14:27:36.040" v="2532" actId="20577"/>
          <ac:spMkLst>
            <pc:docMk/>
            <pc:sldMk cId="1415970124" sldId="272"/>
            <ac:spMk id="5" creationId="{00000000-0000-0000-0000-000000000000}"/>
          </ac:spMkLst>
        </pc:spChg>
        <pc:spChg chg="add mod">
          <ac:chgData name="Mohammed Naseer Sihanas" userId="baf10d46-ca0e-4f93-8b9a-bd1fa4bc7e8f" providerId="ADAL" clId="{4BCA0B4D-1EF0-4107-B531-E5C45D9F1352}" dt="2024-09-29T05:13:52.600" v="1732"/>
          <ac:spMkLst>
            <pc:docMk/>
            <pc:sldMk cId="1415970124" sldId="272"/>
            <ac:spMk id="7" creationId="{E68A10B2-CAE1-2CF2-35AA-3AD4C5B54507}"/>
          </ac:spMkLst>
        </pc:spChg>
        <pc:spChg chg="add mod">
          <ac:chgData name="Mohammed Naseer Sihanas" userId="baf10d46-ca0e-4f93-8b9a-bd1fa4bc7e8f" providerId="ADAL" clId="{4BCA0B4D-1EF0-4107-B531-E5C45D9F1352}" dt="2024-09-29T05:13:52.209" v="1730"/>
          <ac:spMkLst>
            <pc:docMk/>
            <pc:sldMk cId="1415970124" sldId="272"/>
            <ac:spMk id="8" creationId="{81F03882-23BF-AE02-AA46-10A258379D99}"/>
          </ac:spMkLst>
        </pc:spChg>
        <pc:spChg chg="add mod">
          <ac:chgData name="Mohammed Naseer Sihanas" userId="baf10d46-ca0e-4f93-8b9a-bd1fa4bc7e8f" providerId="ADAL" clId="{4BCA0B4D-1EF0-4107-B531-E5C45D9F1352}" dt="2024-09-29T05:13:51.835" v="1728"/>
          <ac:spMkLst>
            <pc:docMk/>
            <pc:sldMk cId="1415970124" sldId="272"/>
            <ac:spMk id="9" creationId="{7134F7C9-8FA5-4AF2-EEFB-2407178E0C23}"/>
          </ac:spMkLst>
        </pc:spChg>
        <pc:spChg chg="add del mod">
          <ac:chgData name="Mohammed Naseer Sihanas" userId="baf10d46-ca0e-4f93-8b9a-bd1fa4bc7e8f" providerId="ADAL" clId="{4BCA0B4D-1EF0-4107-B531-E5C45D9F1352}" dt="2024-09-29T05:17:20.056" v="1839" actId="478"/>
          <ac:spMkLst>
            <pc:docMk/>
            <pc:sldMk cId="1415970124" sldId="272"/>
            <ac:spMk id="10" creationId="{09A819C1-B82A-0E5F-79F4-396FE6A59C50}"/>
          </ac:spMkLst>
        </pc:spChg>
        <pc:spChg chg="add del mod">
          <ac:chgData name="Mohammed Naseer Sihanas" userId="baf10d46-ca0e-4f93-8b9a-bd1fa4bc7e8f" providerId="ADAL" clId="{4BCA0B4D-1EF0-4107-B531-E5C45D9F1352}" dt="2024-09-29T05:14:36.647" v="1746" actId="478"/>
          <ac:spMkLst>
            <pc:docMk/>
            <pc:sldMk cId="1415970124" sldId="272"/>
            <ac:spMk id="12" creationId="{444CA1EE-EA50-E0E9-052A-609422115AF6}"/>
          </ac:spMkLst>
        </pc:spChg>
        <pc:spChg chg="add mod">
          <ac:chgData name="Mohammed Naseer Sihanas" userId="baf10d46-ca0e-4f93-8b9a-bd1fa4bc7e8f" providerId="ADAL" clId="{4BCA0B4D-1EF0-4107-B531-E5C45D9F1352}" dt="2024-09-29T05:20:47.010" v="1941" actId="1076"/>
          <ac:spMkLst>
            <pc:docMk/>
            <pc:sldMk cId="1415970124" sldId="272"/>
            <ac:spMk id="13" creationId="{FC233CA3-6A6F-0816-E8FC-8185DE4D3EE4}"/>
          </ac:spMkLst>
        </pc:spChg>
      </pc:sldChg>
      <pc:sldChg chg="addSp delSp modSp add mod">
        <pc:chgData name="Mohammed Naseer Sihanas" userId="baf10d46-ca0e-4f93-8b9a-bd1fa4bc7e8f" providerId="ADAL" clId="{4BCA0B4D-1EF0-4107-B531-E5C45D9F1352}" dt="2024-09-29T14:27:48.256" v="2541" actId="20577"/>
        <pc:sldMkLst>
          <pc:docMk/>
          <pc:sldMk cId="421766892" sldId="273"/>
        </pc:sldMkLst>
        <pc:spChg chg="del mod">
          <ac:chgData name="Mohammed Naseer Sihanas" userId="baf10d46-ca0e-4f93-8b9a-bd1fa4bc7e8f" providerId="ADAL" clId="{4BCA0B4D-1EF0-4107-B531-E5C45D9F1352}" dt="2024-09-29T05:37:13.166" v="1973" actId="478"/>
          <ac:spMkLst>
            <pc:docMk/>
            <pc:sldMk cId="421766892" sldId="273"/>
            <ac:spMk id="2" creationId="{00000000-0000-0000-0000-000000000000}"/>
          </ac:spMkLst>
        </pc:spChg>
        <pc:spChg chg="mod">
          <ac:chgData name="Mohammed Naseer Sihanas" userId="baf10d46-ca0e-4f93-8b9a-bd1fa4bc7e8f" providerId="ADAL" clId="{4BCA0B4D-1EF0-4107-B531-E5C45D9F1352}" dt="2024-09-29T05:40:07.208" v="1999" actId="12"/>
          <ac:spMkLst>
            <pc:docMk/>
            <pc:sldMk cId="421766892" sldId="273"/>
            <ac:spMk id="3" creationId="{00000000-0000-0000-0000-000000000000}"/>
          </ac:spMkLst>
        </pc:spChg>
        <pc:spChg chg="mod">
          <ac:chgData name="Mohammed Naseer Sihanas" userId="baf10d46-ca0e-4f93-8b9a-bd1fa4bc7e8f" providerId="ADAL" clId="{4BCA0B4D-1EF0-4107-B531-E5C45D9F1352}" dt="2024-09-29T14:27:48.256" v="2541" actId="20577"/>
          <ac:spMkLst>
            <pc:docMk/>
            <pc:sldMk cId="421766892" sldId="273"/>
            <ac:spMk id="5" creationId="{00000000-0000-0000-0000-000000000000}"/>
          </ac:spMkLst>
        </pc:spChg>
        <pc:spChg chg="add del mod">
          <ac:chgData name="Mohammed Naseer Sihanas" userId="baf10d46-ca0e-4f93-8b9a-bd1fa4bc7e8f" providerId="ADAL" clId="{4BCA0B4D-1EF0-4107-B531-E5C45D9F1352}" dt="2024-09-29T05:37:15.597" v="1974" actId="478"/>
          <ac:spMkLst>
            <pc:docMk/>
            <pc:sldMk cId="421766892" sldId="273"/>
            <ac:spMk id="8" creationId="{7218A56F-08A3-0281-8281-351552D241BA}"/>
          </ac:spMkLst>
        </pc:spChg>
      </pc:sldChg>
      <pc:sldChg chg="modSp add mod">
        <pc:chgData name="Mohammed Naseer Sihanas" userId="baf10d46-ca0e-4f93-8b9a-bd1fa4bc7e8f" providerId="ADAL" clId="{4BCA0B4D-1EF0-4107-B531-E5C45D9F1352}" dt="2024-09-29T14:26:14.498" v="2480" actId="20577"/>
        <pc:sldMkLst>
          <pc:docMk/>
          <pc:sldMk cId="1625561587" sldId="274"/>
        </pc:sldMkLst>
        <pc:spChg chg="mod">
          <ac:chgData name="Mohammed Naseer Sihanas" userId="baf10d46-ca0e-4f93-8b9a-bd1fa4bc7e8f" providerId="ADAL" clId="{4BCA0B4D-1EF0-4107-B531-E5C45D9F1352}" dt="2024-09-29T14:22:13.763" v="2255" actId="20577"/>
          <ac:spMkLst>
            <pc:docMk/>
            <pc:sldMk cId="1625561587" sldId="274"/>
            <ac:spMk id="2" creationId="{00000000-0000-0000-0000-000000000000}"/>
          </ac:spMkLst>
        </pc:spChg>
        <pc:spChg chg="mod">
          <ac:chgData name="Mohammed Naseer Sihanas" userId="baf10d46-ca0e-4f93-8b9a-bd1fa4bc7e8f" providerId="ADAL" clId="{4BCA0B4D-1EF0-4107-B531-E5C45D9F1352}" dt="2024-09-29T14:26:14.498" v="2480" actId="20577"/>
          <ac:spMkLst>
            <pc:docMk/>
            <pc:sldMk cId="1625561587" sldId="274"/>
            <ac:spMk id="5" creationId="{00000000-0000-0000-0000-000000000000}"/>
          </ac:spMkLst>
        </pc:spChg>
      </pc:sldChg>
      <pc:sldChg chg="modSp add mod ord">
        <pc:chgData name="Mohammed Naseer Sihanas" userId="baf10d46-ca0e-4f93-8b9a-bd1fa4bc7e8f" providerId="ADAL" clId="{4BCA0B4D-1EF0-4107-B531-E5C45D9F1352}" dt="2024-10-02T06:09:29.304" v="4451" actId="20577"/>
        <pc:sldMkLst>
          <pc:docMk/>
          <pc:sldMk cId="417698082" sldId="275"/>
        </pc:sldMkLst>
        <pc:spChg chg="mod">
          <ac:chgData name="Mohammed Naseer Sihanas" userId="baf10d46-ca0e-4f93-8b9a-bd1fa4bc7e8f" providerId="ADAL" clId="{4BCA0B4D-1EF0-4107-B531-E5C45D9F1352}" dt="2024-10-02T06:09:29.304" v="4451" actId="20577"/>
          <ac:spMkLst>
            <pc:docMk/>
            <pc:sldMk cId="417698082" sldId="275"/>
            <ac:spMk id="2" creationId="{00000000-0000-0000-0000-000000000000}"/>
          </ac:spMkLst>
        </pc:spChg>
        <pc:spChg chg="mod">
          <ac:chgData name="Mohammed Naseer Sihanas" userId="baf10d46-ca0e-4f93-8b9a-bd1fa4bc7e8f" providerId="ADAL" clId="{4BCA0B4D-1EF0-4107-B531-E5C45D9F1352}" dt="2024-09-29T14:27:04.414" v="2507" actId="20577"/>
          <ac:spMkLst>
            <pc:docMk/>
            <pc:sldMk cId="417698082" sldId="275"/>
            <ac:spMk id="5" creationId="{00000000-0000-0000-0000-000000000000}"/>
          </ac:spMkLst>
        </pc:spChg>
      </pc:sldChg>
      <pc:sldChg chg="modSp add mod">
        <pc:chgData name="Mohammed Naseer Sihanas" userId="baf10d46-ca0e-4f93-8b9a-bd1fa4bc7e8f" providerId="ADAL" clId="{4BCA0B4D-1EF0-4107-B531-E5C45D9F1352}" dt="2024-10-01T07:51:56.142" v="4108" actId="5793"/>
        <pc:sldMkLst>
          <pc:docMk/>
          <pc:sldMk cId="3332095496" sldId="276"/>
        </pc:sldMkLst>
        <pc:spChg chg="mod">
          <ac:chgData name="Mohammed Naseer Sihanas" userId="baf10d46-ca0e-4f93-8b9a-bd1fa4bc7e8f" providerId="ADAL" clId="{4BCA0B4D-1EF0-4107-B531-E5C45D9F1352}" dt="2024-10-01T07:51:56.142" v="4108" actId="5793"/>
          <ac:spMkLst>
            <pc:docMk/>
            <pc:sldMk cId="3332095496" sldId="276"/>
            <ac:spMk id="3" creationId="{00000000-0000-0000-0000-000000000000}"/>
          </ac:spMkLst>
        </pc:spChg>
        <pc:spChg chg="mod">
          <ac:chgData name="Mohammed Naseer Sihanas" userId="baf10d46-ca0e-4f93-8b9a-bd1fa4bc7e8f" providerId="ADAL" clId="{4BCA0B4D-1EF0-4107-B531-E5C45D9F1352}" dt="2024-09-29T14:27:14.033" v="2514" actId="20577"/>
          <ac:spMkLst>
            <pc:docMk/>
            <pc:sldMk cId="3332095496" sldId="276"/>
            <ac:spMk id="5" creationId="{00000000-0000-0000-0000-000000000000}"/>
          </ac:spMkLst>
        </pc:spChg>
      </pc:sldChg>
      <pc:sldChg chg="modSp add mod ord">
        <pc:chgData name="Mohammed Naseer Sihanas" userId="baf10d46-ca0e-4f93-8b9a-bd1fa4bc7e8f" providerId="ADAL" clId="{4BCA0B4D-1EF0-4107-B531-E5C45D9F1352}" dt="2024-10-02T06:10:36.536" v="4457" actId="20577"/>
        <pc:sldMkLst>
          <pc:docMk/>
          <pc:sldMk cId="2455035784" sldId="277"/>
        </pc:sldMkLst>
        <pc:spChg chg="mod">
          <ac:chgData name="Mohammed Naseer Sihanas" userId="baf10d46-ca0e-4f93-8b9a-bd1fa4bc7e8f" providerId="ADAL" clId="{4BCA0B4D-1EF0-4107-B531-E5C45D9F1352}" dt="2024-10-02T06:10:36.536" v="4457" actId="20577"/>
          <ac:spMkLst>
            <pc:docMk/>
            <pc:sldMk cId="2455035784" sldId="277"/>
            <ac:spMk id="2" creationId="{00000000-0000-0000-0000-000000000000}"/>
          </ac:spMkLst>
        </pc:spChg>
        <pc:spChg chg="mod">
          <ac:chgData name="Mohammed Naseer Sihanas" userId="baf10d46-ca0e-4f93-8b9a-bd1fa4bc7e8f" providerId="ADAL" clId="{4BCA0B4D-1EF0-4107-B531-E5C45D9F1352}" dt="2024-09-29T14:27:25.255" v="2523" actId="20577"/>
          <ac:spMkLst>
            <pc:docMk/>
            <pc:sldMk cId="2455035784" sldId="277"/>
            <ac:spMk id="5" creationId="{00000000-0000-0000-0000-000000000000}"/>
          </ac:spMkLst>
        </pc:spChg>
      </pc:sldChg>
      <pc:sldChg chg="modSp add mod ord">
        <pc:chgData name="Mohammed Naseer Sihanas" userId="baf10d46-ca0e-4f93-8b9a-bd1fa4bc7e8f" providerId="ADAL" clId="{4BCA0B4D-1EF0-4107-B531-E5C45D9F1352}" dt="2024-10-02T06:10:41.680" v="4461" actId="20577"/>
        <pc:sldMkLst>
          <pc:docMk/>
          <pc:sldMk cId="2999461408" sldId="278"/>
        </pc:sldMkLst>
        <pc:spChg chg="mod">
          <ac:chgData name="Mohammed Naseer Sihanas" userId="baf10d46-ca0e-4f93-8b9a-bd1fa4bc7e8f" providerId="ADAL" clId="{4BCA0B4D-1EF0-4107-B531-E5C45D9F1352}" dt="2024-10-02T06:10:41.680" v="4461" actId="20577"/>
          <ac:spMkLst>
            <pc:docMk/>
            <pc:sldMk cId="2999461408" sldId="278"/>
            <ac:spMk id="2" creationId="{00000000-0000-0000-0000-000000000000}"/>
          </ac:spMkLst>
        </pc:spChg>
        <pc:spChg chg="mod">
          <ac:chgData name="Mohammed Naseer Sihanas" userId="baf10d46-ca0e-4f93-8b9a-bd1fa4bc7e8f" providerId="ADAL" clId="{4BCA0B4D-1EF0-4107-B531-E5C45D9F1352}" dt="2024-09-29T14:27:32.422" v="2529" actId="20577"/>
          <ac:spMkLst>
            <pc:docMk/>
            <pc:sldMk cId="2999461408" sldId="278"/>
            <ac:spMk id="5" creationId="{00000000-0000-0000-0000-000000000000}"/>
          </ac:spMkLst>
        </pc:spChg>
      </pc:sldChg>
      <pc:sldChg chg="modSp add mod ord">
        <pc:chgData name="Mohammed Naseer Sihanas" userId="baf10d46-ca0e-4f93-8b9a-bd1fa4bc7e8f" providerId="ADAL" clId="{4BCA0B4D-1EF0-4107-B531-E5C45D9F1352}" dt="2024-10-02T06:10:46.817" v="4463" actId="20577"/>
        <pc:sldMkLst>
          <pc:docMk/>
          <pc:sldMk cId="4001053500" sldId="279"/>
        </pc:sldMkLst>
        <pc:spChg chg="mod">
          <ac:chgData name="Mohammed Naseer Sihanas" userId="baf10d46-ca0e-4f93-8b9a-bd1fa4bc7e8f" providerId="ADAL" clId="{4BCA0B4D-1EF0-4107-B531-E5C45D9F1352}" dt="2024-10-02T06:10:46.817" v="4463" actId="20577"/>
          <ac:spMkLst>
            <pc:docMk/>
            <pc:sldMk cId="4001053500" sldId="279"/>
            <ac:spMk id="2" creationId="{00000000-0000-0000-0000-000000000000}"/>
          </ac:spMkLst>
        </pc:spChg>
        <pc:spChg chg="mod">
          <ac:chgData name="Mohammed Naseer Sihanas" userId="baf10d46-ca0e-4f93-8b9a-bd1fa4bc7e8f" providerId="ADAL" clId="{4BCA0B4D-1EF0-4107-B531-E5C45D9F1352}" dt="2024-09-29T14:27:44.521" v="2538" actId="20577"/>
          <ac:spMkLst>
            <pc:docMk/>
            <pc:sldMk cId="4001053500" sldId="279"/>
            <ac:spMk id="5" creationId="{00000000-0000-0000-0000-000000000000}"/>
          </ac:spMkLst>
        </pc:spChg>
      </pc:sldChg>
      <pc:sldChg chg="add del">
        <pc:chgData name="Mohammed Naseer Sihanas" userId="baf10d46-ca0e-4f93-8b9a-bd1fa4bc7e8f" providerId="ADAL" clId="{4BCA0B4D-1EF0-4107-B531-E5C45D9F1352}" dt="2024-09-29T14:28:10.874" v="2549" actId="47"/>
        <pc:sldMkLst>
          <pc:docMk/>
          <pc:sldMk cId="3615207041" sldId="280"/>
        </pc:sldMkLst>
      </pc:sldChg>
      <pc:sldChg chg="addSp delSp modSp add mod setBg">
        <pc:chgData name="Mohammed Naseer Sihanas" userId="baf10d46-ca0e-4f93-8b9a-bd1fa4bc7e8f" providerId="ADAL" clId="{4BCA0B4D-1EF0-4107-B531-E5C45D9F1352}" dt="2024-09-29T14:41:53.848" v="2747" actId="1076"/>
        <pc:sldMkLst>
          <pc:docMk/>
          <pc:sldMk cId="2864293341" sldId="281"/>
        </pc:sldMkLst>
        <pc:spChg chg="del">
          <ac:chgData name="Mohammed Naseer Sihanas" userId="baf10d46-ca0e-4f93-8b9a-bd1fa4bc7e8f" providerId="ADAL" clId="{4BCA0B4D-1EF0-4107-B531-E5C45D9F1352}" dt="2024-09-29T04:36:40.026" v="1359" actId="478"/>
          <ac:spMkLst>
            <pc:docMk/>
            <pc:sldMk cId="2864293341" sldId="281"/>
            <ac:spMk id="2" creationId="{00000000-0000-0000-0000-000000000000}"/>
          </ac:spMkLst>
        </pc:spChg>
        <pc:spChg chg="mod">
          <ac:chgData name="Mohammed Naseer Sihanas" userId="baf10d46-ca0e-4f93-8b9a-bd1fa4bc7e8f" providerId="ADAL" clId="{4BCA0B4D-1EF0-4107-B531-E5C45D9F1352}" dt="2024-09-29T04:37:50.174" v="1368" actId="26606"/>
          <ac:spMkLst>
            <pc:docMk/>
            <pc:sldMk cId="2864293341" sldId="281"/>
            <ac:spMk id="4" creationId="{00000000-0000-0000-0000-000000000000}"/>
          </ac:spMkLst>
        </pc:spChg>
        <pc:spChg chg="mod">
          <ac:chgData name="Mohammed Naseer Sihanas" userId="baf10d46-ca0e-4f93-8b9a-bd1fa4bc7e8f" providerId="ADAL" clId="{4BCA0B4D-1EF0-4107-B531-E5C45D9F1352}" dt="2024-09-29T14:27:21.528" v="2520" actId="20577"/>
          <ac:spMkLst>
            <pc:docMk/>
            <pc:sldMk cId="2864293341" sldId="281"/>
            <ac:spMk id="5" creationId="{00000000-0000-0000-0000-000000000000}"/>
          </ac:spMkLst>
        </pc:spChg>
        <pc:spChg chg="mod">
          <ac:chgData name="Mohammed Naseer Sihanas" userId="baf10d46-ca0e-4f93-8b9a-bd1fa4bc7e8f" providerId="ADAL" clId="{4BCA0B4D-1EF0-4107-B531-E5C45D9F1352}" dt="2024-09-29T04:37:50.174" v="1368" actId="26606"/>
          <ac:spMkLst>
            <pc:docMk/>
            <pc:sldMk cId="2864293341" sldId="281"/>
            <ac:spMk id="6" creationId="{00000000-0000-0000-0000-000000000000}"/>
          </ac:spMkLst>
        </pc:spChg>
        <pc:spChg chg="add del mod">
          <ac:chgData name="Mohammed Naseer Sihanas" userId="baf10d46-ca0e-4f93-8b9a-bd1fa4bc7e8f" providerId="ADAL" clId="{4BCA0B4D-1EF0-4107-B531-E5C45D9F1352}" dt="2024-09-29T04:36:41.338" v="1360" actId="478"/>
          <ac:spMkLst>
            <pc:docMk/>
            <pc:sldMk cId="2864293341" sldId="281"/>
            <ac:spMk id="7" creationId="{36F734B7-31A8-B9C7-62D3-BB2DFA3FABBA}"/>
          </ac:spMkLst>
        </pc:spChg>
        <pc:spChg chg="add mod">
          <ac:chgData name="Mohammed Naseer Sihanas" userId="baf10d46-ca0e-4f93-8b9a-bd1fa4bc7e8f" providerId="ADAL" clId="{4BCA0B4D-1EF0-4107-B531-E5C45D9F1352}" dt="2024-09-29T14:41:53.848" v="2747" actId="1076"/>
          <ac:spMkLst>
            <pc:docMk/>
            <pc:sldMk cId="2864293341" sldId="281"/>
            <ac:spMk id="10" creationId="{3FF5D812-AA07-E273-C83E-657A723BF81B}"/>
          </ac:spMkLst>
        </pc:spChg>
        <pc:spChg chg="add del">
          <ac:chgData name="Mohammed Naseer Sihanas" userId="baf10d46-ca0e-4f93-8b9a-bd1fa4bc7e8f" providerId="ADAL" clId="{4BCA0B4D-1EF0-4107-B531-E5C45D9F1352}" dt="2024-09-29T04:37:50.174" v="1368" actId="26606"/>
          <ac:spMkLst>
            <pc:docMk/>
            <pc:sldMk cId="2864293341" sldId="281"/>
            <ac:spMk id="11" creationId="{01D0AF59-99C3-4251-AB9A-C966C6AD4400}"/>
          </ac:spMkLst>
        </pc:spChg>
        <pc:spChg chg="add del">
          <ac:chgData name="Mohammed Naseer Sihanas" userId="baf10d46-ca0e-4f93-8b9a-bd1fa4bc7e8f" providerId="ADAL" clId="{4BCA0B4D-1EF0-4107-B531-E5C45D9F1352}" dt="2024-09-29T04:37:23.354" v="1366" actId="26606"/>
          <ac:spMkLst>
            <pc:docMk/>
            <pc:sldMk cId="2864293341" sldId="281"/>
            <ac:spMk id="14" creationId="{42A4FC2C-047E-45A5-965D-8E1E3BF09BC6}"/>
          </ac:spMkLst>
        </pc:spChg>
        <pc:spChg chg="add del">
          <ac:chgData name="Mohammed Naseer Sihanas" userId="baf10d46-ca0e-4f93-8b9a-bd1fa4bc7e8f" providerId="ADAL" clId="{4BCA0B4D-1EF0-4107-B531-E5C45D9F1352}" dt="2024-09-29T04:37:50.174" v="1368" actId="26606"/>
          <ac:spMkLst>
            <pc:docMk/>
            <pc:sldMk cId="2864293341" sldId="281"/>
            <ac:spMk id="16" creationId="{1855405F-37A2-4869-9154-F8BE3BECE6C3}"/>
          </ac:spMkLst>
        </pc:spChg>
        <pc:picChg chg="add mod ord">
          <ac:chgData name="Mohammed Naseer Sihanas" userId="baf10d46-ca0e-4f93-8b9a-bd1fa4bc7e8f" providerId="ADAL" clId="{4BCA0B4D-1EF0-4107-B531-E5C45D9F1352}" dt="2024-09-29T04:38:06.594" v="1370" actId="14100"/>
          <ac:picMkLst>
            <pc:docMk/>
            <pc:sldMk cId="2864293341" sldId="281"/>
            <ac:picMk id="9" creationId="{DF6738E4-0560-3EE6-7789-3BD2F17DD9CB}"/>
          </ac:picMkLst>
        </pc:picChg>
      </pc:sldChg>
      <pc:sldChg chg="modSp add mod ord">
        <pc:chgData name="Mohammed Naseer Sihanas" userId="baf10d46-ca0e-4f93-8b9a-bd1fa4bc7e8f" providerId="ADAL" clId="{4BCA0B4D-1EF0-4107-B531-E5C45D9F1352}" dt="2024-10-01T07:40:44.646" v="3760" actId="2710"/>
        <pc:sldMkLst>
          <pc:docMk/>
          <pc:sldMk cId="3701384054" sldId="282"/>
        </pc:sldMkLst>
        <pc:spChg chg="mod">
          <ac:chgData name="Mohammed Naseer Sihanas" userId="baf10d46-ca0e-4f93-8b9a-bd1fa4bc7e8f" providerId="ADAL" clId="{4BCA0B4D-1EF0-4107-B531-E5C45D9F1352}" dt="2024-10-01T07:40:44.646" v="3760" actId="2710"/>
          <ac:spMkLst>
            <pc:docMk/>
            <pc:sldMk cId="3701384054" sldId="282"/>
            <ac:spMk id="3" creationId="{00000000-0000-0000-0000-000000000000}"/>
          </ac:spMkLst>
        </pc:spChg>
        <pc:spChg chg="mod">
          <ac:chgData name="Mohammed Naseer Sihanas" userId="baf10d46-ca0e-4f93-8b9a-bd1fa4bc7e8f" providerId="ADAL" clId="{4BCA0B4D-1EF0-4107-B531-E5C45D9F1352}" dt="2024-09-29T14:27:39.619" v="2535" actId="20577"/>
          <ac:spMkLst>
            <pc:docMk/>
            <pc:sldMk cId="3701384054" sldId="282"/>
            <ac:spMk id="5" creationId="{00000000-0000-0000-0000-000000000000}"/>
          </ac:spMkLst>
        </pc:spChg>
        <pc:spChg chg="mod">
          <ac:chgData name="Mohammed Naseer Sihanas" userId="baf10d46-ca0e-4f93-8b9a-bd1fa4bc7e8f" providerId="ADAL" clId="{4BCA0B4D-1EF0-4107-B531-E5C45D9F1352}" dt="2024-09-29T05:20:55.713" v="1942" actId="1076"/>
          <ac:spMkLst>
            <pc:docMk/>
            <pc:sldMk cId="3701384054" sldId="282"/>
            <ac:spMk id="13" creationId="{FC233CA3-6A6F-0816-E8FC-8185DE4D3EE4}"/>
          </ac:spMkLst>
        </pc:spChg>
      </pc:sldChg>
      <pc:sldChg chg="modSp add mod ord">
        <pc:chgData name="Mohammed Naseer Sihanas" userId="baf10d46-ca0e-4f93-8b9a-bd1fa4bc7e8f" providerId="ADAL" clId="{4BCA0B4D-1EF0-4107-B531-E5C45D9F1352}" dt="2024-10-02T06:09:09.556" v="4442" actId="20577"/>
        <pc:sldMkLst>
          <pc:docMk/>
          <pc:sldMk cId="4237634195" sldId="283"/>
        </pc:sldMkLst>
        <pc:spChg chg="mod">
          <ac:chgData name="Mohammed Naseer Sihanas" userId="baf10d46-ca0e-4f93-8b9a-bd1fa4bc7e8f" providerId="ADAL" clId="{4BCA0B4D-1EF0-4107-B531-E5C45D9F1352}" dt="2024-10-02T06:09:09.556" v="4442" actId="20577"/>
          <ac:spMkLst>
            <pc:docMk/>
            <pc:sldMk cId="4237634195" sldId="283"/>
            <ac:spMk id="2" creationId="{00000000-0000-0000-0000-000000000000}"/>
          </ac:spMkLst>
        </pc:spChg>
        <pc:spChg chg="mod">
          <ac:chgData name="Mohammed Naseer Sihanas" userId="baf10d46-ca0e-4f93-8b9a-bd1fa4bc7e8f" providerId="ADAL" clId="{4BCA0B4D-1EF0-4107-B531-E5C45D9F1352}" dt="2024-09-29T14:26:36.288" v="2489" actId="20577"/>
          <ac:spMkLst>
            <pc:docMk/>
            <pc:sldMk cId="4237634195" sldId="283"/>
            <ac:spMk id="5" creationId="{00000000-0000-0000-0000-000000000000}"/>
          </ac:spMkLst>
        </pc:spChg>
      </pc:sldChg>
      <pc:sldChg chg="add del ord">
        <pc:chgData name="Mohammed Naseer Sihanas" userId="baf10d46-ca0e-4f93-8b9a-bd1fa4bc7e8f" providerId="ADAL" clId="{4BCA0B4D-1EF0-4107-B531-E5C45D9F1352}" dt="2024-09-29T14:28:08.721" v="2548" actId="47"/>
        <pc:sldMkLst>
          <pc:docMk/>
          <pc:sldMk cId="325500263" sldId="284"/>
        </pc:sldMkLst>
      </pc:sldChg>
      <pc:sldChg chg="modSp add mod">
        <pc:chgData name="Mohammed Naseer Sihanas" userId="baf10d46-ca0e-4f93-8b9a-bd1fa4bc7e8f" providerId="ADAL" clId="{4BCA0B4D-1EF0-4107-B531-E5C45D9F1352}" dt="2024-10-02T06:12:29.544" v="4471" actId="20577"/>
        <pc:sldMkLst>
          <pc:docMk/>
          <pc:sldMk cId="3618522434" sldId="285"/>
        </pc:sldMkLst>
        <pc:spChg chg="mod">
          <ac:chgData name="Mohammed Naseer Sihanas" userId="baf10d46-ca0e-4f93-8b9a-bd1fa4bc7e8f" providerId="ADAL" clId="{4BCA0B4D-1EF0-4107-B531-E5C45D9F1352}" dt="2024-10-02T06:12:29.544" v="4471" actId="20577"/>
          <ac:spMkLst>
            <pc:docMk/>
            <pc:sldMk cId="3618522434" sldId="285"/>
            <ac:spMk id="2" creationId="{00000000-0000-0000-0000-000000000000}"/>
          </ac:spMkLst>
        </pc:spChg>
        <pc:spChg chg="mod">
          <ac:chgData name="Mohammed Naseer Sihanas" userId="baf10d46-ca0e-4f93-8b9a-bd1fa4bc7e8f" providerId="ADAL" clId="{4BCA0B4D-1EF0-4107-B531-E5C45D9F1352}" dt="2024-09-29T14:28:18.487" v="2555" actId="20577"/>
          <ac:spMkLst>
            <pc:docMk/>
            <pc:sldMk cId="3618522434" sldId="285"/>
            <ac:spMk id="5" creationId="{00000000-0000-0000-0000-000000000000}"/>
          </ac:spMkLst>
        </pc:spChg>
      </pc:sldChg>
      <pc:sldChg chg="add del">
        <pc:chgData name="Mohammed Naseer Sihanas" userId="baf10d46-ca0e-4f93-8b9a-bd1fa4bc7e8f" providerId="ADAL" clId="{4BCA0B4D-1EF0-4107-B531-E5C45D9F1352}" dt="2024-09-29T14:36:48.962" v="2697" actId="47"/>
        <pc:sldMkLst>
          <pc:docMk/>
          <pc:sldMk cId="3362514653" sldId="286"/>
        </pc:sldMkLst>
      </pc:sldChg>
      <pc:sldChg chg="add del">
        <pc:chgData name="Mohammed Naseer Sihanas" userId="baf10d46-ca0e-4f93-8b9a-bd1fa4bc7e8f" providerId="ADAL" clId="{4BCA0B4D-1EF0-4107-B531-E5C45D9F1352}" dt="2024-09-29T14:36:47.392" v="2696" actId="47"/>
        <pc:sldMkLst>
          <pc:docMk/>
          <pc:sldMk cId="3893801296" sldId="287"/>
        </pc:sldMkLst>
      </pc:sldChg>
      <pc:sldChg chg="modSp add mod ord">
        <pc:chgData name="Mohammed Naseer Sihanas" userId="baf10d46-ca0e-4f93-8b9a-bd1fa4bc7e8f" providerId="ADAL" clId="{4BCA0B4D-1EF0-4107-B531-E5C45D9F1352}" dt="2024-10-02T06:12:25.478" v="4469" actId="20577"/>
        <pc:sldMkLst>
          <pc:docMk/>
          <pc:sldMk cId="3153658787" sldId="288"/>
        </pc:sldMkLst>
        <pc:spChg chg="mod">
          <ac:chgData name="Mohammed Naseer Sihanas" userId="baf10d46-ca0e-4f93-8b9a-bd1fa4bc7e8f" providerId="ADAL" clId="{4BCA0B4D-1EF0-4107-B531-E5C45D9F1352}" dt="2024-10-02T06:12:25.478" v="4469" actId="20577"/>
          <ac:spMkLst>
            <pc:docMk/>
            <pc:sldMk cId="3153658787" sldId="288"/>
            <ac:spMk id="2" creationId="{00000000-0000-0000-0000-000000000000}"/>
          </ac:spMkLst>
        </pc:spChg>
        <pc:spChg chg="mod">
          <ac:chgData name="Mohammed Naseer Sihanas" userId="baf10d46-ca0e-4f93-8b9a-bd1fa4bc7e8f" providerId="ADAL" clId="{4BCA0B4D-1EF0-4107-B531-E5C45D9F1352}" dt="2024-09-29T14:43:45" v="2771"/>
          <ac:spMkLst>
            <pc:docMk/>
            <pc:sldMk cId="3153658787" sldId="288"/>
            <ac:spMk id="3" creationId="{00000000-0000-0000-0000-000000000000}"/>
          </ac:spMkLst>
        </pc:spChg>
        <pc:spChg chg="mod">
          <ac:chgData name="Mohammed Naseer Sihanas" userId="baf10d46-ca0e-4f93-8b9a-bd1fa4bc7e8f" providerId="ADAL" clId="{4BCA0B4D-1EF0-4107-B531-E5C45D9F1352}" dt="2024-09-29T14:28:00.782" v="2544" actId="20577"/>
          <ac:spMkLst>
            <pc:docMk/>
            <pc:sldMk cId="3153658787" sldId="288"/>
            <ac:spMk id="5" creationId="{00000000-0000-0000-0000-000000000000}"/>
          </ac:spMkLst>
        </pc:spChg>
      </pc:sldChg>
      <pc:sldChg chg="modSp add del mod">
        <pc:chgData name="Mohammed Naseer Sihanas" userId="baf10d46-ca0e-4f93-8b9a-bd1fa4bc7e8f" providerId="ADAL" clId="{4BCA0B4D-1EF0-4107-B531-E5C45D9F1352}" dt="2024-09-29T14:43:52.198" v="2772" actId="47"/>
        <pc:sldMkLst>
          <pc:docMk/>
          <pc:sldMk cId="3880089686" sldId="289"/>
        </pc:sldMkLst>
        <pc:spChg chg="mod">
          <ac:chgData name="Mohammed Naseer Sihanas" userId="baf10d46-ca0e-4f93-8b9a-bd1fa4bc7e8f" providerId="ADAL" clId="{4BCA0B4D-1EF0-4107-B531-E5C45D9F1352}" dt="2024-09-29T14:43:41.534" v="2770" actId="21"/>
          <ac:spMkLst>
            <pc:docMk/>
            <pc:sldMk cId="3880089686" sldId="289"/>
            <ac:spMk id="3" creationId="{00000000-0000-0000-0000-000000000000}"/>
          </ac:spMkLst>
        </pc:spChg>
        <pc:spChg chg="mod">
          <ac:chgData name="Mohammed Naseer Sihanas" userId="baf10d46-ca0e-4f93-8b9a-bd1fa4bc7e8f" providerId="ADAL" clId="{4BCA0B4D-1EF0-4107-B531-E5C45D9F1352}" dt="2024-09-29T14:28:05.396" v="2547" actId="20577"/>
          <ac:spMkLst>
            <pc:docMk/>
            <pc:sldMk cId="3880089686" sldId="289"/>
            <ac:spMk id="5" creationId="{00000000-0000-0000-0000-000000000000}"/>
          </ac:spMkLst>
        </pc:spChg>
      </pc:sldChg>
      <pc:sldChg chg="addSp delSp modSp add mod ord">
        <pc:chgData name="Mohammed Naseer Sihanas" userId="baf10d46-ca0e-4f93-8b9a-bd1fa4bc7e8f" providerId="ADAL" clId="{4BCA0B4D-1EF0-4107-B531-E5C45D9F1352}" dt="2024-09-29T14:36:41.016" v="2695"/>
        <pc:sldMkLst>
          <pc:docMk/>
          <pc:sldMk cId="3135003794" sldId="290"/>
        </pc:sldMkLst>
        <pc:spChg chg="del">
          <ac:chgData name="Mohammed Naseer Sihanas" userId="baf10d46-ca0e-4f93-8b9a-bd1fa4bc7e8f" providerId="ADAL" clId="{4BCA0B4D-1EF0-4107-B531-E5C45D9F1352}" dt="2024-09-29T14:28:28.795" v="2559" actId="478"/>
          <ac:spMkLst>
            <pc:docMk/>
            <pc:sldMk cId="3135003794" sldId="290"/>
            <ac:spMk id="2" creationId="{00000000-0000-0000-0000-000000000000}"/>
          </ac:spMkLst>
        </pc:spChg>
        <pc:spChg chg="mod">
          <ac:chgData name="Mohammed Naseer Sihanas" userId="baf10d46-ca0e-4f93-8b9a-bd1fa4bc7e8f" providerId="ADAL" clId="{4BCA0B4D-1EF0-4107-B531-E5C45D9F1352}" dt="2024-09-29T14:36:41.016" v="2695"/>
          <ac:spMkLst>
            <pc:docMk/>
            <pc:sldMk cId="3135003794" sldId="290"/>
            <ac:spMk id="3" creationId="{00000000-0000-0000-0000-000000000000}"/>
          </ac:spMkLst>
        </pc:spChg>
        <pc:spChg chg="add del mod">
          <ac:chgData name="Mohammed Naseer Sihanas" userId="baf10d46-ca0e-4f93-8b9a-bd1fa4bc7e8f" providerId="ADAL" clId="{4BCA0B4D-1EF0-4107-B531-E5C45D9F1352}" dt="2024-09-29T14:28:30.347" v="2560" actId="478"/>
          <ac:spMkLst>
            <pc:docMk/>
            <pc:sldMk cId="3135003794" sldId="290"/>
            <ac:spMk id="8" creationId="{63B67284-B0A5-1CAD-58AA-84C782FD237C}"/>
          </ac:spMkLst>
        </pc:spChg>
      </pc:sldChg>
      <pc:sldChg chg="addSp delSp modSp add mod">
        <pc:chgData name="Mohammed Naseer Sihanas" userId="baf10d46-ca0e-4f93-8b9a-bd1fa4bc7e8f" providerId="ADAL" clId="{4BCA0B4D-1EF0-4107-B531-E5C45D9F1352}" dt="2024-10-02T06:10:19.858" v="4453" actId="207"/>
        <pc:sldMkLst>
          <pc:docMk/>
          <pc:sldMk cId="3708950606" sldId="291"/>
        </pc:sldMkLst>
        <pc:spChg chg="del">
          <ac:chgData name="Mohammed Naseer Sihanas" userId="baf10d46-ca0e-4f93-8b9a-bd1fa4bc7e8f" providerId="ADAL" clId="{4BCA0B4D-1EF0-4107-B531-E5C45D9F1352}" dt="2024-10-01T07:51:34.252" v="4103" actId="478"/>
          <ac:spMkLst>
            <pc:docMk/>
            <pc:sldMk cId="3708950606" sldId="291"/>
            <ac:spMk id="2" creationId="{00000000-0000-0000-0000-000000000000}"/>
          </ac:spMkLst>
        </pc:spChg>
        <pc:spChg chg="del mod">
          <ac:chgData name="Mohammed Naseer Sihanas" userId="baf10d46-ca0e-4f93-8b9a-bd1fa4bc7e8f" providerId="ADAL" clId="{4BCA0B4D-1EF0-4107-B531-E5C45D9F1352}" dt="2024-10-01T07:51:42.595" v="4105" actId="478"/>
          <ac:spMkLst>
            <pc:docMk/>
            <pc:sldMk cId="3708950606" sldId="291"/>
            <ac:spMk id="3" creationId="{00000000-0000-0000-0000-000000000000}"/>
          </ac:spMkLst>
        </pc:spChg>
        <pc:spChg chg="add del mod">
          <ac:chgData name="Mohammed Naseer Sihanas" userId="baf10d46-ca0e-4f93-8b9a-bd1fa4bc7e8f" providerId="ADAL" clId="{4BCA0B4D-1EF0-4107-B531-E5C45D9F1352}" dt="2024-10-01T07:51:37.268" v="4104" actId="478"/>
          <ac:spMkLst>
            <pc:docMk/>
            <pc:sldMk cId="3708950606" sldId="291"/>
            <ac:spMk id="8" creationId="{EC3F7696-4CFF-649D-150D-A20B4863CC67}"/>
          </ac:spMkLst>
        </pc:spChg>
        <pc:spChg chg="add del mod">
          <ac:chgData name="Mohammed Naseer Sihanas" userId="baf10d46-ca0e-4f93-8b9a-bd1fa4bc7e8f" providerId="ADAL" clId="{4BCA0B4D-1EF0-4107-B531-E5C45D9F1352}" dt="2024-10-01T07:51:45.182" v="4106" actId="478"/>
          <ac:spMkLst>
            <pc:docMk/>
            <pc:sldMk cId="3708950606" sldId="291"/>
            <ac:spMk id="10" creationId="{5F828FBF-60D0-9D87-4C8C-1AE8B7CE570D}"/>
          </ac:spMkLst>
        </pc:spChg>
        <pc:spChg chg="add mod">
          <ac:chgData name="Mohammed Naseer Sihanas" userId="baf10d46-ca0e-4f93-8b9a-bd1fa4bc7e8f" providerId="ADAL" clId="{4BCA0B4D-1EF0-4107-B531-E5C45D9F1352}" dt="2024-10-02T06:10:19.858" v="4453" actId="207"/>
          <ac:spMkLst>
            <pc:docMk/>
            <pc:sldMk cId="3708950606" sldId="291"/>
            <ac:spMk id="12" creationId="{F09930CF-904E-D92B-36F2-922655B2D191}"/>
          </ac:spMkLst>
        </pc:spChg>
        <pc:spChg chg="add mod">
          <ac:chgData name="Mohammed Naseer Sihanas" userId="baf10d46-ca0e-4f93-8b9a-bd1fa4bc7e8f" providerId="ADAL" clId="{4BCA0B4D-1EF0-4107-B531-E5C45D9F1352}" dt="2024-10-01T07:54:49.890" v="4132" actId="12"/>
          <ac:spMkLst>
            <pc:docMk/>
            <pc:sldMk cId="3708950606" sldId="291"/>
            <ac:spMk id="14" creationId="{530CBEF5-F6D6-56A6-48EE-3FC9F169EA45}"/>
          </ac:spMkLst>
        </pc:spChg>
      </pc:sldChg>
      <pc:sldChg chg="modSp add mod ord">
        <pc:chgData name="Mohammed Naseer Sihanas" userId="baf10d46-ca0e-4f93-8b9a-bd1fa4bc7e8f" providerId="ADAL" clId="{4BCA0B4D-1EF0-4107-B531-E5C45D9F1352}" dt="2024-10-02T06:07:54.768" v="4427"/>
        <pc:sldMkLst>
          <pc:docMk/>
          <pc:sldMk cId="811265389" sldId="292"/>
        </pc:sldMkLst>
        <pc:spChg chg="mod">
          <ac:chgData name="Mohammed Naseer Sihanas" userId="baf10d46-ca0e-4f93-8b9a-bd1fa4bc7e8f" providerId="ADAL" clId="{4BCA0B4D-1EF0-4107-B531-E5C45D9F1352}" dt="2024-10-02T06:07:37.678" v="4424" actId="6549"/>
          <ac:spMkLst>
            <pc:docMk/>
            <pc:sldMk cId="811265389" sldId="292"/>
            <ac:spMk id="2" creationId="{00000000-0000-0000-0000-000000000000}"/>
          </ac:spMkLst>
        </pc:spChg>
      </pc:sldChg>
      <pc:sldChg chg="delSp modSp add mod">
        <pc:chgData name="Mohammed Naseer Sihanas" userId="baf10d46-ca0e-4f93-8b9a-bd1fa4bc7e8f" providerId="ADAL" clId="{4BCA0B4D-1EF0-4107-B531-E5C45D9F1352}" dt="2024-10-02T06:08:30.491" v="4435" actId="14100"/>
        <pc:sldMkLst>
          <pc:docMk/>
          <pc:sldMk cId="1162202113" sldId="293"/>
        </pc:sldMkLst>
        <pc:spChg chg="del mod">
          <ac:chgData name="Mohammed Naseer Sihanas" userId="baf10d46-ca0e-4f93-8b9a-bd1fa4bc7e8f" providerId="ADAL" clId="{4BCA0B4D-1EF0-4107-B531-E5C45D9F1352}" dt="2024-10-02T06:08:18.400" v="4432" actId="478"/>
          <ac:spMkLst>
            <pc:docMk/>
            <pc:sldMk cId="1162202113" sldId="293"/>
            <ac:spMk id="3" creationId="{0EBE4CCC-C2A9-8BCF-FCF5-9DCFB4A2E67E}"/>
          </ac:spMkLst>
        </pc:spChg>
        <pc:spChg chg="mod">
          <ac:chgData name="Mohammed Naseer Sihanas" userId="baf10d46-ca0e-4f93-8b9a-bd1fa4bc7e8f" providerId="ADAL" clId="{4BCA0B4D-1EF0-4107-B531-E5C45D9F1352}" dt="2024-10-02T06:08:30.491" v="4435" actId="14100"/>
          <ac:spMkLst>
            <pc:docMk/>
            <pc:sldMk cId="1162202113" sldId="293"/>
            <ac:spMk id="8" creationId="{D540D9C5-63BD-87DD-A593-5C7AEB55E9F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C16D-87A5-42A8-B140-98728FAD8B51}" type="datetimeFigureOut">
              <a:rPr lang="en-US" smtClean="0"/>
              <a:t>10/3/2024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B0495-2115-43AA-BA4C-17B1B018F6D0}" type="slidenum">
              <a:rPr lang="en-US" smtClean="0"/>
              <a:t>‹#›</a:t>
            </a:fld>
            <a:endParaRPr lang="en-US"/>
          </a:p>
        </p:txBody>
      </p:sp>
    </p:spTree>
    <p:extLst>
      <p:ext uri="{BB962C8B-B14F-4D97-AF65-F5344CB8AC3E}">
        <p14:creationId xmlns:p14="http://schemas.microsoft.com/office/powerpoint/2010/main" val="295451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422205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894670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E1D71B-C944-40CB-9225-EA433BB07F45}"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27895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058ECA-02C5-4D99-AFFD-84EA363A536D}" type="datetime1">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420699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4073E0-3DBC-4BAA-84B9-0F85CC501F88}" type="datetime1">
              <a:rPr lang="en-US" smtClean="0"/>
              <a:t>10/3/2024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2229060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9C761F-A406-4505-8459-B97881E80F0E}" type="datetime1">
              <a:rPr lang="en-US" smtClean="0"/>
              <a:t>10/3/2024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64015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BE0DCC-C7A3-4DC1-8DCD-1C5B33BCF6DA}" type="datetime1">
              <a:rPr lang="en-US" smtClean="0"/>
              <a:t>10/3/2024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195355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ACD9E2-7770-43EB-8701-2490B377D92A}" type="datetime1">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998189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91ED9B-92CF-4B2F-A610-74DC6EFE6E8B}" type="datetime1">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1137048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EA9613B-0BA2-4A64-A532-F6C966C6DF40}"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376925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744F18-9DB9-4BF6-A25D-A0C007A942DF}"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524196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33C8A-7B11-4C95-B8FE-DA0F896160D6}" type="datetime1">
              <a:rPr lang="en-US" smtClean="0"/>
              <a:t>10/3/2024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A9502-7A70-47B0-BD1F-E2BBA2404010}" type="slidenum">
              <a:rPr lang="en-US" smtClean="0"/>
              <a:t>‹#›</a:t>
            </a:fld>
            <a:endParaRPr lang="en-US"/>
          </a:p>
        </p:txBody>
      </p:sp>
    </p:spTree>
    <p:extLst>
      <p:ext uri="{BB962C8B-B14F-4D97-AF65-F5344CB8AC3E}">
        <p14:creationId xmlns:p14="http://schemas.microsoft.com/office/powerpoint/2010/main" val="4097400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6837" y="563418"/>
            <a:ext cx="9984508" cy="1921163"/>
          </a:xfrm>
        </p:spPr>
        <p:txBody>
          <a:bodyPr>
            <a:normAutofit/>
          </a:bodyPr>
          <a:lstStyle/>
          <a:p>
            <a:r>
              <a:rPr lang="en-US" sz="5400" dirty="0"/>
              <a:t>NLP based Text Summarization to retrieve efficient data</a:t>
            </a:r>
          </a:p>
        </p:txBody>
      </p:sp>
      <p:sp>
        <p:nvSpPr>
          <p:cNvPr id="4" name="Date Placeholder 3"/>
          <p:cNvSpPr>
            <a:spLocks noGrp="1"/>
          </p:cNvSpPr>
          <p:nvPr>
            <p:ph type="dt" sz="half" idx="10"/>
          </p:nvPr>
        </p:nvSpPr>
        <p:spPr/>
        <p:txBody>
          <a:bodyPr/>
          <a:lstStyle/>
          <a:p>
            <a:fld id="{4AC05905-566F-4D77-AB2B-760164113BC0}" type="datetime1">
              <a:rPr lang="en-US" smtClean="0"/>
              <a:t>10/3/2024</a:t>
            </a:fld>
            <a:endParaRPr lang="en-US" dirty="0"/>
          </a:p>
        </p:txBody>
      </p:sp>
      <p:sp>
        <p:nvSpPr>
          <p:cNvPr id="5" name="Footer Placeholder 4"/>
          <p:cNvSpPr>
            <a:spLocks noGrp="1"/>
          </p:cNvSpPr>
          <p:nvPr>
            <p:ph type="ftr" sz="quarter" idx="11"/>
          </p:nvPr>
        </p:nvSpPr>
        <p:spPr/>
        <p:txBody>
          <a:bodyPr/>
          <a:lstStyle/>
          <a:p>
            <a:r>
              <a:rPr lang="en-US" dirty="0"/>
              <a:t>PCP</a:t>
            </a:r>
          </a:p>
        </p:txBody>
      </p:sp>
      <p:sp>
        <p:nvSpPr>
          <p:cNvPr id="6" name="Slide Number Placeholder 5"/>
          <p:cNvSpPr>
            <a:spLocks noGrp="1"/>
          </p:cNvSpPr>
          <p:nvPr>
            <p:ph type="sldNum" sz="quarter" idx="12"/>
          </p:nvPr>
        </p:nvSpPr>
        <p:spPr/>
        <p:txBody>
          <a:bodyPr/>
          <a:lstStyle/>
          <a:p>
            <a:fld id="{67FA9502-7A70-47B0-BD1F-E2BBA2404010}" type="slidenum">
              <a:rPr lang="en-US" smtClean="0"/>
              <a:t>1</a:t>
            </a:fld>
            <a:endParaRPr lang="en-US"/>
          </a:p>
        </p:txBody>
      </p:sp>
      <p:sp>
        <p:nvSpPr>
          <p:cNvPr id="7" name="Google Shape;286;p26"/>
          <p:cNvSpPr txBox="1">
            <a:spLocks noGrp="1"/>
          </p:cNvSpPr>
          <p:nvPr>
            <p:ph type="subTitle" idx="1"/>
          </p:nvPr>
        </p:nvSpPr>
        <p:spPr>
          <a:xfrm>
            <a:off x="424872" y="4935504"/>
            <a:ext cx="5143512" cy="12673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Presenter: MN. SIHANAS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Supervisor: MRS. ALF. SAJEETHA</a:t>
            </a:r>
            <a:endParaRPr dirty="0"/>
          </a:p>
        </p:txBody>
      </p:sp>
      <p:pic>
        <p:nvPicPr>
          <p:cNvPr id="10"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0773" y="5122942"/>
            <a:ext cx="1973027" cy="1079887"/>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86;p26">
            <a:extLst>
              <a:ext uri="{FF2B5EF4-FFF2-40B4-BE49-F238E27FC236}">
                <a16:creationId xmlns:a16="http://schemas.microsoft.com/office/drawing/2014/main" id="{0A780991-E5A6-7C22-165E-954CFE5E63B7}"/>
              </a:ext>
            </a:extLst>
          </p:cNvPr>
          <p:cNvSpPr txBox="1">
            <a:spLocks/>
          </p:cNvSpPr>
          <p:nvPr/>
        </p:nvSpPr>
        <p:spPr>
          <a:xfrm>
            <a:off x="2521527" y="2561724"/>
            <a:ext cx="7148946" cy="1189763"/>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GB" i="1" dirty="0"/>
              <a:t>“In an age of overwhelming information, text summarization helps extract key insights efficiently.”</a:t>
            </a:r>
          </a:p>
        </p:txBody>
      </p:sp>
    </p:spTree>
    <p:extLst>
      <p:ext uri="{BB962C8B-B14F-4D97-AF65-F5344CB8AC3E}">
        <p14:creationId xmlns:p14="http://schemas.microsoft.com/office/powerpoint/2010/main" val="932762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3"/>
            <a:ext cx="10515600" cy="871538"/>
          </a:xfrm>
        </p:spPr>
        <p:txBody>
          <a:bodyPr>
            <a:normAutofit fontScale="90000"/>
          </a:bodyPr>
          <a:lstStyle/>
          <a:p>
            <a:pPr lvl="0"/>
            <a:br>
              <a:rPr lang="en-US" dirty="0"/>
            </a:br>
            <a:r>
              <a:rPr lang="en-US" dirty="0"/>
              <a:t>Table of contents</a:t>
            </a:r>
            <a:br>
              <a:rPr lang="en-US" dirty="0"/>
            </a:br>
            <a:endParaRPr lang="en-US" dirty="0"/>
          </a:p>
        </p:txBody>
      </p:sp>
      <p:sp>
        <p:nvSpPr>
          <p:cNvPr id="3" name="Content Placeholder 2"/>
          <p:cNvSpPr>
            <a:spLocks noGrp="1"/>
          </p:cNvSpPr>
          <p:nvPr>
            <p:ph idx="1"/>
          </p:nvPr>
        </p:nvSpPr>
        <p:spPr>
          <a:xfrm>
            <a:off x="838200" y="1274618"/>
            <a:ext cx="10515600" cy="5218546"/>
          </a:xfrm>
        </p:spPr>
        <p:txBody>
          <a:bodyPr>
            <a:normAutofit fontScale="85000" lnSpcReduction="20000"/>
          </a:bodyPr>
          <a:lstStyle/>
          <a:p>
            <a:pPr marL="514350" lvl="0" indent="-514350">
              <a:buFont typeface="+mj-lt"/>
              <a:buAutoNum type="arabicPeriod"/>
            </a:pPr>
            <a:r>
              <a:rPr lang="en-US" dirty="0"/>
              <a:t>Background Information</a:t>
            </a:r>
          </a:p>
          <a:p>
            <a:pPr marL="514350" lvl="0" indent="-514350">
              <a:buFont typeface="+mj-lt"/>
              <a:buAutoNum type="arabicPeriod"/>
            </a:pPr>
            <a:r>
              <a:rPr lang="en-US" dirty="0"/>
              <a:t>Introduction</a:t>
            </a:r>
          </a:p>
          <a:p>
            <a:pPr marL="514350" indent="-514350">
              <a:buFont typeface="+mj-lt"/>
              <a:buAutoNum type="arabicPeriod"/>
            </a:pPr>
            <a:r>
              <a:rPr lang="en-US" dirty="0"/>
              <a:t>Project Objectives</a:t>
            </a:r>
          </a:p>
          <a:p>
            <a:pPr marL="514350" lvl="0" indent="-514350">
              <a:buFont typeface="+mj-lt"/>
              <a:buAutoNum type="arabicPeriod"/>
            </a:pPr>
            <a:r>
              <a:rPr lang="en-US" dirty="0"/>
              <a:t>Literature Review</a:t>
            </a:r>
          </a:p>
          <a:p>
            <a:pPr marL="514350" lvl="0" indent="-514350">
              <a:buFont typeface="+mj-lt"/>
              <a:buAutoNum type="arabicPeriod"/>
            </a:pPr>
            <a:r>
              <a:rPr lang="en-US" dirty="0"/>
              <a:t>Top Level Architecture</a:t>
            </a:r>
          </a:p>
          <a:p>
            <a:pPr marL="514350" lvl="0" indent="-514350">
              <a:buFont typeface="+mj-lt"/>
              <a:buAutoNum type="arabicPeriod"/>
            </a:pPr>
            <a:r>
              <a:rPr lang="en-US" dirty="0"/>
              <a:t>Tools &amp; Technologies</a:t>
            </a:r>
          </a:p>
          <a:p>
            <a:pPr marL="514350" lvl="0" indent="-514350">
              <a:buFont typeface="+mj-lt"/>
              <a:buAutoNum type="arabicPeriod"/>
            </a:pPr>
            <a:r>
              <a:rPr lang="en-US" dirty="0"/>
              <a:t>Datasets</a:t>
            </a:r>
          </a:p>
          <a:p>
            <a:pPr marL="514350" lvl="0" indent="-514350">
              <a:buFont typeface="+mj-lt"/>
              <a:buAutoNum type="arabicPeriod"/>
            </a:pPr>
            <a:r>
              <a:rPr lang="en-US" dirty="0"/>
              <a:t>Timeline</a:t>
            </a:r>
          </a:p>
          <a:p>
            <a:pPr marL="514350" lvl="0" indent="-514350">
              <a:buFont typeface="+mj-lt"/>
              <a:buAutoNum type="arabicPeriod"/>
            </a:pPr>
            <a:r>
              <a:rPr lang="en-US" dirty="0"/>
              <a:t>Tentative Budget</a:t>
            </a:r>
          </a:p>
          <a:p>
            <a:pPr marL="514350" lvl="0" indent="-514350">
              <a:buFont typeface="+mj-lt"/>
              <a:buAutoNum type="arabicPeriod"/>
            </a:pPr>
            <a:r>
              <a:rPr lang="en-US" dirty="0"/>
              <a:t>Evaluation Plan</a:t>
            </a:r>
          </a:p>
          <a:p>
            <a:pPr marL="514350" lvl="0" indent="-514350">
              <a:buFont typeface="+mj-lt"/>
              <a:buAutoNum type="arabicPeriod"/>
            </a:pPr>
            <a:r>
              <a:rPr lang="en-US" dirty="0"/>
              <a:t>Limitations</a:t>
            </a:r>
          </a:p>
          <a:p>
            <a:pPr marL="514350" lvl="0" indent="-514350">
              <a:buFont typeface="+mj-lt"/>
              <a:buAutoNum type="arabicPeriod"/>
            </a:pPr>
            <a:r>
              <a:rPr lang="en-US" dirty="0"/>
              <a:t>References</a:t>
            </a:r>
          </a:p>
          <a:p>
            <a:pPr marL="514350" lvl="0" indent="-514350">
              <a:buFont typeface="+mj-lt"/>
              <a:buAutoNum type="arabicPeriod"/>
            </a:pPr>
            <a:r>
              <a:rPr lang="en-US" dirty="0"/>
              <a:t>Conclusion</a:t>
            </a:r>
          </a:p>
          <a:p>
            <a:endParaRPr lang="en-US" dirty="0"/>
          </a:p>
          <a:p>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a:t>
            </a:fld>
            <a:endParaRPr lang="en-US"/>
          </a:p>
        </p:txBody>
      </p:sp>
    </p:spTree>
    <p:extLst>
      <p:ext uri="{BB962C8B-B14F-4D97-AF65-F5344CB8AC3E}">
        <p14:creationId xmlns:p14="http://schemas.microsoft.com/office/powerpoint/2010/main" val="891432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01. </a:t>
            </a:r>
            <a:r>
              <a:rPr lang="en-US" dirty="0"/>
              <a:t>Background Information</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3</a:t>
            </a:fld>
            <a:endParaRPr lang="en-US"/>
          </a:p>
        </p:txBody>
      </p:sp>
    </p:spTree>
    <p:extLst>
      <p:ext uri="{BB962C8B-B14F-4D97-AF65-F5344CB8AC3E}">
        <p14:creationId xmlns:p14="http://schemas.microsoft.com/office/powerpoint/2010/main" val="1625561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10/3/2024</a:t>
            </a:fld>
            <a:endParaRPr lang="en-US" dirty="0"/>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4</a:t>
            </a:fld>
            <a:endParaRPr lang="en-US"/>
          </a:p>
        </p:txBody>
      </p:sp>
      <p:sp>
        <p:nvSpPr>
          <p:cNvPr id="3" name="Google Shape;286;p26">
            <a:extLst>
              <a:ext uri="{FF2B5EF4-FFF2-40B4-BE49-F238E27FC236}">
                <a16:creationId xmlns:a16="http://schemas.microsoft.com/office/drawing/2014/main" id="{0EBE4CCC-C2A9-8BCF-FCF5-9DCFB4A2E67E}"/>
              </a:ext>
            </a:extLst>
          </p:cNvPr>
          <p:cNvSpPr txBox="1">
            <a:spLocks noGrp="1"/>
          </p:cNvSpPr>
          <p:nvPr>
            <p:ph type="subTitle" idx="1"/>
          </p:nvPr>
        </p:nvSpPr>
        <p:spPr>
          <a:xfrm>
            <a:off x="951345" y="210527"/>
            <a:ext cx="10289310" cy="2352676"/>
          </a:xfrm>
          <a:prstGeom prst="rect">
            <a:avLst/>
          </a:prstGeom>
        </p:spPr>
        <p:txBody>
          <a:bodyPr spcFirstLastPara="1" wrap="square" lIns="91425" tIns="91425" rIns="91425" bIns="91425" anchor="t" anchorCtr="0">
            <a:noAutofit/>
          </a:bodyPr>
          <a:lstStyle/>
          <a:p>
            <a:pPr algn="l">
              <a:lnSpc>
                <a:spcPct val="100000"/>
              </a:lnSpc>
              <a:spcBef>
                <a:spcPts val="0"/>
              </a:spcBef>
            </a:pPr>
            <a:r>
              <a:rPr lang="en-GB" sz="2800" b="1" dirty="0"/>
              <a:t>About Text Summarization:</a:t>
            </a:r>
            <a:endParaRPr lang="en-GB" sz="2800" dirty="0"/>
          </a:p>
          <a:p>
            <a:pPr marL="0" lvl="0" indent="0" algn="l" rtl="0">
              <a:lnSpc>
                <a:spcPct val="100000"/>
              </a:lnSpc>
              <a:spcBef>
                <a:spcPts val="0"/>
              </a:spcBef>
              <a:spcAft>
                <a:spcPts val="0"/>
              </a:spcAft>
              <a:buNone/>
            </a:pPr>
            <a:r>
              <a:rPr lang="en-GB" dirty="0"/>
              <a:t>With the overwhelming amount of information available today, it's difficult to process large texts efficiently. My summarization project addresses this by developing extractive and abstractive techniques to quickly distill key insights from text. This project will enhance my skills in NLP and AI, while helping users save time and access essential information more easily.</a:t>
            </a:r>
            <a:endParaRPr lang="en-US" dirty="0"/>
          </a:p>
        </p:txBody>
      </p:sp>
      <p:sp>
        <p:nvSpPr>
          <p:cNvPr id="8" name="Google Shape;286;p26">
            <a:extLst>
              <a:ext uri="{FF2B5EF4-FFF2-40B4-BE49-F238E27FC236}">
                <a16:creationId xmlns:a16="http://schemas.microsoft.com/office/drawing/2014/main" id="{D540D9C5-63BD-87DD-A593-5C7AEB55E9F5}"/>
              </a:ext>
            </a:extLst>
          </p:cNvPr>
          <p:cNvSpPr txBox="1">
            <a:spLocks/>
          </p:cNvSpPr>
          <p:nvPr/>
        </p:nvSpPr>
        <p:spPr>
          <a:xfrm>
            <a:off x="951345" y="2563203"/>
            <a:ext cx="10289310" cy="3793147"/>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GB" sz="2800" b="1" dirty="0"/>
              <a:t>Importance:</a:t>
            </a:r>
            <a:endParaRPr lang="en-GB" sz="2800" dirty="0"/>
          </a:p>
          <a:p>
            <a:pPr marL="342900" indent="-342900" algn="l">
              <a:lnSpc>
                <a:spcPct val="100000"/>
              </a:lnSpc>
              <a:buFont typeface="Arial" panose="020B0604020202020204" pitchFamily="34" charset="0"/>
              <a:buChar char="•"/>
            </a:pPr>
            <a:r>
              <a:rPr lang="en-GB" dirty="0"/>
              <a:t>Time-Saving: Reduces the time needed to understand lengthy documents, allowing users to grasp key points quickly.</a:t>
            </a:r>
          </a:p>
          <a:p>
            <a:pPr marL="342900" indent="-342900" algn="l">
              <a:lnSpc>
                <a:spcPct val="100000"/>
              </a:lnSpc>
              <a:buFont typeface="Arial" panose="020B0604020202020204" pitchFamily="34" charset="0"/>
              <a:buChar char="•"/>
            </a:pPr>
            <a:r>
              <a:rPr lang="en-GB" dirty="0"/>
              <a:t>Improved Information Retrieval: Enhances the ability to find relevant information in vast datasets, supporting decision-making processes in various fields, from academia to business.</a:t>
            </a:r>
          </a:p>
          <a:p>
            <a:pPr marL="342900" indent="-342900" algn="l">
              <a:lnSpc>
                <a:spcPct val="100000"/>
              </a:lnSpc>
              <a:buFont typeface="Arial" panose="020B0604020202020204" pitchFamily="34" charset="0"/>
              <a:buChar char="•"/>
            </a:pPr>
            <a:r>
              <a:rPr lang="en-GB" dirty="0"/>
              <a:t>Accessibility: Makes complex information more digestible for users, improving knowledge sharing across diverse audiences.</a:t>
            </a:r>
          </a:p>
          <a:p>
            <a:pPr algn="l">
              <a:lnSpc>
                <a:spcPct val="100000"/>
              </a:lnSpc>
              <a:buFont typeface="Arial" panose="020B0604020202020204" pitchFamily="34" charset="0"/>
              <a:buChar char="•"/>
            </a:pPr>
            <a:endParaRPr lang="en-GB" dirty="0"/>
          </a:p>
        </p:txBody>
      </p:sp>
    </p:spTree>
    <p:extLst>
      <p:ext uri="{BB962C8B-B14F-4D97-AF65-F5344CB8AC3E}">
        <p14:creationId xmlns:p14="http://schemas.microsoft.com/office/powerpoint/2010/main" val="1319477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02. </a:t>
            </a:r>
            <a:r>
              <a:rPr lang="en-US" dirty="0"/>
              <a:t>Introduction</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5</a:t>
            </a:fld>
            <a:endParaRPr lang="en-US"/>
          </a:p>
        </p:txBody>
      </p:sp>
    </p:spTree>
    <p:extLst>
      <p:ext uri="{BB962C8B-B14F-4D97-AF65-F5344CB8AC3E}">
        <p14:creationId xmlns:p14="http://schemas.microsoft.com/office/powerpoint/2010/main" val="811265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10/3/2024</a:t>
            </a:fld>
            <a:endParaRPr lang="en-US" dirty="0"/>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6</a:t>
            </a:fld>
            <a:endParaRPr lang="en-US"/>
          </a:p>
        </p:txBody>
      </p:sp>
      <p:sp>
        <p:nvSpPr>
          <p:cNvPr id="8" name="Google Shape;286;p26">
            <a:extLst>
              <a:ext uri="{FF2B5EF4-FFF2-40B4-BE49-F238E27FC236}">
                <a16:creationId xmlns:a16="http://schemas.microsoft.com/office/drawing/2014/main" id="{D540D9C5-63BD-87DD-A593-5C7AEB55E9F5}"/>
              </a:ext>
            </a:extLst>
          </p:cNvPr>
          <p:cNvSpPr txBox="1">
            <a:spLocks/>
          </p:cNvSpPr>
          <p:nvPr/>
        </p:nvSpPr>
        <p:spPr>
          <a:xfrm>
            <a:off x="674254" y="655782"/>
            <a:ext cx="10289310" cy="2964873"/>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GB" dirty="0"/>
              <a:t>In today's fast-paced digital world, massive amounts of text data are generated every day. Text summarization is an essential tool that condenses large bodies of text into shorter, meaningful summaries, helping users extract key insights quickly. This project focuses on developing a text summarization model that efficiently summarizes textual data, improving information retrieval and decision-making processes.</a:t>
            </a:r>
          </a:p>
        </p:txBody>
      </p:sp>
    </p:spTree>
    <p:extLst>
      <p:ext uri="{BB962C8B-B14F-4D97-AF65-F5344CB8AC3E}">
        <p14:creationId xmlns:p14="http://schemas.microsoft.com/office/powerpoint/2010/main" val="1162202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03. </a:t>
            </a:r>
            <a:r>
              <a:rPr lang="en-US" dirty="0"/>
              <a:t>Project Objectives</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7</a:t>
            </a:fld>
            <a:endParaRPr lang="en-US"/>
          </a:p>
        </p:txBody>
      </p:sp>
    </p:spTree>
    <p:extLst>
      <p:ext uri="{BB962C8B-B14F-4D97-AF65-F5344CB8AC3E}">
        <p14:creationId xmlns:p14="http://schemas.microsoft.com/office/powerpoint/2010/main" val="2558591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6279"/>
            <a:ext cx="10515600" cy="5785139"/>
          </a:xfrm>
        </p:spPr>
        <p:txBody>
          <a:bodyPr>
            <a:normAutofit lnSpcReduction="10000"/>
          </a:bodyPr>
          <a:lstStyle/>
          <a:p>
            <a:pPr algn="just">
              <a:lnSpc>
                <a:spcPct val="100000"/>
              </a:lnSpc>
              <a:spcAft>
                <a:spcPts val="1000"/>
              </a:spcAft>
              <a:buFont typeface="Wingdings" panose="05000000000000000000" pitchFamily="2" charset="2"/>
              <a:buChar char="§"/>
            </a:pPr>
            <a:r>
              <a:rPr lang="en-GB" b="1" dirty="0"/>
              <a:t>Develop Skills in AI and NLP</a:t>
            </a:r>
            <a:r>
              <a:rPr lang="en-GB" dirty="0"/>
              <a:t>: To gain hands-on experience in implementing AI-driven techniques like extractive and abstractive summarization.</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Aft>
                <a:spcPts val="1000"/>
              </a:spcAft>
              <a:buFont typeface="Wingdings" panose="05000000000000000000" pitchFamily="2" charset="2"/>
              <a:buChar char="§"/>
            </a:pPr>
            <a:r>
              <a:rPr lang="en-US" b="1" dirty="0"/>
              <a:t>Improve Comprehension</a:t>
            </a:r>
            <a:r>
              <a:rPr lang="en-US" dirty="0"/>
              <a:t>: </a:t>
            </a:r>
            <a:r>
              <a:rPr lang="en-GB" dirty="0"/>
              <a:t>Utilize Diverse Techniques: To </a:t>
            </a:r>
            <a:r>
              <a:rPr lang="en-GB" dirty="0" err="1"/>
              <a:t>analyze</a:t>
            </a:r>
            <a:r>
              <a:rPr lang="en-GB" dirty="0"/>
              <a:t> and implement both extractive and abstractive summarization approaches for a well-rounded solution.</a:t>
            </a:r>
            <a:endParaRPr lang="en-US" dirty="0"/>
          </a:p>
          <a:p>
            <a:pPr algn="just">
              <a:lnSpc>
                <a:spcPct val="100000"/>
              </a:lnSpc>
              <a:spcAft>
                <a:spcPts val="1000"/>
              </a:spcAft>
              <a:buFont typeface="Wingdings" panose="05000000000000000000" pitchFamily="2" charset="2"/>
              <a:buChar char="§"/>
            </a:pPr>
            <a:r>
              <a:rPr lang="en-US" b="1" dirty="0"/>
              <a:t>Contribute to Data Accessibility</a:t>
            </a:r>
            <a:r>
              <a:rPr lang="en-US" dirty="0"/>
              <a:t>: </a:t>
            </a:r>
            <a:r>
              <a:rPr lang="en-GB" dirty="0"/>
              <a:t>To create a tool that helps users quickly access essential insights, making information more accessible and manageable.</a:t>
            </a:r>
            <a:endParaRPr lang="en-US" dirty="0"/>
          </a:p>
          <a:p>
            <a:pPr algn="just">
              <a:lnSpc>
                <a:spcPct val="100000"/>
              </a:lnSpc>
              <a:spcAft>
                <a:spcPts val="1000"/>
              </a:spcAft>
              <a:buFont typeface="Wingdings" panose="05000000000000000000" pitchFamily="2" charset="2"/>
              <a:buChar char="§"/>
            </a:pPr>
            <a:r>
              <a:rPr lang="en-US" b="1" dirty="0"/>
              <a:t>Address Information Overload</a:t>
            </a:r>
            <a:r>
              <a:rPr lang="en-US" dirty="0"/>
              <a:t>: </a:t>
            </a:r>
            <a:r>
              <a:rPr lang="en-GB" dirty="0"/>
              <a:t>To tackle the challenge of processing large volumes of information efficiently through automated summarization.</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8</a:t>
            </a:fld>
            <a:endParaRPr lang="en-US"/>
          </a:p>
        </p:txBody>
      </p:sp>
    </p:spTree>
    <p:extLst>
      <p:ext uri="{BB962C8B-B14F-4D97-AF65-F5344CB8AC3E}">
        <p14:creationId xmlns:p14="http://schemas.microsoft.com/office/powerpoint/2010/main" val="100369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04. </a:t>
            </a:r>
            <a:r>
              <a:rPr lang="en-US" dirty="0"/>
              <a:t>Literature Review</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9</a:t>
            </a:fld>
            <a:endParaRPr lang="en-US"/>
          </a:p>
        </p:txBody>
      </p:sp>
    </p:spTree>
    <p:extLst>
      <p:ext uri="{BB962C8B-B14F-4D97-AF65-F5344CB8AC3E}">
        <p14:creationId xmlns:p14="http://schemas.microsoft.com/office/powerpoint/2010/main" val="4237634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10</a:t>
            </a:fld>
            <a:endParaRPr lang="en-US"/>
          </a:p>
        </p:txBody>
      </p:sp>
      <p:graphicFrame>
        <p:nvGraphicFramePr>
          <p:cNvPr id="11" name="Table 10">
            <a:extLst>
              <a:ext uri="{FF2B5EF4-FFF2-40B4-BE49-F238E27FC236}">
                <a16:creationId xmlns:a16="http://schemas.microsoft.com/office/drawing/2014/main" id="{320F1BD8-FC10-04B4-0C65-CA541D9D7684}"/>
              </a:ext>
            </a:extLst>
          </p:cNvPr>
          <p:cNvGraphicFramePr>
            <a:graphicFrameLocks noGrp="1"/>
          </p:cNvGraphicFramePr>
          <p:nvPr>
            <p:extLst>
              <p:ext uri="{D42A27DB-BD31-4B8C-83A1-F6EECF244321}">
                <p14:modId xmlns:p14="http://schemas.microsoft.com/office/powerpoint/2010/main" val="2050371263"/>
              </p:ext>
            </p:extLst>
          </p:nvPr>
        </p:nvGraphicFramePr>
        <p:xfrm>
          <a:off x="838200" y="415636"/>
          <a:ext cx="10515604" cy="5661890"/>
        </p:xfrm>
        <a:graphic>
          <a:graphicData uri="http://schemas.openxmlformats.org/drawingml/2006/table">
            <a:tbl>
              <a:tblPr firstRow="1" bandRow="1">
                <a:tableStyleId>{5C22544A-7EE6-4342-B048-85BDC9FD1C3A}</a:tableStyleId>
              </a:tblPr>
              <a:tblGrid>
                <a:gridCol w="2628901">
                  <a:extLst>
                    <a:ext uri="{9D8B030D-6E8A-4147-A177-3AD203B41FA5}">
                      <a16:colId xmlns:a16="http://schemas.microsoft.com/office/drawing/2014/main" val="3803345645"/>
                    </a:ext>
                  </a:extLst>
                </a:gridCol>
                <a:gridCol w="2628901">
                  <a:extLst>
                    <a:ext uri="{9D8B030D-6E8A-4147-A177-3AD203B41FA5}">
                      <a16:colId xmlns:a16="http://schemas.microsoft.com/office/drawing/2014/main" val="2595316963"/>
                    </a:ext>
                  </a:extLst>
                </a:gridCol>
                <a:gridCol w="665016">
                  <a:extLst>
                    <a:ext uri="{9D8B030D-6E8A-4147-A177-3AD203B41FA5}">
                      <a16:colId xmlns:a16="http://schemas.microsoft.com/office/drawing/2014/main" val="3683615451"/>
                    </a:ext>
                  </a:extLst>
                </a:gridCol>
                <a:gridCol w="4592786">
                  <a:extLst>
                    <a:ext uri="{9D8B030D-6E8A-4147-A177-3AD203B41FA5}">
                      <a16:colId xmlns:a16="http://schemas.microsoft.com/office/drawing/2014/main" val="3552858480"/>
                    </a:ext>
                  </a:extLst>
                </a:gridCol>
              </a:tblGrid>
              <a:tr h="576795">
                <a:tc>
                  <a:txBody>
                    <a:bodyPr/>
                    <a:lstStyle/>
                    <a:p>
                      <a:pPr algn="ctr"/>
                      <a:r>
                        <a:rPr lang="en-GB" dirty="0">
                          <a:solidFill>
                            <a:schemeClr val="bg1"/>
                          </a:solidFill>
                        </a:rPr>
                        <a:t>Author(s)</a:t>
                      </a:r>
                      <a:endParaRPr lang="en-US" dirty="0">
                        <a:solidFill>
                          <a:schemeClr val="bg1"/>
                        </a:solidFill>
                      </a:endParaRPr>
                    </a:p>
                  </a:txBody>
                  <a:tcPr/>
                </a:tc>
                <a:tc>
                  <a:txBody>
                    <a:bodyPr/>
                    <a:lstStyle/>
                    <a:p>
                      <a:pPr algn="ctr"/>
                      <a:r>
                        <a:rPr lang="en-GB" dirty="0">
                          <a:solidFill>
                            <a:schemeClr val="bg1"/>
                          </a:solidFill>
                        </a:rPr>
                        <a:t>Title</a:t>
                      </a:r>
                      <a:endParaRPr lang="en-US" dirty="0">
                        <a:solidFill>
                          <a:schemeClr val="bg1"/>
                        </a:solidFill>
                      </a:endParaRPr>
                    </a:p>
                  </a:txBody>
                  <a:tcPr/>
                </a:tc>
                <a:tc>
                  <a:txBody>
                    <a:bodyPr/>
                    <a:lstStyle/>
                    <a:p>
                      <a:pPr algn="ctr"/>
                      <a:r>
                        <a:rPr lang="en-GB" dirty="0">
                          <a:solidFill>
                            <a:schemeClr val="bg1"/>
                          </a:solidFill>
                        </a:rPr>
                        <a:t>Year</a:t>
                      </a:r>
                      <a:endParaRPr lang="en-US" dirty="0">
                        <a:solidFill>
                          <a:schemeClr val="bg1"/>
                        </a:solidFill>
                      </a:endParaRPr>
                    </a:p>
                  </a:txBody>
                  <a:tcPr marT="91440"/>
                </a:tc>
                <a:tc>
                  <a:txBody>
                    <a:bodyPr/>
                    <a:lstStyle/>
                    <a:p>
                      <a:pPr algn="ctr">
                        <a:lnSpc>
                          <a:spcPct val="100000"/>
                        </a:lnSpc>
                      </a:pPr>
                      <a:r>
                        <a:rPr lang="en-GB" dirty="0">
                          <a:solidFill>
                            <a:schemeClr val="bg1"/>
                          </a:solidFill>
                        </a:rPr>
                        <a:t>Methodologies</a:t>
                      </a:r>
                      <a:endParaRPr lang="en-US" dirty="0">
                        <a:solidFill>
                          <a:schemeClr val="bg1"/>
                        </a:solidFill>
                      </a:endParaRPr>
                    </a:p>
                  </a:txBody>
                  <a:tcPr/>
                </a:tc>
                <a:extLst>
                  <a:ext uri="{0D108BD9-81ED-4DB2-BD59-A6C34878D82A}">
                    <a16:rowId xmlns:a16="http://schemas.microsoft.com/office/drawing/2014/main" val="2474489293"/>
                  </a:ext>
                </a:extLst>
              </a:tr>
              <a:tr h="1310177">
                <a:tc>
                  <a:txBody>
                    <a:bodyPr/>
                    <a:lstStyle/>
                    <a:p>
                      <a:r>
                        <a:rPr lang="en-US" sz="1800" b="0" i="0" u="none" strike="noStrike" kern="1200" dirty="0">
                          <a:solidFill>
                            <a:schemeClr val="tx1"/>
                          </a:solidFill>
                          <a:effectLst/>
                          <a:latin typeface="+mn-lt"/>
                          <a:ea typeface="+mn-ea"/>
                          <a:cs typeface="+mn-cs"/>
                        </a:rPr>
                        <a:t>Haoyu Zhang, Jianjun Xu, Ji Wang.</a:t>
                      </a:r>
                      <a:endParaRPr lang="en-US" dirty="0">
                        <a:solidFill>
                          <a:schemeClr val="tx1"/>
                        </a:solidFill>
                      </a:endParaRPr>
                    </a:p>
                  </a:txBody>
                  <a:tcPr/>
                </a:tc>
                <a:tc>
                  <a:txBody>
                    <a:bodyPr/>
                    <a:lstStyle/>
                    <a:p>
                      <a:pPr algn="l"/>
                      <a:r>
                        <a:rPr lang="en-US" dirty="0"/>
                        <a:t>Pretraining-Based Text Summarization </a:t>
                      </a:r>
                      <a:r>
                        <a:rPr lang="en-US" sz="1800" b="0" i="0" kern="1200" dirty="0">
                          <a:solidFill>
                            <a:schemeClr val="dk1"/>
                          </a:solidFill>
                          <a:effectLst/>
                          <a:latin typeface="+mn-lt"/>
                          <a:ea typeface="+mn-ea"/>
                          <a:cs typeface="+mn-cs"/>
                        </a:rPr>
                        <a:t>(Zhang, Xu and Wang, 2019)</a:t>
                      </a:r>
                      <a:endParaRPr lang="en-US" dirty="0"/>
                    </a:p>
                  </a:txBody>
                  <a:tcPr/>
                </a:tc>
                <a:tc>
                  <a:txBody>
                    <a:bodyPr/>
                    <a:lstStyle/>
                    <a:p>
                      <a:pPr algn="l"/>
                      <a:r>
                        <a:rPr lang="en-GB" dirty="0"/>
                        <a:t>2019</a:t>
                      </a:r>
                      <a:endParaRPr lang="en-US" dirty="0"/>
                    </a:p>
                  </a:txBody>
                  <a:tcPr marT="91440"/>
                </a:tc>
                <a:tc>
                  <a:txBody>
                    <a:bodyPr/>
                    <a:lstStyle/>
                    <a:p>
                      <a:r>
                        <a:rPr lang="en-GB" dirty="0"/>
                        <a:t>Implementation of a </a:t>
                      </a:r>
                      <a:r>
                        <a:rPr lang="en-GB" b="1" dirty="0">
                          <a:solidFill>
                            <a:srgbClr val="FF0000"/>
                          </a:solidFill>
                        </a:rPr>
                        <a:t>two-stage summarization model</a:t>
                      </a:r>
                      <a:r>
                        <a:rPr lang="en-GB" dirty="0"/>
                        <a:t> utilizing transfer learning. evaluation on various benchmark datasets to assess performance.</a:t>
                      </a:r>
                      <a:endParaRPr lang="en-US" dirty="0"/>
                    </a:p>
                  </a:txBody>
                  <a:tcPr/>
                </a:tc>
                <a:extLst>
                  <a:ext uri="{0D108BD9-81ED-4DB2-BD59-A6C34878D82A}">
                    <a16:rowId xmlns:a16="http://schemas.microsoft.com/office/drawing/2014/main" val="2691289007"/>
                  </a:ext>
                </a:extLst>
              </a:tr>
              <a:tr h="1258306">
                <a:tc>
                  <a:txBody>
                    <a:bodyPr/>
                    <a:lstStyle/>
                    <a:p>
                      <a:r>
                        <a:rPr lang="en-US" dirty="0"/>
                        <a:t>Jianpeng Cheng, Mirella Lapata.</a:t>
                      </a:r>
                    </a:p>
                  </a:txBody>
                  <a:tcPr/>
                </a:tc>
                <a:tc>
                  <a:txBody>
                    <a:bodyPr/>
                    <a:lstStyle/>
                    <a:p>
                      <a:r>
                        <a:rPr lang="en-GB" dirty="0"/>
                        <a:t>Sentence Generation for Text Summarization </a:t>
                      </a:r>
                      <a:r>
                        <a:rPr lang="en-US" sz="1800" b="0" i="0" kern="1200" dirty="0">
                          <a:solidFill>
                            <a:schemeClr val="dk1"/>
                          </a:solidFill>
                          <a:effectLst/>
                          <a:latin typeface="+mn-lt"/>
                          <a:ea typeface="+mn-ea"/>
                          <a:cs typeface="+mn-cs"/>
                        </a:rPr>
                        <a:t>(Cheng and Lapata, 2016)</a:t>
                      </a:r>
                      <a:endParaRPr lang="en-US" dirty="0"/>
                    </a:p>
                  </a:txBody>
                  <a:tcPr/>
                </a:tc>
                <a:tc>
                  <a:txBody>
                    <a:bodyPr/>
                    <a:lstStyle/>
                    <a:p>
                      <a:r>
                        <a:rPr lang="en-GB" dirty="0"/>
                        <a:t>2016</a:t>
                      </a:r>
                      <a:endParaRPr lang="en-US" dirty="0"/>
                    </a:p>
                  </a:txBody>
                  <a:tcPr marT="91440"/>
                </a:tc>
                <a:tc>
                  <a:txBody>
                    <a:bodyPr/>
                    <a:lstStyle/>
                    <a:p>
                      <a:r>
                        <a:rPr lang="en-GB" dirty="0"/>
                        <a:t>Introduction of a </a:t>
                      </a:r>
                      <a:r>
                        <a:rPr lang="en-GB" b="1" dirty="0">
                          <a:solidFill>
                            <a:srgbClr val="FF0000"/>
                          </a:solidFill>
                        </a:rPr>
                        <a:t>neural network-based model </a:t>
                      </a:r>
                      <a:r>
                        <a:rPr lang="en-GB" dirty="0"/>
                        <a:t>for generating sentences in summaries; focus on content selection and compression techniques.</a:t>
                      </a:r>
                      <a:endParaRPr lang="en-US" dirty="0"/>
                    </a:p>
                  </a:txBody>
                  <a:tcPr/>
                </a:tc>
                <a:extLst>
                  <a:ext uri="{0D108BD9-81ED-4DB2-BD59-A6C34878D82A}">
                    <a16:rowId xmlns:a16="http://schemas.microsoft.com/office/drawing/2014/main" val="463819270"/>
                  </a:ext>
                </a:extLst>
              </a:tr>
              <a:tr h="1258306">
                <a:tc>
                  <a:txBody>
                    <a:bodyPr/>
                    <a:lstStyle/>
                    <a:p>
                      <a:r>
                        <a:rPr lang="en-US" dirty="0"/>
                        <a:t>Nenkova, A., &amp; McKeown, K.</a:t>
                      </a:r>
                    </a:p>
                  </a:txBody>
                  <a:tcPr/>
                </a:tc>
                <a:tc>
                  <a:txBody>
                    <a:bodyPr/>
                    <a:lstStyle/>
                    <a:p>
                      <a:r>
                        <a:rPr lang="en-US" dirty="0"/>
                        <a:t>Automatic Summarization </a:t>
                      </a:r>
                      <a:r>
                        <a:rPr lang="en-US" sz="1800" b="0" i="0" kern="1200" dirty="0">
                          <a:solidFill>
                            <a:schemeClr val="dk1"/>
                          </a:solidFill>
                          <a:effectLst/>
                          <a:latin typeface="+mn-lt"/>
                          <a:ea typeface="+mn-ea"/>
                          <a:cs typeface="+mn-cs"/>
                        </a:rPr>
                        <a:t>(Nenkova, 2011)</a:t>
                      </a:r>
                      <a:endParaRPr lang="en-US" dirty="0"/>
                    </a:p>
                  </a:txBody>
                  <a:tcPr/>
                </a:tc>
                <a:tc>
                  <a:txBody>
                    <a:bodyPr/>
                    <a:lstStyle/>
                    <a:p>
                      <a:r>
                        <a:rPr lang="en-GB" dirty="0"/>
                        <a:t>2011</a:t>
                      </a:r>
                      <a:endParaRPr lang="en-US" dirty="0"/>
                    </a:p>
                  </a:txBody>
                  <a:tcPr marT="91440"/>
                </a:tc>
                <a:tc>
                  <a:txBody>
                    <a:bodyPr/>
                    <a:lstStyle/>
                    <a:p>
                      <a:r>
                        <a:rPr lang="en-GB" dirty="0"/>
                        <a:t>A survey of summarization techniques, emphasizing both </a:t>
                      </a:r>
                      <a:r>
                        <a:rPr lang="en-GB" b="1" dirty="0">
                          <a:solidFill>
                            <a:srgbClr val="FF0000"/>
                          </a:solidFill>
                        </a:rPr>
                        <a:t>extractive and abstractive</a:t>
                      </a:r>
                      <a:r>
                        <a:rPr lang="en-GB" dirty="0"/>
                        <a:t> methods, along with performance evaluations of existing systems.</a:t>
                      </a:r>
                      <a:endParaRPr lang="en-US" dirty="0"/>
                    </a:p>
                  </a:txBody>
                  <a:tcPr/>
                </a:tc>
                <a:extLst>
                  <a:ext uri="{0D108BD9-81ED-4DB2-BD59-A6C34878D82A}">
                    <a16:rowId xmlns:a16="http://schemas.microsoft.com/office/drawing/2014/main" val="2320756849"/>
                  </a:ext>
                </a:extLst>
              </a:tr>
              <a:tr h="1258306">
                <a:tc>
                  <a:txBody>
                    <a:bodyPr/>
                    <a:lstStyle/>
                    <a:p>
                      <a:r>
                        <a:rPr lang="en-US" dirty="0"/>
                        <a:t>Yang Liu, Mirella Lapata</a:t>
                      </a:r>
                    </a:p>
                  </a:txBody>
                  <a:tcPr/>
                </a:tc>
                <a:tc>
                  <a:txBody>
                    <a:bodyPr/>
                    <a:lstStyle/>
                    <a:p>
                      <a:r>
                        <a:rPr lang="en-GB" dirty="0"/>
                        <a:t>Text Summarization with Pretrained Encoders </a:t>
                      </a:r>
                      <a:r>
                        <a:rPr lang="en-US" sz="1800" b="0" i="0" kern="1200" dirty="0">
                          <a:solidFill>
                            <a:schemeClr val="dk1"/>
                          </a:solidFill>
                          <a:effectLst/>
                          <a:latin typeface="+mn-lt"/>
                          <a:ea typeface="+mn-ea"/>
                          <a:cs typeface="+mn-cs"/>
                        </a:rPr>
                        <a:t>(Liu and Lapata, 2019)</a:t>
                      </a:r>
                    </a:p>
                  </a:txBody>
                  <a:tcPr/>
                </a:tc>
                <a:tc>
                  <a:txBody>
                    <a:bodyPr/>
                    <a:lstStyle/>
                    <a:p>
                      <a:r>
                        <a:rPr lang="en-GB" dirty="0"/>
                        <a:t>2019</a:t>
                      </a:r>
                      <a:endParaRPr lang="en-US" dirty="0"/>
                    </a:p>
                  </a:txBody>
                  <a:tcPr marT="91440"/>
                </a:tc>
                <a:tc>
                  <a:txBody>
                    <a:bodyPr/>
                    <a:lstStyle/>
                    <a:p>
                      <a:r>
                        <a:rPr lang="en-GB" dirty="0"/>
                        <a:t>Utilization of </a:t>
                      </a:r>
                      <a:r>
                        <a:rPr lang="en-GB" b="1" dirty="0">
                          <a:solidFill>
                            <a:srgbClr val="FF0000"/>
                          </a:solidFill>
                        </a:rPr>
                        <a:t>pretrained language models</a:t>
                      </a:r>
                      <a:r>
                        <a:rPr lang="en-GB" dirty="0"/>
                        <a:t> (e.g., BERT) for summarization tasks; experiments comparing traditional summarization with deep learning methods.</a:t>
                      </a:r>
                      <a:endParaRPr lang="en-US" dirty="0"/>
                    </a:p>
                  </a:txBody>
                  <a:tcPr/>
                </a:tc>
                <a:extLst>
                  <a:ext uri="{0D108BD9-81ED-4DB2-BD59-A6C34878D82A}">
                    <a16:rowId xmlns:a16="http://schemas.microsoft.com/office/drawing/2014/main" val="3368199949"/>
                  </a:ext>
                </a:extLst>
              </a:tr>
            </a:tbl>
          </a:graphicData>
        </a:graphic>
      </p:graphicFrame>
    </p:spTree>
    <p:extLst>
      <p:ext uri="{BB962C8B-B14F-4D97-AF65-F5344CB8AC3E}">
        <p14:creationId xmlns:p14="http://schemas.microsoft.com/office/powerpoint/2010/main" val="1338395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05. </a:t>
            </a:r>
            <a:r>
              <a:rPr lang="en-US" dirty="0"/>
              <a:t>Top Level Architecture</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11</a:t>
            </a:fld>
            <a:endParaRPr lang="en-US"/>
          </a:p>
        </p:txBody>
      </p:sp>
    </p:spTree>
    <p:extLst>
      <p:ext uri="{BB962C8B-B14F-4D97-AF65-F5344CB8AC3E}">
        <p14:creationId xmlns:p14="http://schemas.microsoft.com/office/powerpoint/2010/main" val="1894957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12</a:t>
            </a:fld>
            <a:endParaRPr lang="en-US"/>
          </a:p>
        </p:txBody>
      </p:sp>
      <p:sp>
        <p:nvSpPr>
          <p:cNvPr id="12" name="Rectangle: Rounded Corners 11">
            <a:extLst>
              <a:ext uri="{FF2B5EF4-FFF2-40B4-BE49-F238E27FC236}">
                <a16:creationId xmlns:a16="http://schemas.microsoft.com/office/drawing/2014/main" id="{0F7796D2-C20B-4CF8-EC86-6E48623886FD}"/>
              </a:ext>
            </a:extLst>
          </p:cNvPr>
          <p:cNvSpPr/>
          <p:nvPr/>
        </p:nvSpPr>
        <p:spPr>
          <a:xfrm>
            <a:off x="682710" y="1157413"/>
            <a:ext cx="2138915" cy="1553305"/>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Raw Dataset Ingestion</a:t>
            </a:r>
          </a:p>
        </p:txBody>
      </p:sp>
      <p:sp>
        <p:nvSpPr>
          <p:cNvPr id="13" name="Rectangle: Rounded Corners 12">
            <a:extLst>
              <a:ext uri="{FF2B5EF4-FFF2-40B4-BE49-F238E27FC236}">
                <a16:creationId xmlns:a16="http://schemas.microsoft.com/office/drawing/2014/main" id="{792B86AF-1C27-5EE1-0BC2-54069733C8EA}"/>
              </a:ext>
            </a:extLst>
          </p:cNvPr>
          <p:cNvSpPr/>
          <p:nvPr/>
        </p:nvSpPr>
        <p:spPr>
          <a:xfrm>
            <a:off x="3777782" y="1284273"/>
            <a:ext cx="2138915" cy="1244311"/>
          </a:xfrm>
          <a:prstGeom prst="roundRect">
            <a:avLst/>
          </a:prstGeom>
          <a:ln>
            <a:extLst>
              <a:ext uri="{C807C97D-BFC1-408E-A445-0C87EB9F89A2}">
                <ask:lineSketchStyleProps xmlns:ask="http://schemas.microsoft.com/office/drawing/2018/sketchyshapes" sd="1994698613">
                  <a:custGeom>
                    <a:avLst/>
                    <a:gdLst>
                      <a:gd name="connsiteX0" fmla="*/ 0 w 2138915"/>
                      <a:gd name="connsiteY0" fmla="*/ 207389 h 1244311"/>
                      <a:gd name="connsiteX1" fmla="*/ 207389 w 2138915"/>
                      <a:gd name="connsiteY1" fmla="*/ 0 h 1244311"/>
                      <a:gd name="connsiteX2" fmla="*/ 747619 w 2138915"/>
                      <a:gd name="connsiteY2" fmla="*/ 0 h 1244311"/>
                      <a:gd name="connsiteX3" fmla="*/ 1356814 w 2138915"/>
                      <a:gd name="connsiteY3" fmla="*/ 0 h 1244311"/>
                      <a:gd name="connsiteX4" fmla="*/ 1931526 w 2138915"/>
                      <a:gd name="connsiteY4" fmla="*/ 0 h 1244311"/>
                      <a:gd name="connsiteX5" fmla="*/ 2138915 w 2138915"/>
                      <a:gd name="connsiteY5" fmla="*/ 207389 h 1244311"/>
                      <a:gd name="connsiteX6" fmla="*/ 2138915 w 2138915"/>
                      <a:gd name="connsiteY6" fmla="*/ 622156 h 1244311"/>
                      <a:gd name="connsiteX7" fmla="*/ 2138915 w 2138915"/>
                      <a:gd name="connsiteY7" fmla="*/ 1036922 h 1244311"/>
                      <a:gd name="connsiteX8" fmla="*/ 1931526 w 2138915"/>
                      <a:gd name="connsiteY8" fmla="*/ 1244311 h 1244311"/>
                      <a:gd name="connsiteX9" fmla="*/ 1408538 w 2138915"/>
                      <a:gd name="connsiteY9" fmla="*/ 1244311 h 1244311"/>
                      <a:gd name="connsiteX10" fmla="*/ 851067 w 2138915"/>
                      <a:gd name="connsiteY10" fmla="*/ 1244311 h 1244311"/>
                      <a:gd name="connsiteX11" fmla="*/ 207389 w 2138915"/>
                      <a:gd name="connsiteY11" fmla="*/ 1244311 h 1244311"/>
                      <a:gd name="connsiteX12" fmla="*/ 0 w 2138915"/>
                      <a:gd name="connsiteY12" fmla="*/ 1036922 h 1244311"/>
                      <a:gd name="connsiteX13" fmla="*/ 0 w 2138915"/>
                      <a:gd name="connsiteY13" fmla="*/ 630451 h 1244311"/>
                      <a:gd name="connsiteX14" fmla="*/ 0 w 2138915"/>
                      <a:gd name="connsiteY14" fmla="*/ 207389 h 1244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38915" h="1244311" fill="none" extrusionOk="0">
                        <a:moveTo>
                          <a:pt x="0" y="207389"/>
                        </a:moveTo>
                        <a:cubicBezTo>
                          <a:pt x="2326" y="95660"/>
                          <a:pt x="83824" y="24365"/>
                          <a:pt x="207389" y="0"/>
                        </a:cubicBezTo>
                        <a:cubicBezTo>
                          <a:pt x="388340" y="-26435"/>
                          <a:pt x="540842" y="7172"/>
                          <a:pt x="747619" y="0"/>
                        </a:cubicBezTo>
                        <a:cubicBezTo>
                          <a:pt x="954396" y="-7172"/>
                          <a:pt x="1113246" y="26859"/>
                          <a:pt x="1356814" y="0"/>
                        </a:cubicBezTo>
                        <a:cubicBezTo>
                          <a:pt x="1600382" y="-26859"/>
                          <a:pt x="1812615" y="-13039"/>
                          <a:pt x="1931526" y="0"/>
                        </a:cubicBezTo>
                        <a:cubicBezTo>
                          <a:pt x="2023911" y="4546"/>
                          <a:pt x="2148013" y="94576"/>
                          <a:pt x="2138915" y="207389"/>
                        </a:cubicBezTo>
                        <a:cubicBezTo>
                          <a:pt x="2135812" y="355658"/>
                          <a:pt x="2129775" y="514672"/>
                          <a:pt x="2138915" y="622156"/>
                        </a:cubicBezTo>
                        <a:cubicBezTo>
                          <a:pt x="2148055" y="729640"/>
                          <a:pt x="2132083" y="850451"/>
                          <a:pt x="2138915" y="1036922"/>
                        </a:cubicBezTo>
                        <a:cubicBezTo>
                          <a:pt x="2139658" y="1131559"/>
                          <a:pt x="2051526" y="1235152"/>
                          <a:pt x="1931526" y="1244311"/>
                        </a:cubicBezTo>
                        <a:cubicBezTo>
                          <a:pt x="1700434" y="1243242"/>
                          <a:pt x="1514139" y="1260894"/>
                          <a:pt x="1408538" y="1244311"/>
                        </a:cubicBezTo>
                        <a:cubicBezTo>
                          <a:pt x="1302937" y="1227728"/>
                          <a:pt x="1088751" y="1229814"/>
                          <a:pt x="851067" y="1244311"/>
                        </a:cubicBezTo>
                        <a:cubicBezTo>
                          <a:pt x="613383" y="1258808"/>
                          <a:pt x="482058" y="1256150"/>
                          <a:pt x="207389" y="1244311"/>
                        </a:cubicBezTo>
                        <a:cubicBezTo>
                          <a:pt x="92930" y="1250004"/>
                          <a:pt x="13058" y="1134760"/>
                          <a:pt x="0" y="1036922"/>
                        </a:cubicBezTo>
                        <a:cubicBezTo>
                          <a:pt x="-20205" y="934158"/>
                          <a:pt x="18448" y="819866"/>
                          <a:pt x="0" y="630451"/>
                        </a:cubicBezTo>
                        <a:cubicBezTo>
                          <a:pt x="-18448" y="441036"/>
                          <a:pt x="-17989" y="325051"/>
                          <a:pt x="0" y="207389"/>
                        </a:cubicBezTo>
                        <a:close/>
                      </a:path>
                      <a:path w="2138915" h="1244311" stroke="0" extrusionOk="0">
                        <a:moveTo>
                          <a:pt x="0" y="207389"/>
                        </a:moveTo>
                        <a:cubicBezTo>
                          <a:pt x="3099" y="99451"/>
                          <a:pt x="91971" y="-18789"/>
                          <a:pt x="207389" y="0"/>
                        </a:cubicBezTo>
                        <a:cubicBezTo>
                          <a:pt x="399085" y="13596"/>
                          <a:pt x="607499" y="2554"/>
                          <a:pt x="799343" y="0"/>
                        </a:cubicBezTo>
                        <a:cubicBezTo>
                          <a:pt x="991187" y="-2554"/>
                          <a:pt x="1099535" y="-25282"/>
                          <a:pt x="1339572" y="0"/>
                        </a:cubicBezTo>
                        <a:cubicBezTo>
                          <a:pt x="1579609" y="25282"/>
                          <a:pt x="1656666" y="-28199"/>
                          <a:pt x="1931526" y="0"/>
                        </a:cubicBezTo>
                        <a:cubicBezTo>
                          <a:pt x="2051350" y="27794"/>
                          <a:pt x="2152219" y="107788"/>
                          <a:pt x="2138915" y="207389"/>
                        </a:cubicBezTo>
                        <a:cubicBezTo>
                          <a:pt x="2130657" y="336581"/>
                          <a:pt x="2142627" y="509802"/>
                          <a:pt x="2138915" y="622156"/>
                        </a:cubicBezTo>
                        <a:cubicBezTo>
                          <a:pt x="2135203" y="734510"/>
                          <a:pt x="2153282" y="862193"/>
                          <a:pt x="2138915" y="1036922"/>
                        </a:cubicBezTo>
                        <a:cubicBezTo>
                          <a:pt x="2148107" y="1148777"/>
                          <a:pt x="2055588" y="1250699"/>
                          <a:pt x="1931526" y="1244311"/>
                        </a:cubicBezTo>
                        <a:cubicBezTo>
                          <a:pt x="1814071" y="1259014"/>
                          <a:pt x="1538680" y="1221840"/>
                          <a:pt x="1356814" y="1244311"/>
                        </a:cubicBezTo>
                        <a:cubicBezTo>
                          <a:pt x="1174948" y="1266782"/>
                          <a:pt x="983173" y="1223781"/>
                          <a:pt x="764860" y="1244311"/>
                        </a:cubicBezTo>
                        <a:cubicBezTo>
                          <a:pt x="546547" y="1264841"/>
                          <a:pt x="438563" y="1264703"/>
                          <a:pt x="207389" y="1244311"/>
                        </a:cubicBezTo>
                        <a:cubicBezTo>
                          <a:pt x="114239" y="1233743"/>
                          <a:pt x="-11819" y="1132942"/>
                          <a:pt x="0" y="1036922"/>
                        </a:cubicBezTo>
                        <a:cubicBezTo>
                          <a:pt x="3535" y="890484"/>
                          <a:pt x="-7272" y="829650"/>
                          <a:pt x="0" y="630451"/>
                        </a:cubicBezTo>
                        <a:cubicBezTo>
                          <a:pt x="7272" y="431252"/>
                          <a:pt x="7025" y="350384"/>
                          <a:pt x="0" y="207389"/>
                        </a:cubicBezTo>
                        <a:close/>
                      </a:path>
                    </a:pathLst>
                  </a:custGeom>
                  <ask:type>
                    <ask:lineSketchNone/>
                  </ask:type>
                </ask:lineSketchStyleProps>
              </a:ext>
            </a:extLst>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Pre-processing</a:t>
            </a:r>
          </a:p>
        </p:txBody>
      </p:sp>
      <p:sp>
        <p:nvSpPr>
          <p:cNvPr id="20" name="Rectangle: Rounded Corners 19">
            <a:extLst>
              <a:ext uri="{FF2B5EF4-FFF2-40B4-BE49-F238E27FC236}">
                <a16:creationId xmlns:a16="http://schemas.microsoft.com/office/drawing/2014/main" id="{60317E27-C990-17EA-89E4-7792C4B6A7DF}"/>
              </a:ext>
            </a:extLst>
          </p:cNvPr>
          <p:cNvSpPr/>
          <p:nvPr/>
        </p:nvSpPr>
        <p:spPr>
          <a:xfrm>
            <a:off x="899197" y="4329417"/>
            <a:ext cx="1922428" cy="1244310"/>
          </a:xfrm>
          <a:prstGeom prst="roundRect">
            <a:avLst/>
          </a:prstGeom>
          <a:solidFill>
            <a:srgbClr val="0070C0"/>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Summarized Data Output</a:t>
            </a:r>
          </a:p>
        </p:txBody>
      </p:sp>
      <p:sp>
        <p:nvSpPr>
          <p:cNvPr id="22" name="Arrow: Right 21">
            <a:extLst>
              <a:ext uri="{FF2B5EF4-FFF2-40B4-BE49-F238E27FC236}">
                <a16:creationId xmlns:a16="http://schemas.microsoft.com/office/drawing/2014/main" id="{E54DDF26-0895-9732-3BF9-2A1C2A3EDB94}"/>
              </a:ext>
            </a:extLst>
          </p:cNvPr>
          <p:cNvSpPr/>
          <p:nvPr/>
        </p:nvSpPr>
        <p:spPr>
          <a:xfrm>
            <a:off x="2976072" y="1765752"/>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3" name="Arrow: Right 22">
            <a:extLst>
              <a:ext uri="{FF2B5EF4-FFF2-40B4-BE49-F238E27FC236}">
                <a16:creationId xmlns:a16="http://schemas.microsoft.com/office/drawing/2014/main" id="{18FF3620-C2E9-D3AA-6333-7D1FCF8A66CF}"/>
              </a:ext>
            </a:extLst>
          </p:cNvPr>
          <p:cNvSpPr/>
          <p:nvPr/>
        </p:nvSpPr>
        <p:spPr>
          <a:xfrm>
            <a:off x="6107654" y="1766737"/>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4" name="Arrow: Right 23">
            <a:extLst>
              <a:ext uri="{FF2B5EF4-FFF2-40B4-BE49-F238E27FC236}">
                <a16:creationId xmlns:a16="http://schemas.microsoft.com/office/drawing/2014/main" id="{EFE5F061-F40D-BF62-46CF-550CF6E5CA27}"/>
              </a:ext>
            </a:extLst>
          </p:cNvPr>
          <p:cNvSpPr/>
          <p:nvPr/>
        </p:nvSpPr>
        <p:spPr>
          <a:xfrm rot="2306765">
            <a:off x="8882266" y="2298760"/>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5" name="Arrow: Right 24">
            <a:extLst>
              <a:ext uri="{FF2B5EF4-FFF2-40B4-BE49-F238E27FC236}">
                <a16:creationId xmlns:a16="http://schemas.microsoft.com/office/drawing/2014/main" id="{038F0592-E516-B8CA-D85A-E46E38FBD0C1}"/>
              </a:ext>
            </a:extLst>
          </p:cNvPr>
          <p:cNvSpPr/>
          <p:nvPr/>
        </p:nvSpPr>
        <p:spPr>
          <a:xfrm rot="10800000">
            <a:off x="5866402" y="4751399"/>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6" name="Arrow: Right 25">
            <a:extLst>
              <a:ext uri="{FF2B5EF4-FFF2-40B4-BE49-F238E27FC236}">
                <a16:creationId xmlns:a16="http://schemas.microsoft.com/office/drawing/2014/main" id="{953AD6F5-B2B0-DACD-B09C-642FBD2C399D}"/>
              </a:ext>
            </a:extLst>
          </p:cNvPr>
          <p:cNvSpPr/>
          <p:nvPr/>
        </p:nvSpPr>
        <p:spPr>
          <a:xfrm rot="10800000">
            <a:off x="2947738" y="4761040"/>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7" name="Arrow: Right 26">
            <a:extLst>
              <a:ext uri="{FF2B5EF4-FFF2-40B4-BE49-F238E27FC236}">
                <a16:creationId xmlns:a16="http://schemas.microsoft.com/office/drawing/2014/main" id="{039E5080-72EF-EA53-43CC-FF9EDE457DD4}"/>
              </a:ext>
            </a:extLst>
          </p:cNvPr>
          <p:cNvSpPr/>
          <p:nvPr/>
        </p:nvSpPr>
        <p:spPr>
          <a:xfrm rot="7933256">
            <a:off x="8866846" y="4259905"/>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 name="Rectangle: Rounded Corners 1">
            <a:extLst>
              <a:ext uri="{FF2B5EF4-FFF2-40B4-BE49-F238E27FC236}">
                <a16:creationId xmlns:a16="http://schemas.microsoft.com/office/drawing/2014/main" id="{4808638B-2ED3-5639-D9FE-44EAE81DBC56}"/>
              </a:ext>
            </a:extLst>
          </p:cNvPr>
          <p:cNvSpPr/>
          <p:nvPr/>
        </p:nvSpPr>
        <p:spPr>
          <a:xfrm>
            <a:off x="6947528" y="1284273"/>
            <a:ext cx="1860802" cy="1244311"/>
          </a:xfrm>
          <a:prstGeom prst="roundRect">
            <a:avLst/>
          </a:prstGeom>
          <a:solidFill>
            <a:schemeClr val="tx2"/>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Train Model</a:t>
            </a:r>
          </a:p>
        </p:txBody>
      </p:sp>
      <p:sp>
        <p:nvSpPr>
          <p:cNvPr id="3" name="Rectangle: Rounded Corners 2">
            <a:extLst>
              <a:ext uri="{FF2B5EF4-FFF2-40B4-BE49-F238E27FC236}">
                <a16:creationId xmlns:a16="http://schemas.microsoft.com/office/drawing/2014/main" id="{89D867EA-DB3F-5210-AD0A-A0C517DF88FC}"/>
              </a:ext>
            </a:extLst>
          </p:cNvPr>
          <p:cNvSpPr/>
          <p:nvPr/>
        </p:nvSpPr>
        <p:spPr>
          <a:xfrm>
            <a:off x="9362669" y="2808380"/>
            <a:ext cx="2138914" cy="1244311"/>
          </a:xfrm>
          <a:prstGeom prst="roundRect">
            <a:avLst/>
          </a:prstGeom>
          <a:solidFill>
            <a:schemeClr val="accent3"/>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Model Evaluation</a:t>
            </a:r>
          </a:p>
        </p:txBody>
      </p:sp>
      <p:sp>
        <p:nvSpPr>
          <p:cNvPr id="10" name="Rectangle: Rounded Corners 9">
            <a:extLst>
              <a:ext uri="{FF2B5EF4-FFF2-40B4-BE49-F238E27FC236}">
                <a16:creationId xmlns:a16="http://schemas.microsoft.com/office/drawing/2014/main" id="{668B1EF0-8E09-672C-29F2-3F86CF5BD028}"/>
              </a:ext>
            </a:extLst>
          </p:cNvPr>
          <p:cNvSpPr/>
          <p:nvPr/>
        </p:nvSpPr>
        <p:spPr>
          <a:xfrm>
            <a:off x="6656107" y="4261381"/>
            <a:ext cx="2032000" cy="1244311"/>
          </a:xfrm>
          <a:prstGeom prst="roundRect">
            <a:avLst/>
          </a:prstGeom>
          <a:solidFill>
            <a:srgbClr val="00B05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Interface Development</a:t>
            </a:r>
          </a:p>
        </p:txBody>
      </p:sp>
      <p:sp>
        <p:nvSpPr>
          <p:cNvPr id="19" name="Rectangle: Rounded Corners 18">
            <a:extLst>
              <a:ext uri="{FF2B5EF4-FFF2-40B4-BE49-F238E27FC236}">
                <a16:creationId xmlns:a16="http://schemas.microsoft.com/office/drawing/2014/main" id="{7A922423-F9BA-477A-B765-F240E584C9BB}"/>
              </a:ext>
            </a:extLst>
          </p:cNvPr>
          <p:cNvSpPr/>
          <p:nvPr/>
        </p:nvSpPr>
        <p:spPr>
          <a:xfrm>
            <a:off x="3722866" y="4315298"/>
            <a:ext cx="2032000" cy="1244310"/>
          </a:xfrm>
          <a:prstGeom prst="roundRect">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Text Data Input</a:t>
            </a:r>
          </a:p>
        </p:txBody>
      </p:sp>
    </p:spTree>
    <p:extLst>
      <p:ext uri="{BB962C8B-B14F-4D97-AF65-F5344CB8AC3E}">
        <p14:creationId xmlns:p14="http://schemas.microsoft.com/office/powerpoint/2010/main" val="3966344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06. Tools and Technology</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13</a:t>
            </a:fld>
            <a:endParaRPr lang="en-US"/>
          </a:p>
        </p:txBody>
      </p:sp>
    </p:spTree>
    <p:extLst>
      <p:ext uri="{BB962C8B-B14F-4D97-AF65-F5344CB8AC3E}">
        <p14:creationId xmlns:p14="http://schemas.microsoft.com/office/powerpoint/2010/main" val="1375064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1054"/>
            <a:ext cx="10515600" cy="5569527"/>
          </a:xfrm>
        </p:spPr>
        <p:txBody>
          <a:bodyPr>
            <a:normAutofit fontScale="92500"/>
          </a:bodyPr>
          <a:lstStyle/>
          <a:p>
            <a:pPr>
              <a:lnSpc>
                <a:spcPct val="100000"/>
              </a:lnSpc>
            </a:pPr>
            <a:r>
              <a:rPr lang="en-GB" b="1" dirty="0"/>
              <a:t>Python</a:t>
            </a:r>
            <a:r>
              <a:rPr lang="en-GB" dirty="0"/>
              <a:t>: Used as the primary programming language for developing and implementing the summarization algorithms.</a:t>
            </a:r>
          </a:p>
          <a:p>
            <a:pPr>
              <a:lnSpc>
                <a:spcPct val="100000"/>
              </a:lnSpc>
            </a:pPr>
            <a:r>
              <a:rPr lang="en-GB" b="1" dirty="0"/>
              <a:t>NLTK</a:t>
            </a:r>
            <a:r>
              <a:rPr lang="en-GB" dirty="0"/>
              <a:t> </a:t>
            </a:r>
            <a:r>
              <a:rPr lang="en-GB" b="1" dirty="0"/>
              <a:t>(Natural Language Toolkit)</a:t>
            </a:r>
            <a:r>
              <a:rPr lang="en-GB" dirty="0"/>
              <a:t>:</a:t>
            </a:r>
            <a:r>
              <a:rPr lang="en-GB" b="1" dirty="0"/>
              <a:t> </a:t>
            </a:r>
            <a:r>
              <a:rPr lang="en-GB" dirty="0"/>
              <a:t>For text preprocessing, tokenization, and cleaning the input data.</a:t>
            </a:r>
          </a:p>
          <a:p>
            <a:pPr>
              <a:lnSpc>
                <a:spcPct val="100000"/>
              </a:lnSpc>
            </a:pPr>
            <a:r>
              <a:rPr lang="en-GB" b="1" dirty="0"/>
              <a:t>Transformers</a:t>
            </a:r>
            <a:r>
              <a:rPr lang="en-GB" dirty="0"/>
              <a:t>: Applied for building machine learning models, particularly for abstractive summarization using models like BERT and GPT.</a:t>
            </a:r>
          </a:p>
          <a:p>
            <a:pPr>
              <a:lnSpc>
                <a:spcPct val="100000"/>
              </a:lnSpc>
            </a:pPr>
            <a:r>
              <a:rPr lang="en-GB" b="1" dirty="0"/>
              <a:t>Scikit-learn:</a:t>
            </a:r>
            <a:r>
              <a:rPr lang="en-GB" dirty="0"/>
              <a:t> Used for basic extractive summarization techniques and evaluating model performance.</a:t>
            </a:r>
          </a:p>
          <a:p>
            <a:pPr>
              <a:lnSpc>
                <a:spcPct val="100000"/>
              </a:lnSpc>
            </a:pPr>
            <a:r>
              <a:rPr lang="en-GB" b="1" dirty="0"/>
              <a:t>TensorFlow</a:t>
            </a:r>
            <a:r>
              <a:rPr lang="en-GB" dirty="0"/>
              <a:t>: used for training and fine-tuning machine learning models.</a:t>
            </a:r>
          </a:p>
          <a:p>
            <a:pPr>
              <a:lnSpc>
                <a:spcPct val="100000"/>
              </a:lnSpc>
            </a:pPr>
            <a:r>
              <a:rPr lang="en-GB" b="1" dirty="0"/>
              <a:t>Streamlit</a:t>
            </a:r>
            <a:r>
              <a:rPr lang="en-GB" dirty="0"/>
              <a:t>: Used to create a user-friendly interface for interacting with the summarization tool.</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14</a:t>
            </a:fld>
            <a:endParaRPr lang="en-US"/>
          </a:p>
        </p:txBody>
      </p:sp>
    </p:spTree>
    <p:extLst>
      <p:ext uri="{BB962C8B-B14F-4D97-AF65-F5344CB8AC3E}">
        <p14:creationId xmlns:p14="http://schemas.microsoft.com/office/powerpoint/2010/main" val="3672480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07. Dataset</a:t>
            </a: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15</a:t>
            </a:fld>
            <a:endParaRPr lang="en-US"/>
          </a:p>
        </p:txBody>
      </p:sp>
    </p:spTree>
    <p:extLst>
      <p:ext uri="{BB962C8B-B14F-4D97-AF65-F5344CB8AC3E}">
        <p14:creationId xmlns:p14="http://schemas.microsoft.com/office/powerpoint/2010/main" val="417698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br>
              <a:rPr lang="en-US" dirty="0"/>
            </a:br>
            <a:endParaRPr lang="en-US" dirty="0"/>
          </a:p>
        </p:txBody>
      </p:sp>
      <p:sp>
        <p:nvSpPr>
          <p:cNvPr id="3" name="Content Placeholder 2"/>
          <p:cNvSpPr>
            <a:spLocks noGrp="1"/>
          </p:cNvSpPr>
          <p:nvPr>
            <p:ph idx="1"/>
          </p:nvPr>
        </p:nvSpPr>
        <p:spPr>
          <a:xfrm>
            <a:off x="838200" y="449407"/>
            <a:ext cx="10515600" cy="5766666"/>
          </a:xfrm>
        </p:spPr>
        <p:txBody>
          <a:bodyPr>
            <a:normAutofit/>
          </a:bodyPr>
          <a:lstStyle/>
          <a:p>
            <a:pPr marL="0" indent="0" algn="just">
              <a:spcAft>
                <a:spcPts val="1000"/>
              </a:spcAft>
              <a:buNone/>
            </a:pPr>
            <a:r>
              <a:rPr lang="en-GB" b="1" dirty="0">
                <a:ea typeface="Calibri" panose="020F0502020204030204" pitchFamily="34" charset="0"/>
                <a:cs typeface="Times New Roman" panose="02020603050405020304" pitchFamily="18" charset="0"/>
              </a:rPr>
              <a:t>1.</a:t>
            </a:r>
            <a:r>
              <a:rPr lang="en-GB" dirty="0">
                <a:ea typeface="Calibri" panose="020F0502020204030204" pitchFamily="34" charset="0"/>
                <a:cs typeface="Times New Roman" panose="02020603050405020304" pitchFamily="18" charset="0"/>
              </a:rPr>
              <a:t> </a:t>
            </a:r>
            <a:r>
              <a:rPr lang="en-GB" b="1" dirty="0">
                <a:ea typeface="Calibri" panose="020F0502020204030204" pitchFamily="34" charset="0"/>
                <a:cs typeface="Times New Roman" panose="02020603050405020304" pitchFamily="18" charset="0"/>
              </a:rPr>
              <a:t>CNN/DailyMail Dataset</a:t>
            </a:r>
            <a:r>
              <a:rPr lang="en-GB" dirty="0">
                <a:ea typeface="Calibri" panose="020F0502020204030204" pitchFamily="34" charset="0"/>
                <a:cs typeface="Times New Roman" panose="02020603050405020304" pitchFamily="18" charset="0"/>
              </a:rPr>
              <a:t>:</a:t>
            </a:r>
          </a:p>
          <a:p>
            <a:pPr lvl="1" algn="just">
              <a:spcAft>
                <a:spcPts val="1000"/>
              </a:spcAft>
              <a:buFont typeface="Wingdings" panose="05000000000000000000" pitchFamily="2" charset="2"/>
              <a:buChar char="§"/>
            </a:pPr>
            <a:r>
              <a:rPr lang="en-GB" dirty="0">
                <a:ea typeface="Calibri" panose="020F0502020204030204" pitchFamily="34" charset="0"/>
                <a:cs typeface="Times New Roman" panose="02020603050405020304" pitchFamily="18" charset="0"/>
              </a:rPr>
              <a:t>Contains news articles paired with human-written summaries, providing a rich dataset for both extractive and abstractive summarization.</a:t>
            </a:r>
          </a:p>
          <a:p>
            <a:pPr marL="0" indent="0">
              <a:buNone/>
            </a:pPr>
            <a:r>
              <a:rPr lang="en-US" b="1" dirty="0">
                <a:ea typeface="Calibri" panose="020F0502020204030204" pitchFamily="34" charset="0"/>
                <a:cs typeface="Times New Roman" panose="02020603050405020304" pitchFamily="18" charset="0"/>
              </a:rPr>
              <a:t>2. </a:t>
            </a:r>
            <a:r>
              <a:rPr lang="en-GB" b="1" dirty="0"/>
              <a:t>XSUM Dataset:</a:t>
            </a:r>
            <a:endParaRPr lang="en-GB" dirty="0"/>
          </a:p>
          <a:p>
            <a:pPr lvl="1">
              <a:lnSpc>
                <a:spcPct val="110000"/>
              </a:lnSpc>
              <a:buFont typeface="Wingdings" panose="05000000000000000000" pitchFamily="2" charset="2"/>
              <a:buChar char="§"/>
            </a:pPr>
            <a:r>
              <a:rPr lang="en-GB" dirty="0"/>
              <a:t>A highly abstractive dataset of BBC articles and summaries, perfect for testing models that generate concise and abstracted summaries.</a:t>
            </a:r>
            <a:endParaRPr lang="en-US" dirty="0">
              <a:ea typeface="Calibri" panose="020F0502020204030204" pitchFamily="34" charset="0"/>
              <a:cs typeface="Times New Roman" panose="02020603050405020304" pitchFamily="18" charset="0"/>
            </a:endParaRPr>
          </a:p>
          <a:p>
            <a:pPr marL="0" indent="0" algn="just">
              <a:spcAft>
                <a:spcPts val="1000"/>
              </a:spcAft>
              <a:buNone/>
            </a:pPr>
            <a:r>
              <a:rPr lang="en-US" b="1" dirty="0">
                <a:ea typeface="Calibri" panose="020F0502020204030204" pitchFamily="34" charset="0"/>
                <a:cs typeface="Times New Roman" panose="02020603050405020304" pitchFamily="18" charset="0"/>
              </a:rPr>
              <a:t>3. Reddit TIFU Dataset:</a:t>
            </a:r>
          </a:p>
          <a:p>
            <a:pPr lvl="1" algn="just">
              <a:spcAft>
                <a:spcPts val="1000"/>
              </a:spcAft>
              <a:buFont typeface="Wingdings" panose="05000000000000000000" pitchFamily="2" charset="2"/>
              <a:buChar char="§"/>
            </a:pPr>
            <a:r>
              <a:rPr lang="en-US" dirty="0">
                <a:ea typeface="Calibri" panose="020F0502020204030204" pitchFamily="34" charset="0"/>
                <a:cs typeface="Times New Roman" panose="02020603050405020304" pitchFamily="18" charset="0"/>
              </a:rPr>
              <a:t>Comprises Reddit posts with user-generated summaries, which are informal and varied.</a:t>
            </a:r>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16</a:t>
            </a:fld>
            <a:endParaRPr lang="en-US"/>
          </a:p>
        </p:txBody>
      </p:sp>
    </p:spTree>
    <p:extLst>
      <p:ext uri="{BB962C8B-B14F-4D97-AF65-F5344CB8AC3E}">
        <p14:creationId xmlns:p14="http://schemas.microsoft.com/office/powerpoint/2010/main" val="2568800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br>
              <a:rPr lang="en-US" dirty="0"/>
            </a:br>
            <a:endParaRPr lang="en-US" dirty="0"/>
          </a:p>
        </p:txBody>
      </p:sp>
      <p:sp>
        <p:nvSpPr>
          <p:cNvPr id="3" name="Content Placeholder 2"/>
          <p:cNvSpPr>
            <a:spLocks noGrp="1"/>
          </p:cNvSpPr>
          <p:nvPr>
            <p:ph idx="1"/>
          </p:nvPr>
        </p:nvSpPr>
        <p:spPr>
          <a:xfrm>
            <a:off x="838200" y="449407"/>
            <a:ext cx="10515600" cy="5766666"/>
          </a:xfrm>
        </p:spPr>
        <p:txBody>
          <a:bodyPr>
            <a:normAutofit/>
          </a:bodyPr>
          <a:lstStyle/>
          <a:p>
            <a:pPr marL="0" indent="0">
              <a:lnSpc>
                <a:spcPct val="100000"/>
              </a:lnSpc>
              <a:buNone/>
            </a:pPr>
            <a:r>
              <a:rPr lang="en-GB" b="1" dirty="0">
                <a:cs typeface="Times New Roman" panose="02020603050405020304" pitchFamily="18" charset="0"/>
              </a:rPr>
              <a:t>4. </a:t>
            </a:r>
            <a:r>
              <a:rPr lang="en-GB" b="1" dirty="0"/>
              <a:t>Gigaword Dataset:</a:t>
            </a:r>
            <a:endParaRPr lang="en-GB" dirty="0"/>
          </a:p>
          <a:p>
            <a:pPr lvl="1">
              <a:lnSpc>
                <a:spcPct val="100000"/>
              </a:lnSpc>
              <a:buFont typeface="Wingdings" panose="05000000000000000000" pitchFamily="2" charset="2"/>
              <a:buChar char="§"/>
            </a:pPr>
            <a:r>
              <a:rPr lang="en-GB" dirty="0"/>
              <a:t>A large-scale dataset of newswire text, often used for headline generation and summarization tasks.</a:t>
            </a:r>
          </a:p>
          <a:p>
            <a:pPr marL="0" indent="0">
              <a:lnSpc>
                <a:spcPct val="100000"/>
              </a:lnSpc>
              <a:buNone/>
            </a:pPr>
            <a:r>
              <a:rPr lang="en-GB" b="1" dirty="0">
                <a:cs typeface="Times New Roman" panose="02020603050405020304" pitchFamily="18" charset="0"/>
              </a:rPr>
              <a:t>5. </a:t>
            </a:r>
            <a:r>
              <a:rPr lang="en-GB" b="1" dirty="0"/>
              <a:t>Kaggle’s News Summary Dataset:</a:t>
            </a:r>
            <a:endParaRPr lang="en-GB" dirty="0"/>
          </a:p>
          <a:p>
            <a:pPr lvl="1">
              <a:lnSpc>
                <a:spcPct val="100000"/>
              </a:lnSpc>
            </a:pPr>
            <a:r>
              <a:rPr lang="en-GB" dirty="0"/>
              <a:t>Includes over 45,000 news articles with summaries from different publications.</a:t>
            </a:r>
          </a:p>
          <a:p>
            <a:pPr marL="457200" lvl="1" indent="0">
              <a:lnSpc>
                <a:spcPct val="100000"/>
              </a:lnSpc>
              <a:buNone/>
            </a:pPr>
            <a:endParaRPr lang="en-GB"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17</a:t>
            </a:fld>
            <a:endParaRPr lang="en-US"/>
          </a:p>
        </p:txBody>
      </p:sp>
    </p:spTree>
    <p:extLst>
      <p:ext uri="{BB962C8B-B14F-4D97-AF65-F5344CB8AC3E}">
        <p14:creationId xmlns:p14="http://schemas.microsoft.com/office/powerpoint/2010/main" val="3332095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18</a:t>
            </a:fld>
            <a:endParaRPr lang="en-US"/>
          </a:p>
        </p:txBody>
      </p:sp>
      <p:sp>
        <p:nvSpPr>
          <p:cNvPr id="12" name="TextBox 11">
            <a:extLst>
              <a:ext uri="{FF2B5EF4-FFF2-40B4-BE49-F238E27FC236}">
                <a16:creationId xmlns:a16="http://schemas.microsoft.com/office/drawing/2014/main" id="{F09930CF-904E-D92B-36F2-922655B2D191}"/>
              </a:ext>
            </a:extLst>
          </p:cNvPr>
          <p:cNvSpPr txBox="1"/>
          <p:nvPr/>
        </p:nvSpPr>
        <p:spPr>
          <a:xfrm>
            <a:off x="203199" y="486580"/>
            <a:ext cx="9301019" cy="523220"/>
          </a:xfrm>
          <a:prstGeom prst="rect">
            <a:avLst/>
          </a:prstGeom>
          <a:noFill/>
        </p:spPr>
        <p:txBody>
          <a:bodyPr wrap="square">
            <a:spAutoFit/>
          </a:bodyPr>
          <a:lstStyle/>
          <a:p>
            <a:pPr marL="457200" lvl="1" indent="0">
              <a:lnSpc>
                <a:spcPct val="100000"/>
              </a:lnSpc>
              <a:buNone/>
            </a:pPr>
            <a:r>
              <a:rPr lang="en-GB" sz="2800" dirty="0"/>
              <a:t>Selected Dataset: "</a:t>
            </a:r>
            <a:r>
              <a:rPr lang="en-GB" sz="2800" b="1" dirty="0">
                <a:solidFill>
                  <a:srgbClr val="FF0000"/>
                </a:solidFill>
              </a:rPr>
              <a:t>News Summary Dataset</a:t>
            </a:r>
            <a:r>
              <a:rPr lang="en-GB" sz="2800" dirty="0"/>
              <a:t>" from Kaggle.</a:t>
            </a:r>
          </a:p>
        </p:txBody>
      </p:sp>
      <p:sp>
        <p:nvSpPr>
          <p:cNvPr id="14" name="TextBox 13">
            <a:extLst>
              <a:ext uri="{FF2B5EF4-FFF2-40B4-BE49-F238E27FC236}">
                <a16:creationId xmlns:a16="http://schemas.microsoft.com/office/drawing/2014/main" id="{530CBEF5-F6D6-56A6-48EE-3FC9F169EA45}"/>
              </a:ext>
            </a:extLst>
          </p:cNvPr>
          <p:cNvSpPr txBox="1"/>
          <p:nvPr/>
        </p:nvSpPr>
        <p:spPr>
          <a:xfrm>
            <a:off x="838199" y="1339273"/>
            <a:ext cx="10411691" cy="4770537"/>
          </a:xfrm>
          <a:prstGeom prst="rect">
            <a:avLst/>
          </a:prstGeom>
          <a:noFill/>
        </p:spPr>
        <p:txBody>
          <a:bodyPr wrap="square">
            <a:spAutoFit/>
          </a:bodyPr>
          <a:lstStyle/>
          <a:p>
            <a:r>
              <a:rPr lang="en-GB" sz="2400" b="1" dirty="0"/>
              <a:t>Why I Chose This Dataset</a:t>
            </a:r>
            <a:r>
              <a:rPr lang="en-GB" sz="2400" dirty="0"/>
              <a:t> </a:t>
            </a:r>
          </a:p>
          <a:p>
            <a:pPr>
              <a:buFont typeface="Arial" panose="020B0604020202020204" pitchFamily="34" charset="0"/>
              <a:buChar char="•"/>
            </a:pPr>
            <a:endParaRPr lang="en-GB" sz="2000" b="1" dirty="0"/>
          </a:p>
          <a:p>
            <a:pPr marL="342900" indent="-342900">
              <a:buFont typeface="Wingdings" panose="05000000000000000000" pitchFamily="2" charset="2"/>
              <a:buChar char="§"/>
            </a:pPr>
            <a:r>
              <a:rPr lang="en-GB" sz="2000" b="1" dirty="0"/>
              <a:t>Concise Summaries</a:t>
            </a:r>
            <a:r>
              <a:rPr lang="en-GB" sz="2000" dirty="0"/>
              <a:t>: This dataset contains Indian news articles along with corresponding summaries, which provides a good balance between article length and summary size, perfect for training an abstractive summarization model.</a:t>
            </a:r>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r>
              <a:rPr lang="en-GB" sz="2000" b="1" dirty="0"/>
              <a:t>Real-World Relevance</a:t>
            </a:r>
            <a:r>
              <a:rPr lang="en-GB" sz="2000" dirty="0"/>
              <a:t>: The dataset focuses on news summaries, making it highly relevant for real-world text summarization tasks, as news articles often require concise, readable summaries.</a:t>
            </a:r>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r>
              <a:rPr lang="en-GB" sz="2000" b="1" dirty="0"/>
              <a:t>Diverse Content</a:t>
            </a:r>
            <a:r>
              <a:rPr lang="en-GB" sz="2000" dirty="0"/>
              <a:t>: It includes a wide range of news topics, which helps create a more generalized summarization model that can handle various subject matters.</a:t>
            </a:r>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r>
              <a:rPr lang="en-GB" sz="2000" b="1" dirty="0"/>
              <a:t>Well-Formatted</a:t>
            </a:r>
            <a:r>
              <a:rPr lang="en-GB" sz="2000" dirty="0"/>
              <a:t>: The data is cleanly structured with both the news article and its summary, reducing preprocessing time and making it easy to integrate into the model training process.</a:t>
            </a:r>
          </a:p>
        </p:txBody>
      </p:sp>
    </p:spTree>
    <p:extLst>
      <p:ext uri="{BB962C8B-B14F-4D97-AF65-F5344CB8AC3E}">
        <p14:creationId xmlns:p14="http://schemas.microsoft.com/office/powerpoint/2010/main" val="3708950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08. </a:t>
            </a:r>
            <a:r>
              <a:rPr lang="en-US" dirty="0"/>
              <a:t>Timeline</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19</a:t>
            </a:fld>
            <a:endParaRPr lang="en-US"/>
          </a:p>
        </p:txBody>
      </p:sp>
    </p:spTree>
    <p:extLst>
      <p:ext uri="{BB962C8B-B14F-4D97-AF65-F5344CB8AC3E}">
        <p14:creationId xmlns:p14="http://schemas.microsoft.com/office/powerpoint/2010/main" val="104598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20</a:t>
            </a:fld>
            <a:endParaRPr lang="en-US"/>
          </a:p>
        </p:txBody>
      </p:sp>
      <p:pic>
        <p:nvPicPr>
          <p:cNvPr id="9" name="Picture 8" descr="A screenshot of a computer&#10;&#10;Description automatically generated">
            <a:extLst>
              <a:ext uri="{FF2B5EF4-FFF2-40B4-BE49-F238E27FC236}">
                <a16:creationId xmlns:a16="http://schemas.microsoft.com/office/drawing/2014/main" id="{DF6738E4-0560-3EE6-7789-3BD2F17DD9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873" y="1494424"/>
            <a:ext cx="11305310" cy="3869151"/>
          </a:xfrm>
          <a:prstGeom prst="rect">
            <a:avLst/>
          </a:prstGeom>
        </p:spPr>
      </p:pic>
      <p:sp>
        <p:nvSpPr>
          <p:cNvPr id="10" name="TextBox 9">
            <a:extLst>
              <a:ext uri="{FF2B5EF4-FFF2-40B4-BE49-F238E27FC236}">
                <a16:creationId xmlns:a16="http://schemas.microsoft.com/office/drawing/2014/main" id="{3FF5D812-AA07-E273-C83E-657A723BF81B}"/>
              </a:ext>
            </a:extLst>
          </p:cNvPr>
          <p:cNvSpPr txBox="1"/>
          <p:nvPr/>
        </p:nvSpPr>
        <p:spPr>
          <a:xfrm>
            <a:off x="424873" y="638048"/>
            <a:ext cx="2161310" cy="461665"/>
          </a:xfrm>
          <a:prstGeom prst="rect">
            <a:avLst/>
          </a:prstGeom>
          <a:noFill/>
        </p:spPr>
        <p:txBody>
          <a:bodyPr wrap="square" rtlCol="0">
            <a:spAutoFit/>
          </a:bodyPr>
          <a:lstStyle/>
          <a:p>
            <a:r>
              <a:rPr lang="en-GB" sz="2400" dirty="0"/>
              <a:t>GHANTT CHART</a:t>
            </a:r>
            <a:endParaRPr lang="en-US" sz="2400" dirty="0"/>
          </a:p>
        </p:txBody>
      </p:sp>
    </p:spTree>
    <p:extLst>
      <p:ext uri="{BB962C8B-B14F-4D97-AF65-F5344CB8AC3E}">
        <p14:creationId xmlns:p14="http://schemas.microsoft.com/office/powerpoint/2010/main" val="2864293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09. </a:t>
            </a:r>
            <a:r>
              <a:rPr lang="en-US" dirty="0"/>
              <a:t>Tentative Budget</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21</a:t>
            </a:fld>
            <a:endParaRPr lang="en-US"/>
          </a:p>
        </p:txBody>
      </p:sp>
    </p:spTree>
    <p:extLst>
      <p:ext uri="{BB962C8B-B14F-4D97-AF65-F5344CB8AC3E}">
        <p14:creationId xmlns:p14="http://schemas.microsoft.com/office/powerpoint/2010/main" val="2455035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22</a:t>
            </a:fld>
            <a:endParaRPr lang="en-US"/>
          </a:p>
        </p:txBody>
      </p:sp>
      <p:graphicFrame>
        <p:nvGraphicFramePr>
          <p:cNvPr id="20" name="Table 19">
            <a:extLst>
              <a:ext uri="{FF2B5EF4-FFF2-40B4-BE49-F238E27FC236}">
                <a16:creationId xmlns:a16="http://schemas.microsoft.com/office/drawing/2014/main" id="{C26D28E0-B2DD-84A8-D69D-211B3BFBA822}"/>
              </a:ext>
            </a:extLst>
          </p:cNvPr>
          <p:cNvGraphicFramePr>
            <a:graphicFrameLocks noGrp="1"/>
          </p:cNvGraphicFramePr>
          <p:nvPr>
            <p:extLst>
              <p:ext uri="{D42A27DB-BD31-4B8C-83A1-F6EECF244321}">
                <p14:modId xmlns:p14="http://schemas.microsoft.com/office/powerpoint/2010/main" val="1317411070"/>
              </p:ext>
            </p:extLst>
          </p:nvPr>
        </p:nvGraphicFramePr>
        <p:xfrm>
          <a:off x="959427" y="427004"/>
          <a:ext cx="10273146" cy="4902377"/>
        </p:xfrm>
        <a:graphic>
          <a:graphicData uri="http://schemas.openxmlformats.org/drawingml/2006/table">
            <a:tbl>
              <a:tblPr firstRow="1" bandRow="1">
                <a:tableStyleId>{5C22544A-7EE6-4342-B048-85BDC9FD1C3A}</a:tableStyleId>
              </a:tblPr>
              <a:tblGrid>
                <a:gridCol w="3424382">
                  <a:extLst>
                    <a:ext uri="{9D8B030D-6E8A-4147-A177-3AD203B41FA5}">
                      <a16:colId xmlns:a16="http://schemas.microsoft.com/office/drawing/2014/main" val="4105988133"/>
                    </a:ext>
                  </a:extLst>
                </a:gridCol>
                <a:gridCol w="5074227">
                  <a:extLst>
                    <a:ext uri="{9D8B030D-6E8A-4147-A177-3AD203B41FA5}">
                      <a16:colId xmlns:a16="http://schemas.microsoft.com/office/drawing/2014/main" val="2130225552"/>
                    </a:ext>
                  </a:extLst>
                </a:gridCol>
                <a:gridCol w="1774537">
                  <a:extLst>
                    <a:ext uri="{9D8B030D-6E8A-4147-A177-3AD203B41FA5}">
                      <a16:colId xmlns:a16="http://schemas.microsoft.com/office/drawing/2014/main" val="3712167913"/>
                    </a:ext>
                  </a:extLst>
                </a:gridCol>
              </a:tblGrid>
              <a:tr h="482536">
                <a:tc>
                  <a:txBody>
                    <a:bodyPr/>
                    <a:lstStyle/>
                    <a:p>
                      <a:r>
                        <a:rPr lang="en-US" dirty="0"/>
                        <a:t>Item/Resource</a:t>
                      </a:r>
                    </a:p>
                  </a:txBody>
                  <a:tcPr/>
                </a:tc>
                <a:tc>
                  <a:txBody>
                    <a:bodyPr/>
                    <a:lstStyle/>
                    <a:p>
                      <a:r>
                        <a:rPr lang="en-US" dirty="0"/>
                        <a:t>Details</a:t>
                      </a:r>
                    </a:p>
                  </a:txBody>
                  <a:tcPr/>
                </a:tc>
                <a:tc>
                  <a:txBody>
                    <a:bodyPr/>
                    <a:lstStyle/>
                    <a:p>
                      <a:r>
                        <a:rPr lang="en-GB" dirty="0"/>
                        <a:t>Cost</a:t>
                      </a:r>
                      <a:endParaRPr lang="en-US" dirty="0"/>
                    </a:p>
                  </a:txBody>
                  <a:tcPr/>
                </a:tc>
                <a:extLst>
                  <a:ext uri="{0D108BD9-81ED-4DB2-BD59-A6C34878D82A}">
                    <a16:rowId xmlns:a16="http://schemas.microsoft.com/office/drawing/2014/main" val="969990434"/>
                  </a:ext>
                </a:extLst>
              </a:tr>
              <a:tr h="427177">
                <a:tc>
                  <a:txBody>
                    <a:bodyPr/>
                    <a:lstStyle/>
                    <a:p>
                      <a:r>
                        <a:rPr lang="en-GB" dirty="0"/>
                        <a:t>Electricity</a:t>
                      </a:r>
                      <a:endParaRPr lang="en-US" dirty="0"/>
                    </a:p>
                  </a:txBody>
                  <a:tcPr/>
                </a:tc>
                <a:tc>
                  <a:txBody>
                    <a:bodyPr/>
                    <a:lstStyle/>
                    <a:p>
                      <a:r>
                        <a:rPr lang="en-US" dirty="0"/>
                        <a:t>Power usage for the project</a:t>
                      </a:r>
                    </a:p>
                  </a:txBody>
                  <a:tcPr/>
                </a:tc>
                <a:tc>
                  <a:txBody>
                    <a:bodyPr/>
                    <a:lstStyle/>
                    <a:p>
                      <a:r>
                        <a:rPr lang="en-GB" dirty="0"/>
                        <a:t>2,500.00 LKR</a:t>
                      </a:r>
                      <a:endParaRPr lang="en-US" dirty="0"/>
                    </a:p>
                  </a:txBody>
                  <a:tcPr/>
                </a:tc>
                <a:extLst>
                  <a:ext uri="{0D108BD9-81ED-4DB2-BD59-A6C34878D82A}">
                    <a16:rowId xmlns:a16="http://schemas.microsoft.com/office/drawing/2014/main" val="1047307258"/>
                  </a:ext>
                </a:extLst>
              </a:tr>
              <a:tr h="705085">
                <a:tc>
                  <a:txBody>
                    <a:bodyPr/>
                    <a:lstStyle/>
                    <a:p>
                      <a:r>
                        <a:rPr lang="en-US" dirty="0"/>
                        <a:t>Data Acquisition</a:t>
                      </a:r>
                    </a:p>
                  </a:txBody>
                  <a:tcPr/>
                </a:tc>
                <a:tc>
                  <a:txBody>
                    <a:bodyPr/>
                    <a:lstStyle/>
                    <a:p>
                      <a:r>
                        <a:rPr lang="en-GB" dirty="0"/>
                        <a:t>Gathering datasets from dataset proving platforms</a:t>
                      </a:r>
                      <a:endParaRPr lang="en-US" dirty="0"/>
                    </a:p>
                  </a:txBody>
                  <a:tcPr/>
                </a:tc>
                <a:tc>
                  <a:txBody>
                    <a:bodyPr/>
                    <a:lstStyle/>
                    <a:p>
                      <a:r>
                        <a:rPr lang="en-GB" dirty="0"/>
                        <a:t>U</a:t>
                      </a:r>
                      <a:r>
                        <a:rPr lang="en-US" dirty="0"/>
                        <a:t>sed free datasets</a:t>
                      </a:r>
                    </a:p>
                  </a:txBody>
                  <a:tcPr/>
                </a:tc>
                <a:extLst>
                  <a:ext uri="{0D108BD9-81ED-4DB2-BD59-A6C34878D82A}">
                    <a16:rowId xmlns:a16="http://schemas.microsoft.com/office/drawing/2014/main" val="3854508367"/>
                  </a:ext>
                </a:extLst>
              </a:tr>
              <a:tr h="705085">
                <a:tc>
                  <a:txBody>
                    <a:bodyPr/>
                    <a:lstStyle/>
                    <a:p>
                      <a:r>
                        <a:rPr lang="en-US" dirty="0"/>
                        <a:t>Software Licenses</a:t>
                      </a:r>
                    </a:p>
                  </a:txBody>
                  <a:tcPr/>
                </a:tc>
                <a:tc>
                  <a:txBody>
                    <a:bodyPr/>
                    <a:lstStyle/>
                    <a:p>
                      <a:r>
                        <a:rPr lang="en-GB" dirty="0"/>
                        <a:t>For any premium libraries or tools</a:t>
                      </a:r>
                      <a:endParaRPr lang="en-US" dirty="0"/>
                    </a:p>
                  </a:txBody>
                  <a:tcPr/>
                </a:tc>
                <a:tc>
                  <a:txBody>
                    <a:bodyPr/>
                    <a:lstStyle/>
                    <a:p>
                      <a:r>
                        <a:rPr lang="en-GB" dirty="0"/>
                        <a:t>U</a:t>
                      </a:r>
                      <a:r>
                        <a:rPr lang="en-US" dirty="0"/>
                        <a:t>sed free tools and libraries</a:t>
                      </a:r>
                    </a:p>
                  </a:txBody>
                  <a:tcPr/>
                </a:tc>
                <a:extLst>
                  <a:ext uri="{0D108BD9-81ED-4DB2-BD59-A6C34878D82A}">
                    <a16:rowId xmlns:a16="http://schemas.microsoft.com/office/drawing/2014/main" val="2996658992"/>
                  </a:ext>
                </a:extLst>
              </a:tr>
              <a:tr h="429086">
                <a:tc>
                  <a:txBody>
                    <a:bodyPr/>
                    <a:lstStyle/>
                    <a:p>
                      <a:r>
                        <a:rPr lang="en-US" dirty="0"/>
                        <a:t>Hardware and equipment</a:t>
                      </a:r>
                    </a:p>
                  </a:txBody>
                  <a:tcPr/>
                </a:tc>
                <a:tc>
                  <a:txBody>
                    <a:bodyPr/>
                    <a:lstStyle/>
                    <a:p>
                      <a:r>
                        <a:rPr lang="en-US" dirty="0"/>
                        <a:t>Storage and hardware needs for the project</a:t>
                      </a:r>
                    </a:p>
                  </a:txBody>
                  <a:tcPr/>
                </a:tc>
                <a:tc>
                  <a:txBody>
                    <a:bodyPr/>
                    <a:lstStyle/>
                    <a:p>
                      <a:r>
                        <a:rPr lang="en-GB" dirty="0"/>
                        <a:t>5,000.00 LKR</a:t>
                      </a:r>
                      <a:endParaRPr lang="en-US" dirty="0"/>
                    </a:p>
                  </a:txBody>
                  <a:tcPr/>
                </a:tc>
                <a:extLst>
                  <a:ext uri="{0D108BD9-81ED-4DB2-BD59-A6C34878D82A}">
                    <a16:rowId xmlns:a16="http://schemas.microsoft.com/office/drawing/2014/main" val="1202237703"/>
                  </a:ext>
                </a:extLst>
              </a:tr>
              <a:tr h="705085">
                <a:tc>
                  <a:txBody>
                    <a:bodyPr/>
                    <a:lstStyle/>
                    <a:p>
                      <a:r>
                        <a:rPr lang="en-US" dirty="0"/>
                        <a:t>Compute resources </a:t>
                      </a:r>
                    </a:p>
                  </a:txBody>
                  <a:tcPr/>
                </a:tc>
                <a:tc>
                  <a:txBody>
                    <a:bodyPr/>
                    <a:lstStyle/>
                    <a:p>
                      <a:r>
                        <a:rPr lang="en-GB" dirty="0"/>
                        <a:t>Cloud computing services for train the model</a:t>
                      </a:r>
                      <a:endParaRPr lang="en-US" dirty="0"/>
                    </a:p>
                  </a:txBody>
                  <a:tcPr/>
                </a:tc>
                <a:tc>
                  <a:txBody>
                    <a:bodyPr/>
                    <a:lstStyle/>
                    <a:p>
                      <a:r>
                        <a:rPr lang="en-GB" dirty="0"/>
                        <a:t>Used free cloud service</a:t>
                      </a:r>
                      <a:endParaRPr lang="en-US" dirty="0"/>
                    </a:p>
                  </a:txBody>
                  <a:tcPr/>
                </a:tc>
                <a:extLst>
                  <a:ext uri="{0D108BD9-81ED-4DB2-BD59-A6C34878D82A}">
                    <a16:rowId xmlns:a16="http://schemas.microsoft.com/office/drawing/2014/main" val="3614333186"/>
                  </a:ext>
                </a:extLst>
              </a:tr>
              <a:tr h="705085">
                <a:tc>
                  <a:txBody>
                    <a:bodyPr/>
                    <a:lstStyle/>
                    <a:p>
                      <a:r>
                        <a:rPr lang="en-US" dirty="0"/>
                        <a:t>Internet </a:t>
                      </a:r>
                    </a:p>
                  </a:txBody>
                  <a:tcPr/>
                </a:tc>
                <a:tc>
                  <a:txBody>
                    <a:bodyPr/>
                    <a:lstStyle/>
                    <a:p>
                      <a:r>
                        <a:rPr lang="en-GB" dirty="0"/>
                        <a:t>Internet expenses for gathering information and downloading project materials</a:t>
                      </a:r>
                      <a:endParaRPr lang="en-US" dirty="0"/>
                    </a:p>
                  </a:txBody>
                  <a:tcPr/>
                </a:tc>
                <a:tc>
                  <a:txBody>
                    <a:bodyPr/>
                    <a:lstStyle/>
                    <a:p>
                      <a:r>
                        <a:rPr lang="en-GB" dirty="0"/>
                        <a:t>4,0</a:t>
                      </a:r>
                      <a:r>
                        <a:rPr lang="en-US" dirty="0"/>
                        <a:t>00.00 LKR</a:t>
                      </a:r>
                    </a:p>
                  </a:txBody>
                  <a:tcPr/>
                </a:tc>
                <a:extLst>
                  <a:ext uri="{0D108BD9-81ED-4DB2-BD59-A6C34878D82A}">
                    <a16:rowId xmlns:a16="http://schemas.microsoft.com/office/drawing/2014/main" val="1055948667"/>
                  </a:ext>
                </a:extLst>
              </a:tr>
              <a:tr h="743238">
                <a:tc>
                  <a:txBody>
                    <a:bodyPr/>
                    <a:lstStyle/>
                    <a:p>
                      <a:r>
                        <a:rPr lang="en-GB" dirty="0"/>
                        <a:t>Total</a:t>
                      </a:r>
                      <a:endParaRPr lang="en-US" dirty="0"/>
                    </a:p>
                  </a:txBody>
                  <a:tcPr>
                    <a:solidFill>
                      <a:srgbClr val="00B0F0"/>
                    </a:solidFill>
                  </a:tcPr>
                </a:tc>
                <a:tc>
                  <a:txBody>
                    <a:bodyPr/>
                    <a:lstStyle/>
                    <a:p>
                      <a:r>
                        <a:rPr lang="en-GB" dirty="0"/>
                        <a:t>Approximate total cost for project completion</a:t>
                      </a:r>
                      <a:endParaRPr lang="en-US" dirty="0"/>
                    </a:p>
                  </a:txBody>
                  <a:tcPr>
                    <a:solidFill>
                      <a:srgbClr val="00B0F0"/>
                    </a:solidFill>
                  </a:tcPr>
                </a:tc>
                <a:tc>
                  <a:txBody>
                    <a:bodyPr/>
                    <a:lstStyle/>
                    <a:p>
                      <a:r>
                        <a:rPr lang="en-GB" dirty="0"/>
                        <a:t>1</a:t>
                      </a:r>
                      <a:r>
                        <a:rPr lang="en-US" dirty="0"/>
                        <a:t>1,500.00 LKR</a:t>
                      </a:r>
                    </a:p>
                  </a:txBody>
                  <a:tcPr>
                    <a:solidFill>
                      <a:srgbClr val="00B0F0"/>
                    </a:solidFill>
                  </a:tcPr>
                </a:tc>
                <a:extLst>
                  <a:ext uri="{0D108BD9-81ED-4DB2-BD59-A6C34878D82A}">
                    <a16:rowId xmlns:a16="http://schemas.microsoft.com/office/drawing/2014/main" val="217872717"/>
                  </a:ext>
                </a:extLst>
              </a:tr>
            </a:tbl>
          </a:graphicData>
        </a:graphic>
      </p:graphicFrame>
      <p:sp>
        <p:nvSpPr>
          <p:cNvPr id="22" name="TextBox 21">
            <a:extLst>
              <a:ext uri="{FF2B5EF4-FFF2-40B4-BE49-F238E27FC236}">
                <a16:creationId xmlns:a16="http://schemas.microsoft.com/office/drawing/2014/main" id="{3744D9F9-D3D0-B596-0D8D-B7730F87D3EF}"/>
              </a:ext>
            </a:extLst>
          </p:cNvPr>
          <p:cNvSpPr txBox="1"/>
          <p:nvPr/>
        </p:nvSpPr>
        <p:spPr>
          <a:xfrm>
            <a:off x="8521935" y="5722229"/>
            <a:ext cx="2831865" cy="338554"/>
          </a:xfrm>
          <a:prstGeom prst="rect">
            <a:avLst/>
          </a:prstGeom>
          <a:noFill/>
        </p:spPr>
        <p:txBody>
          <a:bodyPr wrap="none" rtlCol="0">
            <a:spAutoFit/>
          </a:bodyPr>
          <a:lstStyle/>
          <a:p>
            <a:r>
              <a:rPr lang="en-GB" sz="1600" dirty="0"/>
              <a:t>All expenses are only estimates.</a:t>
            </a:r>
            <a:endParaRPr lang="en-US" sz="1600" dirty="0"/>
          </a:p>
        </p:txBody>
      </p:sp>
    </p:spTree>
    <p:extLst>
      <p:ext uri="{BB962C8B-B14F-4D97-AF65-F5344CB8AC3E}">
        <p14:creationId xmlns:p14="http://schemas.microsoft.com/office/powerpoint/2010/main" val="728560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10. </a:t>
            </a:r>
            <a:r>
              <a:rPr lang="en-US" dirty="0"/>
              <a:t>Evaluation Plan</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23</a:t>
            </a:fld>
            <a:endParaRPr lang="en-US"/>
          </a:p>
        </p:txBody>
      </p:sp>
    </p:spTree>
    <p:extLst>
      <p:ext uri="{BB962C8B-B14F-4D97-AF65-F5344CB8AC3E}">
        <p14:creationId xmlns:p14="http://schemas.microsoft.com/office/powerpoint/2010/main" val="2999461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6" y="1490952"/>
            <a:ext cx="10515600" cy="3810722"/>
          </a:xfrm>
        </p:spPr>
        <p:txBody>
          <a:bodyPr/>
          <a:lstStyle/>
          <a:p>
            <a:pPr marL="0" indent="0">
              <a:buNone/>
            </a:pPr>
            <a:r>
              <a:rPr lang="en-GB" b="1" dirty="0"/>
              <a:t>ROUGE (Recall-Oriented Understudy for Gisting Evaluation)</a:t>
            </a:r>
          </a:p>
          <a:p>
            <a:pPr marL="0" indent="0">
              <a:buNone/>
            </a:pPr>
            <a:endParaRPr lang="en-GB" dirty="0"/>
          </a:p>
          <a:p>
            <a:pPr lvl="1">
              <a:buFont typeface="Wingdings" panose="05000000000000000000" pitchFamily="2" charset="2"/>
              <a:buChar char="§"/>
            </a:pPr>
            <a:r>
              <a:rPr lang="en-GB" b="1" dirty="0"/>
              <a:t>ROUGE-N:</a:t>
            </a:r>
            <a:r>
              <a:rPr lang="en-GB" dirty="0"/>
              <a:t> Measures the overlap of n-grams between the generated summaries and reference summaries. Commonly used for evaluating both extractive and abstractive summarization.</a:t>
            </a:r>
          </a:p>
          <a:p>
            <a:pPr marL="457200" lvl="1" indent="0">
              <a:buNone/>
            </a:pPr>
            <a:endParaRPr lang="en-GB" dirty="0"/>
          </a:p>
          <a:p>
            <a:pPr lvl="1">
              <a:buFont typeface="Wingdings" panose="05000000000000000000" pitchFamily="2" charset="2"/>
              <a:buChar char="§"/>
            </a:pPr>
            <a:r>
              <a:rPr lang="en-GB" b="1" dirty="0"/>
              <a:t>ROUGE-L:</a:t>
            </a:r>
            <a:r>
              <a:rPr lang="en-GB" dirty="0"/>
              <a:t> Evaluates the longest common subsequence to assess the fluency and coherence of generated summaries.</a:t>
            </a:r>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24</a:t>
            </a:fld>
            <a:endParaRPr lang="en-US"/>
          </a:p>
        </p:txBody>
      </p:sp>
      <p:sp>
        <p:nvSpPr>
          <p:cNvPr id="13" name="TextBox 12">
            <a:extLst>
              <a:ext uri="{FF2B5EF4-FFF2-40B4-BE49-F238E27FC236}">
                <a16:creationId xmlns:a16="http://schemas.microsoft.com/office/drawing/2014/main" id="{FC233CA3-6A6F-0816-E8FC-8185DE4D3EE4}"/>
              </a:ext>
            </a:extLst>
          </p:cNvPr>
          <p:cNvSpPr txBox="1"/>
          <p:nvPr/>
        </p:nvSpPr>
        <p:spPr>
          <a:xfrm>
            <a:off x="2929082" y="194173"/>
            <a:ext cx="6333836" cy="769441"/>
          </a:xfrm>
          <a:prstGeom prst="rect">
            <a:avLst/>
          </a:prstGeom>
          <a:noFill/>
        </p:spPr>
        <p:txBody>
          <a:bodyPr wrap="square" rtlCol="0">
            <a:spAutoFit/>
          </a:bodyPr>
          <a:lstStyle/>
          <a:p>
            <a:r>
              <a:rPr lang="en-GB" sz="4400" b="1" dirty="0"/>
              <a:t>Model Evaluation Method</a:t>
            </a:r>
            <a:endParaRPr lang="en-US" sz="4400" b="1" dirty="0"/>
          </a:p>
        </p:txBody>
      </p:sp>
    </p:spTree>
    <p:extLst>
      <p:ext uri="{BB962C8B-B14F-4D97-AF65-F5344CB8AC3E}">
        <p14:creationId xmlns:p14="http://schemas.microsoft.com/office/powerpoint/2010/main" val="1415970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6" y="1490952"/>
            <a:ext cx="10515600" cy="3810722"/>
          </a:xfrm>
        </p:spPr>
        <p:txBody>
          <a:bodyPr>
            <a:normAutofit/>
          </a:bodyPr>
          <a:lstStyle/>
          <a:p>
            <a:pPr marL="0" indent="0">
              <a:lnSpc>
                <a:spcPct val="100000"/>
              </a:lnSpc>
              <a:buNone/>
            </a:pPr>
            <a:r>
              <a:rPr lang="en-GB" b="1" dirty="0"/>
              <a:t>F1 Score</a:t>
            </a:r>
            <a:endParaRPr lang="en-GB" dirty="0"/>
          </a:p>
          <a:p>
            <a:pPr lvl="1">
              <a:buFont typeface="Wingdings" panose="05000000000000000000" pitchFamily="2" charset="2"/>
              <a:buChar char="§"/>
            </a:pPr>
            <a:r>
              <a:rPr lang="en-GB" dirty="0"/>
              <a:t>Balances precision and recall, providing a comprehensive measure of model performance, especially in cases where both false positives and false negatives are critical.</a:t>
            </a:r>
          </a:p>
          <a:p>
            <a:pPr marL="0" indent="0">
              <a:lnSpc>
                <a:spcPct val="110000"/>
              </a:lnSpc>
              <a:buNone/>
            </a:pPr>
            <a:r>
              <a:rPr lang="en-GB" b="1" dirty="0"/>
              <a:t>Precision and Recall:</a:t>
            </a:r>
            <a:endParaRPr lang="en-GB" dirty="0"/>
          </a:p>
          <a:p>
            <a:pPr lvl="1">
              <a:buFont typeface="Wingdings" panose="05000000000000000000" pitchFamily="2" charset="2"/>
              <a:buChar char="§"/>
            </a:pPr>
            <a:r>
              <a:rPr lang="en-GB" b="1" dirty="0"/>
              <a:t>Precision:</a:t>
            </a:r>
            <a:r>
              <a:rPr lang="en-GB" dirty="0"/>
              <a:t> Measures how many of the generated summary tokens are relevant.</a:t>
            </a:r>
          </a:p>
          <a:p>
            <a:pPr lvl="1">
              <a:lnSpc>
                <a:spcPct val="100000"/>
              </a:lnSpc>
              <a:buFont typeface="Wingdings" panose="05000000000000000000" pitchFamily="2" charset="2"/>
              <a:buChar char="§"/>
            </a:pPr>
            <a:r>
              <a:rPr lang="en-GB" b="1" dirty="0"/>
              <a:t>Recall:</a:t>
            </a:r>
            <a:r>
              <a:rPr lang="en-GB" dirty="0"/>
              <a:t> Assesses how many relevant tokens from the reference summaries are captured in the generated summaries.</a:t>
            </a:r>
          </a:p>
          <a:p>
            <a:pPr lvl="2">
              <a:buFont typeface="Wingdings" panose="05000000000000000000" pitchFamily="2" charset="2"/>
              <a:buChar char="§"/>
            </a:pPr>
            <a:endParaRPr lang="en-GB"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25</a:t>
            </a:fld>
            <a:endParaRPr lang="en-US"/>
          </a:p>
        </p:txBody>
      </p:sp>
      <p:sp>
        <p:nvSpPr>
          <p:cNvPr id="13" name="TextBox 12">
            <a:extLst>
              <a:ext uri="{FF2B5EF4-FFF2-40B4-BE49-F238E27FC236}">
                <a16:creationId xmlns:a16="http://schemas.microsoft.com/office/drawing/2014/main" id="{FC233CA3-6A6F-0816-E8FC-8185DE4D3EE4}"/>
              </a:ext>
            </a:extLst>
          </p:cNvPr>
          <p:cNvSpPr txBox="1"/>
          <p:nvPr/>
        </p:nvSpPr>
        <p:spPr>
          <a:xfrm>
            <a:off x="3463637" y="136525"/>
            <a:ext cx="5059217" cy="769441"/>
          </a:xfrm>
          <a:prstGeom prst="rect">
            <a:avLst/>
          </a:prstGeom>
          <a:noFill/>
        </p:spPr>
        <p:txBody>
          <a:bodyPr wrap="square" rtlCol="0">
            <a:spAutoFit/>
          </a:bodyPr>
          <a:lstStyle/>
          <a:p>
            <a:r>
              <a:rPr lang="en-GB" sz="4400" b="1" dirty="0"/>
              <a:t>Performance Metrics</a:t>
            </a:r>
            <a:endParaRPr lang="en-US" sz="4400" b="1" dirty="0"/>
          </a:p>
        </p:txBody>
      </p:sp>
    </p:spTree>
    <p:extLst>
      <p:ext uri="{BB962C8B-B14F-4D97-AF65-F5344CB8AC3E}">
        <p14:creationId xmlns:p14="http://schemas.microsoft.com/office/powerpoint/2010/main" val="3701384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11. </a:t>
            </a:r>
            <a:r>
              <a:rPr lang="en-US" dirty="0"/>
              <a:t>Limitations</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26</a:t>
            </a:fld>
            <a:endParaRPr lang="en-US"/>
          </a:p>
        </p:txBody>
      </p:sp>
    </p:spTree>
    <p:extLst>
      <p:ext uri="{BB962C8B-B14F-4D97-AF65-F5344CB8AC3E}">
        <p14:creationId xmlns:p14="http://schemas.microsoft.com/office/powerpoint/2010/main" val="4001053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7188"/>
            <a:ext cx="10515600" cy="5498812"/>
          </a:xfrm>
        </p:spPr>
        <p:txBody>
          <a:bodyPr/>
          <a:lstStyle/>
          <a:p>
            <a:pPr marL="0" indent="0">
              <a:buNone/>
            </a:pPr>
            <a:r>
              <a:rPr lang="en-GB" b="1" dirty="0"/>
              <a:t>Budget Constraints:</a:t>
            </a:r>
            <a:endParaRPr lang="en-GB" dirty="0"/>
          </a:p>
          <a:p>
            <a:pPr lvl="1">
              <a:buFont typeface="Wingdings" panose="05000000000000000000" pitchFamily="2" charset="2"/>
              <a:buChar char="§"/>
            </a:pPr>
            <a:r>
              <a:rPr lang="en-GB" dirty="0"/>
              <a:t>The allocated budget may limit access to premium datasets, advanced computational resources, and software licenses, potentially impacting the depth and breadth of the project.</a:t>
            </a:r>
          </a:p>
          <a:p>
            <a:pPr marL="0" indent="0">
              <a:buNone/>
            </a:pPr>
            <a:r>
              <a:rPr lang="en-GB" b="1" dirty="0"/>
              <a:t>Technical Limitations:</a:t>
            </a:r>
            <a:endParaRPr lang="en-GB" dirty="0"/>
          </a:p>
          <a:p>
            <a:pPr lvl="1">
              <a:buFont typeface="Wingdings" panose="05000000000000000000" pitchFamily="2" charset="2"/>
              <a:buChar char="§"/>
            </a:pPr>
            <a:r>
              <a:rPr lang="en-GB" dirty="0"/>
              <a:t>The availability of computational resources may constrain the complexity of models that can be trained, limiting experimentation with more advanced architectures (e.g., Transformers) that require significant computational power.</a:t>
            </a:r>
          </a:p>
          <a:p>
            <a:r>
              <a:rPr lang="en-GB" b="1" dirty="0"/>
              <a:t>Time Constraints:</a:t>
            </a:r>
            <a:endParaRPr lang="en-GB" dirty="0"/>
          </a:p>
          <a:p>
            <a:pPr lvl="1">
              <a:buFont typeface="Wingdings" panose="05000000000000000000" pitchFamily="2" charset="2"/>
              <a:buChar char="§"/>
            </a:pPr>
            <a:r>
              <a:rPr lang="en-GB" dirty="0"/>
              <a:t>A 10-week project timeline may limit the extent of research and experimentation possible, potentially affecting the thoroughness of model evaluation and iteration.</a:t>
            </a:r>
          </a:p>
          <a:p>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27</a:t>
            </a:fld>
            <a:endParaRPr lang="en-US"/>
          </a:p>
        </p:txBody>
      </p:sp>
    </p:spTree>
    <p:extLst>
      <p:ext uri="{BB962C8B-B14F-4D97-AF65-F5344CB8AC3E}">
        <p14:creationId xmlns:p14="http://schemas.microsoft.com/office/powerpoint/2010/main" val="421766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12. References</a:t>
            </a:r>
            <a:endParaRPr lang="en-US" dirty="0"/>
          </a:p>
        </p:txBody>
      </p:sp>
      <p:sp>
        <p:nvSpPr>
          <p:cNvPr id="3" name="Content Placeholder 2"/>
          <p:cNvSpPr>
            <a:spLocks noGrp="1"/>
          </p:cNvSpPr>
          <p:nvPr>
            <p:ph idx="1"/>
          </p:nvPr>
        </p:nvSpPr>
        <p:spPr/>
        <p:txBody>
          <a:bodyPr>
            <a:normAutofit/>
          </a:bodyPr>
          <a:lstStyle/>
          <a:p>
            <a:pPr marL="0" indent="0">
              <a:buNone/>
            </a:pPr>
            <a:r>
              <a:rPr lang="en-GB" sz="2400" b="0" i="0" dirty="0">
                <a:effectLst/>
                <a:latin typeface="Calibri" panose="020F0502020204030204" pitchFamily="34" charset="0"/>
              </a:rPr>
              <a:t>Zhang, H., Xu, J. and Wang, J. (2019). </a:t>
            </a:r>
            <a:r>
              <a:rPr lang="en-GB" sz="2400" b="0" i="1" dirty="0">
                <a:effectLst/>
                <a:latin typeface="Calibri" panose="020F0502020204030204" pitchFamily="34" charset="0"/>
              </a:rPr>
              <a:t>Pretraining-Based Natural Language Generation for Text Summarization</a:t>
            </a:r>
            <a:r>
              <a:rPr lang="en-GB" sz="2400" b="0" i="0" dirty="0">
                <a:effectLst/>
                <a:latin typeface="Calibri" panose="020F0502020204030204" pitchFamily="34" charset="0"/>
              </a:rPr>
              <a:t>. [online] arXiv.org. Available at: https://doi.org/10.48550/arXiv.1902.09243 [Accessed 29 Sep. 2024].</a:t>
            </a:r>
          </a:p>
          <a:p>
            <a:pPr marL="0" indent="0">
              <a:buNone/>
            </a:pPr>
            <a:r>
              <a:rPr lang="en-GB" sz="2400" b="0" i="0" dirty="0">
                <a:effectLst/>
                <a:latin typeface="Calibri" panose="020F0502020204030204" pitchFamily="34" charset="0"/>
              </a:rPr>
              <a:t>Cheng, J. and Lapata, M. (2016). </a:t>
            </a:r>
            <a:r>
              <a:rPr lang="en-GB" sz="2400" b="0" i="1" dirty="0">
                <a:effectLst/>
                <a:latin typeface="Calibri" panose="020F0502020204030204" pitchFamily="34" charset="0"/>
              </a:rPr>
              <a:t>Neural Summarization by Extracting Sentences and Words</a:t>
            </a:r>
            <a:r>
              <a:rPr lang="en-GB" sz="2400" b="0" i="0" dirty="0">
                <a:effectLst/>
                <a:latin typeface="Calibri" panose="020F0502020204030204" pitchFamily="34" charset="0"/>
              </a:rPr>
              <a:t>. [online] ACLWeb. doi:https://doi.org/10.18653/v1/P16-1046.</a:t>
            </a:r>
          </a:p>
          <a:p>
            <a:pPr marL="0" indent="0">
              <a:buNone/>
            </a:pPr>
            <a:r>
              <a:rPr lang="en-GB" sz="2400" b="0" i="0" dirty="0">
                <a:effectLst/>
                <a:latin typeface="Calibri" panose="020F0502020204030204" pitchFamily="34" charset="0"/>
              </a:rPr>
              <a:t>Nenkova, A. (2011). Automatic Summarization. </a:t>
            </a:r>
            <a:r>
              <a:rPr lang="en-GB" sz="2400" b="0" i="1" dirty="0">
                <a:effectLst/>
                <a:latin typeface="Calibri" panose="020F0502020204030204" pitchFamily="34" charset="0"/>
              </a:rPr>
              <a:t>Foundations and Trends® in Information Retrieval</a:t>
            </a:r>
            <a:r>
              <a:rPr lang="en-GB" sz="2400" b="0" i="0" dirty="0">
                <a:effectLst/>
                <a:latin typeface="Calibri" panose="020F0502020204030204" pitchFamily="34" charset="0"/>
              </a:rPr>
              <a:t>, 5(2), pp.103–233. doi:https://doi.org/10.1561/1500000015.</a:t>
            </a:r>
          </a:p>
          <a:p>
            <a:pPr marL="0" indent="0">
              <a:buNone/>
            </a:pPr>
            <a:r>
              <a:rPr lang="en-GB" sz="2400" b="0" i="0" dirty="0">
                <a:effectLst/>
                <a:latin typeface="Calibri" panose="020F0502020204030204" pitchFamily="34" charset="0"/>
              </a:rPr>
              <a:t>Liu, Y. and Lapata, M. (2019). </a:t>
            </a:r>
            <a:r>
              <a:rPr lang="en-GB" sz="2400" b="0" i="1" dirty="0">
                <a:effectLst/>
                <a:latin typeface="Calibri" panose="020F0502020204030204" pitchFamily="34" charset="0"/>
              </a:rPr>
              <a:t>Text Summarization with Pretrained Encoders</a:t>
            </a:r>
            <a:r>
              <a:rPr lang="en-GB" sz="2400" b="0" i="0" dirty="0">
                <a:effectLst/>
                <a:latin typeface="Calibri" panose="020F0502020204030204" pitchFamily="34" charset="0"/>
              </a:rPr>
              <a:t>. [online] arXiv.org. Available at: https://doi.org/10.48550/arXiv.1908.08345 [Accessed 29 Sep. 2024].</a:t>
            </a:r>
          </a:p>
          <a:p>
            <a:pPr marL="0" indent="0">
              <a:buNone/>
            </a:pPr>
            <a:endParaRPr lang="en-US" sz="2400"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28</a:t>
            </a:fld>
            <a:endParaRPr lang="en-US"/>
          </a:p>
        </p:txBody>
      </p:sp>
    </p:spTree>
    <p:extLst>
      <p:ext uri="{BB962C8B-B14F-4D97-AF65-F5344CB8AC3E}">
        <p14:creationId xmlns:p14="http://schemas.microsoft.com/office/powerpoint/2010/main" val="31536587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13. </a:t>
            </a:r>
            <a:r>
              <a:rPr lang="en-US" dirty="0"/>
              <a:t>Conclusion</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29</a:t>
            </a:fld>
            <a:endParaRPr lang="en-US"/>
          </a:p>
        </p:txBody>
      </p:sp>
    </p:spTree>
    <p:extLst>
      <p:ext uri="{BB962C8B-B14F-4D97-AF65-F5344CB8AC3E}">
        <p14:creationId xmlns:p14="http://schemas.microsoft.com/office/powerpoint/2010/main" val="36185224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GB" dirty="0"/>
              <a:t>This project explored extractive and abstractive text summarization, utilizing advanced models like transformers to efficiently condense large text into key insights. The implementation highlights the potential of summarization for enhancing content understanding. Future work will focus on improving model accuracy and addressing technical limitations.</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30</a:t>
            </a:fld>
            <a:endParaRPr lang="en-US"/>
          </a:p>
        </p:txBody>
      </p:sp>
    </p:spTree>
    <p:extLst>
      <p:ext uri="{BB962C8B-B14F-4D97-AF65-F5344CB8AC3E}">
        <p14:creationId xmlns:p14="http://schemas.microsoft.com/office/powerpoint/2010/main" val="31350037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1973988"/>
          </a:xfrm>
        </p:spPr>
        <p:txBody>
          <a:bodyPr/>
          <a:lstStyle/>
          <a:p>
            <a:pPr algn="ctr"/>
            <a:r>
              <a:rPr lang="en" dirty="0"/>
              <a:t>Thanks!</a:t>
            </a:r>
            <a:endParaRPr lang="en-US" dirty="0"/>
          </a:p>
        </p:txBody>
      </p:sp>
      <p:sp>
        <p:nvSpPr>
          <p:cNvPr id="3" name="Text Placeholder 2"/>
          <p:cNvSpPr>
            <a:spLocks noGrp="1"/>
          </p:cNvSpPr>
          <p:nvPr>
            <p:ph type="body" idx="1"/>
          </p:nvPr>
        </p:nvSpPr>
        <p:spPr>
          <a:xfrm>
            <a:off x="838200" y="3962446"/>
            <a:ext cx="10515600" cy="1500187"/>
          </a:xfrm>
        </p:spPr>
        <p:txBody>
          <a:bodyPr/>
          <a:lstStyle/>
          <a:p>
            <a:pPr lvl="0" algn="ctr"/>
            <a:r>
              <a:rPr lang="en-US" dirty="0">
                <a:solidFill>
                  <a:schemeClr val="tx1">
                    <a:lumMod val="85000"/>
                    <a:lumOff val="15000"/>
                  </a:schemeClr>
                </a:solidFill>
              </a:rPr>
              <a:t>Do you have any questions?</a:t>
            </a:r>
          </a:p>
          <a:p>
            <a:pPr algn="ctr"/>
            <a:endParaRPr lang="en-US" dirty="0"/>
          </a:p>
        </p:txBody>
      </p:sp>
      <p:sp>
        <p:nvSpPr>
          <p:cNvPr id="4" name="Date Placeholder 3"/>
          <p:cNvSpPr>
            <a:spLocks noGrp="1"/>
          </p:cNvSpPr>
          <p:nvPr>
            <p:ph type="dt" sz="half" idx="10"/>
          </p:nvPr>
        </p:nvSpPr>
        <p:spPr/>
        <p:txBody>
          <a:bodyPr/>
          <a:lstStyle/>
          <a:p>
            <a:fld id="{96E1D71B-C944-40CB-9225-EA433BB07F45}"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31</a:t>
            </a:fld>
            <a:endParaRPr lang="en-US"/>
          </a:p>
        </p:txBody>
      </p:sp>
    </p:spTree>
    <p:extLst>
      <p:ext uri="{BB962C8B-B14F-4D97-AF65-F5344CB8AC3E}">
        <p14:creationId xmlns:p14="http://schemas.microsoft.com/office/powerpoint/2010/main" val="2660892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6127</TotalTime>
  <Words>1554</Words>
  <Application>Microsoft Office PowerPoint</Application>
  <PresentationFormat>Widescreen</PresentationFormat>
  <Paragraphs>242</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Times New Roman</vt:lpstr>
      <vt:lpstr>Wingdings</vt:lpstr>
      <vt:lpstr>Office Theme</vt:lpstr>
      <vt:lpstr>NLP based Text Summarization to retrieve efficient data</vt:lpstr>
      <vt:lpstr> Table of contents </vt:lpstr>
      <vt:lpstr>01. Background Information</vt:lpstr>
      <vt:lpstr>PowerPoint Presentation</vt:lpstr>
      <vt:lpstr>02. Introduction</vt:lpstr>
      <vt:lpstr>PowerPoint Presentation</vt:lpstr>
      <vt:lpstr> 03. Project Objectives </vt:lpstr>
      <vt:lpstr>PowerPoint Presentation</vt:lpstr>
      <vt:lpstr>04. Literature Review</vt:lpstr>
      <vt:lpstr>PowerPoint Presentation</vt:lpstr>
      <vt:lpstr> 05. Top Level Architecture </vt:lpstr>
      <vt:lpstr>PowerPoint Presentation</vt:lpstr>
      <vt:lpstr> 06. Tools and Technology </vt:lpstr>
      <vt:lpstr>PowerPoint Presentation</vt:lpstr>
      <vt:lpstr>07. Dataset</vt:lpstr>
      <vt:lpstr>   </vt:lpstr>
      <vt:lpstr>   </vt:lpstr>
      <vt:lpstr>PowerPoint Presentation</vt:lpstr>
      <vt:lpstr>08. Timeline</vt:lpstr>
      <vt:lpstr>PowerPoint Presentation</vt:lpstr>
      <vt:lpstr>09. Tentative Budget</vt:lpstr>
      <vt:lpstr>PowerPoint Presentation</vt:lpstr>
      <vt:lpstr>10. Evaluation Plan</vt:lpstr>
      <vt:lpstr>PowerPoint Presentation</vt:lpstr>
      <vt:lpstr>PowerPoint Presentation</vt:lpstr>
      <vt:lpstr>11. Limitations</vt:lpstr>
      <vt:lpstr>PowerPoint Presentation</vt:lpstr>
      <vt:lpstr>12. References</vt:lpstr>
      <vt:lpstr>13. Conclusion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Proposal Title&gt;</dc:title>
  <dc:creator>RUMANA</dc:creator>
  <cp:lastModifiedBy>Mohammed Naseer Sihanas</cp:lastModifiedBy>
  <cp:revision>5</cp:revision>
  <dcterms:created xsi:type="dcterms:W3CDTF">2023-08-24T05:14:28Z</dcterms:created>
  <dcterms:modified xsi:type="dcterms:W3CDTF">2024-10-03T04:11:01Z</dcterms:modified>
</cp:coreProperties>
</file>