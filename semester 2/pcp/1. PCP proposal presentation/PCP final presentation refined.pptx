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74" r:id="rId4"/>
    <p:sldId id="259" r:id="rId5"/>
    <p:sldId id="292" r:id="rId6"/>
    <p:sldId id="293" r:id="rId7"/>
    <p:sldId id="266" r:id="rId8"/>
    <p:sldId id="258" r:id="rId9"/>
    <p:sldId id="283" r:id="rId10"/>
    <p:sldId id="263" r:id="rId11"/>
    <p:sldId id="267" r:id="rId12"/>
    <p:sldId id="261" r:id="rId13"/>
    <p:sldId id="268" r:id="rId14"/>
    <p:sldId id="269" r:id="rId15"/>
    <p:sldId id="275" r:id="rId16"/>
    <p:sldId id="291" r:id="rId17"/>
    <p:sldId id="260" r:id="rId18"/>
    <p:sldId id="281" r:id="rId19"/>
    <p:sldId id="277" r:id="rId20"/>
    <p:sldId id="271" r:id="rId21"/>
    <p:sldId id="278" r:id="rId22"/>
    <p:sldId id="272" r:id="rId23"/>
    <p:sldId id="282" r:id="rId24"/>
    <p:sldId id="279" r:id="rId25"/>
    <p:sldId id="273" r:id="rId26"/>
    <p:sldId id="288" r:id="rId27"/>
    <p:sldId id="285" r:id="rId28"/>
    <p:sldId id="290" r:id="rId29"/>
    <p:sldId id="26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642F51-81B6-4830-B980-E8E167550FF1}" v="1" dt="2024-10-07T04:07:13.8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68" autoAdjust="0"/>
    <p:restoredTop sz="37758" autoAdjust="0"/>
  </p:normalViewPr>
  <p:slideViewPr>
    <p:cSldViewPr snapToGrid="0">
      <p:cViewPr varScale="1">
        <p:scale>
          <a:sx n="31" d="100"/>
          <a:sy n="31" d="100"/>
        </p:scale>
        <p:origin x="2702" y="3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Naseer Sihanas" userId="baf10d46-ca0e-4f93-8b9a-bd1fa4bc7e8f" providerId="ADAL" clId="{A0642F51-81B6-4830-B980-E8E167550FF1}"/>
    <pc:docChg chg="custSel delSld modSld">
      <pc:chgData name="Mohammed Naseer Sihanas" userId="baf10d46-ca0e-4f93-8b9a-bd1fa4bc7e8f" providerId="ADAL" clId="{A0642F51-81B6-4830-B980-E8E167550FF1}" dt="2024-10-07T09:20:37.960" v="205" actId="12"/>
      <pc:docMkLst>
        <pc:docMk/>
      </pc:docMkLst>
      <pc:sldChg chg="modNotesTx">
        <pc:chgData name="Mohammed Naseer Sihanas" userId="baf10d46-ca0e-4f93-8b9a-bd1fa4bc7e8f" providerId="ADAL" clId="{A0642F51-81B6-4830-B980-E8E167550FF1}" dt="2024-10-07T09:15:22.584" v="204" actId="6549"/>
        <pc:sldMkLst>
          <pc:docMk/>
          <pc:sldMk cId="932762795" sldId="256"/>
        </pc:sldMkLst>
      </pc:sldChg>
      <pc:sldChg chg="modNotesTx">
        <pc:chgData name="Mohammed Naseer Sihanas" userId="baf10d46-ca0e-4f93-8b9a-bd1fa4bc7e8f" providerId="ADAL" clId="{A0642F51-81B6-4830-B980-E8E167550FF1}" dt="2024-10-07T04:35:06.717" v="3"/>
        <pc:sldMkLst>
          <pc:docMk/>
          <pc:sldMk cId="891432784" sldId="257"/>
        </pc:sldMkLst>
      </pc:sldChg>
      <pc:sldChg chg="modNotesTx">
        <pc:chgData name="Mohammed Naseer Sihanas" userId="baf10d46-ca0e-4f93-8b9a-bd1fa4bc7e8f" providerId="ADAL" clId="{A0642F51-81B6-4830-B980-E8E167550FF1}" dt="2024-10-07T04:36:05.682" v="6"/>
        <pc:sldMkLst>
          <pc:docMk/>
          <pc:sldMk cId="100369622" sldId="258"/>
        </pc:sldMkLst>
      </pc:sldChg>
      <pc:sldChg chg="modNotesTx">
        <pc:chgData name="Mohammed Naseer Sihanas" userId="baf10d46-ca0e-4f93-8b9a-bd1fa4bc7e8f" providerId="ADAL" clId="{A0642F51-81B6-4830-B980-E8E167550FF1}" dt="2024-10-07T04:35:23.872" v="4"/>
        <pc:sldMkLst>
          <pc:docMk/>
          <pc:sldMk cId="1319477807" sldId="259"/>
        </pc:sldMkLst>
      </pc:sldChg>
      <pc:sldChg chg="modNotesTx">
        <pc:chgData name="Mohammed Naseer Sihanas" userId="baf10d46-ca0e-4f93-8b9a-bd1fa4bc7e8f" providerId="ADAL" clId="{A0642F51-81B6-4830-B980-E8E167550FF1}" dt="2024-10-07T09:12:56.667" v="119" actId="6549"/>
        <pc:sldMkLst>
          <pc:docMk/>
          <pc:sldMk cId="3966344777" sldId="261"/>
        </pc:sldMkLst>
      </pc:sldChg>
      <pc:sldChg chg="modNotesTx">
        <pc:chgData name="Mohammed Naseer Sihanas" userId="baf10d46-ca0e-4f93-8b9a-bd1fa4bc7e8f" providerId="ADAL" clId="{A0642F51-81B6-4830-B980-E8E167550FF1}" dt="2024-10-07T09:11:45.273" v="86" actId="5793"/>
        <pc:sldMkLst>
          <pc:docMk/>
          <pc:sldMk cId="1338395865" sldId="263"/>
        </pc:sldMkLst>
      </pc:sldChg>
      <pc:sldChg chg="modNotesTx">
        <pc:chgData name="Mohammed Naseer Sihanas" userId="baf10d46-ca0e-4f93-8b9a-bd1fa4bc7e8f" providerId="ADAL" clId="{A0642F51-81B6-4830-B980-E8E167550FF1}" dt="2024-10-07T04:46:40.951" v="17"/>
        <pc:sldMkLst>
          <pc:docMk/>
          <pc:sldMk cId="2660892434" sldId="265"/>
        </pc:sldMkLst>
      </pc:sldChg>
      <pc:sldChg chg="modNotesTx">
        <pc:chgData name="Mohammed Naseer Sihanas" userId="baf10d46-ca0e-4f93-8b9a-bd1fa4bc7e8f" providerId="ADAL" clId="{A0642F51-81B6-4830-B980-E8E167550FF1}" dt="2024-10-07T09:13:47.909" v="194" actId="20577"/>
        <pc:sldMkLst>
          <pc:docMk/>
          <pc:sldMk cId="3672480713" sldId="269"/>
        </pc:sldMkLst>
      </pc:sldChg>
      <pc:sldChg chg="del">
        <pc:chgData name="Mohammed Naseer Sihanas" userId="baf10d46-ca0e-4f93-8b9a-bd1fa4bc7e8f" providerId="ADAL" clId="{A0642F51-81B6-4830-B980-E8E167550FF1}" dt="2024-10-03T04:10:46.725" v="0" actId="47"/>
        <pc:sldMkLst>
          <pc:docMk/>
          <pc:sldMk cId="2568800362" sldId="270"/>
        </pc:sldMkLst>
      </pc:sldChg>
      <pc:sldChg chg="modNotesTx">
        <pc:chgData name="Mohammed Naseer Sihanas" userId="baf10d46-ca0e-4f93-8b9a-bd1fa4bc7e8f" providerId="ADAL" clId="{A0642F51-81B6-4830-B980-E8E167550FF1}" dt="2024-10-07T04:41:50.492" v="12"/>
        <pc:sldMkLst>
          <pc:docMk/>
          <pc:sldMk cId="728560859" sldId="271"/>
        </pc:sldMkLst>
      </pc:sldChg>
      <pc:sldChg chg="modNotesTx">
        <pc:chgData name="Mohammed Naseer Sihanas" userId="baf10d46-ca0e-4f93-8b9a-bd1fa4bc7e8f" providerId="ADAL" clId="{A0642F51-81B6-4830-B980-E8E167550FF1}" dt="2024-10-07T06:35:56.550" v="18" actId="20577"/>
        <pc:sldMkLst>
          <pc:docMk/>
          <pc:sldMk cId="1415970124" sldId="272"/>
        </pc:sldMkLst>
      </pc:sldChg>
      <pc:sldChg chg="modNotesTx">
        <pc:chgData name="Mohammed Naseer Sihanas" userId="baf10d46-ca0e-4f93-8b9a-bd1fa4bc7e8f" providerId="ADAL" clId="{A0642F51-81B6-4830-B980-E8E167550FF1}" dt="2024-10-07T04:44:24.976" v="15"/>
        <pc:sldMkLst>
          <pc:docMk/>
          <pc:sldMk cId="421766892" sldId="273"/>
        </pc:sldMkLst>
      </pc:sldChg>
      <pc:sldChg chg="del">
        <pc:chgData name="Mohammed Naseer Sihanas" userId="baf10d46-ca0e-4f93-8b9a-bd1fa4bc7e8f" providerId="ADAL" clId="{A0642F51-81B6-4830-B980-E8E167550FF1}" dt="2024-10-03T04:10:48.089" v="1" actId="47"/>
        <pc:sldMkLst>
          <pc:docMk/>
          <pc:sldMk cId="3332095496" sldId="276"/>
        </pc:sldMkLst>
      </pc:sldChg>
      <pc:sldChg chg="modNotesTx">
        <pc:chgData name="Mohammed Naseer Sihanas" userId="baf10d46-ca0e-4f93-8b9a-bd1fa4bc7e8f" providerId="ADAL" clId="{A0642F51-81B6-4830-B980-E8E167550FF1}" dt="2024-10-07T04:41:35.742" v="11"/>
        <pc:sldMkLst>
          <pc:docMk/>
          <pc:sldMk cId="2864293341" sldId="281"/>
        </pc:sldMkLst>
      </pc:sldChg>
      <pc:sldChg chg="modNotesTx">
        <pc:chgData name="Mohammed Naseer Sihanas" userId="baf10d46-ca0e-4f93-8b9a-bd1fa4bc7e8f" providerId="ADAL" clId="{A0642F51-81B6-4830-B980-E8E167550FF1}" dt="2024-10-07T04:43:10.418" v="14"/>
        <pc:sldMkLst>
          <pc:docMk/>
          <pc:sldMk cId="3701384054" sldId="282"/>
        </pc:sldMkLst>
      </pc:sldChg>
      <pc:sldChg chg="modNotesTx">
        <pc:chgData name="Mohammed Naseer Sihanas" userId="baf10d46-ca0e-4f93-8b9a-bd1fa4bc7e8f" providerId="ADAL" clId="{A0642F51-81B6-4830-B980-E8E167550FF1}" dt="2024-10-07T04:45:52.593" v="16"/>
        <pc:sldMkLst>
          <pc:docMk/>
          <pc:sldMk cId="3135003794" sldId="290"/>
        </pc:sldMkLst>
      </pc:sldChg>
      <pc:sldChg chg="modNotesTx">
        <pc:chgData name="Mohammed Naseer Sihanas" userId="baf10d46-ca0e-4f93-8b9a-bd1fa4bc7e8f" providerId="ADAL" clId="{A0642F51-81B6-4830-B980-E8E167550FF1}" dt="2024-10-07T09:20:37.960" v="205" actId="12"/>
        <pc:sldMkLst>
          <pc:docMk/>
          <pc:sldMk cId="3708950606" sldId="291"/>
        </pc:sldMkLst>
      </pc:sldChg>
      <pc:sldChg chg="modNotesTx">
        <pc:chgData name="Mohammed Naseer Sihanas" userId="baf10d46-ca0e-4f93-8b9a-bd1fa4bc7e8f" providerId="ADAL" clId="{A0642F51-81B6-4830-B980-E8E167550FF1}" dt="2024-10-07T04:35:42.016" v="5"/>
        <pc:sldMkLst>
          <pc:docMk/>
          <pc:sldMk cId="1162202113" sldId="293"/>
        </pc:sldMkLst>
      </pc:sldChg>
    </pc:docChg>
  </pc:docChgLst>
  <pc:docChgLst>
    <pc:chgData name="Mohammed Naseer Sihanas" userId="baf10d46-ca0e-4f93-8b9a-bd1fa4bc7e8f" providerId="ADAL" clId="{4BCA0B4D-1EF0-4107-B531-E5C45D9F1352}"/>
    <pc:docChg chg="undo redo custSel addSld delSld modSld sldOrd">
      <pc:chgData name="Mohammed Naseer Sihanas" userId="baf10d46-ca0e-4f93-8b9a-bd1fa4bc7e8f" providerId="ADAL" clId="{4BCA0B4D-1EF0-4107-B531-E5C45D9F1352}" dt="2024-10-02T06:13:02.811" v="4501" actId="20577"/>
      <pc:docMkLst>
        <pc:docMk/>
      </pc:docMkLst>
      <pc:sldChg chg="addSp delSp modSp mod">
        <pc:chgData name="Mohammed Naseer Sihanas" userId="baf10d46-ca0e-4f93-8b9a-bd1fa4bc7e8f" providerId="ADAL" clId="{4BCA0B4D-1EF0-4107-B531-E5C45D9F1352}" dt="2024-10-02T05:52:16.080" v="4323" actId="20577"/>
        <pc:sldMkLst>
          <pc:docMk/>
          <pc:sldMk cId="932762795" sldId="256"/>
        </pc:sldMkLst>
        <pc:spChg chg="mod">
          <ac:chgData name="Mohammed Naseer Sihanas" userId="baf10d46-ca0e-4f93-8b9a-bd1fa4bc7e8f" providerId="ADAL" clId="{4BCA0B4D-1EF0-4107-B531-E5C45D9F1352}" dt="2024-09-29T14:37:08.612" v="2699" actId="404"/>
          <ac:spMkLst>
            <pc:docMk/>
            <pc:sldMk cId="932762795" sldId="256"/>
            <ac:spMk id="2" creationId="{00000000-0000-0000-0000-000000000000}"/>
          </ac:spMkLst>
        </pc:spChg>
        <pc:spChg chg="add del mod">
          <ac:chgData name="Mohammed Naseer Sihanas" userId="baf10d46-ca0e-4f93-8b9a-bd1fa4bc7e8f" providerId="ADAL" clId="{4BCA0B4D-1EF0-4107-B531-E5C45D9F1352}" dt="2024-09-25T06:05:34.290" v="27" actId="478"/>
          <ac:spMkLst>
            <pc:docMk/>
            <pc:sldMk cId="932762795" sldId="256"/>
            <ac:spMk id="3" creationId="{C7547E18-3FC8-FFDE-1830-DFA2AC7EA1EE}"/>
          </ac:spMkLst>
        </pc:spChg>
        <pc:spChg chg="mod">
          <ac:chgData name="Mohammed Naseer Sihanas" userId="baf10d46-ca0e-4f93-8b9a-bd1fa4bc7e8f" providerId="ADAL" clId="{4BCA0B4D-1EF0-4107-B531-E5C45D9F1352}" dt="2024-09-29T03:33:54.198" v="1251" actId="20577"/>
          <ac:spMkLst>
            <pc:docMk/>
            <pc:sldMk cId="932762795" sldId="256"/>
            <ac:spMk id="5" creationId="{00000000-0000-0000-0000-000000000000}"/>
          </ac:spMkLst>
        </pc:spChg>
        <pc:spChg chg="mod">
          <ac:chgData name="Mohammed Naseer Sihanas" userId="baf10d46-ca0e-4f93-8b9a-bd1fa4bc7e8f" providerId="ADAL" clId="{4BCA0B4D-1EF0-4107-B531-E5C45D9F1352}" dt="2024-10-02T05:52:16.080" v="4323" actId="20577"/>
          <ac:spMkLst>
            <pc:docMk/>
            <pc:sldMk cId="932762795" sldId="256"/>
            <ac:spMk id="7" creationId="{00000000-0000-0000-0000-000000000000}"/>
          </ac:spMkLst>
        </pc:spChg>
        <pc:spChg chg="add mod">
          <ac:chgData name="Mohammed Naseer Sihanas" userId="baf10d46-ca0e-4f93-8b9a-bd1fa4bc7e8f" providerId="ADAL" clId="{4BCA0B4D-1EF0-4107-B531-E5C45D9F1352}" dt="2024-09-25T06:10:14.365" v="111" actId="114"/>
          <ac:spMkLst>
            <pc:docMk/>
            <pc:sldMk cId="932762795" sldId="256"/>
            <ac:spMk id="8" creationId="{0A780991-E5A6-7C22-165E-954CFE5E63B7}"/>
          </ac:spMkLst>
        </pc:spChg>
        <pc:spChg chg="add mod">
          <ac:chgData name="Mohammed Naseer Sihanas" userId="baf10d46-ca0e-4f93-8b9a-bd1fa4bc7e8f" providerId="ADAL" clId="{4BCA0B4D-1EF0-4107-B531-E5C45D9F1352}" dt="2024-09-25T06:09:07.594" v="86"/>
          <ac:spMkLst>
            <pc:docMk/>
            <pc:sldMk cId="932762795" sldId="256"/>
            <ac:spMk id="9" creationId="{D35C82BF-E5D2-392A-2986-90479E977367}"/>
          </ac:spMkLst>
        </pc:spChg>
      </pc:sldChg>
      <pc:sldChg chg="modSp mod">
        <pc:chgData name="Mohammed Naseer Sihanas" userId="baf10d46-ca0e-4f93-8b9a-bd1fa4bc7e8f" providerId="ADAL" clId="{4BCA0B4D-1EF0-4107-B531-E5C45D9F1352}" dt="2024-10-02T06:07:02.991" v="4397" actId="27636"/>
        <pc:sldMkLst>
          <pc:docMk/>
          <pc:sldMk cId="891432784" sldId="257"/>
        </pc:sldMkLst>
        <pc:spChg chg="mod">
          <ac:chgData name="Mohammed Naseer Sihanas" userId="baf10d46-ca0e-4f93-8b9a-bd1fa4bc7e8f" providerId="ADAL" clId="{4BCA0B4D-1EF0-4107-B531-E5C45D9F1352}" dt="2024-10-02T06:07:02.991" v="4397" actId="27636"/>
          <ac:spMkLst>
            <pc:docMk/>
            <pc:sldMk cId="891432784" sldId="257"/>
            <ac:spMk id="3" creationId="{00000000-0000-0000-0000-000000000000}"/>
          </ac:spMkLst>
        </pc:spChg>
        <pc:spChg chg="mod">
          <ac:chgData name="Mohammed Naseer Sihanas" userId="baf10d46-ca0e-4f93-8b9a-bd1fa4bc7e8f" providerId="ADAL" clId="{4BCA0B4D-1EF0-4107-B531-E5C45D9F1352}" dt="2024-09-29T14:23:04.106" v="2260" actId="20577"/>
          <ac:spMkLst>
            <pc:docMk/>
            <pc:sldMk cId="891432784" sldId="257"/>
            <ac:spMk id="5" creationId="{00000000-0000-0000-0000-000000000000}"/>
          </ac:spMkLst>
        </pc:spChg>
      </pc:sldChg>
      <pc:sldChg chg="addSp delSp modSp mod">
        <pc:chgData name="Mohammed Naseer Sihanas" userId="baf10d46-ca0e-4f93-8b9a-bd1fa4bc7e8f" providerId="ADAL" clId="{4BCA0B4D-1EF0-4107-B531-E5C45D9F1352}" dt="2024-09-29T03:33:38.230" v="1248" actId="20577"/>
        <pc:sldMkLst>
          <pc:docMk/>
          <pc:sldMk cId="100369622" sldId="258"/>
        </pc:sldMkLst>
        <pc:spChg chg="del">
          <ac:chgData name="Mohammed Naseer Sihanas" userId="baf10d46-ca0e-4f93-8b9a-bd1fa4bc7e8f" providerId="ADAL" clId="{4BCA0B4D-1EF0-4107-B531-E5C45D9F1352}" dt="2024-09-26T09:14:55.620" v="302" actId="478"/>
          <ac:spMkLst>
            <pc:docMk/>
            <pc:sldMk cId="100369622" sldId="258"/>
            <ac:spMk id="2" creationId="{00000000-0000-0000-0000-000000000000}"/>
          </ac:spMkLst>
        </pc:spChg>
        <pc:spChg chg="mod">
          <ac:chgData name="Mohammed Naseer Sihanas" userId="baf10d46-ca0e-4f93-8b9a-bd1fa4bc7e8f" providerId="ADAL" clId="{4BCA0B4D-1EF0-4107-B531-E5C45D9F1352}" dt="2024-09-28T02:21:13.107" v="1044" actId="27636"/>
          <ac:spMkLst>
            <pc:docMk/>
            <pc:sldMk cId="100369622" sldId="258"/>
            <ac:spMk id="3" creationId="{00000000-0000-0000-0000-000000000000}"/>
          </ac:spMkLst>
        </pc:spChg>
        <pc:spChg chg="mod">
          <ac:chgData name="Mohammed Naseer Sihanas" userId="baf10d46-ca0e-4f93-8b9a-bd1fa4bc7e8f" providerId="ADAL" clId="{4BCA0B4D-1EF0-4107-B531-E5C45D9F1352}" dt="2024-09-29T03:33:38.230" v="1248" actId="20577"/>
          <ac:spMkLst>
            <pc:docMk/>
            <pc:sldMk cId="100369622" sldId="258"/>
            <ac:spMk id="5" creationId="{00000000-0000-0000-0000-000000000000}"/>
          </ac:spMkLst>
        </pc:spChg>
        <pc:spChg chg="add del mod">
          <ac:chgData name="Mohammed Naseer Sihanas" userId="baf10d46-ca0e-4f93-8b9a-bd1fa4bc7e8f" providerId="ADAL" clId="{4BCA0B4D-1EF0-4107-B531-E5C45D9F1352}" dt="2024-09-26T09:14:58.182" v="303" actId="478"/>
          <ac:spMkLst>
            <pc:docMk/>
            <pc:sldMk cId="100369622" sldId="258"/>
            <ac:spMk id="8" creationId="{2E87C757-3EAD-4C04-088C-015ED7D83915}"/>
          </ac:spMkLst>
        </pc:spChg>
      </pc:sldChg>
      <pc:sldChg chg="addSp delSp modSp mod">
        <pc:chgData name="Mohammed Naseer Sihanas" userId="baf10d46-ca0e-4f93-8b9a-bd1fa4bc7e8f" providerId="ADAL" clId="{4BCA0B4D-1EF0-4107-B531-E5C45D9F1352}" dt="2024-10-02T06:13:02.811" v="4501" actId="20577"/>
        <pc:sldMkLst>
          <pc:docMk/>
          <pc:sldMk cId="1319477807" sldId="259"/>
        </pc:sldMkLst>
        <pc:spChg chg="del mod">
          <ac:chgData name="Mohammed Naseer Sihanas" userId="baf10d46-ca0e-4f93-8b9a-bd1fa4bc7e8f" providerId="ADAL" clId="{4BCA0B4D-1EF0-4107-B531-E5C45D9F1352}" dt="2024-09-25T06:32:13.381" v="230" actId="478"/>
          <ac:spMkLst>
            <pc:docMk/>
            <pc:sldMk cId="1319477807" sldId="259"/>
            <ac:spMk id="2" creationId="{00000000-0000-0000-0000-000000000000}"/>
          </ac:spMkLst>
        </pc:spChg>
        <pc:spChg chg="add mod">
          <ac:chgData name="Mohammed Naseer Sihanas" userId="baf10d46-ca0e-4f93-8b9a-bd1fa4bc7e8f" providerId="ADAL" clId="{4BCA0B4D-1EF0-4107-B531-E5C45D9F1352}" dt="2024-09-28T02:15:20.663" v="995" actId="14100"/>
          <ac:spMkLst>
            <pc:docMk/>
            <pc:sldMk cId="1319477807" sldId="259"/>
            <ac:spMk id="2" creationId="{6D7A2FB0-A1B1-56FF-0409-A58A2CEE046A}"/>
          </ac:spMkLst>
        </pc:spChg>
        <pc:spChg chg="add del mod">
          <ac:chgData name="Mohammed Naseer Sihanas" userId="baf10d46-ca0e-4f93-8b9a-bd1fa4bc7e8f" providerId="ADAL" clId="{4BCA0B4D-1EF0-4107-B531-E5C45D9F1352}" dt="2024-10-02T06:13:02.811" v="4501" actId="20577"/>
          <ac:spMkLst>
            <pc:docMk/>
            <pc:sldMk cId="1319477807" sldId="259"/>
            <ac:spMk id="3" creationId="{0EBE4CCC-C2A9-8BCF-FCF5-9DCFB4A2E67E}"/>
          </ac:spMkLst>
        </pc:spChg>
        <pc:spChg chg="mod">
          <ac:chgData name="Mohammed Naseer Sihanas" userId="baf10d46-ca0e-4f93-8b9a-bd1fa4bc7e8f" providerId="ADAL" clId="{4BCA0B4D-1EF0-4107-B531-E5C45D9F1352}" dt="2024-09-29T14:26:24.457" v="2483" actId="20577"/>
          <ac:spMkLst>
            <pc:docMk/>
            <pc:sldMk cId="1319477807" sldId="259"/>
            <ac:spMk id="5" creationId="{00000000-0000-0000-0000-000000000000}"/>
          </ac:spMkLst>
        </pc:spChg>
        <pc:spChg chg="add mod">
          <ac:chgData name="Mohammed Naseer Sihanas" userId="baf10d46-ca0e-4f93-8b9a-bd1fa4bc7e8f" providerId="ADAL" clId="{4BCA0B4D-1EF0-4107-B531-E5C45D9F1352}" dt="2024-09-25T06:19:41.499" v="169"/>
          <ac:spMkLst>
            <pc:docMk/>
            <pc:sldMk cId="1319477807" sldId="259"/>
            <ac:spMk id="7" creationId="{954554ED-9255-FBC7-597E-57BFDB73DC73}"/>
          </ac:spMkLst>
        </pc:spChg>
        <pc:spChg chg="add mod">
          <ac:chgData name="Mohammed Naseer Sihanas" userId="baf10d46-ca0e-4f93-8b9a-bd1fa4bc7e8f" providerId="ADAL" clId="{4BCA0B4D-1EF0-4107-B531-E5C45D9F1352}" dt="2024-09-28T02:16:06.698" v="1006" actId="1076"/>
          <ac:spMkLst>
            <pc:docMk/>
            <pc:sldMk cId="1319477807" sldId="259"/>
            <ac:spMk id="7" creationId="{C687405C-1BB5-F02D-BA99-086F54F4A33B}"/>
          </ac:spMkLst>
        </pc:spChg>
        <pc:spChg chg="add mod">
          <ac:chgData name="Mohammed Naseer Sihanas" userId="baf10d46-ca0e-4f93-8b9a-bd1fa4bc7e8f" providerId="ADAL" clId="{4BCA0B4D-1EF0-4107-B531-E5C45D9F1352}" dt="2024-09-29T03:34:31.581" v="1256" actId="1076"/>
          <ac:spMkLst>
            <pc:docMk/>
            <pc:sldMk cId="1319477807" sldId="259"/>
            <ac:spMk id="8" creationId="{D540D9C5-63BD-87DD-A593-5C7AEB55E9F5}"/>
          </ac:spMkLst>
        </pc:spChg>
        <pc:spChg chg="add del mod">
          <ac:chgData name="Mohammed Naseer Sihanas" userId="baf10d46-ca0e-4f93-8b9a-bd1fa4bc7e8f" providerId="ADAL" clId="{4BCA0B4D-1EF0-4107-B531-E5C45D9F1352}" dt="2024-09-25T06:32:15.179" v="231" actId="478"/>
          <ac:spMkLst>
            <pc:docMk/>
            <pc:sldMk cId="1319477807" sldId="259"/>
            <ac:spMk id="10" creationId="{E33FEE1E-315E-C0B1-0D00-98667318D39A}"/>
          </ac:spMkLst>
        </pc:spChg>
      </pc:sldChg>
      <pc:sldChg chg="modSp mod ord">
        <pc:chgData name="Mohammed Naseer Sihanas" userId="baf10d46-ca0e-4f93-8b9a-bd1fa4bc7e8f" providerId="ADAL" clId="{4BCA0B4D-1EF0-4107-B531-E5C45D9F1352}" dt="2024-10-02T06:10:28.125" v="4455" actId="20577"/>
        <pc:sldMkLst>
          <pc:docMk/>
          <pc:sldMk cId="104598345" sldId="260"/>
        </pc:sldMkLst>
        <pc:spChg chg="mod">
          <ac:chgData name="Mohammed Naseer Sihanas" userId="baf10d46-ca0e-4f93-8b9a-bd1fa4bc7e8f" providerId="ADAL" clId="{4BCA0B4D-1EF0-4107-B531-E5C45D9F1352}" dt="2024-10-02T06:10:28.125" v="4455" actId="20577"/>
          <ac:spMkLst>
            <pc:docMk/>
            <pc:sldMk cId="104598345" sldId="260"/>
            <ac:spMk id="2" creationId="{00000000-0000-0000-0000-000000000000}"/>
          </ac:spMkLst>
        </pc:spChg>
        <pc:spChg chg="mod">
          <ac:chgData name="Mohammed Naseer Sihanas" userId="baf10d46-ca0e-4f93-8b9a-bd1fa4bc7e8f" providerId="ADAL" clId="{4BCA0B4D-1EF0-4107-B531-E5C45D9F1352}" dt="2024-09-29T14:27:17.790" v="2517" actId="20577"/>
          <ac:spMkLst>
            <pc:docMk/>
            <pc:sldMk cId="104598345" sldId="260"/>
            <ac:spMk id="5" creationId="{00000000-0000-0000-0000-000000000000}"/>
          </ac:spMkLst>
        </pc:spChg>
      </pc:sldChg>
      <pc:sldChg chg="addSp delSp modSp mod ord">
        <pc:chgData name="Mohammed Naseer Sihanas" userId="baf10d46-ca0e-4f93-8b9a-bd1fa4bc7e8f" providerId="ADAL" clId="{4BCA0B4D-1EF0-4107-B531-E5C45D9F1352}" dt="2024-10-02T05:51:43.352" v="4304" actId="1076"/>
        <pc:sldMkLst>
          <pc:docMk/>
          <pc:sldMk cId="3966344777" sldId="261"/>
        </pc:sldMkLst>
        <pc:spChg chg="del">
          <ac:chgData name="Mohammed Naseer Sihanas" userId="baf10d46-ca0e-4f93-8b9a-bd1fa4bc7e8f" providerId="ADAL" clId="{4BCA0B4D-1EF0-4107-B531-E5C45D9F1352}" dt="2024-09-26T09:27:22.880" v="363" actId="478"/>
          <ac:spMkLst>
            <pc:docMk/>
            <pc:sldMk cId="3966344777" sldId="261"/>
            <ac:spMk id="2" creationId="{00000000-0000-0000-0000-000000000000}"/>
          </ac:spMkLst>
        </pc:spChg>
        <pc:spChg chg="add mod">
          <ac:chgData name="Mohammed Naseer Sihanas" userId="baf10d46-ca0e-4f93-8b9a-bd1fa4bc7e8f" providerId="ADAL" clId="{4BCA0B4D-1EF0-4107-B531-E5C45D9F1352}" dt="2024-10-02T05:50:41.885" v="4291" actId="1076"/>
          <ac:spMkLst>
            <pc:docMk/>
            <pc:sldMk cId="3966344777" sldId="261"/>
            <ac:spMk id="2" creationId="{4808638B-2ED3-5639-D9FE-44EAE81DBC56}"/>
          </ac:spMkLst>
        </pc:spChg>
        <pc:spChg chg="del">
          <ac:chgData name="Mohammed Naseer Sihanas" userId="baf10d46-ca0e-4f93-8b9a-bd1fa4bc7e8f" providerId="ADAL" clId="{4BCA0B4D-1EF0-4107-B531-E5C45D9F1352}" dt="2024-09-26T09:27:16.655" v="361" actId="478"/>
          <ac:spMkLst>
            <pc:docMk/>
            <pc:sldMk cId="3966344777" sldId="261"/>
            <ac:spMk id="3" creationId="{00000000-0000-0000-0000-000000000000}"/>
          </ac:spMkLst>
        </pc:spChg>
        <pc:spChg chg="add mod">
          <ac:chgData name="Mohammed Naseer Sihanas" userId="baf10d46-ca0e-4f93-8b9a-bd1fa4bc7e8f" providerId="ADAL" clId="{4BCA0B4D-1EF0-4107-B531-E5C45D9F1352}" dt="2024-10-02T05:51:09.207" v="4297" actId="1076"/>
          <ac:spMkLst>
            <pc:docMk/>
            <pc:sldMk cId="3966344777" sldId="261"/>
            <ac:spMk id="3" creationId="{89D867EA-DB3F-5210-AD0A-A0C517DF88FC}"/>
          </ac:spMkLst>
        </pc:spChg>
        <pc:spChg chg="mod">
          <ac:chgData name="Mohammed Naseer Sihanas" userId="baf10d46-ca0e-4f93-8b9a-bd1fa4bc7e8f" providerId="ADAL" clId="{4BCA0B4D-1EF0-4107-B531-E5C45D9F1352}" dt="2024-09-29T14:26:51.034" v="2498" actId="20577"/>
          <ac:spMkLst>
            <pc:docMk/>
            <pc:sldMk cId="3966344777" sldId="261"/>
            <ac:spMk id="5" creationId="{00000000-0000-0000-0000-000000000000}"/>
          </ac:spMkLst>
        </pc:spChg>
        <pc:spChg chg="add">
          <ac:chgData name="Mohammed Naseer Sihanas" userId="baf10d46-ca0e-4f93-8b9a-bd1fa4bc7e8f" providerId="ADAL" clId="{4BCA0B4D-1EF0-4107-B531-E5C45D9F1352}" dt="2024-10-01T08:29:16.572" v="4156"/>
          <ac:spMkLst>
            <pc:docMk/>
            <pc:sldMk cId="3966344777" sldId="261"/>
            <ac:spMk id="7" creationId="{74BAD0F1-D6B9-F5A3-08F0-4F41EDC2993C}"/>
          </ac:spMkLst>
        </pc:spChg>
        <pc:spChg chg="add mod">
          <ac:chgData name="Mohammed Naseer Sihanas" userId="baf10d46-ca0e-4f93-8b9a-bd1fa4bc7e8f" providerId="ADAL" clId="{4BCA0B4D-1EF0-4107-B531-E5C45D9F1352}" dt="2024-10-01T08:29:36.401" v="4176"/>
          <ac:spMkLst>
            <pc:docMk/>
            <pc:sldMk cId="3966344777" sldId="261"/>
            <ac:spMk id="8" creationId="{15ED236D-588B-78DD-462D-8FF95E188106}"/>
          </ac:spMkLst>
        </pc:spChg>
        <pc:spChg chg="add del mod">
          <ac:chgData name="Mohammed Naseer Sihanas" userId="baf10d46-ca0e-4f93-8b9a-bd1fa4bc7e8f" providerId="ADAL" clId="{4BCA0B4D-1EF0-4107-B531-E5C45D9F1352}" dt="2024-09-26T09:27:20.474" v="362" actId="478"/>
          <ac:spMkLst>
            <pc:docMk/>
            <pc:sldMk cId="3966344777" sldId="261"/>
            <ac:spMk id="8" creationId="{DB01D515-E880-DC5D-C813-670E96D56776}"/>
          </ac:spMkLst>
        </pc:spChg>
        <pc:spChg chg="add mod">
          <ac:chgData name="Mohammed Naseer Sihanas" userId="baf10d46-ca0e-4f93-8b9a-bd1fa4bc7e8f" providerId="ADAL" clId="{4BCA0B4D-1EF0-4107-B531-E5C45D9F1352}" dt="2024-10-01T08:29:35.338" v="4173"/>
          <ac:spMkLst>
            <pc:docMk/>
            <pc:sldMk cId="3966344777" sldId="261"/>
            <ac:spMk id="9" creationId="{40340AAE-7B30-BA3B-8538-21862CB970E4}"/>
          </ac:spMkLst>
        </pc:spChg>
        <pc:spChg chg="add mod">
          <ac:chgData name="Mohammed Naseer Sihanas" userId="baf10d46-ca0e-4f93-8b9a-bd1fa4bc7e8f" providerId="ADAL" clId="{4BCA0B4D-1EF0-4107-B531-E5C45D9F1352}" dt="2024-10-02T05:51:43.352" v="4304" actId="1076"/>
          <ac:spMkLst>
            <pc:docMk/>
            <pc:sldMk cId="3966344777" sldId="261"/>
            <ac:spMk id="10" creationId="{668B1EF0-8E09-672C-29F2-3F86CF5BD028}"/>
          </ac:spMkLst>
        </pc:spChg>
        <pc:spChg chg="add del mod">
          <ac:chgData name="Mohammed Naseer Sihanas" userId="baf10d46-ca0e-4f93-8b9a-bd1fa4bc7e8f" providerId="ADAL" clId="{4BCA0B4D-1EF0-4107-B531-E5C45D9F1352}" dt="2024-09-26T09:27:24.583" v="364" actId="478"/>
          <ac:spMkLst>
            <pc:docMk/>
            <pc:sldMk cId="3966344777" sldId="261"/>
            <ac:spMk id="10" creationId="{6B5626BD-4D17-7F2A-D191-9BFF0ACC51C5}"/>
          </ac:spMkLst>
        </pc:spChg>
        <pc:spChg chg="add del mod">
          <ac:chgData name="Mohammed Naseer Sihanas" userId="baf10d46-ca0e-4f93-8b9a-bd1fa4bc7e8f" providerId="ADAL" clId="{4BCA0B4D-1EF0-4107-B531-E5C45D9F1352}" dt="2024-10-01T08:15:27.460" v="4143" actId="478"/>
          <ac:spMkLst>
            <pc:docMk/>
            <pc:sldMk cId="3966344777" sldId="261"/>
            <ac:spMk id="11" creationId="{F14E820B-1E16-BD27-289C-314485C1C286}"/>
          </ac:spMkLst>
        </pc:spChg>
        <pc:spChg chg="add mod">
          <ac:chgData name="Mohammed Naseer Sihanas" userId="baf10d46-ca0e-4f93-8b9a-bd1fa4bc7e8f" providerId="ADAL" clId="{4BCA0B4D-1EF0-4107-B531-E5C45D9F1352}" dt="2024-10-02T05:50:25.872" v="4284" actId="1076"/>
          <ac:spMkLst>
            <pc:docMk/>
            <pc:sldMk cId="3966344777" sldId="261"/>
            <ac:spMk id="12" creationId="{0F7796D2-C20B-4CF8-EC86-6E48623886FD}"/>
          </ac:spMkLst>
        </pc:spChg>
        <pc:spChg chg="add mod">
          <ac:chgData name="Mohammed Naseer Sihanas" userId="baf10d46-ca0e-4f93-8b9a-bd1fa4bc7e8f" providerId="ADAL" clId="{4BCA0B4D-1EF0-4107-B531-E5C45D9F1352}" dt="2024-10-02T05:50:29.628" v="4285" actId="1076"/>
          <ac:spMkLst>
            <pc:docMk/>
            <pc:sldMk cId="3966344777" sldId="261"/>
            <ac:spMk id="13" creationId="{792B86AF-1C27-5EE1-0BC2-54069733C8EA}"/>
          </ac:spMkLst>
        </pc:spChg>
        <pc:spChg chg="add mod">
          <ac:chgData name="Mohammed Naseer Sihanas" userId="baf10d46-ca0e-4f93-8b9a-bd1fa4bc7e8f" providerId="ADAL" clId="{4BCA0B4D-1EF0-4107-B531-E5C45D9F1352}" dt="2024-09-26T09:42:44.912" v="569" actId="1076"/>
          <ac:spMkLst>
            <pc:docMk/>
            <pc:sldMk cId="3966344777" sldId="261"/>
            <ac:spMk id="14" creationId="{9DB0D09E-9E15-2990-B4CD-5843910FCF1A}"/>
          </ac:spMkLst>
        </pc:spChg>
        <pc:spChg chg="add del mod">
          <ac:chgData name="Mohammed Naseer Sihanas" userId="baf10d46-ca0e-4f93-8b9a-bd1fa4bc7e8f" providerId="ADAL" clId="{4BCA0B4D-1EF0-4107-B531-E5C45D9F1352}" dt="2024-10-02T05:41:17.540" v="4192" actId="478"/>
          <ac:spMkLst>
            <pc:docMk/>
            <pc:sldMk cId="3966344777" sldId="261"/>
            <ac:spMk id="15" creationId="{A41194D4-AFBC-5C44-BE3C-D5688318A375}"/>
          </ac:spMkLst>
        </pc:spChg>
        <pc:spChg chg="add mod ord">
          <ac:chgData name="Mohammed Naseer Sihanas" userId="baf10d46-ca0e-4f93-8b9a-bd1fa4bc7e8f" providerId="ADAL" clId="{4BCA0B4D-1EF0-4107-B531-E5C45D9F1352}" dt="2024-09-26T09:42:28.060" v="566" actId="164"/>
          <ac:spMkLst>
            <pc:docMk/>
            <pc:sldMk cId="3966344777" sldId="261"/>
            <ac:spMk id="16" creationId="{D96C472C-8A5B-C9A2-F3CA-5D3C1C6C68E2}"/>
          </ac:spMkLst>
        </pc:spChg>
        <pc:spChg chg="add mod">
          <ac:chgData name="Mohammed Naseer Sihanas" userId="baf10d46-ca0e-4f93-8b9a-bd1fa4bc7e8f" providerId="ADAL" clId="{4BCA0B4D-1EF0-4107-B531-E5C45D9F1352}" dt="2024-09-26T09:43:02.285" v="574" actId="1076"/>
          <ac:spMkLst>
            <pc:docMk/>
            <pc:sldMk cId="3966344777" sldId="261"/>
            <ac:spMk id="17" creationId="{6037ACE7-3158-79D7-BC98-E5D749B0C616}"/>
          </ac:spMkLst>
        </pc:spChg>
        <pc:spChg chg="add del mod">
          <ac:chgData name="Mohammed Naseer Sihanas" userId="baf10d46-ca0e-4f93-8b9a-bd1fa4bc7e8f" providerId="ADAL" clId="{4BCA0B4D-1EF0-4107-B531-E5C45D9F1352}" dt="2024-10-02T05:42:56.971" v="4210" actId="478"/>
          <ac:spMkLst>
            <pc:docMk/>
            <pc:sldMk cId="3966344777" sldId="261"/>
            <ac:spMk id="18" creationId="{BE1074C4-503F-113D-DF4A-8F0444DEEBC6}"/>
          </ac:spMkLst>
        </pc:spChg>
        <pc:spChg chg="add mod">
          <ac:chgData name="Mohammed Naseer Sihanas" userId="baf10d46-ca0e-4f93-8b9a-bd1fa4bc7e8f" providerId="ADAL" clId="{4BCA0B4D-1EF0-4107-B531-E5C45D9F1352}" dt="2024-10-02T05:51:43.352" v="4304" actId="1076"/>
          <ac:spMkLst>
            <pc:docMk/>
            <pc:sldMk cId="3966344777" sldId="261"/>
            <ac:spMk id="19" creationId="{7A922423-F9BA-477A-B765-F240E584C9BB}"/>
          </ac:spMkLst>
        </pc:spChg>
        <pc:spChg chg="add mod">
          <ac:chgData name="Mohammed Naseer Sihanas" userId="baf10d46-ca0e-4f93-8b9a-bd1fa4bc7e8f" providerId="ADAL" clId="{4BCA0B4D-1EF0-4107-B531-E5C45D9F1352}" dt="2024-09-26T09:39:03.786" v="533"/>
          <ac:spMkLst>
            <pc:docMk/>
            <pc:sldMk cId="3966344777" sldId="261"/>
            <ac:spMk id="19" creationId="{E4B4A9EA-7642-9D5F-F73A-DB61EA60AF4E}"/>
          </ac:spMkLst>
        </pc:spChg>
        <pc:spChg chg="add mod">
          <ac:chgData name="Mohammed Naseer Sihanas" userId="baf10d46-ca0e-4f93-8b9a-bd1fa4bc7e8f" providerId="ADAL" clId="{4BCA0B4D-1EF0-4107-B531-E5C45D9F1352}" dt="2024-10-02T05:51:43.352" v="4304" actId="1076"/>
          <ac:spMkLst>
            <pc:docMk/>
            <pc:sldMk cId="3966344777" sldId="261"/>
            <ac:spMk id="20" creationId="{60317E27-C990-17EA-89E4-7792C4B6A7DF}"/>
          </ac:spMkLst>
        </pc:spChg>
        <pc:spChg chg="add mod">
          <ac:chgData name="Mohammed Naseer Sihanas" userId="baf10d46-ca0e-4f93-8b9a-bd1fa4bc7e8f" providerId="ADAL" clId="{4BCA0B4D-1EF0-4107-B531-E5C45D9F1352}" dt="2024-10-02T05:50:31.257" v="4286" actId="1076"/>
          <ac:spMkLst>
            <pc:docMk/>
            <pc:sldMk cId="3966344777" sldId="261"/>
            <ac:spMk id="22" creationId="{E54DDF26-0895-9732-3BF9-2A1C2A3EDB94}"/>
          </ac:spMkLst>
        </pc:spChg>
        <pc:spChg chg="add mod">
          <ac:chgData name="Mohammed Naseer Sihanas" userId="baf10d46-ca0e-4f93-8b9a-bd1fa4bc7e8f" providerId="ADAL" clId="{4BCA0B4D-1EF0-4107-B531-E5C45D9F1352}" dt="2024-10-02T05:50:34.759" v="4287" actId="1076"/>
          <ac:spMkLst>
            <pc:docMk/>
            <pc:sldMk cId="3966344777" sldId="261"/>
            <ac:spMk id="23" creationId="{18FF3620-C2E9-D3AA-6333-7D1FCF8A66CF}"/>
          </ac:spMkLst>
        </pc:spChg>
        <pc:spChg chg="add mod">
          <ac:chgData name="Mohammed Naseer Sihanas" userId="baf10d46-ca0e-4f93-8b9a-bd1fa4bc7e8f" providerId="ADAL" clId="{4BCA0B4D-1EF0-4107-B531-E5C45D9F1352}" dt="2024-10-02T05:51:18.372" v="4300" actId="1076"/>
          <ac:spMkLst>
            <pc:docMk/>
            <pc:sldMk cId="3966344777" sldId="261"/>
            <ac:spMk id="24" creationId="{EFE5F061-F40D-BF62-46CF-550CF6E5CA27}"/>
          </ac:spMkLst>
        </pc:spChg>
        <pc:spChg chg="add mod">
          <ac:chgData name="Mohammed Naseer Sihanas" userId="baf10d46-ca0e-4f93-8b9a-bd1fa4bc7e8f" providerId="ADAL" clId="{4BCA0B4D-1EF0-4107-B531-E5C45D9F1352}" dt="2024-10-02T05:51:43.352" v="4304" actId="1076"/>
          <ac:spMkLst>
            <pc:docMk/>
            <pc:sldMk cId="3966344777" sldId="261"/>
            <ac:spMk id="25" creationId="{038F0592-E516-B8CA-D85A-E46E38FBD0C1}"/>
          </ac:spMkLst>
        </pc:spChg>
        <pc:spChg chg="add mod">
          <ac:chgData name="Mohammed Naseer Sihanas" userId="baf10d46-ca0e-4f93-8b9a-bd1fa4bc7e8f" providerId="ADAL" clId="{4BCA0B4D-1EF0-4107-B531-E5C45D9F1352}" dt="2024-10-02T05:51:43.352" v="4304" actId="1076"/>
          <ac:spMkLst>
            <pc:docMk/>
            <pc:sldMk cId="3966344777" sldId="261"/>
            <ac:spMk id="26" creationId="{953AD6F5-B2B0-DACD-B09C-642FBD2C399D}"/>
          </ac:spMkLst>
        </pc:spChg>
        <pc:spChg chg="add mod">
          <ac:chgData name="Mohammed Naseer Sihanas" userId="baf10d46-ca0e-4f93-8b9a-bd1fa4bc7e8f" providerId="ADAL" clId="{4BCA0B4D-1EF0-4107-B531-E5C45D9F1352}" dt="2024-10-02T05:51:29.173" v="4303" actId="1076"/>
          <ac:spMkLst>
            <pc:docMk/>
            <pc:sldMk cId="3966344777" sldId="261"/>
            <ac:spMk id="27" creationId="{039E5080-72EF-EA53-43CC-FF9EDE457DD4}"/>
          </ac:spMkLst>
        </pc:spChg>
        <pc:spChg chg="add del mod">
          <ac:chgData name="Mohammed Naseer Sihanas" userId="baf10d46-ca0e-4f93-8b9a-bd1fa4bc7e8f" providerId="ADAL" clId="{4BCA0B4D-1EF0-4107-B531-E5C45D9F1352}" dt="2024-10-02T05:49:06.041" v="4268" actId="478"/>
          <ac:spMkLst>
            <pc:docMk/>
            <pc:sldMk cId="3966344777" sldId="261"/>
            <ac:spMk id="28" creationId="{A958AFFC-EB3C-0837-5032-60B18F7A4946}"/>
          </ac:spMkLst>
        </pc:spChg>
        <pc:grpChg chg="add del mod">
          <ac:chgData name="Mohammed Naseer Sihanas" userId="baf10d46-ca0e-4f93-8b9a-bd1fa4bc7e8f" providerId="ADAL" clId="{4BCA0B4D-1EF0-4107-B531-E5C45D9F1352}" dt="2024-10-02T05:41:18.699" v="4193" actId="478"/>
          <ac:grpSpMkLst>
            <pc:docMk/>
            <pc:sldMk cId="3966344777" sldId="261"/>
            <ac:grpSpMk id="21" creationId="{C7134A4B-E7CC-0C3F-7540-D7EE9B0BF72F}"/>
          </ac:grpSpMkLst>
        </pc:grpChg>
      </pc:sldChg>
      <pc:sldChg chg="del">
        <pc:chgData name="Mohammed Naseer Sihanas" userId="baf10d46-ca0e-4f93-8b9a-bd1fa4bc7e8f" providerId="ADAL" clId="{4BCA0B4D-1EF0-4107-B531-E5C45D9F1352}" dt="2024-09-29T14:36:50.157" v="2698" actId="47"/>
        <pc:sldMkLst>
          <pc:docMk/>
          <pc:sldMk cId="688049821" sldId="262"/>
        </pc:sldMkLst>
      </pc:sldChg>
      <pc:sldChg chg="addSp delSp modSp mod ord">
        <pc:chgData name="Mohammed Naseer Sihanas" userId="baf10d46-ca0e-4f93-8b9a-bd1fa4bc7e8f" providerId="ADAL" clId="{4BCA0B4D-1EF0-4107-B531-E5C45D9F1352}" dt="2024-10-02T06:04:55.618" v="4378" actId="207"/>
        <pc:sldMkLst>
          <pc:docMk/>
          <pc:sldMk cId="1338395865" sldId="263"/>
        </pc:sldMkLst>
        <pc:spChg chg="del mod">
          <ac:chgData name="Mohammed Naseer Sihanas" userId="baf10d46-ca0e-4f93-8b9a-bd1fa4bc7e8f" providerId="ADAL" clId="{4BCA0B4D-1EF0-4107-B531-E5C45D9F1352}" dt="2024-09-29T05:40:46.977" v="2040" actId="478"/>
          <ac:spMkLst>
            <pc:docMk/>
            <pc:sldMk cId="1338395865" sldId="263"/>
            <ac:spMk id="2" creationId="{00000000-0000-0000-0000-000000000000}"/>
          </ac:spMkLst>
        </pc:spChg>
        <pc:spChg chg="del">
          <ac:chgData name="Mohammed Naseer Sihanas" userId="baf10d46-ca0e-4f93-8b9a-bd1fa4bc7e8f" providerId="ADAL" clId="{4BCA0B4D-1EF0-4107-B531-E5C45D9F1352}" dt="2024-09-29T05:40:48.555" v="2041" actId="478"/>
          <ac:spMkLst>
            <pc:docMk/>
            <pc:sldMk cId="1338395865" sldId="263"/>
            <ac:spMk id="3" creationId="{00000000-0000-0000-0000-000000000000}"/>
          </ac:spMkLst>
        </pc:spChg>
        <pc:spChg chg="mod">
          <ac:chgData name="Mohammed Naseer Sihanas" userId="baf10d46-ca0e-4f93-8b9a-bd1fa4bc7e8f" providerId="ADAL" clId="{4BCA0B4D-1EF0-4107-B531-E5C45D9F1352}" dt="2024-09-29T14:26:40.353" v="2492" actId="20577"/>
          <ac:spMkLst>
            <pc:docMk/>
            <pc:sldMk cId="1338395865" sldId="263"/>
            <ac:spMk id="5" creationId="{00000000-0000-0000-0000-000000000000}"/>
          </ac:spMkLst>
        </pc:spChg>
        <pc:spChg chg="add del mod">
          <ac:chgData name="Mohammed Naseer Sihanas" userId="baf10d46-ca0e-4f93-8b9a-bd1fa4bc7e8f" providerId="ADAL" clId="{4BCA0B4D-1EF0-4107-B531-E5C45D9F1352}" dt="2024-09-29T05:40:50.367" v="2042" actId="478"/>
          <ac:spMkLst>
            <pc:docMk/>
            <pc:sldMk cId="1338395865" sldId="263"/>
            <ac:spMk id="8" creationId="{92C90EDB-7B99-5D59-5C7A-397773B03C4E}"/>
          </ac:spMkLst>
        </pc:spChg>
        <pc:spChg chg="add del mod">
          <ac:chgData name="Mohammed Naseer Sihanas" userId="baf10d46-ca0e-4f93-8b9a-bd1fa4bc7e8f" providerId="ADAL" clId="{4BCA0B4D-1EF0-4107-B531-E5C45D9F1352}" dt="2024-09-29T05:40:51.289" v="2043" actId="478"/>
          <ac:spMkLst>
            <pc:docMk/>
            <pc:sldMk cId="1338395865" sldId="263"/>
            <ac:spMk id="10" creationId="{13BE9C48-ECEA-7CA6-30DF-9A4ACC2B2845}"/>
          </ac:spMkLst>
        </pc:spChg>
        <pc:graphicFrameChg chg="add mod modGraphic">
          <ac:chgData name="Mohammed Naseer Sihanas" userId="baf10d46-ca0e-4f93-8b9a-bd1fa4bc7e8f" providerId="ADAL" clId="{4BCA0B4D-1EF0-4107-B531-E5C45D9F1352}" dt="2024-10-02T06:04:55.618" v="4378" actId="207"/>
          <ac:graphicFrameMkLst>
            <pc:docMk/>
            <pc:sldMk cId="1338395865" sldId="263"/>
            <ac:graphicFrameMk id="11" creationId="{320F1BD8-FC10-04B4-0C65-CA541D9D7684}"/>
          </ac:graphicFrameMkLst>
        </pc:graphicFrameChg>
      </pc:sldChg>
      <pc:sldChg chg="modSp mod">
        <pc:chgData name="Mohammed Naseer Sihanas" userId="baf10d46-ca0e-4f93-8b9a-bd1fa4bc7e8f" providerId="ADAL" clId="{4BCA0B4D-1EF0-4107-B531-E5C45D9F1352}" dt="2024-09-29T14:28:14.121" v="2552" actId="20577"/>
        <pc:sldMkLst>
          <pc:docMk/>
          <pc:sldMk cId="2660892434" sldId="265"/>
        </pc:sldMkLst>
        <pc:spChg chg="mod">
          <ac:chgData name="Mohammed Naseer Sihanas" userId="baf10d46-ca0e-4f93-8b9a-bd1fa4bc7e8f" providerId="ADAL" clId="{4BCA0B4D-1EF0-4107-B531-E5C45D9F1352}" dt="2024-09-29T14:28:14.121" v="2552" actId="20577"/>
          <ac:spMkLst>
            <pc:docMk/>
            <pc:sldMk cId="2660892434" sldId="265"/>
            <ac:spMk id="5" creationId="{00000000-0000-0000-0000-000000000000}"/>
          </ac:spMkLst>
        </pc:spChg>
      </pc:sldChg>
      <pc:sldChg chg="modSp add mod ord">
        <pc:chgData name="Mohammed Naseer Sihanas" userId="baf10d46-ca0e-4f93-8b9a-bd1fa4bc7e8f" providerId="ADAL" clId="{4BCA0B4D-1EF0-4107-B531-E5C45D9F1352}" dt="2024-10-02T06:09:03.746" v="4440" actId="20577"/>
        <pc:sldMkLst>
          <pc:docMk/>
          <pc:sldMk cId="2558591677" sldId="266"/>
        </pc:sldMkLst>
        <pc:spChg chg="mod">
          <ac:chgData name="Mohammed Naseer Sihanas" userId="baf10d46-ca0e-4f93-8b9a-bd1fa4bc7e8f" providerId="ADAL" clId="{4BCA0B4D-1EF0-4107-B531-E5C45D9F1352}" dt="2024-10-02T06:09:03.746" v="4440" actId="20577"/>
          <ac:spMkLst>
            <pc:docMk/>
            <pc:sldMk cId="2558591677" sldId="266"/>
            <ac:spMk id="2" creationId="{00000000-0000-0000-0000-000000000000}"/>
          </ac:spMkLst>
        </pc:spChg>
        <pc:spChg chg="mod">
          <ac:chgData name="Mohammed Naseer Sihanas" userId="baf10d46-ca0e-4f93-8b9a-bd1fa4bc7e8f" providerId="ADAL" clId="{4BCA0B4D-1EF0-4107-B531-E5C45D9F1352}" dt="2024-09-29T14:26:28.707" v="2486" actId="20577"/>
          <ac:spMkLst>
            <pc:docMk/>
            <pc:sldMk cId="2558591677" sldId="266"/>
            <ac:spMk id="5" creationId="{00000000-0000-0000-0000-000000000000}"/>
          </ac:spMkLst>
        </pc:spChg>
      </pc:sldChg>
      <pc:sldChg chg="modSp add mod">
        <pc:chgData name="Mohammed Naseer Sihanas" userId="baf10d46-ca0e-4f93-8b9a-bd1fa4bc7e8f" providerId="ADAL" clId="{4BCA0B4D-1EF0-4107-B531-E5C45D9F1352}" dt="2024-10-02T06:09:18.010" v="4445" actId="20577"/>
        <pc:sldMkLst>
          <pc:docMk/>
          <pc:sldMk cId="1894957646" sldId="267"/>
        </pc:sldMkLst>
        <pc:spChg chg="mod">
          <ac:chgData name="Mohammed Naseer Sihanas" userId="baf10d46-ca0e-4f93-8b9a-bd1fa4bc7e8f" providerId="ADAL" clId="{4BCA0B4D-1EF0-4107-B531-E5C45D9F1352}" dt="2024-10-02T06:09:18.010" v="4445" actId="20577"/>
          <ac:spMkLst>
            <pc:docMk/>
            <pc:sldMk cId="1894957646" sldId="267"/>
            <ac:spMk id="2" creationId="{00000000-0000-0000-0000-000000000000}"/>
          </ac:spMkLst>
        </pc:spChg>
        <pc:spChg chg="mod">
          <ac:chgData name="Mohammed Naseer Sihanas" userId="baf10d46-ca0e-4f93-8b9a-bd1fa4bc7e8f" providerId="ADAL" clId="{4BCA0B4D-1EF0-4107-B531-E5C45D9F1352}" dt="2024-09-29T14:26:44.979" v="2495" actId="20577"/>
          <ac:spMkLst>
            <pc:docMk/>
            <pc:sldMk cId="1894957646" sldId="267"/>
            <ac:spMk id="5" creationId="{00000000-0000-0000-0000-000000000000}"/>
          </ac:spMkLst>
        </pc:spChg>
      </pc:sldChg>
      <pc:sldChg chg="modSp add mod">
        <pc:chgData name="Mohammed Naseer Sihanas" userId="baf10d46-ca0e-4f93-8b9a-bd1fa4bc7e8f" providerId="ADAL" clId="{4BCA0B4D-1EF0-4107-B531-E5C45D9F1352}" dt="2024-10-02T06:09:24.921" v="4449" actId="20577"/>
        <pc:sldMkLst>
          <pc:docMk/>
          <pc:sldMk cId="1375064326" sldId="268"/>
        </pc:sldMkLst>
        <pc:spChg chg="mod">
          <ac:chgData name="Mohammed Naseer Sihanas" userId="baf10d46-ca0e-4f93-8b9a-bd1fa4bc7e8f" providerId="ADAL" clId="{4BCA0B4D-1EF0-4107-B531-E5C45D9F1352}" dt="2024-10-02T06:09:24.921" v="4449" actId="20577"/>
          <ac:spMkLst>
            <pc:docMk/>
            <pc:sldMk cId="1375064326" sldId="268"/>
            <ac:spMk id="2" creationId="{00000000-0000-0000-0000-000000000000}"/>
          </ac:spMkLst>
        </pc:spChg>
        <pc:spChg chg="mod">
          <ac:chgData name="Mohammed Naseer Sihanas" userId="baf10d46-ca0e-4f93-8b9a-bd1fa4bc7e8f" providerId="ADAL" clId="{4BCA0B4D-1EF0-4107-B531-E5C45D9F1352}" dt="2024-09-29T14:26:55.200" v="2501" actId="20577"/>
          <ac:spMkLst>
            <pc:docMk/>
            <pc:sldMk cId="1375064326" sldId="268"/>
            <ac:spMk id="5" creationId="{00000000-0000-0000-0000-000000000000}"/>
          </ac:spMkLst>
        </pc:spChg>
      </pc:sldChg>
      <pc:sldChg chg="addSp delSp modSp add mod">
        <pc:chgData name="Mohammed Naseer Sihanas" userId="baf10d46-ca0e-4f93-8b9a-bd1fa4bc7e8f" providerId="ADAL" clId="{4BCA0B4D-1EF0-4107-B531-E5C45D9F1352}" dt="2024-09-29T14:27:00.118" v="2504" actId="20577"/>
        <pc:sldMkLst>
          <pc:docMk/>
          <pc:sldMk cId="3672480713" sldId="269"/>
        </pc:sldMkLst>
        <pc:spChg chg="del mod">
          <ac:chgData name="Mohammed Naseer Sihanas" userId="baf10d46-ca0e-4f93-8b9a-bd1fa4bc7e8f" providerId="ADAL" clId="{4BCA0B4D-1EF0-4107-B531-E5C45D9F1352}" dt="2024-09-26T09:52:46.933" v="639" actId="478"/>
          <ac:spMkLst>
            <pc:docMk/>
            <pc:sldMk cId="3672480713" sldId="269"/>
            <ac:spMk id="2" creationId="{00000000-0000-0000-0000-000000000000}"/>
          </ac:spMkLst>
        </pc:spChg>
        <pc:spChg chg="mod">
          <ac:chgData name="Mohammed Naseer Sihanas" userId="baf10d46-ca0e-4f93-8b9a-bd1fa4bc7e8f" providerId="ADAL" clId="{4BCA0B4D-1EF0-4107-B531-E5C45D9F1352}" dt="2024-09-28T02:25:17.343" v="1102" actId="27636"/>
          <ac:spMkLst>
            <pc:docMk/>
            <pc:sldMk cId="3672480713" sldId="269"/>
            <ac:spMk id="3" creationId="{00000000-0000-0000-0000-000000000000}"/>
          </ac:spMkLst>
        </pc:spChg>
        <pc:spChg chg="mod">
          <ac:chgData name="Mohammed Naseer Sihanas" userId="baf10d46-ca0e-4f93-8b9a-bd1fa4bc7e8f" providerId="ADAL" clId="{4BCA0B4D-1EF0-4107-B531-E5C45D9F1352}" dt="2024-09-29T14:27:00.118" v="2504" actId="20577"/>
          <ac:spMkLst>
            <pc:docMk/>
            <pc:sldMk cId="3672480713" sldId="269"/>
            <ac:spMk id="5" creationId="{00000000-0000-0000-0000-000000000000}"/>
          </ac:spMkLst>
        </pc:spChg>
        <pc:spChg chg="add del mod">
          <ac:chgData name="Mohammed Naseer Sihanas" userId="baf10d46-ca0e-4f93-8b9a-bd1fa4bc7e8f" providerId="ADAL" clId="{4BCA0B4D-1EF0-4107-B531-E5C45D9F1352}" dt="2024-09-26T09:52:48.527" v="640" actId="478"/>
          <ac:spMkLst>
            <pc:docMk/>
            <pc:sldMk cId="3672480713" sldId="269"/>
            <ac:spMk id="8" creationId="{0B990320-2052-260E-5109-888A9B9C6437}"/>
          </ac:spMkLst>
        </pc:spChg>
      </pc:sldChg>
      <pc:sldChg chg="modSp add mod ord">
        <pc:chgData name="Mohammed Naseer Sihanas" userId="baf10d46-ca0e-4f93-8b9a-bd1fa4bc7e8f" providerId="ADAL" clId="{4BCA0B4D-1EF0-4107-B531-E5C45D9F1352}" dt="2024-10-01T07:49:11.748" v="3792" actId="20577"/>
        <pc:sldMkLst>
          <pc:docMk/>
          <pc:sldMk cId="2568800362" sldId="270"/>
        </pc:sldMkLst>
        <pc:spChg chg="mod">
          <ac:chgData name="Mohammed Naseer Sihanas" userId="baf10d46-ca0e-4f93-8b9a-bd1fa4bc7e8f" providerId="ADAL" clId="{4BCA0B4D-1EF0-4107-B531-E5C45D9F1352}" dt="2024-09-28T02:26:15.572" v="1103" actId="20577"/>
          <ac:spMkLst>
            <pc:docMk/>
            <pc:sldMk cId="2568800362" sldId="270"/>
            <ac:spMk id="2" creationId="{00000000-0000-0000-0000-000000000000}"/>
          </ac:spMkLst>
        </pc:spChg>
        <pc:spChg chg="mod">
          <ac:chgData name="Mohammed Naseer Sihanas" userId="baf10d46-ca0e-4f93-8b9a-bd1fa4bc7e8f" providerId="ADAL" clId="{4BCA0B4D-1EF0-4107-B531-E5C45D9F1352}" dt="2024-10-01T07:49:11.748" v="3792" actId="20577"/>
          <ac:spMkLst>
            <pc:docMk/>
            <pc:sldMk cId="2568800362" sldId="270"/>
            <ac:spMk id="3" creationId="{00000000-0000-0000-0000-000000000000}"/>
          </ac:spMkLst>
        </pc:spChg>
        <pc:spChg chg="mod">
          <ac:chgData name="Mohammed Naseer Sihanas" userId="baf10d46-ca0e-4f93-8b9a-bd1fa4bc7e8f" providerId="ADAL" clId="{4BCA0B4D-1EF0-4107-B531-E5C45D9F1352}" dt="2024-09-29T14:27:10.110" v="2511" actId="20577"/>
          <ac:spMkLst>
            <pc:docMk/>
            <pc:sldMk cId="2568800362" sldId="270"/>
            <ac:spMk id="5" creationId="{00000000-0000-0000-0000-000000000000}"/>
          </ac:spMkLst>
        </pc:spChg>
      </pc:sldChg>
      <pc:sldChg chg="addSp delSp modSp add mod">
        <pc:chgData name="Mohammed Naseer Sihanas" userId="baf10d46-ca0e-4f93-8b9a-bd1fa4bc7e8f" providerId="ADAL" clId="{4BCA0B4D-1EF0-4107-B531-E5C45D9F1352}" dt="2024-10-01T07:58:04.591" v="4142" actId="14100"/>
        <pc:sldMkLst>
          <pc:docMk/>
          <pc:sldMk cId="728560859" sldId="271"/>
        </pc:sldMkLst>
        <pc:spChg chg="del">
          <ac:chgData name="Mohammed Naseer Sihanas" userId="baf10d46-ca0e-4f93-8b9a-bd1fa4bc7e8f" providerId="ADAL" clId="{4BCA0B4D-1EF0-4107-B531-E5C45D9F1352}" dt="2024-09-29T04:54:54.114" v="1414" actId="478"/>
          <ac:spMkLst>
            <pc:docMk/>
            <pc:sldMk cId="728560859" sldId="271"/>
            <ac:spMk id="2" creationId="{00000000-0000-0000-0000-000000000000}"/>
          </ac:spMkLst>
        </pc:spChg>
        <pc:spChg chg="del">
          <ac:chgData name="Mohammed Naseer Sihanas" userId="baf10d46-ca0e-4f93-8b9a-bd1fa4bc7e8f" providerId="ADAL" clId="{4BCA0B4D-1EF0-4107-B531-E5C45D9F1352}" dt="2024-09-29T04:54:57.333" v="1416" actId="478"/>
          <ac:spMkLst>
            <pc:docMk/>
            <pc:sldMk cId="728560859" sldId="271"/>
            <ac:spMk id="3" creationId="{00000000-0000-0000-0000-000000000000}"/>
          </ac:spMkLst>
        </pc:spChg>
        <pc:spChg chg="mod">
          <ac:chgData name="Mohammed Naseer Sihanas" userId="baf10d46-ca0e-4f93-8b9a-bd1fa4bc7e8f" providerId="ADAL" clId="{4BCA0B4D-1EF0-4107-B531-E5C45D9F1352}" dt="2024-09-29T14:27:29.030" v="2526" actId="20577"/>
          <ac:spMkLst>
            <pc:docMk/>
            <pc:sldMk cId="728560859" sldId="271"/>
            <ac:spMk id="5" creationId="{00000000-0000-0000-0000-000000000000}"/>
          </ac:spMkLst>
        </pc:spChg>
        <pc:spChg chg="add del mod">
          <ac:chgData name="Mohammed Naseer Sihanas" userId="baf10d46-ca0e-4f93-8b9a-bd1fa4bc7e8f" providerId="ADAL" clId="{4BCA0B4D-1EF0-4107-B531-E5C45D9F1352}" dt="2024-09-29T04:54:55.942" v="1415" actId="478"/>
          <ac:spMkLst>
            <pc:docMk/>
            <pc:sldMk cId="728560859" sldId="271"/>
            <ac:spMk id="8" creationId="{CF4F04A3-96B4-0476-0150-7A2AEFC00F09}"/>
          </ac:spMkLst>
        </pc:spChg>
        <pc:spChg chg="add del mod">
          <ac:chgData name="Mohammed Naseer Sihanas" userId="baf10d46-ca0e-4f93-8b9a-bd1fa4bc7e8f" providerId="ADAL" clId="{4BCA0B4D-1EF0-4107-B531-E5C45D9F1352}" dt="2024-09-29T04:55:12.151" v="1417" actId="478"/>
          <ac:spMkLst>
            <pc:docMk/>
            <pc:sldMk cId="728560859" sldId="271"/>
            <ac:spMk id="10" creationId="{F4ED2C99-8A06-4686-F3EB-F34F1F1DBD13}"/>
          </ac:spMkLst>
        </pc:spChg>
        <pc:spChg chg="add del mod">
          <ac:chgData name="Mohammed Naseer Sihanas" userId="baf10d46-ca0e-4f93-8b9a-bd1fa4bc7e8f" providerId="ADAL" clId="{4BCA0B4D-1EF0-4107-B531-E5C45D9F1352}" dt="2024-09-29T05:04:19.087" v="1536"/>
          <ac:spMkLst>
            <pc:docMk/>
            <pc:sldMk cId="728560859" sldId="271"/>
            <ac:spMk id="21" creationId="{AED705DE-EAAE-2345-F281-95777362C624}"/>
          </ac:spMkLst>
        </pc:spChg>
        <pc:spChg chg="add mod">
          <ac:chgData name="Mohammed Naseer Sihanas" userId="baf10d46-ca0e-4f93-8b9a-bd1fa4bc7e8f" providerId="ADAL" clId="{4BCA0B4D-1EF0-4107-B531-E5C45D9F1352}" dt="2024-09-29T05:07:37.885" v="1606" actId="1076"/>
          <ac:spMkLst>
            <pc:docMk/>
            <pc:sldMk cId="728560859" sldId="271"/>
            <ac:spMk id="22" creationId="{3744D9F9-D3D0-B596-0D8D-B7730F87D3EF}"/>
          </ac:spMkLst>
        </pc:spChg>
        <pc:graphicFrameChg chg="add mod">
          <ac:chgData name="Mohammed Naseer Sihanas" userId="baf10d46-ca0e-4f93-8b9a-bd1fa4bc7e8f" providerId="ADAL" clId="{4BCA0B4D-1EF0-4107-B531-E5C45D9F1352}" dt="2024-09-29T04:55:13.574" v="1418"/>
          <ac:graphicFrameMkLst>
            <pc:docMk/>
            <pc:sldMk cId="728560859" sldId="271"/>
            <ac:graphicFrameMk id="11" creationId="{97B3EF68-D9C0-6B75-CD8B-E60C735234F8}"/>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2" creationId="{A3CBE7C7-0180-FDC5-6199-9F5DDEE3BAF4}"/>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3" creationId="{DDB3DFF4-DF69-891D-F093-A5353E4EDEB2}"/>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4" creationId="{BD372BBB-2AC7-5B36-2523-8DC4A142BB6F}"/>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5" creationId="{36C61397-C6DB-1D12-DED7-0CD334099DFB}"/>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6" creationId="{836F1F62-FB48-53BD-8E55-F5117327F6DC}"/>
          </ac:graphicFrameMkLst>
        </pc:graphicFrameChg>
        <pc:graphicFrameChg chg="add mod">
          <ac:chgData name="Mohammed Naseer Sihanas" userId="baf10d46-ca0e-4f93-8b9a-bd1fa4bc7e8f" providerId="ADAL" clId="{4BCA0B4D-1EF0-4107-B531-E5C45D9F1352}" dt="2024-09-29T04:55:13.574" v="1418"/>
          <ac:graphicFrameMkLst>
            <pc:docMk/>
            <pc:sldMk cId="728560859" sldId="271"/>
            <ac:graphicFrameMk id="17" creationId="{10A61273-7724-79BB-4C4A-58E5525246AA}"/>
          </ac:graphicFrameMkLst>
        </pc:graphicFrameChg>
        <pc:graphicFrameChg chg="add mod modGraphic">
          <ac:chgData name="Mohammed Naseer Sihanas" userId="baf10d46-ca0e-4f93-8b9a-bd1fa4bc7e8f" providerId="ADAL" clId="{4BCA0B4D-1EF0-4107-B531-E5C45D9F1352}" dt="2024-09-29T04:55:40.313" v="1426" actId="14100"/>
          <ac:graphicFrameMkLst>
            <pc:docMk/>
            <pc:sldMk cId="728560859" sldId="271"/>
            <ac:graphicFrameMk id="18" creationId="{9C2281A8-C07D-4413-F5AF-7CC323AF6B40}"/>
          </ac:graphicFrameMkLst>
        </pc:graphicFrameChg>
        <pc:graphicFrameChg chg="add del">
          <ac:chgData name="Mohammed Naseer Sihanas" userId="baf10d46-ca0e-4f93-8b9a-bd1fa4bc7e8f" providerId="ADAL" clId="{4BCA0B4D-1EF0-4107-B531-E5C45D9F1352}" dt="2024-09-29T04:55:39.235" v="1424" actId="3680"/>
          <ac:graphicFrameMkLst>
            <pc:docMk/>
            <pc:sldMk cId="728560859" sldId="271"/>
            <ac:graphicFrameMk id="19" creationId="{B44234F6-13FF-C3D5-0073-4C4CFD120655}"/>
          </ac:graphicFrameMkLst>
        </pc:graphicFrameChg>
        <pc:graphicFrameChg chg="add mod modGraphic">
          <ac:chgData name="Mohammed Naseer Sihanas" userId="baf10d46-ca0e-4f93-8b9a-bd1fa4bc7e8f" providerId="ADAL" clId="{4BCA0B4D-1EF0-4107-B531-E5C45D9F1352}" dt="2024-10-01T07:58:04.591" v="4142" actId="14100"/>
          <ac:graphicFrameMkLst>
            <pc:docMk/>
            <pc:sldMk cId="728560859" sldId="271"/>
            <ac:graphicFrameMk id="20" creationId="{C26D28E0-B2DD-84A8-D69D-211B3BFBA822}"/>
          </ac:graphicFrameMkLst>
        </pc:graphicFrameChg>
      </pc:sldChg>
      <pc:sldChg chg="addSp delSp modSp add mod">
        <pc:chgData name="Mohammed Naseer Sihanas" userId="baf10d46-ca0e-4f93-8b9a-bd1fa4bc7e8f" providerId="ADAL" clId="{4BCA0B4D-1EF0-4107-B531-E5C45D9F1352}" dt="2024-09-29T14:27:36.040" v="2532" actId="20577"/>
        <pc:sldMkLst>
          <pc:docMk/>
          <pc:sldMk cId="1415970124" sldId="272"/>
        </pc:sldMkLst>
        <pc:spChg chg="del mod">
          <ac:chgData name="Mohammed Naseer Sihanas" userId="baf10d46-ca0e-4f93-8b9a-bd1fa4bc7e8f" providerId="ADAL" clId="{4BCA0B4D-1EF0-4107-B531-E5C45D9F1352}" dt="2024-09-29T05:14:35.147" v="1745" actId="478"/>
          <ac:spMkLst>
            <pc:docMk/>
            <pc:sldMk cId="1415970124" sldId="272"/>
            <ac:spMk id="2" creationId="{00000000-0000-0000-0000-000000000000}"/>
          </ac:spMkLst>
        </pc:spChg>
        <pc:spChg chg="mod">
          <ac:chgData name="Mohammed Naseer Sihanas" userId="baf10d46-ca0e-4f93-8b9a-bd1fa4bc7e8f" providerId="ADAL" clId="{4BCA0B4D-1EF0-4107-B531-E5C45D9F1352}" dt="2024-09-29T05:18:30.973" v="1884" actId="5793"/>
          <ac:spMkLst>
            <pc:docMk/>
            <pc:sldMk cId="1415970124" sldId="272"/>
            <ac:spMk id="3" creationId="{00000000-0000-0000-0000-000000000000}"/>
          </ac:spMkLst>
        </pc:spChg>
        <pc:spChg chg="mod">
          <ac:chgData name="Mohammed Naseer Sihanas" userId="baf10d46-ca0e-4f93-8b9a-bd1fa4bc7e8f" providerId="ADAL" clId="{4BCA0B4D-1EF0-4107-B531-E5C45D9F1352}" dt="2024-09-29T14:27:36.040" v="2532" actId="20577"/>
          <ac:spMkLst>
            <pc:docMk/>
            <pc:sldMk cId="1415970124" sldId="272"/>
            <ac:spMk id="5" creationId="{00000000-0000-0000-0000-000000000000}"/>
          </ac:spMkLst>
        </pc:spChg>
        <pc:spChg chg="add mod">
          <ac:chgData name="Mohammed Naseer Sihanas" userId="baf10d46-ca0e-4f93-8b9a-bd1fa4bc7e8f" providerId="ADAL" clId="{4BCA0B4D-1EF0-4107-B531-E5C45D9F1352}" dt="2024-09-29T05:13:52.600" v="1732"/>
          <ac:spMkLst>
            <pc:docMk/>
            <pc:sldMk cId="1415970124" sldId="272"/>
            <ac:spMk id="7" creationId="{E68A10B2-CAE1-2CF2-35AA-3AD4C5B54507}"/>
          </ac:spMkLst>
        </pc:spChg>
        <pc:spChg chg="add mod">
          <ac:chgData name="Mohammed Naseer Sihanas" userId="baf10d46-ca0e-4f93-8b9a-bd1fa4bc7e8f" providerId="ADAL" clId="{4BCA0B4D-1EF0-4107-B531-E5C45D9F1352}" dt="2024-09-29T05:13:52.209" v="1730"/>
          <ac:spMkLst>
            <pc:docMk/>
            <pc:sldMk cId="1415970124" sldId="272"/>
            <ac:spMk id="8" creationId="{81F03882-23BF-AE02-AA46-10A258379D99}"/>
          </ac:spMkLst>
        </pc:spChg>
        <pc:spChg chg="add mod">
          <ac:chgData name="Mohammed Naseer Sihanas" userId="baf10d46-ca0e-4f93-8b9a-bd1fa4bc7e8f" providerId="ADAL" clId="{4BCA0B4D-1EF0-4107-B531-E5C45D9F1352}" dt="2024-09-29T05:13:51.835" v="1728"/>
          <ac:spMkLst>
            <pc:docMk/>
            <pc:sldMk cId="1415970124" sldId="272"/>
            <ac:spMk id="9" creationId="{7134F7C9-8FA5-4AF2-EEFB-2407178E0C23}"/>
          </ac:spMkLst>
        </pc:spChg>
        <pc:spChg chg="add del mod">
          <ac:chgData name="Mohammed Naseer Sihanas" userId="baf10d46-ca0e-4f93-8b9a-bd1fa4bc7e8f" providerId="ADAL" clId="{4BCA0B4D-1EF0-4107-B531-E5C45D9F1352}" dt="2024-09-29T05:17:20.056" v="1839" actId="478"/>
          <ac:spMkLst>
            <pc:docMk/>
            <pc:sldMk cId="1415970124" sldId="272"/>
            <ac:spMk id="10" creationId="{09A819C1-B82A-0E5F-79F4-396FE6A59C50}"/>
          </ac:spMkLst>
        </pc:spChg>
        <pc:spChg chg="add del mod">
          <ac:chgData name="Mohammed Naseer Sihanas" userId="baf10d46-ca0e-4f93-8b9a-bd1fa4bc7e8f" providerId="ADAL" clId="{4BCA0B4D-1EF0-4107-B531-E5C45D9F1352}" dt="2024-09-29T05:14:36.647" v="1746" actId="478"/>
          <ac:spMkLst>
            <pc:docMk/>
            <pc:sldMk cId="1415970124" sldId="272"/>
            <ac:spMk id="12" creationId="{444CA1EE-EA50-E0E9-052A-609422115AF6}"/>
          </ac:spMkLst>
        </pc:spChg>
        <pc:spChg chg="add mod">
          <ac:chgData name="Mohammed Naseer Sihanas" userId="baf10d46-ca0e-4f93-8b9a-bd1fa4bc7e8f" providerId="ADAL" clId="{4BCA0B4D-1EF0-4107-B531-E5C45D9F1352}" dt="2024-09-29T05:20:47.010" v="1941" actId="1076"/>
          <ac:spMkLst>
            <pc:docMk/>
            <pc:sldMk cId="1415970124" sldId="272"/>
            <ac:spMk id="13" creationId="{FC233CA3-6A6F-0816-E8FC-8185DE4D3EE4}"/>
          </ac:spMkLst>
        </pc:spChg>
      </pc:sldChg>
      <pc:sldChg chg="addSp delSp modSp add mod">
        <pc:chgData name="Mohammed Naseer Sihanas" userId="baf10d46-ca0e-4f93-8b9a-bd1fa4bc7e8f" providerId="ADAL" clId="{4BCA0B4D-1EF0-4107-B531-E5C45D9F1352}" dt="2024-09-29T14:27:48.256" v="2541" actId="20577"/>
        <pc:sldMkLst>
          <pc:docMk/>
          <pc:sldMk cId="421766892" sldId="273"/>
        </pc:sldMkLst>
        <pc:spChg chg="del mod">
          <ac:chgData name="Mohammed Naseer Sihanas" userId="baf10d46-ca0e-4f93-8b9a-bd1fa4bc7e8f" providerId="ADAL" clId="{4BCA0B4D-1EF0-4107-B531-E5C45D9F1352}" dt="2024-09-29T05:37:13.166" v="1973" actId="478"/>
          <ac:spMkLst>
            <pc:docMk/>
            <pc:sldMk cId="421766892" sldId="273"/>
            <ac:spMk id="2" creationId="{00000000-0000-0000-0000-000000000000}"/>
          </ac:spMkLst>
        </pc:spChg>
        <pc:spChg chg="mod">
          <ac:chgData name="Mohammed Naseer Sihanas" userId="baf10d46-ca0e-4f93-8b9a-bd1fa4bc7e8f" providerId="ADAL" clId="{4BCA0B4D-1EF0-4107-B531-E5C45D9F1352}" dt="2024-09-29T05:40:07.208" v="1999" actId="12"/>
          <ac:spMkLst>
            <pc:docMk/>
            <pc:sldMk cId="421766892" sldId="273"/>
            <ac:spMk id="3" creationId="{00000000-0000-0000-0000-000000000000}"/>
          </ac:spMkLst>
        </pc:spChg>
        <pc:spChg chg="mod">
          <ac:chgData name="Mohammed Naseer Sihanas" userId="baf10d46-ca0e-4f93-8b9a-bd1fa4bc7e8f" providerId="ADAL" clId="{4BCA0B4D-1EF0-4107-B531-E5C45D9F1352}" dt="2024-09-29T14:27:48.256" v="2541" actId="20577"/>
          <ac:spMkLst>
            <pc:docMk/>
            <pc:sldMk cId="421766892" sldId="273"/>
            <ac:spMk id="5" creationId="{00000000-0000-0000-0000-000000000000}"/>
          </ac:spMkLst>
        </pc:spChg>
        <pc:spChg chg="add del mod">
          <ac:chgData name="Mohammed Naseer Sihanas" userId="baf10d46-ca0e-4f93-8b9a-bd1fa4bc7e8f" providerId="ADAL" clId="{4BCA0B4D-1EF0-4107-B531-E5C45D9F1352}" dt="2024-09-29T05:37:15.597" v="1974" actId="478"/>
          <ac:spMkLst>
            <pc:docMk/>
            <pc:sldMk cId="421766892" sldId="273"/>
            <ac:spMk id="8" creationId="{7218A56F-08A3-0281-8281-351552D241BA}"/>
          </ac:spMkLst>
        </pc:spChg>
      </pc:sldChg>
      <pc:sldChg chg="modSp add mod">
        <pc:chgData name="Mohammed Naseer Sihanas" userId="baf10d46-ca0e-4f93-8b9a-bd1fa4bc7e8f" providerId="ADAL" clId="{4BCA0B4D-1EF0-4107-B531-E5C45D9F1352}" dt="2024-09-29T14:26:14.498" v="2480" actId="20577"/>
        <pc:sldMkLst>
          <pc:docMk/>
          <pc:sldMk cId="1625561587" sldId="274"/>
        </pc:sldMkLst>
        <pc:spChg chg="mod">
          <ac:chgData name="Mohammed Naseer Sihanas" userId="baf10d46-ca0e-4f93-8b9a-bd1fa4bc7e8f" providerId="ADAL" clId="{4BCA0B4D-1EF0-4107-B531-E5C45D9F1352}" dt="2024-09-29T14:22:13.763" v="2255" actId="20577"/>
          <ac:spMkLst>
            <pc:docMk/>
            <pc:sldMk cId="1625561587" sldId="274"/>
            <ac:spMk id="2" creationId="{00000000-0000-0000-0000-000000000000}"/>
          </ac:spMkLst>
        </pc:spChg>
        <pc:spChg chg="mod">
          <ac:chgData name="Mohammed Naseer Sihanas" userId="baf10d46-ca0e-4f93-8b9a-bd1fa4bc7e8f" providerId="ADAL" clId="{4BCA0B4D-1EF0-4107-B531-E5C45D9F1352}" dt="2024-09-29T14:26:14.498" v="2480" actId="20577"/>
          <ac:spMkLst>
            <pc:docMk/>
            <pc:sldMk cId="1625561587" sldId="274"/>
            <ac:spMk id="5" creationId="{00000000-0000-0000-0000-000000000000}"/>
          </ac:spMkLst>
        </pc:spChg>
      </pc:sldChg>
      <pc:sldChg chg="modSp add mod ord">
        <pc:chgData name="Mohammed Naseer Sihanas" userId="baf10d46-ca0e-4f93-8b9a-bd1fa4bc7e8f" providerId="ADAL" clId="{4BCA0B4D-1EF0-4107-B531-E5C45D9F1352}" dt="2024-10-02T06:09:29.304" v="4451" actId="20577"/>
        <pc:sldMkLst>
          <pc:docMk/>
          <pc:sldMk cId="417698082" sldId="275"/>
        </pc:sldMkLst>
        <pc:spChg chg="mod">
          <ac:chgData name="Mohammed Naseer Sihanas" userId="baf10d46-ca0e-4f93-8b9a-bd1fa4bc7e8f" providerId="ADAL" clId="{4BCA0B4D-1EF0-4107-B531-E5C45D9F1352}" dt="2024-10-02T06:09:29.304" v="4451" actId="20577"/>
          <ac:spMkLst>
            <pc:docMk/>
            <pc:sldMk cId="417698082" sldId="275"/>
            <ac:spMk id="2" creationId="{00000000-0000-0000-0000-000000000000}"/>
          </ac:spMkLst>
        </pc:spChg>
        <pc:spChg chg="mod">
          <ac:chgData name="Mohammed Naseer Sihanas" userId="baf10d46-ca0e-4f93-8b9a-bd1fa4bc7e8f" providerId="ADAL" clId="{4BCA0B4D-1EF0-4107-B531-E5C45D9F1352}" dt="2024-09-29T14:27:04.414" v="2507" actId="20577"/>
          <ac:spMkLst>
            <pc:docMk/>
            <pc:sldMk cId="417698082" sldId="275"/>
            <ac:spMk id="5" creationId="{00000000-0000-0000-0000-000000000000}"/>
          </ac:spMkLst>
        </pc:spChg>
      </pc:sldChg>
      <pc:sldChg chg="modSp add mod">
        <pc:chgData name="Mohammed Naseer Sihanas" userId="baf10d46-ca0e-4f93-8b9a-bd1fa4bc7e8f" providerId="ADAL" clId="{4BCA0B4D-1EF0-4107-B531-E5C45D9F1352}" dt="2024-10-01T07:51:56.142" v="4108" actId="5793"/>
        <pc:sldMkLst>
          <pc:docMk/>
          <pc:sldMk cId="3332095496" sldId="276"/>
        </pc:sldMkLst>
        <pc:spChg chg="mod">
          <ac:chgData name="Mohammed Naseer Sihanas" userId="baf10d46-ca0e-4f93-8b9a-bd1fa4bc7e8f" providerId="ADAL" clId="{4BCA0B4D-1EF0-4107-B531-E5C45D9F1352}" dt="2024-10-01T07:51:56.142" v="4108" actId="5793"/>
          <ac:spMkLst>
            <pc:docMk/>
            <pc:sldMk cId="3332095496" sldId="276"/>
            <ac:spMk id="3" creationId="{00000000-0000-0000-0000-000000000000}"/>
          </ac:spMkLst>
        </pc:spChg>
        <pc:spChg chg="mod">
          <ac:chgData name="Mohammed Naseer Sihanas" userId="baf10d46-ca0e-4f93-8b9a-bd1fa4bc7e8f" providerId="ADAL" clId="{4BCA0B4D-1EF0-4107-B531-E5C45D9F1352}" dt="2024-09-29T14:27:14.033" v="2514" actId="20577"/>
          <ac:spMkLst>
            <pc:docMk/>
            <pc:sldMk cId="3332095496" sldId="276"/>
            <ac:spMk id="5" creationId="{00000000-0000-0000-0000-000000000000}"/>
          </ac:spMkLst>
        </pc:spChg>
      </pc:sldChg>
      <pc:sldChg chg="modSp add mod ord">
        <pc:chgData name="Mohammed Naseer Sihanas" userId="baf10d46-ca0e-4f93-8b9a-bd1fa4bc7e8f" providerId="ADAL" clId="{4BCA0B4D-1EF0-4107-B531-E5C45D9F1352}" dt="2024-10-02T06:10:36.536" v="4457" actId="20577"/>
        <pc:sldMkLst>
          <pc:docMk/>
          <pc:sldMk cId="2455035784" sldId="277"/>
        </pc:sldMkLst>
        <pc:spChg chg="mod">
          <ac:chgData name="Mohammed Naseer Sihanas" userId="baf10d46-ca0e-4f93-8b9a-bd1fa4bc7e8f" providerId="ADAL" clId="{4BCA0B4D-1EF0-4107-B531-E5C45D9F1352}" dt="2024-10-02T06:10:36.536" v="4457" actId="20577"/>
          <ac:spMkLst>
            <pc:docMk/>
            <pc:sldMk cId="2455035784" sldId="277"/>
            <ac:spMk id="2" creationId="{00000000-0000-0000-0000-000000000000}"/>
          </ac:spMkLst>
        </pc:spChg>
        <pc:spChg chg="mod">
          <ac:chgData name="Mohammed Naseer Sihanas" userId="baf10d46-ca0e-4f93-8b9a-bd1fa4bc7e8f" providerId="ADAL" clId="{4BCA0B4D-1EF0-4107-B531-E5C45D9F1352}" dt="2024-09-29T14:27:25.255" v="2523" actId="20577"/>
          <ac:spMkLst>
            <pc:docMk/>
            <pc:sldMk cId="2455035784" sldId="277"/>
            <ac:spMk id="5" creationId="{00000000-0000-0000-0000-000000000000}"/>
          </ac:spMkLst>
        </pc:spChg>
      </pc:sldChg>
      <pc:sldChg chg="modSp add mod ord">
        <pc:chgData name="Mohammed Naseer Sihanas" userId="baf10d46-ca0e-4f93-8b9a-bd1fa4bc7e8f" providerId="ADAL" clId="{4BCA0B4D-1EF0-4107-B531-E5C45D9F1352}" dt="2024-10-02T06:10:41.680" v="4461" actId="20577"/>
        <pc:sldMkLst>
          <pc:docMk/>
          <pc:sldMk cId="2999461408" sldId="278"/>
        </pc:sldMkLst>
        <pc:spChg chg="mod">
          <ac:chgData name="Mohammed Naseer Sihanas" userId="baf10d46-ca0e-4f93-8b9a-bd1fa4bc7e8f" providerId="ADAL" clId="{4BCA0B4D-1EF0-4107-B531-E5C45D9F1352}" dt="2024-10-02T06:10:41.680" v="4461" actId="20577"/>
          <ac:spMkLst>
            <pc:docMk/>
            <pc:sldMk cId="2999461408" sldId="278"/>
            <ac:spMk id="2" creationId="{00000000-0000-0000-0000-000000000000}"/>
          </ac:spMkLst>
        </pc:spChg>
        <pc:spChg chg="mod">
          <ac:chgData name="Mohammed Naseer Sihanas" userId="baf10d46-ca0e-4f93-8b9a-bd1fa4bc7e8f" providerId="ADAL" clId="{4BCA0B4D-1EF0-4107-B531-E5C45D9F1352}" dt="2024-09-29T14:27:32.422" v="2529" actId="20577"/>
          <ac:spMkLst>
            <pc:docMk/>
            <pc:sldMk cId="2999461408" sldId="278"/>
            <ac:spMk id="5" creationId="{00000000-0000-0000-0000-000000000000}"/>
          </ac:spMkLst>
        </pc:spChg>
      </pc:sldChg>
      <pc:sldChg chg="modSp add mod ord">
        <pc:chgData name="Mohammed Naseer Sihanas" userId="baf10d46-ca0e-4f93-8b9a-bd1fa4bc7e8f" providerId="ADAL" clId="{4BCA0B4D-1EF0-4107-B531-E5C45D9F1352}" dt="2024-10-02T06:10:46.817" v="4463" actId="20577"/>
        <pc:sldMkLst>
          <pc:docMk/>
          <pc:sldMk cId="4001053500" sldId="279"/>
        </pc:sldMkLst>
        <pc:spChg chg="mod">
          <ac:chgData name="Mohammed Naseer Sihanas" userId="baf10d46-ca0e-4f93-8b9a-bd1fa4bc7e8f" providerId="ADAL" clId="{4BCA0B4D-1EF0-4107-B531-E5C45D9F1352}" dt="2024-10-02T06:10:46.817" v="4463" actId="20577"/>
          <ac:spMkLst>
            <pc:docMk/>
            <pc:sldMk cId="4001053500" sldId="279"/>
            <ac:spMk id="2" creationId="{00000000-0000-0000-0000-000000000000}"/>
          </ac:spMkLst>
        </pc:spChg>
        <pc:spChg chg="mod">
          <ac:chgData name="Mohammed Naseer Sihanas" userId="baf10d46-ca0e-4f93-8b9a-bd1fa4bc7e8f" providerId="ADAL" clId="{4BCA0B4D-1EF0-4107-B531-E5C45D9F1352}" dt="2024-09-29T14:27:44.521" v="2538" actId="20577"/>
          <ac:spMkLst>
            <pc:docMk/>
            <pc:sldMk cId="4001053500" sldId="279"/>
            <ac:spMk id="5" creationId="{00000000-0000-0000-0000-000000000000}"/>
          </ac:spMkLst>
        </pc:spChg>
      </pc:sldChg>
      <pc:sldChg chg="add del">
        <pc:chgData name="Mohammed Naseer Sihanas" userId="baf10d46-ca0e-4f93-8b9a-bd1fa4bc7e8f" providerId="ADAL" clId="{4BCA0B4D-1EF0-4107-B531-E5C45D9F1352}" dt="2024-09-29T14:28:10.874" v="2549" actId="47"/>
        <pc:sldMkLst>
          <pc:docMk/>
          <pc:sldMk cId="3615207041" sldId="280"/>
        </pc:sldMkLst>
      </pc:sldChg>
      <pc:sldChg chg="addSp delSp modSp add mod setBg">
        <pc:chgData name="Mohammed Naseer Sihanas" userId="baf10d46-ca0e-4f93-8b9a-bd1fa4bc7e8f" providerId="ADAL" clId="{4BCA0B4D-1EF0-4107-B531-E5C45D9F1352}" dt="2024-09-29T14:41:53.848" v="2747" actId="1076"/>
        <pc:sldMkLst>
          <pc:docMk/>
          <pc:sldMk cId="2864293341" sldId="281"/>
        </pc:sldMkLst>
        <pc:spChg chg="del">
          <ac:chgData name="Mohammed Naseer Sihanas" userId="baf10d46-ca0e-4f93-8b9a-bd1fa4bc7e8f" providerId="ADAL" clId="{4BCA0B4D-1EF0-4107-B531-E5C45D9F1352}" dt="2024-09-29T04:36:40.026" v="1359" actId="478"/>
          <ac:spMkLst>
            <pc:docMk/>
            <pc:sldMk cId="2864293341" sldId="281"/>
            <ac:spMk id="2"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4" creationId="{00000000-0000-0000-0000-000000000000}"/>
          </ac:spMkLst>
        </pc:spChg>
        <pc:spChg chg="mod">
          <ac:chgData name="Mohammed Naseer Sihanas" userId="baf10d46-ca0e-4f93-8b9a-bd1fa4bc7e8f" providerId="ADAL" clId="{4BCA0B4D-1EF0-4107-B531-E5C45D9F1352}" dt="2024-09-29T14:27:21.528" v="2520" actId="20577"/>
          <ac:spMkLst>
            <pc:docMk/>
            <pc:sldMk cId="2864293341" sldId="281"/>
            <ac:spMk id="5" creationId="{00000000-0000-0000-0000-000000000000}"/>
          </ac:spMkLst>
        </pc:spChg>
        <pc:spChg chg="mod">
          <ac:chgData name="Mohammed Naseer Sihanas" userId="baf10d46-ca0e-4f93-8b9a-bd1fa4bc7e8f" providerId="ADAL" clId="{4BCA0B4D-1EF0-4107-B531-E5C45D9F1352}" dt="2024-09-29T04:37:50.174" v="1368" actId="26606"/>
          <ac:spMkLst>
            <pc:docMk/>
            <pc:sldMk cId="2864293341" sldId="281"/>
            <ac:spMk id="6" creationId="{00000000-0000-0000-0000-000000000000}"/>
          </ac:spMkLst>
        </pc:spChg>
        <pc:spChg chg="add del mod">
          <ac:chgData name="Mohammed Naseer Sihanas" userId="baf10d46-ca0e-4f93-8b9a-bd1fa4bc7e8f" providerId="ADAL" clId="{4BCA0B4D-1EF0-4107-B531-E5C45D9F1352}" dt="2024-09-29T04:36:41.338" v="1360" actId="478"/>
          <ac:spMkLst>
            <pc:docMk/>
            <pc:sldMk cId="2864293341" sldId="281"/>
            <ac:spMk id="7" creationId="{36F734B7-31A8-B9C7-62D3-BB2DFA3FABBA}"/>
          </ac:spMkLst>
        </pc:spChg>
        <pc:spChg chg="add mod">
          <ac:chgData name="Mohammed Naseer Sihanas" userId="baf10d46-ca0e-4f93-8b9a-bd1fa4bc7e8f" providerId="ADAL" clId="{4BCA0B4D-1EF0-4107-B531-E5C45D9F1352}" dt="2024-09-29T14:41:53.848" v="2747" actId="1076"/>
          <ac:spMkLst>
            <pc:docMk/>
            <pc:sldMk cId="2864293341" sldId="281"/>
            <ac:spMk id="10" creationId="{3FF5D812-AA07-E273-C83E-657A723BF81B}"/>
          </ac:spMkLst>
        </pc:spChg>
        <pc:spChg chg="add del">
          <ac:chgData name="Mohammed Naseer Sihanas" userId="baf10d46-ca0e-4f93-8b9a-bd1fa4bc7e8f" providerId="ADAL" clId="{4BCA0B4D-1EF0-4107-B531-E5C45D9F1352}" dt="2024-09-29T04:37:50.174" v="1368" actId="26606"/>
          <ac:spMkLst>
            <pc:docMk/>
            <pc:sldMk cId="2864293341" sldId="281"/>
            <ac:spMk id="11" creationId="{01D0AF59-99C3-4251-AB9A-C966C6AD4400}"/>
          </ac:spMkLst>
        </pc:spChg>
        <pc:spChg chg="add del">
          <ac:chgData name="Mohammed Naseer Sihanas" userId="baf10d46-ca0e-4f93-8b9a-bd1fa4bc7e8f" providerId="ADAL" clId="{4BCA0B4D-1EF0-4107-B531-E5C45D9F1352}" dt="2024-09-29T04:37:23.354" v="1366" actId="26606"/>
          <ac:spMkLst>
            <pc:docMk/>
            <pc:sldMk cId="2864293341" sldId="281"/>
            <ac:spMk id="14" creationId="{42A4FC2C-047E-45A5-965D-8E1E3BF09BC6}"/>
          </ac:spMkLst>
        </pc:spChg>
        <pc:spChg chg="add del">
          <ac:chgData name="Mohammed Naseer Sihanas" userId="baf10d46-ca0e-4f93-8b9a-bd1fa4bc7e8f" providerId="ADAL" clId="{4BCA0B4D-1EF0-4107-B531-E5C45D9F1352}" dt="2024-09-29T04:37:50.174" v="1368" actId="26606"/>
          <ac:spMkLst>
            <pc:docMk/>
            <pc:sldMk cId="2864293341" sldId="281"/>
            <ac:spMk id="16" creationId="{1855405F-37A2-4869-9154-F8BE3BECE6C3}"/>
          </ac:spMkLst>
        </pc:spChg>
        <pc:picChg chg="add mod ord">
          <ac:chgData name="Mohammed Naseer Sihanas" userId="baf10d46-ca0e-4f93-8b9a-bd1fa4bc7e8f" providerId="ADAL" clId="{4BCA0B4D-1EF0-4107-B531-E5C45D9F1352}" dt="2024-09-29T04:38:06.594" v="1370" actId="14100"/>
          <ac:picMkLst>
            <pc:docMk/>
            <pc:sldMk cId="2864293341" sldId="281"/>
            <ac:picMk id="9" creationId="{DF6738E4-0560-3EE6-7789-3BD2F17DD9CB}"/>
          </ac:picMkLst>
        </pc:picChg>
      </pc:sldChg>
      <pc:sldChg chg="modSp add mod ord">
        <pc:chgData name="Mohammed Naseer Sihanas" userId="baf10d46-ca0e-4f93-8b9a-bd1fa4bc7e8f" providerId="ADAL" clId="{4BCA0B4D-1EF0-4107-B531-E5C45D9F1352}" dt="2024-10-01T07:40:44.646" v="3760" actId="2710"/>
        <pc:sldMkLst>
          <pc:docMk/>
          <pc:sldMk cId="3701384054" sldId="282"/>
        </pc:sldMkLst>
        <pc:spChg chg="mod">
          <ac:chgData name="Mohammed Naseer Sihanas" userId="baf10d46-ca0e-4f93-8b9a-bd1fa4bc7e8f" providerId="ADAL" clId="{4BCA0B4D-1EF0-4107-B531-E5C45D9F1352}" dt="2024-10-01T07:40:44.646" v="3760" actId="2710"/>
          <ac:spMkLst>
            <pc:docMk/>
            <pc:sldMk cId="3701384054" sldId="282"/>
            <ac:spMk id="3" creationId="{00000000-0000-0000-0000-000000000000}"/>
          </ac:spMkLst>
        </pc:spChg>
        <pc:spChg chg="mod">
          <ac:chgData name="Mohammed Naseer Sihanas" userId="baf10d46-ca0e-4f93-8b9a-bd1fa4bc7e8f" providerId="ADAL" clId="{4BCA0B4D-1EF0-4107-B531-E5C45D9F1352}" dt="2024-09-29T14:27:39.619" v="2535" actId="20577"/>
          <ac:spMkLst>
            <pc:docMk/>
            <pc:sldMk cId="3701384054" sldId="282"/>
            <ac:spMk id="5" creationId="{00000000-0000-0000-0000-000000000000}"/>
          </ac:spMkLst>
        </pc:spChg>
        <pc:spChg chg="mod">
          <ac:chgData name="Mohammed Naseer Sihanas" userId="baf10d46-ca0e-4f93-8b9a-bd1fa4bc7e8f" providerId="ADAL" clId="{4BCA0B4D-1EF0-4107-B531-E5C45D9F1352}" dt="2024-09-29T05:20:55.713" v="1942" actId="1076"/>
          <ac:spMkLst>
            <pc:docMk/>
            <pc:sldMk cId="3701384054" sldId="282"/>
            <ac:spMk id="13" creationId="{FC233CA3-6A6F-0816-E8FC-8185DE4D3EE4}"/>
          </ac:spMkLst>
        </pc:spChg>
      </pc:sldChg>
      <pc:sldChg chg="modSp add mod ord">
        <pc:chgData name="Mohammed Naseer Sihanas" userId="baf10d46-ca0e-4f93-8b9a-bd1fa4bc7e8f" providerId="ADAL" clId="{4BCA0B4D-1EF0-4107-B531-E5C45D9F1352}" dt="2024-10-02T06:09:09.556" v="4442" actId="20577"/>
        <pc:sldMkLst>
          <pc:docMk/>
          <pc:sldMk cId="4237634195" sldId="283"/>
        </pc:sldMkLst>
        <pc:spChg chg="mod">
          <ac:chgData name="Mohammed Naseer Sihanas" userId="baf10d46-ca0e-4f93-8b9a-bd1fa4bc7e8f" providerId="ADAL" clId="{4BCA0B4D-1EF0-4107-B531-E5C45D9F1352}" dt="2024-10-02T06:09:09.556" v="4442" actId="20577"/>
          <ac:spMkLst>
            <pc:docMk/>
            <pc:sldMk cId="4237634195" sldId="283"/>
            <ac:spMk id="2" creationId="{00000000-0000-0000-0000-000000000000}"/>
          </ac:spMkLst>
        </pc:spChg>
        <pc:spChg chg="mod">
          <ac:chgData name="Mohammed Naseer Sihanas" userId="baf10d46-ca0e-4f93-8b9a-bd1fa4bc7e8f" providerId="ADAL" clId="{4BCA0B4D-1EF0-4107-B531-E5C45D9F1352}" dt="2024-09-29T14:26:36.288" v="2489" actId="20577"/>
          <ac:spMkLst>
            <pc:docMk/>
            <pc:sldMk cId="4237634195" sldId="283"/>
            <ac:spMk id="5" creationId="{00000000-0000-0000-0000-000000000000}"/>
          </ac:spMkLst>
        </pc:spChg>
      </pc:sldChg>
      <pc:sldChg chg="add del ord">
        <pc:chgData name="Mohammed Naseer Sihanas" userId="baf10d46-ca0e-4f93-8b9a-bd1fa4bc7e8f" providerId="ADAL" clId="{4BCA0B4D-1EF0-4107-B531-E5C45D9F1352}" dt="2024-09-29T14:28:08.721" v="2548" actId="47"/>
        <pc:sldMkLst>
          <pc:docMk/>
          <pc:sldMk cId="325500263" sldId="284"/>
        </pc:sldMkLst>
      </pc:sldChg>
      <pc:sldChg chg="modSp add mod">
        <pc:chgData name="Mohammed Naseer Sihanas" userId="baf10d46-ca0e-4f93-8b9a-bd1fa4bc7e8f" providerId="ADAL" clId="{4BCA0B4D-1EF0-4107-B531-E5C45D9F1352}" dt="2024-10-02T06:12:29.544" v="4471" actId="20577"/>
        <pc:sldMkLst>
          <pc:docMk/>
          <pc:sldMk cId="3618522434" sldId="285"/>
        </pc:sldMkLst>
        <pc:spChg chg="mod">
          <ac:chgData name="Mohammed Naseer Sihanas" userId="baf10d46-ca0e-4f93-8b9a-bd1fa4bc7e8f" providerId="ADAL" clId="{4BCA0B4D-1EF0-4107-B531-E5C45D9F1352}" dt="2024-10-02T06:12:29.544" v="4471" actId="20577"/>
          <ac:spMkLst>
            <pc:docMk/>
            <pc:sldMk cId="3618522434" sldId="285"/>
            <ac:spMk id="2" creationId="{00000000-0000-0000-0000-000000000000}"/>
          </ac:spMkLst>
        </pc:spChg>
        <pc:spChg chg="mod">
          <ac:chgData name="Mohammed Naseer Sihanas" userId="baf10d46-ca0e-4f93-8b9a-bd1fa4bc7e8f" providerId="ADAL" clId="{4BCA0B4D-1EF0-4107-B531-E5C45D9F1352}" dt="2024-09-29T14:28:18.487" v="2555" actId="20577"/>
          <ac:spMkLst>
            <pc:docMk/>
            <pc:sldMk cId="3618522434" sldId="285"/>
            <ac:spMk id="5" creationId="{00000000-0000-0000-0000-000000000000}"/>
          </ac:spMkLst>
        </pc:spChg>
      </pc:sldChg>
      <pc:sldChg chg="add del">
        <pc:chgData name="Mohammed Naseer Sihanas" userId="baf10d46-ca0e-4f93-8b9a-bd1fa4bc7e8f" providerId="ADAL" clId="{4BCA0B4D-1EF0-4107-B531-E5C45D9F1352}" dt="2024-09-29T14:36:48.962" v="2697" actId="47"/>
        <pc:sldMkLst>
          <pc:docMk/>
          <pc:sldMk cId="3362514653" sldId="286"/>
        </pc:sldMkLst>
      </pc:sldChg>
      <pc:sldChg chg="add del">
        <pc:chgData name="Mohammed Naseer Sihanas" userId="baf10d46-ca0e-4f93-8b9a-bd1fa4bc7e8f" providerId="ADAL" clId="{4BCA0B4D-1EF0-4107-B531-E5C45D9F1352}" dt="2024-09-29T14:36:47.392" v="2696" actId="47"/>
        <pc:sldMkLst>
          <pc:docMk/>
          <pc:sldMk cId="3893801296" sldId="287"/>
        </pc:sldMkLst>
      </pc:sldChg>
      <pc:sldChg chg="modSp add mod ord">
        <pc:chgData name="Mohammed Naseer Sihanas" userId="baf10d46-ca0e-4f93-8b9a-bd1fa4bc7e8f" providerId="ADAL" clId="{4BCA0B4D-1EF0-4107-B531-E5C45D9F1352}" dt="2024-10-02T06:12:25.478" v="4469" actId="20577"/>
        <pc:sldMkLst>
          <pc:docMk/>
          <pc:sldMk cId="3153658787" sldId="288"/>
        </pc:sldMkLst>
        <pc:spChg chg="mod">
          <ac:chgData name="Mohammed Naseer Sihanas" userId="baf10d46-ca0e-4f93-8b9a-bd1fa4bc7e8f" providerId="ADAL" clId="{4BCA0B4D-1EF0-4107-B531-E5C45D9F1352}" dt="2024-10-02T06:12:25.478" v="4469" actId="20577"/>
          <ac:spMkLst>
            <pc:docMk/>
            <pc:sldMk cId="3153658787" sldId="288"/>
            <ac:spMk id="2" creationId="{00000000-0000-0000-0000-000000000000}"/>
          </ac:spMkLst>
        </pc:spChg>
        <pc:spChg chg="mod">
          <ac:chgData name="Mohammed Naseer Sihanas" userId="baf10d46-ca0e-4f93-8b9a-bd1fa4bc7e8f" providerId="ADAL" clId="{4BCA0B4D-1EF0-4107-B531-E5C45D9F1352}" dt="2024-09-29T14:43:45" v="2771"/>
          <ac:spMkLst>
            <pc:docMk/>
            <pc:sldMk cId="3153658787" sldId="288"/>
            <ac:spMk id="3" creationId="{00000000-0000-0000-0000-000000000000}"/>
          </ac:spMkLst>
        </pc:spChg>
        <pc:spChg chg="mod">
          <ac:chgData name="Mohammed Naseer Sihanas" userId="baf10d46-ca0e-4f93-8b9a-bd1fa4bc7e8f" providerId="ADAL" clId="{4BCA0B4D-1EF0-4107-B531-E5C45D9F1352}" dt="2024-09-29T14:28:00.782" v="2544" actId="20577"/>
          <ac:spMkLst>
            <pc:docMk/>
            <pc:sldMk cId="3153658787" sldId="288"/>
            <ac:spMk id="5" creationId="{00000000-0000-0000-0000-000000000000}"/>
          </ac:spMkLst>
        </pc:spChg>
      </pc:sldChg>
      <pc:sldChg chg="modSp add del mod">
        <pc:chgData name="Mohammed Naseer Sihanas" userId="baf10d46-ca0e-4f93-8b9a-bd1fa4bc7e8f" providerId="ADAL" clId="{4BCA0B4D-1EF0-4107-B531-E5C45D9F1352}" dt="2024-09-29T14:43:52.198" v="2772" actId="47"/>
        <pc:sldMkLst>
          <pc:docMk/>
          <pc:sldMk cId="3880089686" sldId="289"/>
        </pc:sldMkLst>
        <pc:spChg chg="mod">
          <ac:chgData name="Mohammed Naseer Sihanas" userId="baf10d46-ca0e-4f93-8b9a-bd1fa4bc7e8f" providerId="ADAL" clId="{4BCA0B4D-1EF0-4107-B531-E5C45D9F1352}" dt="2024-09-29T14:43:41.534" v="2770" actId="21"/>
          <ac:spMkLst>
            <pc:docMk/>
            <pc:sldMk cId="3880089686" sldId="289"/>
            <ac:spMk id="3" creationId="{00000000-0000-0000-0000-000000000000}"/>
          </ac:spMkLst>
        </pc:spChg>
        <pc:spChg chg="mod">
          <ac:chgData name="Mohammed Naseer Sihanas" userId="baf10d46-ca0e-4f93-8b9a-bd1fa4bc7e8f" providerId="ADAL" clId="{4BCA0B4D-1EF0-4107-B531-E5C45D9F1352}" dt="2024-09-29T14:28:05.396" v="2547" actId="20577"/>
          <ac:spMkLst>
            <pc:docMk/>
            <pc:sldMk cId="3880089686" sldId="289"/>
            <ac:spMk id="5" creationId="{00000000-0000-0000-0000-000000000000}"/>
          </ac:spMkLst>
        </pc:spChg>
      </pc:sldChg>
      <pc:sldChg chg="addSp delSp modSp add mod ord">
        <pc:chgData name="Mohammed Naseer Sihanas" userId="baf10d46-ca0e-4f93-8b9a-bd1fa4bc7e8f" providerId="ADAL" clId="{4BCA0B4D-1EF0-4107-B531-E5C45D9F1352}" dt="2024-09-29T14:36:41.016" v="2695"/>
        <pc:sldMkLst>
          <pc:docMk/>
          <pc:sldMk cId="3135003794" sldId="290"/>
        </pc:sldMkLst>
        <pc:spChg chg="del">
          <ac:chgData name="Mohammed Naseer Sihanas" userId="baf10d46-ca0e-4f93-8b9a-bd1fa4bc7e8f" providerId="ADAL" clId="{4BCA0B4D-1EF0-4107-B531-E5C45D9F1352}" dt="2024-09-29T14:28:28.795" v="2559" actId="478"/>
          <ac:spMkLst>
            <pc:docMk/>
            <pc:sldMk cId="3135003794" sldId="290"/>
            <ac:spMk id="2" creationId="{00000000-0000-0000-0000-000000000000}"/>
          </ac:spMkLst>
        </pc:spChg>
        <pc:spChg chg="mod">
          <ac:chgData name="Mohammed Naseer Sihanas" userId="baf10d46-ca0e-4f93-8b9a-bd1fa4bc7e8f" providerId="ADAL" clId="{4BCA0B4D-1EF0-4107-B531-E5C45D9F1352}" dt="2024-09-29T14:36:41.016" v="2695"/>
          <ac:spMkLst>
            <pc:docMk/>
            <pc:sldMk cId="3135003794" sldId="290"/>
            <ac:spMk id="3" creationId="{00000000-0000-0000-0000-000000000000}"/>
          </ac:spMkLst>
        </pc:spChg>
        <pc:spChg chg="add del mod">
          <ac:chgData name="Mohammed Naseer Sihanas" userId="baf10d46-ca0e-4f93-8b9a-bd1fa4bc7e8f" providerId="ADAL" clId="{4BCA0B4D-1EF0-4107-B531-E5C45D9F1352}" dt="2024-09-29T14:28:30.347" v="2560" actId="478"/>
          <ac:spMkLst>
            <pc:docMk/>
            <pc:sldMk cId="3135003794" sldId="290"/>
            <ac:spMk id="8" creationId="{63B67284-B0A5-1CAD-58AA-84C782FD237C}"/>
          </ac:spMkLst>
        </pc:spChg>
      </pc:sldChg>
      <pc:sldChg chg="addSp delSp modSp add mod">
        <pc:chgData name="Mohammed Naseer Sihanas" userId="baf10d46-ca0e-4f93-8b9a-bd1fa4bc7e8f" providerId="ADAL" clId="{4BCA0B4D-1EF0-4107-B531-E5C45D9F1352}" dt="2024-10-02T06:10:19.858" v="4453" actId="207"/>
        <pc:sldMkLst>
          <pc:docMk/>
          <pc:sldMk cId="3708950606" sldId="291"/>
        </pc:sldMkLst>
        <pc:spChg chg="del">
          <ac:chgData name="Mohammed Naseer Sihanas" userId="baf10d46-ca0e-4f93-8b9a-bd1fa4bc7e8f" providerId="ADAL" clId="{4BCA0B4D-1EF0-4107-B531-E5C45D9F1352}" dt="2024-10-01T07:51:34.252" v="4103" actId="478"/>
          <ac:spMkLst>
            <pc:docMk/>
            <pc:sldMk cId="3708950606" sldId="291"/>
            <ac:spMk id="2" creationId="{00000000-0000-0000-0000-000000000000}"/>
          </ac:spMkLst>
        </pc:spChg>
        <pc:spChg chg="del mod">
          <ac:chgData name="Mohammed Naseer Sihanas" userId="baf10d46-ca0e-4f93-8b9a-bd1fa4bc7e8f" providerId="ADAL" clId="{4BCA0B4D-1EF0-4107-B531-E5C45D9F1352}" dt="2024-10-01T07:51:42.595" v="4105" actId="478"/>
          <ac:spMkLst>
            <pc:docMk/>
            <pc:sldMk cId="3708950606" sldId="291"/>
            <ac:spMk id="3" creationId="{00000000-0000-0000-0000-000000000000}"/>
          </ac:spMkLst>
        </pc:spChg>
        <pc:spChg chg="add del mod">
          <ac:chgData name="Mohammed Naseer Sihanas" userId="baf10d46-ca0e-4f93-8b9a-bd1fa4bc7e8f" providerId="ADAL" clId="{4BCA0B4D-1EF0-4107-B531-E5C45D9F1352}" dt="2024-10-01T07:51:37.268" v="4104" actId="478"/>
          <ac:spMkLst>
            <pc:docMk/>
            <pc:sldMk cId="3708950606" sldId="291"/>
            <ac:spMk id="8" creationId="{EC3F7696-4CFF-649D-150D-A20B4863CC67}"/>
          </ac:spMkLst>
        </pc:spChg>
        <pc:spChg chg="add del mod">
          <ac:chgData name="Mohammed Naseer Sihanas" userId="baf10d46-ca0e-4f93-8b9a-bd1fa4bc7e8f" providerId="ADAL" clId="{4BCA0B4D-1EF0-4107-B531-E5C45D9F1352}" dt="2024-10-01T07:51:45.182" v="4106" actId="478"/>
          <ac:spMkLst>
            <pc:docMk/>
            <pc:sldMk cId="3708950606" sldId="291"/>
            <ac:spMk id="10" creationId="{5F828FBF-60D0-9D87-4C8C-1AE8B7CE570D}"/>
          </ac:spMkLst>
        </pc:spChg>
        <pc:spChg chg="add mod">
          <ac:chgData name="Mohammed Naseer Sihanas" userId="baf10d46-ca0e-4f93-8b9a-bd1fa4bc7e8f" providerId="ADAL" clId="{4BCA0B4D-1EF0-4107-B531-E5C45D9F1352}" dt="2024-10-02T06:10:19.858" v="4453" actId="207"/>
          <ac:spMkLst>
            <pc:docMk/>
            <pc:sldMk cId="3708950606" sldId="291"/>
            <ac:spMk id="12" creationId="{F09930CF-904E-D92B-36F2-922655B2D191}"/>
          </ac:spMkLst>
        </pc:spChg>
        <pc:spChg chg="add mod">
          <ac:chgData name="Mohammed Naseer Sihanas" userId="baf10d46-ca0e-4f93-8b9a-bd1fa4bc7e8f" providerId="ADAL" clId="{4BCA0B4D-1EF0-4107-B531-E5C45D9F1352}" dt="2024-10-01T07:54:49.890" v="4132" actId="12"/>
          <ac:spMkLst>
            <pc:docMk/>
            <pc:sldMk cId="3708950606" sldId="291"/>
            <ac:spMk id="14" creationId="{530CBEF5-F6D6-56A6-48EE-3FC9F169EA45}"/>
          </ac:spMkLst>
        </pc:spChg>
      </pc:sldChg>
      <pc:sldChg chg="modSp add mod ord">
        <pc:chgData name="Mohammed Naseer Sihanas" userId="baf10d46-ca0e-4f93-8b9a-bd1fa4bc7e8f" providerId="ADAL" clId="{4BCA0B4D-1EF0-4107-B531-E5C45D9F1352}" dt="2024-10-02T06:07:54.768" v="4427"/>
        <pc:sldMkLst>
          <pc:docMk/>
          <pc:sldMk cId="811265389" sldId="292"/>
        </pc:sldMkLst>
        <pc:spChg chg="mod">
          <ac:chgData name="Mohammed Naseer Sihanas" userId="baf10d46-ca0e-4f93-8b9a-bd1fa4bc7e8f" providerId="ADAL" clId="{4BCA0B4D-1EF0-4107-B531-E5C45D9F1352}" dt="2024-10-02T06:07:37.678" v="4424" actId="6549"/>
          <ac:spMkLst>
            <pc:docMk/>
            <pc:sldMk cId="811265389" sldId="292"/>
            <ac:spMk id="2" creationId="{00000000-0000-0000-0000-000000000000}"/>
          </ac:spMkLst>
        </pc:spChg>
      </pc:sldChg>
      <pc:sldChg chg="delSp modSp add mod">
        <pc:chgData name="Mohammed Naseer Sihanas" userId="baf10d46-ca0e-4f93-8b9a-bd1fa4bc7e8f" providerId="ADAL" clId="{4BCA0B4D-1EF0-4107-B531-E5C45D9F1352}" dt="2024-10-02T06:08:30.491" v="4435" actId="14100"/>
        <pc:sldMkLst>
          <pc:docMk/>
          <pc:sldMk cId="1162202113" sldId="293"/>
        </pc:sldMkLst>
        <pc:spChg chg="del mod">
          <ac:chgData name="Mohammed Naseer Sihanas" userId="baf10d46-ca0e-4f93-8b9a-bd1fa4bc7e8f" providerId="ADAL" clId="{4BCA0B4D-1EF0-4107-B531-E5C45D9F1352}" dt="2024-10-02T06:08:18.400" v="4432" actId="478"/>
          <ac:spMkLst>
            <pc:docMk/>
            <pc:sldMk cId="1162202113" sldId="293"/>
            <ac:spMk id="3" creationId="{0EBE4CCC-C2A9-8BCF-FCF5-9DCFB4A2E67E}"/>
          </ac:spMkLst>
        </pc:spChg>
        <pc:spChg chg="mod">
          <ac:chgData name="Mohammed Naseer Sihanas" userId="baf10d46-ca0e-4f93-8b9a-bd1fa4bc7e8f" providerId="ADAL" clId="{4BCA0B4D-1EF0-4107-B531-E5C45D9F1352}" dt="2024-10-02T06:08:30.491" v="4435" actId="14100"/>
          <ac:spMkLst>
            <pc:docMk/>
            <pc:sldMk cId="1162202113" sldId="293"/>
            <ac:spMk id="8" creationId="{D540D9C5-63BD-87DD-A593-5C7AEB55E9F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C16D-87A5-42A8-B140-98728FAD8B51}" type="datetimeFigureOut">
              <a:rPr lang="en-US" smtClean="0"/>
              <a:t>10/3/2024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BB0495-2115-43AA-BA4C-17B1B018F6D0}" type="slidenum">
              <a:rPr lang="en-US" smtClean="0"/>
              <a:t>‹#›</a:t>
            </a:fld>
            <a:endParaRPr lang="en-US"/>
          </a:p>
        </p:txBody>
      </p:sp>
    </p:spTree>
    <p:extLst>
      <p:ext uri="{BB962C8B-B14F-4D97-AF65-F5344CB8AC3E}">
        <p14:creationId xmlns:p14="http://schemas.microsoft.com/office/powerpoint/2010/main" val="29545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Good afternoon, everyone. My name is MN. Sihanas, and I’m here to present my project proposal on 'NLP-Based Text Summarization to Retrieve Efficient Data.' This project focuses on using natural language processing techniques to summarize large volumes of text into concise summaries, making it easier to extract key insights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a:t>
            </a:fld>
            <a:endParaRPr lang="en-US"/>
          </a:p>
        </p:txBody>
      </p:sp>
    </p:spTree>
    <p:extLst>
      <p:ext uri="{BB962C8B-B14F-4D97-AF65-F5344CB8AC3E}">
        <p14:creationId xmlns:p14="http://schemas.microsoft.com/office/powerpoint/2010/main" val="3208110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Here’s the outline of today’s presentation. I will walk you through the background and objectives of the project, the tools and datasets I’ll be using, the project timeline, and the evaluation plan, followed by a discussion of the limitations and conclusion</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a:t>
            </a:fld>
            <a:endParaRPr lang="en-US"/>
          </a:p>
        </p:txBody>
      </p:sp>
    </p:spTree>
    <p:extLst>
      <p:ext uri="{BB962C8B-B14F-4D97-AF65-F5344CB8AC3E}">
        <p14:creationId xmlns:p14="http://schemas.microsoft.com/office/powerpoint/2010/main" val="25000697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In today’s world, we are constantly overwhelmed by the sheer amount of text generated online—from news articles to research papers. Manually processing this information is time-consuming and inefficient. This project aims to automate the summarization process using NLP techniques to create concise summaries, making it easier to access important insights quickly</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4</a:t>
            </a:fld>
            <a:endParaRPr lang="en-US"/>
          </a:p>
        </p:txBody>
      </p:sp>
    </p:spTree>
    <p:extLst>
      <p:ext uri="{BB962C8B-B14F-4D97-AF65-F5344CB8AC3E}">
        <p14:creationId xmlns:p14="http://schemas.microsoft.com/office/powerpoint/2010/main" val="2062347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My goal with this project is to develop a text summarization model that efficiently reduces lengthy text into shorter, coherent summaries. The system will apply both extractive and abstractive summarization techniques, which I will explain in the next slides. This will be useful in fields like journalism, research, and business, where quick access to information is essential.</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6</a:t>
            </a:fld>
            <a:endParaRPr lang="en-US"/>
          </a:p>
        </p:txBody>
      </p:sp>
    </p:spTree>
    <p:extLst>
      <p:ext uri="{BB962C8B-B14F-4D97-AF65-F5344CB8AC3E}">
        <p14:creationId xmlns:p14="http://schemas.microsoft.com/office/powerpoint/2010/main" val="567870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My objectives are straightforward:</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First, to gain hands-on experience with both extractive and abstractive summarization techniques.</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Second, to improve my understanding of how NLP models work and how they can be applied to real-world tasks.</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Third, to contribute to the growing need for tools that help in processing large volumes of data efficiently.</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Lastly, I aim to address the problem of information overload, where users need to sift through large texts to get key insights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8</a:t>
            </a:fld>
            <a:endParaRPr lang="en-US"/>
          </a:p>
        </p:txBody>
      </p:sp>
    </p:spTree>
    <p:extLst>
      <p:ext uri="{BB962C8B-B14F-4D97-AF65-F5344CB8AC3E}">
        <p14:creationId xmlns:p14="http://schemas.microsoft.com/office/powerpoint/2010/main" val="1206317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I reviewed several studies to guide my approach. For example, Zhang et al. (2019) implemented a transfer learning-based summarization model using pre-trained language models, while Cheng and Lapata (2016) explored neural networks for sentence generation. These studies help inform my decision to use Both models. They have shown excellent performance in understanding and generating text, making them suitable for summarization</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10</a:t>
            </a:fld>
            <a:endParaRPr lang="en-US"/>
          </a:p>
        </p:txBody>
      </p:sp>
    </p:spTree>
    <p:extLst>
      <p:ext uri="{BB962C8B-B14F-4D97-AF65-F5344CB8AC3E}">
        <p14:creationId xmlns:p14="http://schemas.microsoft.com/office/powerpoint/2010/main" val="1135859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This slide shows the top-level architecture for the system I plan to build. Let me walk you through the process step by step, explaining the tools I’ll be using for each part:</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Raw Dataset Ingestion</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I’ll begin by loading the Kaggle News Summary Dataset. For this, I’ll use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Pandas</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 Python library, to manage and explore the dataset.</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Preprocessing</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In this step, I’ll clean the data by removing unnecessary symbols, stop words, and special characters. I’ll also perform tokenization, stemming, and lemmatization to normalize the text. For this, I’ll rely on tools like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NLTK.</a:t>
            </a:r>
            <a:endParaRPr lang="en-US" sz="1800" kern="100" dirty="0">
              <a:effectLst/>
              <a:latin typeface="Aptos" panose="020B00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Model Training</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For training the model, I’ll use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Transformer</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from Hugging Face, specifically for extractive summarization and abstractive summarization. These models will be fine-tuned on the preprocessed dataset using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TensorFlow</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to optimize their performance.</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Model Evaluation</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Once the models are trained, I’ll evaluate their performance using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ROUGE</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metrics. ROUGE-N will measure n-gram overlap between the generated summary and the reference summary, and ROUGE-L will evaluate sentence-level coherence.</a:t>
            </a:r>
          </a:p>
          <a:p>
            <a:pPr marL="342900" marR="0" lvl="0" indent="-342900">
              <a:lnSpc>
                <a:spcPct val="115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Interface Development</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I’ll develop a user-friendly interface using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Streamlit</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This will allow users to input their text directly and get a summary in real-time. Streamlit is simple to use and integrates well with the Python environment, making it ideal for this project.</a:t>
            </a:r>
          </a:p>
          <a:p>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Text Input and Summarized Output</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The final step involves the user providing the input text, which will be processed through the model, and the summarized output will be displayed on the interface using Streamlit.</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12</a:t>
            </a:fld>
            <a:endParaRPr lang="en-US"/>
          </a:p>
        </p:txBody>
      </p:sp>
    </p:spTree>
    <p:extLst>
      <p:ext uri="{BB962C8B-B14F-4D97-AF65-F5344CB8AC3E}">
        <p14:creationId xmlns:p14="http://schemas.microsoft.com/office/powerpoint/2010/main" val="1817070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The tools I plan to use are key to the success of this project.</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Python</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will serve as the main programming language.</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NLTK</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and  will handle preprocessing tasks like tokenization and text cleaning.</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Transformers from Hugging Face</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will be used to build the model, which I’ll fine-tune for summarization.</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TensorFlow</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will be used for model training and optimization.</a:t>
            </a:r>
          </a:p>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Lastly, I’ll develop a user-friendly interface using </a:t>
            </a:r>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Streamlit</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which is perfect for quick prototyping and interaction with the summarization tool</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14</a:t>
            </a:fld>
            <a:endParaRPr lang="en-US"/>
          </a:p>
        </p:txBody>
      </p:sp>
    </p:spTree>
    <p:extLst>
      <p:ext uri="{BB962C8B-B14F-4D97-AF65-F5344CB8AC3E}">
        <p14:creationId xmlns:p14="http://schemas.microsoft.com/office/powerpoint/2010/main" val="3723824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I’ve chosen the </a:t>
            </a:r>
            <a:r>
              <a:rPr lang="en-US" sz="1800" b="1" kern="100" dirty="0">
                <a:effectLst/>
                <a:latin typeface="Aptos" panose="020B0004020202020204" pitchFamily="34" charset="0"/>
                <a:ea typeface="Times New Roman" panose="02020603050405020304" pitchFamily="18" charset="0"/>
                <a:cs typeface="Times New Roman" panose="02020603050405020304" pitchFamily="18" charset="0"/>
              </a:rPr>
              <a:t>Kaggle News Summary Dataset</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for this project. Here’s why:</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It provides concise summaries that are ideal for training an abstractive summarization model.</a:t>
            </a:r>
          </a:p>
          <a:p>
            <a:pPr marL="342900" marR="0" lvl="0" indent="-342900">
              <a:lnSpc>
                <a:spcPct val="115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The dataset covers a wide range of topics, helping the model generalize better.</a:t>
            </a:r>
          </a:p>
          <a:p>
            <a:pPr marL="285750" indent="-285750">
              <a:buFont typeface="Arial" panose="020B0604020202020204" pitchFamily="34" charset="0"/>
              <a:buChar char="•"/>
            </a:pPr>
            <a:r>
              <a:rPr lang="en-US" sz="1800" dirty="0">
                <a:effectLst/>
                <a:latin typeface="Aptos" panose="020B0004020202020204" pitchFamily="34" charset="0"/>
                <a:ea typeface="Times New Roman" panose="02020603050405020304" pitchFamily="18" charset="0"/>
                <a:cs typeface="Times New Roman" panose="02020603050405020304" pitchFamily="18" charset="0"/>
              </a:rPr>
              <a:t>The data is clean and well-formatted, reducing the amount of preprocessing needed, which allows me to focus more on model development.</a:t>
            </a:r>
            <a:br>
              <a:rPr lang="en-US" sz="1800" dirty="0">
                <a:effectLst/>
                <a:latin typeface="Aptos" panose="020B0004020202020204" pitchFamily="34" charset="0"/>
                <a:ea typeface="Times New Roman" panose="02020603050405020304" pitchFamily="18" charset="0"/>
                <a:cs typeface="Times New Roman" panose="02020603050405020304" pitchFamily="18" charset="0"/>
              </a:rPr>
            </a:br>
            <a:r>
              <a:rPr lang="en-US" sz="1800" dirty="0">
                <a:effectLst/>
                <a:latin typeface="Aptos" panose="020B0004020202020204" pitchFamily="34" charset="0"/>
                <a:ea typeface="Times New Roman" panose="02020603050405020304" pitchFamily="18" charset="0"/>
                <a:cs typeface="Times New Roman" panose="02020603050405020304" pitchFamily="18" charset="0"/>
              </a:rPr>
              <a:t>This dataset will serve as the core training material for the summarization models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16</a:t>
            </a:fld>
            <a:endParaRPr lang="en-US"/>
          </a:p>
        </p:txBody>
      </p:sp>
    </p:spTree>
    <p:extLst>
      <p:ext uri="{BB962C8B-B14F-4D97-AF65-F5344CB8AC3E}">
        <p14:creationId xmlns:p14="http://schemas.microsoft.com/office/powerpoint/2010/main" val="885365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This Gantt chart outlines my 10-week project timeline. The first two weeks will focus on data collection and preprocessing, followed by model training over the next five weeks. The final three weeks will be spent on testing, interface development, and finalizing the report. Each phase is designed to ensure steady progress without rushing any critical steps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18</a:t>
            </a:fld>
            <a:endParaRPr lang="en-US"/>
          </a:p>
        </p:txBody>
      </p:sp>
    </p:spTree>
    <p:extLst>
      <p:ext uri="{BB962C8B-B14F-4D97-AF65-F5344CB8AC3E}">
        <p14:creationId xmlns:p14="http://schemas.microsoft.com/office/powerpoint/2010/main" val="614249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The estimated budget for this project is 11,500 LKR, which covers electricity, hardware, and internet costs. To keep expenses low, I will rely on free and open-source tools, such as TensorFlow and Hugging Face Transformers, and use cloud resources like Google </a:t>
            </a:r>
            <a:r>
              <a:rPr lang="en-US" sz="1800" dirty="0" err="1">
                <a:effectLst/>
                <a:latin typeface="Aptos" panose="020B0004020202020204" pitchFamily="34" charset="0"/>
                <a:ea typeface="Times New Roman" panose="02020603050405020304" pitchFamily="18" charset="0"/>
                <a:cs typeface="Times New Roman" panose="02020603050405020304" pitchFamily="18" charset="0"/>
              </a:rPr>
              <a:t>Colab</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for training models.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20</a:t>
            </a:fld>
            <a:endParaRPr lang="en-US"/>
          </a:p>
        </p:txBody>
      </p:sp>
    </p:spTree>
    <p:extLst>
      <p:ext uri="{BB962C8B-B14F-4D97-AF65-F5344CB8AC3E}">
        <p14:creationId xmlns:p14="http://schemas.microsoft.com/office/powerpoint/2010/main" val="4068468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I plan to evaluate the model using </a:t>
            </a:r>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ROUGE metrics</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specifically ROUGE-N and ROUGE-L, which are standard for summarization tasks. ROUGE-N will assess n-gram overlap, while ROUGE-L will evaluate sentence fluency</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22</a:t>
            </a:fld>
            <a:endParaRPr lang="en-US"/>
          </a:p>
        </p:txBody>
      </p:sp>
    </p:spTree>
    <p:extLst>
      <p:ext uri="{BB962C8B-B14F-4D97-AF65-F5344CB8AC3E}">
        <p14:creationId xmlns:p14="http://schemas.microsoft.com/office/powerpoint/2010/main" val="4217458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I will also calculate the </a:t>
            </a:r>
            <a:r>
              <a:rPr lang="en-US" sz="1800" b="1" dirty="0">
                <a:effectLst/>
                <a:latin typeface="Aptos" panose="020B0004020202020204" pitchFamily="34" charset="0"/>
                <a:ea typeface="Times New Roman" panose="02020603050405020304" pitchFamily="18" charset="0"/>
                <a:cs typeface="Times New Roman" panose="02020603050405020304" pitchFamily="18" charset="0"/>
              </a:rPr>
              <a:t>F1 score</a:t>
            </a:r>
            <a:r>
              <a:rPr lang="en-US" sz="1800" dirty="0">
                <a:effectLst/>
                <a:latin typeface="Aptos" panose="020B0004020202020204" pitchFamily="34" charset="0"/>
                <a:ea typeface="Times New Roman" panose="02020603050405020304" pitchFamily="18" charset="0"/>
                <a:cs typeface="Times New Roman" panose="02020603050405020304" pitchFamily="18" charset="0"/>
              </a:rPr>
              <a:t> to balance precision and recall, ensuring the model provides accurate and relevant summaries. Based on these metrics, I will adjust the model as needed</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23</a:t>
            </a:fld>
            <a:endParaRPr lang="en-US"/>
          </a:p>
        </p:txBody>
      </p:sp>
    </p:spTree>
    <p:extLst>
      <p:ext uri="{BB962C8B-B14F-4D97-AF65-F5344CB8AC3E}">
        <p14:creationId xmlns:p14="http://schemas.microsoft.com/office/powerpoint/2010/main" val="3708135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Like any project, this one comes with limitations. The main challenges include limited computational resources, which may restrict the depth of model training, and a tight timeline, which may limit the extent of experimentation. Budget constraints also prevent access to premium cloud resources, so I’ll be working within these limitations</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25</a:t>
            </a:fld>
            <a:endParaRPr lang="en-US"/>
          </a:p>
        </p:txBody>
      </p:sp>
    </p:spTree>
    <p:extLst>
      <p:ext uri="{BB962C8B-B14F-4D97-AF65-F5344CB8AC3E}">
        <p14:creationId xmlns:p14="http://schemas.microsoft.com/office/powerpoint/2010/main" val="23358444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In conclusion, this project will leverage state-of-the-art NLP techniques to develop a summarization tool that can automatically condense large texts into shorter, more readable summaries. I aim to build a system that improves information retrieval and saves time for users. Moving forward, I will focus on improving model accuracy and addressing any challenges that arise</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28</a:t>
            </a:fld>
            <a:endParaRPr lang="en-US"/>
          </a:p>
        </p:txBody>
      </p:sp>
    </p:spTree>
    <p:extLst>
      <p:ext uri="{BB962C8B-B14F-4D97-AF65-F5344CB8AC3E}">
        <p14:creationId xmlns:p14="http://schemas.microsoft.com/office/powerpoint/2010/main" val="167519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Times New Roman" panose="02020603050405020304" pitchFamily="18" charset="0"/>
                <a:cs typeface="Times New Roman" panose="02020603050405020304" pitchFamily="18" charset="0"/>
              </a:rPr>
              <a:t>Thank you for your attention. I’m happy to answer any questions you may have about my project proposal</a:t>
            </a:r>
            <a:endParaRPr lang="en-US" dirty="0"/>
          </a:p>
        </p:txBody>
      </p:sp>
      <p:sp>
        <p:nvSpPr>
          <p:cNvPr id="4" name="Slide Number Placeholder 3"/>
          <p:cNvSpPr>
            <a:spLocks noGrp="1"/>
          </p:cNvSpPr>
          <p:nvPr>
            <p:ph type="sldNum" sz="quarter" idx="5"/>
          </p:nvPr>
        </p:nvSpPr>
        <p:spPr/>
        <p:txBody>
          <a:bodyPr/>
          <a:lstStyle/>
          <a:p>
            <a:fld id="{5EBB0495-2115-43AA-BA4C-17B1B018F6D0}" type="slidenum">
              <a:rPr lang="en-US" smtClean="0"/>
              <a:t>29</a:t>
            </a:fld>
            <a:endParaRPr lang="en-US"/>
          </a:p>
        </p:txBody>
      </p:sp>
    </p:spTree>
    <p:extLst>
      <p:ext uri="{BB962C8B-B14F-4D97-AF65-F5344CB8AC3E}">
        <p14:creationId xmlns:p14="http://schemas.microsoft.com/office/powerpoint/2010/main" val="2825972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2205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894670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E1D71B-C944-40CB-9225-EA433BB07F45}"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27895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058ECA-02C5-4D99-AFFD-84EA363A536D}"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420699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4073E0-3DBC-4BAA-84B9-0F85CC501F88}" type="datetime1">
              <a:rPr lang="en-US" smtClean="0"/>
              <a:t>10/3/2024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222906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9C761F-A406-4505-8459-B97881E80F0E}" type="datetime1">
              <a:rPr lang="en-US" smtClean="0"/>
              <a:t>10/3/2024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64015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0DCC-C7A3-4DC1-8DCD-1C5B33BCF6DA}" type="datetime1">
              <a:rPr lang="en-US" smtClean="0"/>
              <a:t>10/3/2024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19535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ACD9E2-7770-43EB-8701-2490B377D92A}"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998189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91ED9B-92CF-4B2F-A610-74DC6EFE6E8B}" type="datetime1">
              <a:rPr lang="en-US" smtClean="0"/>
              <a:t>10/3/2024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1137048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EA9613B-0BA2-4A64-A532-F6C966C6DF40}"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376925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744F18-9DB9-4BF6-A25D-A0C007A942DF}" type="datetime1">
              <a:rPr lang="en-US" smtClean="0"/>
              <a:t>10/3/2024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A9502-7A70-47B0-BD1F-E2BBA2404010}" type="slidenum">
              <a:rPr lang="en-US" smtClean="0"/>
              <a:t>‹#›</a:t>
            </a:fld>
            <a:endParaRPr lang="en-US"/>
          </a:p>
        </p:txBody>
      </p:sp>
    </p:spTree>
    <p:extLst>
      <p:ext uri="{BB962C8B-B14F-4D97-AF65-F5344CB8AC3E}">
        <p14:creationId xmlns:p14="http://schemas.microsoft.com/office/powerpoint/2010/main" val="3524196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D33C8A-7B11-4C95-B8FE-DA0F896160D6}" type="datetime1">
              <a:rPr lang="en-US" smtClean="0"/>
              <a:t>10/3/2024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FA9502-7A70-47B0-BD1F-E2BBA2404010}" type="slidenum">
              <a:rPr lang="en-US" smtClean="0"/>
              <a:t>‹#›</a:t>
            </a:fld>
            <a:endParaRPr lang="en-US"/>
          </a:p>
        </p:txBody>
      </p:sp>
    </p:spTree>
    <p:extLst>
      <p:ext uri="{BB962C8B-B14F-4D97-AF65-F5344CB8AC3E}">
        <p14:creationId xmlns:p14="http://schemas.microsoft.com/office/powerpoint/2010/main" val="4097400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6837" y="563418"/>
            <a:ext cx="9984508" cy="1921163"/>
          </a:xfrm>
        </p:spPr>
        <p:txBody>
          <a:bodyPr>
            <a:normAutofit/>
          </a:bodyPr>
          <a:lstStyle/>
          <a:p>
            <a:r>
              <a:rPr lang="en-US" sz="5400" dirty="0"/>
              <a:t>NLP based Text Summarization to retrieve efficient data</a:t>
            </a:r>
          </a:p>
        </p:txBody>
      </p:sp>
      <p:sp>
        <p:nvSpPr>
          <p:cNvPr id="4" name="Date Placeholder 3"/>
          <p:cNvSpPr>
            <a:spLocks noGrp="1"/>
          </p:cNvSpPr>
          <p:nvPr>
            <p:ph type="dt" sz="half" idx="10"/>
          </p:nvPr>
        </p:nvSpPr>
        <p:spPr/>
        <p:txBody>
          <a:bodyPr/>
          <a:lstStyle/>
          <a:p>
            <a:fld id="{4AC05905-566F-4D77-AB2B-760164113BC0}" type="datetime1">
              <a:rPr lang="en-US" smtClean="0"/>
              <a:t>10/3/2024</a:t>
            </a:fld>
            <a:endParaRPr lang="en-US" dirty="0"/>
          </a:p>
        </p:txBody>
      </p:sp>
      <p:sp>
        <p:nvSpPr>
          <p:cNvPr id="5" name="Footer Placeholder 4"/>
          <p:cNvSpPr>
            <a:spLocks noGrp="1"/>
          </p:cNvSpPr>
          <p:nvPr>
            <p:ph type="ftr" sz="quarter" idx="11"/>
          </p:nvPr>
        </p:nvSpPr>
        <p:spPr/>
        <p:txBody>
          <a:bodyPr/>
          <a:lstStyle/>
          <a:p>
            <a:r>
              <a:rPr lang="en-US" dirty="0"/>
              <a:t>PCP</a:t>
            </a:r>
          </a:p>
        </p:txBody>
      </p:sp>
      <p:sp>
        <p:nvSpPr>
          <p:cNvPr id="6" name="Slide Number Placeholder 5"/>
          <p:cNvSpPr>
            <a:spLocks noGrp="1"/>
          </p:cNvSpPr>
          <p:nvPr>
            <p:ph type="sldNum" sz="quarter" idx="12"/>
          </p:nvPr>
        </p:nvSpPr>
        <p:spPr/>
        <p:txBody>
          <a:bodyPr/>
          <a:lstStyle/>
          <a:p>
            <a:fld id="{67FA9502-7A70-47B0-BD1F-E2BBA2404010}" type="slidenum">
              <a:rPr lang="en-US" smtClean="0"/>
              <a:t>1</a:t>
            </a:fld>
            <a:endParaRPr lang="en-US"/>
          </a:p>
        </p:txBody>
      </p:sp>
      <p:sp>
        <p:nvSpPr>
          <p:cNvPr id="7" name="Google Shape;286;p26"/>
          <p:cNvSpPr txBox="1">
            <a:spLocks noGrp="1"/>
          </p:cNvSpPr>
          <p:nvPr>
            <p:ph type="subTitle" idx="1"/>
          </p:nvPr>
        </p:nvSpPr>
        <p:spPr>
          <a:xfrm>
            <a:off x="424872" y="4935504"/>
            <a:ext cx="5143512" cy="12673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 MN. SIHANAS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Supervisor: MRS. ALF. SAJEETHA</a:t>
            </a:r>
            <a:endParaRPr dirty="0"/>
          </a:p>
        </p:txBody>
      </p:sp>
      <p:pic>
        <p:nvPicPr>
          <p:cNvPr id="10"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0773" y="5122942"/>
            <a:ext cx="1973027" cy="1079887"/>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6;p26">
            <a:extLst>
              <a:ext uri="{FF2B5EF4-FFF2-40B4-BE49-F238E27FC236}">
                <a16:creationId xmlns:a16="http://schemas.microsoft.com/office/drawing/2014/main" id="{0A780991-E5A6-7C22-165E-954CFE5E63B7}"/>
              </a:ext>
            </a:extLst>
          </p:cNvPr>
          <p:cNvSpPr txBox="1">
            <a:spLocks/>
          </p:cNvSpPr>
          <p:nvPr/>
        </p:nvSpPr>
        <p:spPr>
          <a:xfrm>
            <a:off x="2521527" y="2561724"/>
            <a:ext cx="7148946" cy="118976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GB" i="1" dirty="0"/>
              <a:t>“In an age of overwhelming information, text summarization helps extract key insights efficiently.”</a:t>
            </a:r>
          </a:p>
        </p:txBody>
      </p:sp>
    </p:spTree>
    <p:extLst>
      <p:ext uri="{BB962C8B-B14F-4D97-AF65-F5344CB8AC3E}">
        <p14:creationId xmlns:p14="http://schemas.microsoft.com/office/powerpoint/2010/main" val="93276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3"/>
            <a:ext cx="10515600" cy="871538"/>
          </a:xfrm>
        </p:spPr>
        <p:txBody>
          <a:bodyPr>
            <a:normAutofit fontScale="90000"/>
          </a:bodyPr>
          <a:lstStyle/>
          <a:p>
            <a:pPr lvl="0"/>
            <a:br>
              <a:rPr lang="en-US" dirty="0"/>
            </a:br>
            <a:r>
              <a:rPr lang="en-US" dirty="0"/>
              <a:t>Table of contents</a:t>
            </a:r>
            <a:br>
              <a:rPr lang="en-US" dirty="0"/>
            </a:br>
            <a:endParaRPr lang="en-US" dirty="0"/>
          </a:p>
        </p:txBody>
      </p:sp>
      <p:sp>
        <p:nvSpPr>
          <p:cNvPr id="3" name="Content Placeholder 2"/>
          <p:cNvSpPr>
            <a:spLocks noGrp="1"/>
          </p:cNvSpPr>
          <p:nvPr>
            <p:ph idx="1"/>
          </p:nvPr>
        </p:nvSpPr>
        <p:spPr>
          <a:xfrm>
            <a:off x="838200" y="1274618"/>
            <a:ext cx="10515600" cy="5218546"/>
          </a:xfrm>
        </p:spPr>
        <p:txBody>
          <a:bodyPr>
            <a:normAutofit fontScale="85000" lnSpcReduction="20000"/>
          </a:bodyPr>
          <a:lstStyle/>
          <a:p>
            <a:pPr marL="514350" lvl="0" indent="-514350">
              <a:buFont typeface="+mj-lt"/>
              <a:buAutoNum type="arabicPeriod"/>
            </a:pPr>
            <a:r>
              <a:rPr lang="en-US" dirty="0"/>
              <a:t>Background Information</a:t>
            </a:r>
          </a:p>
          <a:p>
            <a:pPr marL="514350" lvl="0" indent="-514350">
              <a:buFont typeface="+mj-lt"/>
              <a:buAutoNum type="arabicPeriod"/>
            </a:pPr>
            <a:r>
              <a:rPr lang="en-US" dirty="0"/>
              <a:t>Introduction</a:t>
            </a:r>
          </a:p>
          <a:p>
            <a:pPr marL="514350" indent="-514350">
              <a:buFont typeface="+mj-lt"/>
              <a:buAutoNum type="arabicPeriod"/>
            </a:pPr>
            <a:r>
              <a:rPr lang="en-US" dirty="0"/>
              <a:t>Project Objectives</a:t>
            </a:r>
          </a:p>
          <a:p>
            <a:pPr marL="514350" lvl="0" indent="-514350">
              <a:buFont typeface="+mj-lt"/>
              <a:buAutoNum type="arabicPeriod"/>
            </a:pPr>
            <a:r>
              <a:rPr lang="en-US" dirty="0"/>
              <a:t>Literature Review</a:t>
            </a:r>
          </a:p>
          <a:p>
            <a:pPr marL="514350" lvl="0" indent="-514350">
              <a:buFont typeface="+mj-lt"/>
              <a:buAutoNum type="arabicPeriod"/>
            </a:pPr>
            <a:r>
              <a:rPr lang="en-US" dirty="0"/>
              <a:t>Top Level Architecture</a:t>
            </a:r>
          </a:p>
          <a:p>
            <a:pPr marL="514350" lvl="0" indent="-514350">
              <a:buFont typeface="+mj-lt"/>
              <a:buAutoNum type="arabicPeriod"/>
            </a:pPr>
            <a:r>
              <a:rPr lang="en-US" dirty="0"/>
              <a:t>Tools &amp; Technologies</a:t>
            </a:r>
          </a:p>
          <a:p>
            <a:pPr marL="514350" lvl="0" indent="-514350">
              <a:buFont typeface="+mj-lt"/>
              <a:buAutoNum type="arabicPeriod"/>
            </a:pPr>
            <a:r>
              <a:rPr lang="en-US" dirty="0"/>
              <a:t>Datasets</a:t>
            </a:r>
          </a:p>
          <a:p>
            <a:pPr marL="514350" lvl="0" indent="-514350">
              <a:buFont typeface="+mj-lt"/>
              <a:buAutoNum type="arabicPeriod"/>
            </a:pPr>
            <a:r>
              <a:rPr lang="en-US" dirty="0"/>
              <a:t>Timeline</a:t>
            </a:r>
          </a:p>
          <a:p>
            <a:pPr marL="514350" lvl="0" indent="-514350">
              <a:buFont typeface="+mj-lt"/>
              <a:buAutoNum type="arabicPeriod"/>
            </a:pPr>
            <a:r>
              <a:rPr lang="en-US" dirty="0"/>
              <a:t>Tentative Budget</a:t>
            </a:r>
          </a:p>
          <a:p>
            <a:pPr marL="514350" lvl="0" indent="-514350">
              <a:buFont typeface="+mj-lt"/>
              <a:buAutoNum type="arabicPeriod"/>
            </a:pPr>
            <a:r>
              <a:rPr lang="en-US" dirty="0"/>
              <a:t>Evaluation Plan</a:t>
            </a:r>
          </a:p>
          <a:p>
            <a:pPr marL="514350" lvl="0" indent="-514350">
              <a:buFont typeface="+mj-lt"/>
              <a:buAutoNum type="arabicPeriod"/>
            </a:pPr>
            <a:r>
              <a:rPr lang="en-US" dirty="0"/>
              <a:t>Limitations</a:t>
            </a:r>
          </a:p>
          <a:p>
            <a:pPr marL="514350" lvl="0" indent="-514350">
              <a:buFont typeface="+mj-lt"/>
              <a:buAutoNum type="arabicPeriod"/>
            </a:pPr>
            <a:r>
              <a:rPr lang="en-US" dirty="0"/>
              <a:t>References</a:t>
            </a:r>
          </a:p>
          <a:p>
            <a:pPr marL="514350" lvl="0" indent="-514350">
              <a:buFont typeface="+mj-lt"/>
              <a:buAutoNum type="arabicPeriod"/>
            </a:pPr>
            <a:r>
              <a:rPr lang="en-US" dirty="0"/>
              <a:t>Conclusion</a:t>
            </a:r>
          </a:p>
          <a:p>
            <a:endParaRPr lang="en-US" dirty="0"/>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a:t>
            </a:fld>
            <a:endParaRPr lang="en-US"/>
          </a:p>
        </p:txBody>
      </p:sp>
    </p:spTree>
    <p:extLst>
      <p:ext uri="{BB962C8B-B14F-4D97-AF65-F5344CB8AC3E}">
        <p14:creationId xmlns:p14="http://schemas.microsoft.com/office/powerpoint/2010/main" val="89143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01. </a:t>
            </a:r>
            <a:r>
              <a:rPr lang="en-US" dirty="0"/>
              <a:t>Background Information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3</a:t>
            </a:fld>
            <a:endParaRPr lang="en-US"/>
          </a:p>
        </p:txBody>
      </p:sp>
    </p:spTree>
    <p:extLst>
      <p:ext uri="{BB962C8B-B14F-4D97-AF65-F5344CB8AC3E}">
        <p14:creationId xmlns:p14="http://schemas.microsoft.com/office/powerpoint/2010/main" val="1625561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4</a:t>
            </a:fld>
            <a:endParaRPr lang="en-US"/>
          </a:p>
        </p:txBody>
      </p:sp>
      <p:sp>
        <p:nvSpPr>
          <p:cNvPr id="3" name="Google Shape;286;p26">
            <a:extLst>
              <a:ext uri="{FF2B5EF4-FFF2-40B4-BE49-F238E27FC236}">
                <a16:creationId xmlns:a16="http://schemas.microsoft.com/office/drawing/2014/main" id="{0EBE4CCC-C2A9-8BCF-FCF5-9DCFB4A2E67E}"/>
              </a:ext>
            </a:extLst>
          </p:cNvPr>
          <p:cNvSpPr txBox="1">
            <a:spLocks noGrp="1"/>
          </p:cNvSpPr>
          <p:nvPr>
            <p:ph type="subTitle" idx="1"/>
          </p:nvPr>
        </p:nvSpPr>
        <p:spPr>
          <a:xfrm>
            <a:off x="951345" y="210527"/>
            <a:ext cx="10289310" cy="2352676"/>
          </a:xfrm>
          <a:prstGeom prst="rect">
            <a:avLst/>
          </a:prstGeom>
        </p:spPr>
        <p:txBody>
          <a:bodyPr spcFirstLastPara="1" wrap="square" lIns="91425" tIns="91425" rIns="91425" bIns="91425" anchor="t" anchorCtr="0">
            <a:noAutofit/>
          </a:bodyPr>
          <a:lstStyle/>
          <a:p>
            <a:pPr algn="l">
              <a:lnSpc>
                <a:spcPct val="100000"/>
              </a:lnSpc>
              <a:spcBef>
                <a:spcPts val="0"/>
              </a:spcBef>
            </a:pPr>
            <a:r>
              <a:rPr lang="en-GB" sz="2800" b="1" dirty="0"/>
              <a:t>About Text Summarization:</a:t>
            </a:r>
            <a:endParaRPr lang="en-GB" sz="2800" dirty="0"/>
          </a:p>
          <a:p>
            <a:pPr marL="0" lvl="0" indent="0" algn="l" rtl="0">
              <a:lnSpc>
                <a:spcPct val="100000"/>
              </a:lnSpc>
              <a:spcBef>
                <a:spcPts val="0"/>
              </a:spcBef>
              <a:spcAft>
                <a:spcPts val="0"/>
              </a:spcAft>
              <a:buNone/>
            </a:pPr>
            <a:r>
              <a:rPr lang="en-GB" dirty="0"/>
              <a:t>With the overwhelming amount of information available today, it's difficult to process large texts efficiently. My summarization project addresses this by developing extractive and abstractive techniques to quickly distill key insights from text. This project will enhance my skills in NLP and AI, while helping users save time and access essential information more easily.</a:t>
            </a:r>
            <a:endParaRPr lang="en-US" dirty="0"/>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951345" y="2563203"/>
            <a:ext cx="10289310" cy="379314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sz="2800" b="1" dirty="0"/>
              <a:t>Importance:</a:t>
            </a:r>
            <a:endParaRPr lang="en-GB" sz="2800" dirty="0"/>
          </a:p>
          <a:p>
            <a:pPr marL="342900" indent="-342900" algn="l">
              <a:lnSpc>
                <a:spcPct val="100000"/>
              </a:lnSpc>
              <a:buFont typeface="Arial" panose="020B0604020202020204" pitchFamily="34" charset="0"/>
              <a:buChar char="•"/>
            </a:pPr>
            <a:r>
              <a:rPr lang="en-GB" dirty="0"/>
              <a:t>Time-Saving: Reduces the time needed to understand lengthy documents, allowing users to grasp key points quickly.</a:t>
            </a:r>
          </a:p>
          <a:p>
            <a:pPr marL="342900" indent="-342900" algn="l">
              <a:lnSpc>
                <a:spcPct val="100000"/>
              </a:lnSpc>
              <a:buFont typeface="Arial" panose="020B0604020202020204" pitchFamily="34" charset="0"/>
              <a:buChar char="•"/>
            </a:pPr>
            <a:r>
              <a:rPr lang="en-GB" dirty="0"/>
              <a:t>Improved Information Retrieval: Enhances the ability to find relevant information in vast datasets, supporting decision-making processes in various fields, from academia to business.</a:t>
            </a:r>
          </a:p>
          <a:p>
            <a:pPr marL="342900" indent="-342900" algn="l">
              <a:lnSpc>
                <a:spcPct val="100000"/>
              </a:lnSpc>
              <a:buFont typeface="Arial" panose="020B0604020202020204" pitchFamily="34" charset="0"/>
              <a:buChar char="•"/>
            </a:pPr>
            <a:r>
              <a:rPr lang="en-GB" dirty="0"/>
              <a:t>Accessibility: Makes complex information more digestible for users, improving knowledge sharing across diverse audiences.</a:t>
            </a:r>
          </a:p>
          <a:p>
            <a:pPr algn="l">
              <a:lnSpc>
                <a:spcPct val="100000"/>
              </a:lnSpc>
              <a:buFont typeface="Arial" panose="020B0604020202020204" pitchFamily="34" charset="0"/>
              <a:buChar char="•"/>
            </a:pPr>
            <a:endParaRPr lang="en-GB" dirty="0"/>
          </a:p>
        </p:txBody>
      </p:sp>
    </p:spTree>
    <p:extLst>
      <p:ext uri="{BB962C8B-B14F-4D97-AF65-F5344CB8AC3E}">
        <p14:creationId xmlns:p14="http://schemas.microsoft.com/office/powerpoint/2010/main" val="131947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02. </a:t>
            </a:r>
            <a:r>
              <a:rPr lang="en-US" dirty="0"/>
              <a:t>Introduction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5</a:t>
            </a:fld>
            <a:endParaRPr lang="en-US"/>
          </a:p>
        </p:txBody>
      </p:sp>
    </p:spTree>
    <p:extLst>
      <p:ext uri="{BB962C8B-B14F-4D97-AF65-F5344CB8AC3E}">
        <p14:creationId xmlns:p14="http://schemas.microsoft.com/office/powerpoint/2010/main" val="81126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dirty="0"/>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6</a:t>
            </a:fld>
            <a:endParaRPr lang="en-US"/>
          </a:p>
        </p:txBody>
      </p:sp>
      <p:sp>
        <p:nvSpPr>
          <p:cNvPr id="8" name="Google Shape;286;p26">
            <a:extLst>
              <a:ext uri="{FF2B5EF4-FFF2-40B4-BE49-F238E27FC236}">
                <a16:creationId xmlns:a16="http://schemas.microsoft.com/office/drawing/2014/main" id="{D540D9C5-63BD-87DD-A593-5C7AEB55E9F5}"/>
              </a:ext>
            </a:extLst>
          </p:cNvPr>
          <p:cNvSpPr txBox="1">
            <a:spLocks/>
          </p:cNvSpPr>
          <p:nvPr/>
        </p:nvSpPr>
        <p:spPr>
          <a:xfrm>
            <a:off x="674254" y="655782"/>
            <a:ext cx="10289310" cy="2964873"/>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pPr>
            <a:r>
              <a:rPr lang="en-GB" dirty="0"/>
              <a:t>In today's fast-paced digital world, massive amounts of text data are generated every day. Text summarization is an essential tool that condenses large bodies of text into shorter, meaningful summaries, helping users extract key insights quickly. This project focuses on developing a text summarization model that efficiently summarizes textual data, improving information retrieval and decision-making processes.</a:t>
            </a:r>
          </a:p>
        </p:txBody>
      </p:sp>
    </p:spTree>
    <p:extLst>
      <p:ext uri="{BB962C8B-B14F-4D97-AF65-F5344CB8AC3E}">
        <p14:creationId xmlns:p14="http://schemas.microsoft.com/office/powerpoint/2010/main" val="1162202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03. </a:t>
            </a:r>
            <a:r>
              <a:rPr lang="en-US" dirty="0"/>
              <a:t>Project Objectives</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7</a:t>
            </a:fld>
            <a:endParaRPr lang="en-US"/>
          </a:p>
        </p:txBody>
      </p:sp>
    </p:spTree>
    <p:extLst>
      <p:ext uri="{BB962C8B-B14F-4D97-AF65-F5344CB8AC3E}">
        <p14:creationId xmlns:p14="http://schemas.microsoft.com/office/powerpoint/2010/main" val="2558591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6279"/>
            <a:ext cx="10515600" cy="5785139"/>
          </a:xfrm>
        </p:spPr>
        <p:txBody>
          <a:bodyPr>
            <a:normAutofit lnSpcReduction="10000"/>
          </a:bodyPr>
          <a:lstStyle/>
          <a:p>
            <a:pPr algn="just">
              <a:lnSpc>
                <a:spcPct val="100000"/>
              </a:lnSpc>
              <a:spcAft>
                <a:spcPts val="1000"/>
              </a:spcAft>
              <a:buFont typeface="Wingdings" panose="05000000000000000000" pitchFamily="2" charset="2"/>
              <a:buChar char="§"/>
            </a:pPr>
            <a:r>
              <a:rPr lang="en-GB" b="1" dirty="0"/>
              <a:t>Develop Skills in AI and NLP</a:t>
            </a:r>
            <a:r>
              <a:rPr lang="en-GB" dirty="0"/>
              <a:t>: To gain hands-on experience in implementing AI-driven techniques like extractive and abstractive summarization.</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0000"/>
              </a:lnSpc>
              <a:spcAft>
                <a:spcPts val="1000"/>
              </a:spcAft>
              <a:buFont typeface="Wingdings" panose="05000000000000000000" pitchFamily="2" charset="2"/>
              <a:buChar char="§"/>
            </a:pPr>
            <a:r>
              <a:rPr lang="en-US" b="1" dirty="0"/>
              <a:t>Improve Comprehension</a:t>
            </a:r>
            <a:r>
              <a:rPr lang="en-US" dirty="0"/>
              <a:t>: </a:t>
            </a:r>
            <a:r>
              <a:rPr lang="en-GB" dirty="0"/>
              <a:t>Utilize Diverse Techniques: To analyze and implement both extractive and abstractive summarization approaches for a well-rounded solution.</a:t>
            </a:r>
            <a:endParaRPr lang="en-US" dirty="0"/>
          </a:p>
          <a:p>
            <a:pPr algn="just">
              <a:lnSpc>
                <a:spcPct val="100000"/>
              </a:lnSpc>
              <a:spcAft>
                <a:spcPts val="1000"/>
              </a:spcAft>
              <a:buFont typeface="Wingdings" panose="05000000000000000000" pitchFamily="2" charset="2"/>
              <a:buChar char="§"/>
            </a:pPr>
            <a:r>
              <a:rPr lang="en-US" b="1" dirty="0"/>
              <a:t>Contribute to Data Accessibility</a:t>
            </a:r>
            <a:r>
              <a:rPr lang="en-US" dirty="0"/>
              <a:t>: </a:t>
            </a:r>
            <a:r>
              <a:rPr lang="en-GB" dirty="0"/>
              <a:t>To create a tool that helps users quickly access essential insights, making information more accessible and manageable.</a:t>
            </a:r>
            <a:endParaRPr lang="en-US" dirty="0"/>
          </a:p>
          <a:p>
            <a:pPr algn="just">
              <a:lnSpc>
                <a:spcPct val="100000"/>
              </a:lnSpc>
              <a:spcAft>
                <a:spcPts val="1000"/>
              </a:spcAft>
              <a:buFont typeface="Wingdings" panose="05000000000000000000" pitchFamily="2" charset="2"/>
              <a:buChar char="§"/>
            </a:pPr>
            <a:r>
              <a:rPr lang="en-US" b="1" dirty="0"/>
              <a:t>Address Information Overload</a:t>
            </a:r>
            <a:r>
              <a:rPr lang="en-US" dirty="0"/>
              <a:t>: </a:t>
            </a:r>
            <a:r>
              <a:rPr lang="en-GB" dirty="0"/>
              <a:t>To tackle the challenge of processing large volumes of information efficiently through automated summarization.</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8</a:t>
            </a:fld>
            <a:endParaRPr lang="en-US"/>
          </a:p>
        </p:txBody>
      </p:sp>
    </p:spTree>
    <p:extLst>
      <p:ext uri="{BB962C8B-B14F-4D97-AF65-F5344CB8AC3E}">
        <p14:creationId xmlns:p14="http://schemas.microsoft.com/office/powerpoint/2010/main" val="10036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04. </a:t>
            </a:r>
            <a:r>
              <a:rPr lang="en-US" dirty="0"/>
              <a:t>Literature Review</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9</a:t>
            </a:fld>
            <a:endParaRPr lang="en-US"/>
          </a:p>
        </p:txBody>
      </p:sp>
    </p:spTree>
    <p:extLst>
      <p:ext uri="{BB962C8B-B14F-4D97-AF65-F5344CB8AC3E}">
        <p14:creationId xmlns:p14="http://schemas.microsoft.com/office/powerpoint/2010/main" val="423763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10</a:t>
            </a:fld>
            <a:endParaRPr lang="en-US"/>
          </a:p>
        </p:txBody>
      </p:sp>
      <p:graphicFrame>
        <p:nvGraphicFramePr>
          <p:cNvPr id="11" name="Table 10">
            <a:extLst>
              <a:ext uri="{FF2B5EF4-FFF2-40B4-BE49-F238E27FC236}">
                <a16:creationId xmlns:a16="http://schemas.microsoft.com/office/drawing/2014/main" id="{320F1BD8-FC10-04B4-0C65-CA541D9D7684}"/>
              </a:ext>
            </a:extLst>
          </p:cNvPr>
          <p:cNvGraphicFramePr>
            <a:graphicFrameLocks noGrp="1"/>
          </p:cNvGraphicFramePr>
          <p:nvPr>
            <p:extLst>
              <p:ext uri="{D42A27DB-BD31-4B8C-83A1-F6EECF244321}">
                <p14:modId xmlns:p14="http://schemas.microsoft.com/office/powerpoint/2010/main" val="2050371263"/>
              </p:ext>
            </p:extLst>
          </p:nvPr>
        </p:nvGraphicFramePr>
        <p:xfrm>
          <a:off x="838200" y="415636"/>
          <a:ext cx="10515604" cy="5661890"/>
        </p:xfrm>
        <a:graphic>
          <a:graphicData uri="http://schemas.openxmlformats.org/drawingml/2006/table">
            <a:tbl>
              <a:tblPr firstRow="1" bandRow="1">
                <a:tableStyleId>{5C22544A-7EE6-4342-B048-85BDC9FD1C3A}</a:tableStyleId>
              </a:tblPr>
              <a:tblGrid>
                <a:gridCol w="2628901">
                  <a:extLst>
                    <a:ext uri="{9D8B030D-6E8A-4147-A177-3AD203B41FA5}">
                      <a16:colId xmlns:a16="http://schemas.microsoft.com/office/drawing/2014/main" val="3803345645"/>
                    </a:ext>
                  </a:extLst>
                </a:gridCol>
                <a:gridCol w="2628901">
                  <a:extLst>
                    <a:ext uri="{9D8B030D-6E8A-4147-A177-3AD203B41FA5}">
                      <a16:colId xmlns:a16="http://schemas.microsoft.com/office/drawing/2014/main" val="2595316963"/>
                    </a:ext>
                  </a:extLst>
                </a:gridCol>
                <a:gridCol w="665016">
                  <a:extLst>
                    <a:ext uri="{9D8B030D-6E8A-4147-A177-3AD203B41FA5}">
                      <a16:colId xmlns:a16="http://schemas.microsoft.com/office/drawing/2014/main" val="3683615451"/>
                    </a:ext>
                  </a:extLst>
                </a:gridCol>
                <a:gridCol w="4592786">
                  <a:extLst>
                    <a:ext uri="{9D8B030D-6E8A-4147-A177-3AD203B41FA5}">
                      <a16:colId xmlns:a16="http://schemas.microsoft.com/office/drawing/2014/main" val="3552858480"/>
                    </a:ext>
                  </a:extLst>
                </a:gridCol>
              </a:tblGrid>
              <a:tr h="576795">
                <a:tc>
                  <a:txBody>
                    <a:bodyPr/>
                    <a:lstStyle/>
                    <a:p>
                      <a:pPr algn="ctr"/>
                      <a:r>
                        <a:rPr lang="en-GB" dirty="0">
                          <a:solidFill>
                            <a:schemeClr val="bg1"/>
                          </a:solidFill>
                        </a:rPr>
                        <a:t>Author(s)</a:t>
                      </a:r>
                      <a:endParaRPr lang="en-US" dirty="0">
                        <a:solidFill>
                          <a:schemeClr val="bg1"/>
                        </a:solidFill>
                      </a:endParaRPr>
                    </a:p>
                  </a:txBody>
                  <a:tcPr/>
                </a:tc>
                <a:tc>
                  <a:txBody>
                    <a:bodyPr/>
                    <a:lstStyle/>
                    <a:p>
                      <a:pPr algn="ctr"/>
                      <a:r>
                        <a:rPr lang="en-GB" dirty="0">
                          <a:solidFill>
                            <a:schemeClr val="bg1"/>
                          </a:solidFill>
                        </a:rPr>
                        <a:t>Title</a:t>
                      </a:r>
                      <a:endParaRPr lang="en-US" dirty="0">
                        <a:solidFill>
                          <a:schemeClr val="bg1"/>
                        </a:solidFill>
                      </a:endParaRPr>
                    </a:p>
                  </a:txBody>
                  <a:tcPr/>
                </a:tc>
                <a:tc>
                  <a:txBody>
                    <a:bodyPr/>
                    <a:lstStyle/>
                    <a:p>
                      <a:pPr algn="ctr"/>
                      <a:r>
                        <a:rPr lang="en-GB" dirty="0">
                          <a:solidFill>
                            <a:schemeClr val="bg1"/>
                          </a:solidFill>
                        </a:rPr>
                        <a:t>Year</a:t>
                      </a:r>
                      <a:endParaRPr lang="en-US" dirty="0">
                        <a:solidFill>
                          <a:schemeClr val="bg1"/>
                        </a:solidFill>
                      </a:endParaRPr>
                    </a:p>
                  </a:txBody>
                  <a:tcPr marT="91440"/>
                </a:tc>
                <a:tc>
                  <a:txBody>
                    <a:bodyPr/>
                    <a:lstStyle/>
                    <a:p>
                      <a:pPr algn="ctr">
                        <a:lnSpc>
                          <a:spcPct val="100000"/>
                        </a:lnSpc>
                      </a:pPr>
                      <a:r>
                        <a:rPr lang="en-GB" dirty="0">
                          <a:solidFill>
                            <a:schemeClr val="bg1"/>
                          </a:solidFill>
                        </a:rPr>
                        <a:t>Methodologies</a:t>
                      </a:r>
                      <a:endParaRPr lang="en-US" dirty="0">
                        <a:solidFill>
                          <a:schemeClr val="bg1"/>
                        </a:solidFill>
                      </a:endParaRPr>
                    </a:p>
                  </a:txBody>
                  <a:tcPr/>
                </a:tc>
                <a:extLst>
                  <a:ext uri="{0D108BD9-81ED-4DB2-BD59-A6C34878D82A}">
                    <a16:rowId xmlns:a16="http://schemas.microsoft.com/office/drawing/2014/main" val="2474489293"/>
                  </a:ext>
                </a:extLst>
              </a:tr>
              <a:tr h="1310177">
                <a:tc>
                  <a:txBody>
                    <a:bodyPr/>
                    <a:lstStyle/>
                    <a:p>
                      <a:r>
                        <a:rPr lang="en-US" sz="1800" b="0" i="0" u="none" strike="noStrike" kern="1200" dirty="0">
                          <a:solidFill>
                            <a:schemeClr val="tx1"/>
                          </a:solidFill>
                          <a:effectLst/>
                          <a:latin typeface="+mn-lt"/>
                          <a:ea typeface="+mn-ea"/>
                          <a:cs typeface="+mn-cs"/>
                        </a:rPr>
                        <a:t>Haoyu Zhang, Jianjun Xu, Ji Wang.</a:t>
                      </a:r>
                      <a:endParaRPr lang="en-US" dirty="0">
                        <a:solidFill>
                          <a:schemeClr val="tx1"/>
                        </a:solidFill>
                      </a:endParaRPr>
                    </a:p>
                  </a:txBody>
                  <a:tcPr/>
                </a:tc>
                <a:tc>
                  <a:txBody>
                    <a:bodyPr/>
                    <a:lstStyle/>
                    <a:p>
                      <a:pPr algn="l"/>
                      <a:r>
                        <a:rPr lang="en-US" dirty="0"/>
                        <a:t>Pretraining-Based Text Summarization </a:t>
                      </a:r>
                      <a:r>
                        <a:rPr lang="en-US" sz="1800" b="0" i="0" kern="1200" dirty="0">
                          <a:solidFill>
                            <a:schemeClr val="dk1"/>
                          </a:solidFill>
                          <a:effectLst/>
                          <a:latin typeface="+mn-lt"/>
                          <a:ea typeface="+mn-ea"/>
                          <a:cs typeface="+mn-cs"/>
                        </a:rPr>
                        <a:t>(Zhang, Xu and Wang, 2019)</a:t>
                      </a:r>
                      <a:endParaRPr lang="en-US" dirty="0"/>
                    </a:p>
                  </a:txBody>
                  <a:tcPr/>
                </a:tc>
                <a:tc>
                  <a:txBody>
                    <a:bodyPr/>
                    <a:lstStyle/>
                    <a:p>
                      <a:pPr algn="l"/>
                      <a:r>
                        <a:rPr lang="en-GB" dirty="0"/>
                        <a:t>2019</a:t>
                      </a:r>
                      <a:endParaRPr lang="en-US" dirty="0"/>
                    </a:p>
                  </a:txBody>
                  <a:tcPr marT="91440"/>
                </a:tc>
                <a:tc>
                  <a:txBody>
                    <a:bodyPr/>
                    <a:lstStyle/>
                    <a:p>
                      <a:r>
                        <a:rPr lang="en-GB" dirty="0"/>
                        <a:t>Implementation of a </a:t>
                      </a:r>
                      <a:r>
                        <a:rPr lang="en-GB" b="1" dirty="0">
                          <a:solidFill>
                            <a:srgbClr val="FF0000"/>
                          </a:solidFill>
                        </a:rPr>
                        <a:t>two-stage summarization model</a:t>
                      </a:r>
                      <a:r>
                        <a:rPr lang="en-GB" dirty="0"/>
                        <a:t> utilizing transfer learning. evaluation on various benchmark datasets to assess performance.</a:t>
                      </a:r>
                      <a:endParaRPr lang="en-US" dirty="0"/>
                    </a:p>
                  </a:txBody>
                  <a:tcPr/>
                </a:tc>
                <a:extLst>
                  <a:ext uri="{0D108BD9-81ED-4DB2-BD59-A6C34878D82A}">
                    <a16:rowId xmlns:a16="http://schemas.microsoft.com/office/drawing/2014/main" val="2691289007"/>
                  </a:ext>
                </a:extLst>
              </a:tr>
              <a:tr h="1258306">
                <a:tc>
                  <a:txBody>
                    <a:bodyPr/>
                    <a:lstStyle/>
                    <a:p>
                      <a:r>
                        <a:rPr lang="en-US" dirty="0"/>
                        <a:t>Jianpeng Cheng, Mirella Lapata.</a:t>
                      </a:r>
                    </a:p>
                  </a:txBody>
                  <a:tcPr/>
                </a:tc>
                <a:tc>
                  <a:txBody>
                    <a:bodyPr/>
                    <a:lstStyle/>
                    <a:p>
                      <a:r>
                        <a:rPr lang="en-GB" dirty="0"/>
                        <a:t>Sentence Generation for Text Summarization </a:t>
                      </a:r>
                      <a:r>
                        <a:rPr lang="en-US" sz="1800" b="0" i="0" kern="1200" dirty="0">
                          <a:solidFill>
                            <a:schemeClr val="dk1"/>
                          </a:solidFill>
                          <a:effectLst/>
                          <a:latin typeface="+mn-lt"/>
                          <a:ea typeface="+mn-ea"/>
                          <a:cs typeface="+mn-cs"/>
                        </a:rPr>
                        <a:t>(Cheng and Lapata, 2016)</a:t>
                      </a:r>
                      <a:endParaRPr lang="en-US" dirty="0"/>
                    </a:p>
                  </a:txBody>
                  <a:tcPr/>
                </a:tc>
                <a:tc>
                  <a:txBody>
                    <a:bodyPr/>
                    <a:lstStyle/>
                    <a:p>
                      <a:r>
                        <a:rPr lang="en-GB" dirty="0"/>
                        <a:t>2016</a:t>
                      </a:r>
                      <a:endParaRPr lang="en-US" dirty="0"/>
                    </a:p>
                  </a:txBody>
                  <a:tcPr marT="91440"/>
                </a:tc>
                <a:tc>
                  <a:txBody>
                    <a:bodyPr/>
                    <a:lstStyle/>
                    <a:p>
                      <a:r>
                        <a:rPr lang="en-GB" dirty="0"/>
                        <a:t>Introduction of a </a:t>
                      </a:r>
                      <a:r>
                        <a:rPr lang="en-GB" b="1" dirty="0">
                          <a:solidFill>
                            <a:srgbClr val="FF0000"/>
                          </a:solidFill>
                        </a:rPr>
                        <a:t>neural network-based model </a:t>
                      </a:r>
                      <a:r>
                        <a:rPr lang="en-GB" dirty="0"/>
                        <a:t>for generating sentences in summaries; focus on content selection and compression techniques.</a:t>
                      </a:r>
                      <a:endParaRPr lang="en-US" dirty="0"/>
                    </a:p>
                  </a:txBody>
                  <a:tcPr/>
                </a:tc>
                <a:extLst>
                  <a:ext uri="{0D108BD9-81ED-4DB2-BD59-A6C34878D82A}">
                    <a16:rowId xmlns:a16="http://schemas.microsoft.com/office/drawing/2014/main" val="463819270"/>
                  </a:ext>
                </a:extLst>
              </a:tr>
              <a:tr h="1258306">
                <a:tc>
                  <a:txBody>
                    <a:bodyPr/>
                    <a:lstStyle/>
                    <a:p>
                      <a:r>
                        <a:rPr lang="en-US" dirty="0"/>
                        <a:t>Nenkova, A., &amp; McKeown, K.</a:t>
                      </a:r>
                    </a:p>
                  </a:txBody>
                  <a:tcPr/>
                </a:tc>
                <a:tc>
                  <a:txBody>
                    <a:bodyPr/>
                    <a:lstStyle/>
                    <a:p>
                      <a:r>
                        <a:rPr lang="en-US" dirty="0"/>
                        <a:t>Automatic Summarization </a:t>
                      </a:r>
                      <a:r>
                        <a:rPr lang="en-US" sz="1800" b="0" i="0" kern="1200" dirty="0">
                          <a:solidFill>
                            <a:schemeClr val="dk1"/>
                          </a:solidFill>
                          <a:effectLst/>
                          <a:latin typeface="+mn-lt"/>
                          <a:ea typeface="+mn-ea"/>
                          <a:cs typeface="+mn-cs"/>
                        </a:rPr>
                        <a:t>(Nenkova, 2011)</a:t>
                      </a:r>
                      <a:endParaRPr lang="en-US" dirty="0"/>
                    </a:p>
                  </a:txBody>
                  <a:tcPr/>
                </a:tc>
                <a:tc>
                  <a:txBody>
                    <a:bodyPr/>
                    <a:lstStyle/>
                    <a:p>
                      <a:r>
                        <a:rPr lang="en-GB" dirty="0"/>
                        <a:t>2011</a:t>
                      </a:r>
                      <a:endParaRPr lang="en-US" dirty="0"/>
                    </a:p>
                  </a:txBody>
                  <a:tcPr marT="91440"/>
                </a:tc>
                <a:tc>
                  <a:txBody>
                    <a:bodyPr/>
                    <a:lstStyle/>
                    <a:p>
                      <a:r>
                        <a:rPr lang="en-GB" dirty="0"/>
                        <a:t>A survey of summarization techniques, emphasizing both </a:t>
                      </a:r>
                      <a:r>
                        <a:rPr lang="en-GB" b="1" dirty="0">
                          <a:solidFill>
                            <a:srgbClr val="FF0000"/>
                          </a:solidFill>
                        </a:rPr>
                        <a:t>extractive and abstractive</a:t>
                      </a:r>
                      <a:r>
                        <a:rPr lang="en-GB" dirty="0"/>
                        <a:t> methods, along with performance evaluations of existing systems.</a:t>
                      </a:r>
                      <a:endParaRPr lang="en-US" dirty="0"/>
                    </a:p>
                  </a:txBody>
                  <a:tcPr/>
                </a:tc>
                <a:extLst>
                  <a:ext uri="{0D108BD9-81ED-4DB2-BD59-A6C34878D82A}">
                    <a16:rowId xmlns:a16="http://schemas.microsoft.com/office/drawing/2014/main" val="2320756849"/>
                  </a:ext>
                </a:extLst>
              </a:tr>
              <a:tr h="1258306">
                <a:tc>
                  <a:txBody>
                    <a:bodyPr/>
                    <a:lstStyle/>
                    <a:p>
                      <a:r>
                        <a:rPr lang="en-US" dirty="0"/>
                        <a:t>Yang Liu, Mirella Lapata</a:t>
                      </a:r>
                    </a:p>
                  </a:txBody>
                  <a:tcPr/>
                </a:tc>
                <a:tc>
                  <a:txBody>
                    <a:bodyPr/>
                    <a:lstStyle/>
                    <a:p>
                      <a:r>
                        <a:rPr lang="en-GB" dirty="0"/>
                        <a:t>Text Summarization with Pretrained Encoders </a:t>
                      </a:r>
                      <a:r>
                        <a:rPr lang="en-US" sz="1800" b="0" i="0" kern="1200" dirty="0">
                          <a:solidFill>
                            <a:schemeClr val="dk1"/>
                          </a:solidFill>
                          <a:effectLst/>
                          <a:latin typeface="+mn-lt"/>
                          <a:ea typeface="+mn-ea"/>
                          <a:cs typeface="+mn-cs"/>
                        </a:rPr>
                        <a:t>(Liu and Lapata, 2019)</a:t>
                      </a:r>
                    </a:p>
                  </a:txBody>
                  <a:tcPr/>
                </a:tc>
                <a:tc>
                  <a:txBody>
                    <a:bodyPr/>
                    <a:lstStyle/>
                    <a:p>
                      <a:r>
                        <a:rPr lang="en-GB" dirty="0"/>
                        <a:t>2019</a:t>
                      </a:r>
                      <a:endParaRPr lang="en-US" dirty="0"/>
                    </a:p>
                  </a:txBody>
                  <a:tcPr marT="91440"/>
                </a:tc>
                <a:tc>
                  <a:txBody>
                    <a:bodyPr/>
                    <a:lstStyle/>
                    <a:p>
                      <a:r>
                        <a:rPr lang="en-GB" dirty="0"/>
                        <a:t>Utilization of </a:t>
                      </a:r>
                      <a:r>
                        <a:rPr lang="en-GB" b="1" dirty="0">
                          <a:solidFill>
                            <a:srgbClr val="FF0000"/>
                          </a:solidFill>
                        </a:rPr>
                        <a:t>pretrained language models</a:t>
                      </a:r>
                      <a:r>
                        <a:rPr lang="en-GB" dirty="0"/>
                        <a:t> (e.g., BERT) for summarization tasks; experiments comparing traditional summarization with deep learning methods.</a:t>
                      </a:r>
                      <a:endParaRPr lang="en-US" dirty="0"/>
                    </a:p>
                  </a:txBody>
                  <a:tcPr/>
                </a:tc>
                <a:extLst>
                  <a:ext uri="{0D108BD9-81ED-4DB2-BD59-A6C34878D82A}">
                    <a16:rowId xmlns:a16="http://schemas.microsoft.com/office/drawing/2014/main" val="3368199949"/>
                  </a:ext>
                </a:extLst>
              </a:tr>
            </a:tbl>
          </a:graphicData>
        </a:graphic>
      </p:graphicFrame>
    </p:spTree>
    <p:extLst>
      <p:ext uri="{BB962C8B-B14F-4D97-AF65-F5344CB8AC3E}">
        <p14:creationId xmlns:p14="http://schemas.microsoft.com/office/powerpoint/2010/main" val="1338395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05. </a:t>
            </a:r>
            <a:r>
              <a:rPr lang="en-US" dirty="0"/>
              <a:t>Top Level Architecture</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11</a:t>
            </a:fld>
            <a:endParaRPr lang="en-US"/>
          </a:p>
        </p:txBody>
      </p:sp>
    </p:spTree>
    <p:extLst>
      <p:ext uri="{BB962C8B-B14F-4D97-AF65-F5344CB8AC3E}">
        <p14:creationId xmlns:p14="http://schemas.microsoft.com/office/powerpoint/2010/main" val="1894957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12</a:t>
            </a:fld>
            <a:endParaRPr lang="en-US"/>
          </a:p>
        </p:txBody>
      </p:sp>
      <p:sp>
        <p:nvSpPr>
          <p:cNvPr id="12" name="Rectangle: Rounded Corners 11">
            <a:extLst>
              <a:ext uri="{FF2B5EF4-FFF2-40B4-BE49-F238E27FC236}">
                <a16:creationId xmlns:a16="http://schemas.microsoft.com/office/drawing/2014/main" id="{0F7796D2-C20B-4CF8-EC86-6E48623886FD}"/>
              </a:ext>
            </a:extLst>
          </p:cNvPr>
          <p:cNvSpPr/>
          <p:nvPr/>
        </p:nvSpPr>
        <p:spPr>
          <a:xfrm>
            <a:off x="682710" y="1157413"/>
            <a:ext cx="2138915" cy="1553305"/>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Raw Dataset Ingestion</a:t>
            </a:r>
          </a:p>
        </p:txBody>
      </p:sp>
      <p:sp>
        <p:nvSpPr>
          <p:cNvPr id="13" name="Rectangle: Rounded Corners 12">
            <a:extLst>
              <a:ext uri="{FF2B5EF4-FFF2-40B4-BE49-F238E27FC236}">
                <a16:creationId xmlns:a16="http://schemas.microsoft.com/office/drawing/2014/main" id="{792B86AF-1C27-5EE1-0BC2-54069733C8EA}"/>
              </a:ext>
            </a:extLst>
          </p:cNvPr>
          <p:cNvSpPr/>
          <p:nvPr/>
        </p:nvSpPr>
        <p:spPr>
          <a:xfrm>
            <a:off x="3777782" y="1284273"/>
            <a:ext cx="2138915" cy="1244311"/>
          </a:xfrm>
          <a:prstGeom prst="roundRect">
            <a:avLst/>
          </a:prstGeom>
          <a:ln>
            <a:extLst>
              <a:ext uri="{C807C97D-BFC1-408E-A445-0C87EB9F89A2}">
                <ask:lineSketchStyleProps xmlns:ask="http://schemas.microsoft.com/office/drawing/2018/sketchyshapes" sd="1994698613">
                  <a:custGeom>
                    <a:avLst/>
                    <a:gdLst>
                      <a:gd name="connsiteX0" fmla="*/ 0 w 2138915"/>
                      <a:gd name="connsiteY0" fmla="*/ 207389 h 1244311"/>
                      <a:gd name="connsiteX1" fmla="*/ 207389 w 2138915"/>
                      <a:gd name="connsiteY1" fmla="*/ 0 h 1244311"/>
                      <a:gd name="connsiteX2" fmla="*/ 747619 w 2138915"/>
                      <a:gd name="connsiteY2" fmla="*/ 0 h 1244311"/>
                      <a:gd name="connsiteX3" fmla="*/ 1356814 w 2138915"/>
                      <a:gd name="connsiteY3" fmla="*/ 0 h 1244311"/>
                      <a:gd name="connsiteX4" fmla="*/ 1931526 w 2138915"/>
                      <a:gd name="connsiteY4" fmla="*/ 0 h 1244311"/>
                      <a:gd name="connsiteX5" fmla="*/ 2138915 w 2138915"/>
                      <a:gd name="connsiteY5" fmla="*/ 207389 h 1244311"/>
                      <a:gd name="connsiteX6" fmla="*/ 2138915 w 2138915"/>
                      <a:gd name="connsiteY6" fmla="*/ 622156 h 1244311"/>
                      <a:gd name="connsiteX7" fmla="*/ 2138915 w 2138915"/>
                      <a:gd name="connsiteY7" fmla="*/ 1036922 h 1244311"/>
                      <a:gd name="connsiteX8" fmla="*/ 1931526 w 2138915"/>
                      <a:gd name="connsiteY8" fmla="*/ 1244311 h 1244311"/>
                      <a:gd name="connsiteX9" fmla="*/ 1408538 w 2138915"/>
                      <a:gd name="connsiteY9" fmla="*/ 1244311 h 1244311"/>
                      <a:gd name="connsiteX10" fmla="*/ 851067 w 2138915"/>
                      <a:gd name="connsiteY10" fmla="*/ 1244311 h 1244311"/>
                      <a:gd name="connsiteX11" fmla="*/ 207389 w 2138915"/>
                      <a:gd name="connsiteY11" fmla="*/ 1244311 h 1244311"/>
                      <a:gd name="connsiteX12" fmla="*/ 0 w 2138915"/>
                      <a:gd name="connsiteY12" fmla="*/ 1036922 h 1244311"/>
                      <a:gd name="connsiteX13" fmla="*/ 0 w 2138915"/>
                      <a:gd name="connsiteY13" fmla="*/ 630451 h 1244311"/>
                      <a:gd name="connsiteX14" fmla="*/ 0 w 2138915"/>
                      <a:gd name="connsiteY14" fmla="*/ 207389 h 1244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38915" h="1244311" fill="none" extrusionOk="0">
                        <a:moveTo>
                          <a:pt x="0" y="207389"/>
                        </a:moveTo>
                        <a:cubicBezTo>
                          <a:pt x="2326" y="95660"/>
                          <a:pt x="83824" y="24365"/>
                          <a:pt x="207389" y="0"/>
                        </a:cubicBezTo>
                        <a:cubicBezTo>
                          <a:pt x="388340" y="-26435"/>
                          <a:pt x="540842" y="7172"/>
                          <a:pt x="747619" y="0"/>
                        </a:cubicBezTo>
                        <a:cubicBezTo>
                          <a:pt x="954396" y="-7172"/>
                          <a:pt x="1113246" y="26859"/>
                          <a:pt x="1356814" y="0"/>
                        </a:cubicBezTo>
                        <a:cubicBezTo>
                          <a:pt x="1600382" y="-26859"/>
                          <a:pt x="1812615" y="-13039"/>
                          <a:pt x="1931526" y="0"/>
                        </a:cubicBezTo>
                        <a:cubicBezTo>
                          <a:pt x="2023911" y="4546"/>
                          <a:pt x="2148013" y="94576"/>
                          <a:pt x="2138915" y="207389"/>
                        </a:cubicBezTo>
                        <a:cubicBezTo>
                          <a:pt x="2135812" y="355658"/>
                          <a:pt x="2129775" y="514672"/>
                          <a:pt x="2138915" y="622156"/>
                        </a:cubicBezTo>
                        <a:cubicBezTo>
                          <a:pt x="2148055" y="729640"/>
                          <a:pt x="2132083" y="850451"/>
                          <a:pt x="2138915" y="1036922"/>
                        </a:cubicBezTo>
                        <a:cubicBezTo>
                          <a:pt x="2139658" y="1131559"/>
                          <a:pt x="2051526" y="1235152"/>
                          <a:pt x="1931526" y="1244311"/>
                        </a:cubicBezTo>
                        <a:cubicBezTo>
                          <a:pt x="1700434" y="1243242"/>
                          <a:pt x="1514139" y="1260894"/>
                          <a:pt x="1408538" y="1244311"/>
                        </a:cubicBezTo>
                        <a:cubicBezTo>
                          <a:pt x="1302937" y="1227728"/>
                          <a:pt x="1088751" y="1229814"/>
                          <a:pt x="851067" y="1244311"/>
                        </a:cubicBezTo>
                        <a:cubicBezTo>
                          <a:pt x="613383" y="1258808"/>
                          <a:pt x="482058" y="1256150"/>
                          <a:pt x="207389" y="1244311"/>
                        </a:cubicBezTo>
                        <a:cubicBezTo>
                          <a:pt x="92930" y="1250004"/>
                          <a:pt x="13058" y="1134760"/>
                          <a:pt x="0" y="1036922"/>
                        </a:cubicBezTo>
                        <a:cubicBezTo>
                          <a:pt x="-20205" y="934158"/>
                          <a:pt x="18448" y="819866"/>
                          <a:pt x="0" y="630451"/>
                        </a:cubicBezTo>
                        <a:cubicBezTo>
                          <a:pt x="-18448" y="441036"/>
                          <a:pt x="-17989" y="325051"/>
                          <a:pt x="0" y="207389"/>
                        </a:cubicBezTo>
                        <a:close/>
                      </a:path>
                      <a:path w="2138915" h="1244311" stroke="0" extrusionOk="0">
                        <a:moveTo>
                          <a:pt x="0" y="207389"/>
                        </a:moveTo>
                        <a:cubicBezTo>
                          <a:pt x="3099" y="99451"/>
                          <a:pt x="91971" y="-18789"/>
                          <a:pt x="207389" y="0"/>
                        </a:cubicBezTo>
                        <a:cubicBezTo>
                          <a:pt x="399085" y="13596"/>
                          <a:pt x="607499" y="2554"/>
                          <a:pt x="799343" y="0"/>
                        </a:cubicBezTo>
                        <a:cubicBezTo>
                          <a:pt x="991187" y="-2554"/>
                          <a:pt x="1099535" y="-25282"/>
                          <a:pt x="1339572" y="0"/>
                        </a:cubicBezTo>
                        <a:cubicBezTo>
                          <a:pt x="1579609" y="25282"/>
                          <a:pt x="1656666" y="-28199"/>
                          <a:pt x="1931526" y="0"/>
                        </a:cubicBezTo>
                        <a:cubicBezTo>
                          <a:pt x="2051350" y="27794"/>
                          <a:pt x="2152219" y="107788"/>
                          <a:pt x="2138915" y="207389"/>
                        </a:cubicBezTo>
                        <a:cubicBezTo>
                          <a:pt x="2130657" y="336581"/>
                          <a:pt x="2142627" y="509802"/>
                          <a:pt x="2138915" y="622156"/>
                        </a:cubicBezTo>
                        <a:cubicBezTo>
                          <a:pt x="2135203" y="734510"/>
                          <a:pt x="2153282" y="862193"/>
                          <a:pt x="2138915" y="1036922"/>
                        </a:cubicBezTo>
                        <a:cubicBezTo>
                          <a:pt x="2148107" y="1148777"/>
                          <a:pt x="2055588" y="1250699"/>
                          <a:pt x="1931526" y="1244311"/>
                        </a:cubicBezTo>
                        <a:cubicBezTo>
                          <a:pt x="1814071" y="1259014"/>
                          <a:pt x="1538680" y="1221840"/>
                          <a:pt x="1356814" y="1244311"/>
                        </a:cubicBezTo>
                        <a:cubicBezTo>
                          <a:pt x="1174948" y="1266782"/>
                          <a:pt x="983173" y="1223781"/>
                          <a:pt x="764860" y="1244311"/>
                        </a:cubicBezTo>
                        <a:cubicBezTo>
                          <a:pt x="546547" y="1264841"/>
                          <a:pt x="438563" y="1264703"/>
                          <a:pt x="207389" y="1244311"/>
                        </a:cubicBezTo>
                        <a:cubicBezTo>
                          <a:pt x="114239" y="1233743"/>
                          <a:pt x="-11819" y="1132942"/>
                          <a:pt x="0" y="1036922"/>
                        </a:cubicBezTo>
                        <a:cubicBezTo>
                          <a:pt x="3535" y="890484"/>
                          <a:pt x="-7272" y="829650"/>
                          <a:pt x="0" y="630451"/>
                        </a:cubicBezTo>
                        <a:cubicBezTo>
                          <a:pt x="7272" y="431252"/>
                          <a:pt x="7025" y="350384"/>
                          <a:pt x="0" y="207389"/>
                        </a:cubicBezTo>
                        <a:close/>
                      </a:path>
                    </a:pathLst>
                  </a:custGeom>
                  <ask:type>
                    <ask:lineSketchNone/>
                  </ask:type>
                </ask:lineSketchStyleProps>
              </a:ext>
            </a:extLst>
          </a:ln>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Pre-processing</a:t>
            </a:r>
          </a:p>
        </p:txBody>
      </p:sp>
      <p:sp>
        <p:nvSpPr>
          <p:cNvPr id="20" name="Rectangle: Rounded Corners 19">
            <a:extLst>
              <a:ext uri="{FF2B5EF4-FFF2-40B4-BE49-F238E27FC236}">
                <a16:creationId xmlns:a16="http://schemas.microsoft.com/office/drawing/2014/main" id="{60317E27-C990-17EA-89E4-7792C4B6A7DF}"/>
              </a:ext>
            </a:extLst>
          </p:cNvPr>
          <p:cNvSpPr/>
          <p:nvPr/>
        </p:nvSpPr>
        <p:spPr>
          <a:xfrm>
            <a:off x="899197" y="4329417"/>
            <a:ext cx="1922428" cy="1244310"/>
          </a:xfrm>
          <a:prstGeom prst="roundRect">
            <a:avLst/>
          </a:prstGeom>
          <a:solidFill>
            <a:srgbClr val="0070C0"/>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Summarized Data Output</a:t>
            </a:r>
          </a:p>
        </p:txBody>
      </p:sp>
      <p:sp>
        <p:nvSpPr>
          <p:cNvPr id="22" name="Arrow: Right 21">
            <a:extLst>
              <a:ext uri="{FF2B5EF4-FFF2-40B4-BE49-F238E27FC236}">
                <a16:creationId xmlns:a16="http://schemas.microsoft.com/office/drawing/2014/main" id="{E54DDF26-0895-9732-3BF9-2A1C2A3EDB94}"/>
              </a:ext>
            </a:extLst>
          </p:cNvPr>
          <p:cNvSpPr/>
          <p:nvPr/>
        </p:nvSpPr>
        <p:spPr>
          <a:xfrm>
            <a:off x="2976072" y="1765752"/>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3" name="Arrow: Right 22">
            <a:extLst>
              <a:ext uri="{FF2B5EF4-FFF2-40B4-BE49-F238E27FC236}">
                <a16:creationId xmlns:a16="http://schemas.microsoft.com/office/drawing/2014/main" id="{18FF3620-C2E9-D3AA-6333-7D1FCF8A66CF}"/>
              </a:ext>
            </a:extLst>
          </p:cNvPr>
          <p:cNvSpPr/>
          <p:nvPr/>
        </p:nvSpPr>
        <p:spPr>
          <a:xfrm>
            <a:off x="6107654" y="1766737"/>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4" name="Arrow: Right 23">
            <a:extLst>
              <a:ext uri="{FF2B5EF4-FFF2-40B4-BE49-F238E27FC236}">
                <a16:creationId xmlns:a16="http://schemas.microsoft.com/office/drawing/2014/main" id="{EFE5F061-F40D-BF62-46CF-550CF6E5CA27}"/>
              </a:ext>
            </a:extLst>
          </p:cNvPr>
          <p:cNvSpPr/>
          <p:nvPr/>
        </p:nvSpPr>
        <p:spPr>
          <a:xfrm rot="2306765">
            <a:off x="8882266" y="229876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5" name="Arrow: Right 24">
            <a:extLst>
              <a:ext uri="{FF2B5EF4-FFF2-40B4-BE49-F238E27FC236}">
                <a16:creationId xmlns:a16="http://schemas.microsoft.com/office/drawing/2014/main" id="{038F0592-E516-B8CA-D85A-E46E38FBD0C1}"/>
              </a:ext>
            </a:extLst>
          </p:cNvPr>
          <p:cNvSpPr/>
          <p:nvPr/>
        </p:nvSpPr>
        <p:spPr>
          <a:xfrm rot="10800000">
            <a:off x="5866402" y="4751399"/>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6" name="Arrow: Right 25">
            <a:extLst>
              <a:ext uri="{FF2B5EF4-FFF2-40B4-BE49-F238E27FC236}">
                <a16:creationId xmlns:a16="http://schemas.microsoft.com/office/drawing/2014/main" id="{953AD6F5-B2B0-DACD-B09C-642FBD2C399D}"/>
              </a:ext>
            </a:extLst>
          </p:cNvPr>
          <p:cNvSpPr/>
          <p:nvPr/>
        </p:nvSpPr>
        <p:spPr>
          <a:xfrm rot="10800000">
            <a:off x="2947738" y="4761040"/>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7" name="Arrow: Right 26">
            <a:extLst>
              <a:ext uri="{FF2B5EF4-FFF2-40B4-BE49-F238E27FC236}">
                <a16:creationId xmlns:a16="http://schemas.microsoft.com/office/drawing/2014/main" id="{039E5080-72EF-EA53-43CC-FF9EDE457DD4}"/>
              </a:ext>
            </a:extLst>
          </p:cNvPr>
          <p:cNvSpPr/>
          <p:nvPr/>
        </p:nvSpPr>
        <p:spPr>
          <a:xfrm rot="7933256">
            <a:off x="8866846" y="4259905"/>
            <a:ext cx="667323" cy="365125"/>
          </a:xfrm>
          <a:prstGeom prst="rightArrow">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ln w="0"/>
              <a:solidFill>
                <a:schemeClr val="tx1"/>
              </a:solidFill>
              <a:effectLst>
                <a:outerShdw blurRad="38100" dist="19050" dir="2700000" algn="tl" rotWithShape="0">
                  <a:schemeClr val="dk1">
                    <a:alpha val="40000"/>
                  </a:schemeClr>
                </a:outerShdw>
              </a:effectLst>
            </a:endParaRPr>
          </a:p>
        </p:txBody>
      </p:sp>
      <p:sp>
        <p:nvSpPr>
          <p:cNvPr id="2" name="Rectangle: Rounded Corners 1">
            <a:extLst>
              <a:ext uri="{FF2B5EF4-FFF2-40B4-BE49-F238E27FC236}">
                <a16:creationId xmlns:a16="http://schemas.microsoft.com/office/drawing/2014/main" id="{4808638B-2ED3-5639-D9FE-44EAE81DBC56}"/>
              </a:ext>
            </a:extLst>
          </p:cNvPr>
          <p:cNvSpPr/>
          <p:nvPr/>
        </p:nvSpPr>
        <p:spPr>
          <a:xfrm>
            <a:off x="6947528" y="1284273"/>
            <a:ext cx="1860802" cy="1244311"/>
          </a:xfrm>
          <a:prstGeom prst="roundRect">
            <a:avLst/>
          </a:prstGeom>
          <a:solidFill>
            <a:schemeClr val="tx2"/>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Train Model</a:t>
            </a:r>
          </a:p>
        </p:txBody>
      </p:sp>
      <p:sp>
        <p:nvSpPr>
          <p:cNvPr id="3" name="Rectangle: Rounded Corners 2">
            <a:extLst>
              <a:ext uri="{FF2B5EF4-FFF2-40B4-BE49-F238E27FC236}">
                <a16:creationId xmlns:a16="http://schemas.microsoft.com/office/drawing/2014/main" id="{89D867EA-DB3F-5210-AD0A-A0C517DF88FC}"/>
              </a:ext>
            </a:extLst>
          </p:cNvPr>
          <p:cNvSpPr/>
          <p:nvPr/>
        </p:nvSpPr>
        <p:spPr>
          <a:xfrm>
            <a:off x="9362669" y="2808380"/>
            <a:ext cx="2138914" cy="1244311"/>
          </a:xfrm>
          <a:prstGeom prst="roundRect">
            <a:avLst/>
          </a:prstGeom>
          <a:solidFill>
            <a:schemeClr val="accent3"/>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Model Evaluation</a:t>
            </a:r>
          </a:p>
        </p:txBody>
      </p:sp>
      <p:sp>
        <p:nvSpPr>
          <p:cNvPr id="10" name="Rectangle: Rounded Corners 9">
            <a:extLst>
              <a:ext uri="{FF2B5EF4-FFF2-40B4-BE49-F238E27FC236}">
                <a16:creationId xmlns:a16="http://schemas.microsoft.com/office/drawing/2014/main" id="{668B1EF0-8E09-672C-29F2-3F86CF5BD028}"/>
              </a:ext>
            </a:extLst>
          </p:cNvPr>
          <p:cNvSpPr/>
          <p:nvPr/>
        </p:nvSpPr>
        <p:spPr>
          <a:xfrm>
            <a:off x="6656107" y="4261381"/>
            <a:ext cx="2032000" cy="1244311"/>
          </a:xfrm>
          <a:prstGeom prst="roundRect">
            <a:avLst/>
          </a:prstGeom>
          <a:solidFill>
            <a:srgbClr val="00B05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Interface Development</a:t>
            </a:r>
          </a:p>
        </p:txBody>
      </p:sp>
      <p:sp>
        <p:nvSpPr>
          <p:cNvPr id="19" name="Rectangle: Rounded Corners 18">
            <a:extLst>
              <a:ext uri="{FF2B5EF4-FFF2-40B4-BE49-F238E27FC236}">
                <a16:creationId xmlns:a16="http://schemas.microsoft.com/office/drawing/2014/main" id="{7A922423-F9BA-477A-B765-F240E584C9BB}"/>
              </a:ext>
            </a:extLst>
          </p:cNvPr>
          <p:cNvSpPr/>
          <p:nvPr/>
        </p:nvSpPr>
        <p:spPr>
          <a:xfrm>
            <a:off x="3722866" y="4315298"/>
            <a:ext cx="2032000" cy="1244310"/>
          </a:xfrm>
          <a:prstGeom prst="roundRect">
            <a:avLst/>
          </a:prstGeom>
          <a:solidFill>
            <a:srgbClr val="002060"/>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Text Data Input</a:t>
            </a:r>
          </a:p>
        </p:txBody>
      </p:sp>
    </p:spTree>
    <p:extLst>
      <p:ext uri="{BB962C8B-B14F-4D97-AF65-F5344CB8AC3E}">
        <p14:creationId xmlns:p14="http://schemas.microsoft.com/office/powerpoint/2010/main" val="3966344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514249"/>
            <a:ext cx="9144000" cy="2387600"/>
          </a:xfrm>
        </p:spPr>
        <p:txBody>
          <a:bodyPr>
            <a:normAutofit fontScale="90000"/>
          </a:bodyPr>
          <a:lstStyle/>
          <a:p>
            <a:br>
              <a:rPr lang="en" dirty="0"/>
            </a:br>
            <a:r>
              <a:rPr lang="en" dirty="0"/>
              <a:t>06. Tools and Technology</a:t>
            </a:r>
            <a:br>
              <a:rPr lang="en" dirty="0"/>
            </a:b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13</a:t>
            </a:fld>
            <a:endParaRPr lang="en-US"/>
          </a:p>
        </p:txBody>
      </p:sp>
    </p:spTree>
    <p:extLst>
      <p:ext uri="{BB962C8B-B14F-4D97-AF65-F5344CB8AC3E}">
        <p14:creationId xmlns:p14="http://schemas.microsoft.com/office/powerpoint/2010/main" val="1375064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1054"/>
            <a:ext cx="10515600" cy="5569527"/>
          </a:xfrm>
        </p:spPr>
        <p:txBody>
          <a:bodyPr>
            <a:normAutofit fontScale="92500"/>
          </a:bodyPr>
          <a:lstStyle/>
          <a:p>
            <a:pPr>
              <a:lnSpc>
                <a:spcPct val="100000"/>
              </a:lnSpc>
            </a:pPr>
            <a:r>
              <a:rPr lang="en-GB" b="1" dirty="0"/>
              <a:t>Python</a:t>
            </a:r>
            <a:r>
              <a:rPr lang="en-GB" dirty="0"/>
              <a:t>: Used as the primary programming language for developing and implementing the summarization algorithms.</a:t>
            </a:r>
          </a:p>
          <a:p>
            <a:pPr>
              <a:lnSpc>
                <a:spcPct val="100000"/>
              </a:lnSpc>
            </a:pPr>
            <a:r>
              <a:rPr lang="en-GB" b="1" dirty="0"/>
              <a:t>NLTK</a:t>
            </a:r>
            <a:r>
              <a:rPr lang="en-GB" dirty="0"/>
              <a:t> </a:t>
            </a:r>
            <a:r>
              <a:rPr lang="en-GB" b="1" dirty="0"/>
              <a:t>(Natural Language Toolkit)</a:t>
            </a:r>
            <a:r>
              <a:rPr lang="en-GB" dirty="0"/>
              <a:t>:</a:t>
            </a:r>
            <a:r>
              <a:rPr lang="en-GB" b="1" dirty="0"/>
              <a:t> </a:t>
            </a:r>
            <a:r>
              <a:rPr lang="en-GB" dirty="0"/>
              <a:t>For text preprocessing, tokenization, and cleaning the input data.</a:t>
            </a:r>
          </a:p>
          <a:p>
            <a:pPr>
              <a:lnSpc>
                <a:spcPct val="100000"/>
              </a:lnSpc>
            </a:pPr>
            <a:r>
              <a:rPr lang="en-GB" b="1" dirty="0"/>
              <a:t>Transformers</a:t>
            </a:r>
            <a:r>
              <a:rPr lang="en-GB" dirty="0"/>
              <a:t>: Applied for building machine learning models, particularly for abstractive summarization using models like BERT and GPT.</a:t>
            </a:r>
          </a:p>
          <a:p>
            <a:pPr>
              <a:lnSpc>
                <a:spcPct val="100000"/>
              </a:lnSpc>
            </a:pPr>
            <a:r>
              <a:rPr lang="en-GB" b="1" dirty="0"/>
              <a:t>Scikit-learn:</a:t>
            </a:r>
            <a:r>
              <a:rPr lang="en-GB" dirty="0"/>
              <a:t> Used for basic extractive summarization techniques and evaluating model performance.</a:t>
            </a:r>
          </a:p>
          <a:p>
            <a:pPr>
              <a:lnSpc>
                <a:spcPct val="100000"/>
              </a:lnSpc>
            </a:pPr>
            <a:r>
              <a:rPr lang="en-GB" b="1" dirty="0"/>
              <a:t>TensorFlow</a:t>
            </a:r>
            <a:r>
              <a:rPr lang="en-GB" dirty="0"/>
              <a:t>: used for training and fine-tuning machine learning models.</a:t>
            </a:r>
          </a:p>
          <a:p>
            <a:pPr>
              <a:lnSpc>
                <a:spcPct val="100000"/>
              </a:lnSpc>
            </a:pPr>
            <a:r>
              <a:rPr lang="en-GB" b="1" dirty="0"/>
              <a:t>Streamlit</a:t>
            </a:r>
            <a:r>
              <a:rPr lang="en-GB" dirty="0"/>
              <a:t>: Used to create a user-friendly interface for interacting with the summarization tool.</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14</a:t>
            </a:fld>
            <a:endParaRPr lang="en-US"/>
          </a:p>
        </p:txBody>
      </p:sp>
    </p:spTree>
    <p:extLst>
      <p:ext uri="{BB962C8B-B14F-4D97-AF65-F5344CB8AC3E}">
        <p14:creationId xmlns:p14="http://schemas.microsoft.com/office/powerpoint/2010/main" val="3672480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07. Datasets</a:t>
            </a:r>
            <a:endParaRPr lang="en-US" dirty="0"/>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15</a:t>
            </a:fld>
            <a:endParaRPr lang="en-US"/>
          </a:p>
        </p:txBody>
      </p:sp>
    </p:spTree>
    <p:extLst>
      <p:ext uri="{BB962C8B-B14F-4D97-AF65-F5344CB8AC3E}">
        <p14:creationId xmlns:p14="http://schemas.microsoft.com/office/powerpoint/2010/main" val="417698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16</a:t>
            </a:fld>
            <a:endParaRPr lang="en-US"/>
          </a:p>
        </p:txBody>
      </p:sp>
      <p:sp>
        <p:nvSpPr>
          <p:cNvPr id="12" name="TextBox 11">
            <a:extLst>
              <a:ext uri="{FF2B5EF4-FFF2-40B4-BE49-F238E27FC236}">
                <a16:creationId xmlns:a16="http://schemas.microsoft.com/office/drawing/2014/main" id="{F09930CF-904E-D92B-36F2-922655B2D191}"/>
              </a:ext>
            </a:extLst>
          </p:cNvPr>
          <p:cNvSpPr txBox="1"/>
          <p:nvPr/>
        </p:nvSpPr>
        <p:spPr>
          <a:xfrm>
            <a:off x="203199" y="486580"/>
            <a:ext cx="9301019" cy="523220"/>
          </a:xfrm>
          <a:prstGeom prst="rect">
            <a:avLst/>
          </a:prstGeom>
          <a:noFill/>
        </p:spPr>
        <p:txBody>
          <a:bodyPr wrap="square">
            <a:spAutoFit/>
          </a:bodyPr>
          <a:lstStyle/>
          <a:p>
            <a:pPr marL="457200" lvl="1" indent="0">
              <a:lnSpc>
                <a:spcPct val="100000"/>
              </a:lnSpc>
              <a:buNone/>
            </a:pPr>
            <a:r>
              <a:rPr lang="en-GB" sz="2800" dirty="0"/>
              <a:t>Selected Dataset: "</a:t>
            </a:r>
            <a:r>
              <a:rPr lang="en-GB" sz="2800" b="1" dirty="0">
                <a:solidFill>
                  <a:srgbClr val="FF0000"/>
                </a:solidFill>
              </a:rPr>
              <a:t>News Summary Dataset</a:t>
            </a:r>
            <a:r>
              <a:rPr lang="en-GB" sz="2800" dirty="0"/>
              <a:t>" from Kaggle.</a:t>
            </a:r>
          </a:p>
        </p:txBody>
      </p:sp>
      <p:sp>
        <p:nvSpPr>
          <p:cNvPr id="14" name="TextBox 13">
            <a:extLst>
              <a:ext uri="{FF2B5EF4-FFF2-40B4-BE49-F238E27FC236}">
                <a16:creationId xmlns:a16="http://schemas.microsoft.com/office/drawing/2014/main" id="{530CBEF5-F6D6-56A6-48EE-3FC9F169EA45}"/>
              </a:ext>
            </a:extLst>
          </p:cNvPr>
          <p:cNvSpPr txBox="1"/>
          <p:nvPr/>
        </p:nvSpPr>
        <p:spPr>
          <a:xfrm>
            <a:off x="838199" y="1339273"/>
            <a:ext cx="10411691" cy="4770537"/>
          </a:xfrm>
          <a:prstGeom prst="rect">
            <a:avLst/>
          </a:prstGeom>
          <a:noFill/>
        </p:spPr>
        <p:txBody>
          <a:bodyPr wrap="square">
            <a:spAutoFit/>
          </a:bodyPr>
          <a:lstStyle/>
          <a:p>
            <a:r>
              <a:rPr lang="en-GB" sz="2400" b="1" dirty="0"/>
              <a:t>Why I Chose This Dataset</a:t>
            </a:r>
            <a:r>
              <a:rPr lang="en-GB" sz="2400" dirty="0"/>
              <a:t> </a:t>
            </a:r>
          </a:p>
          <a:p>
            <a:pPr>
              <a:buFont typeface="Arial" panose="020B0604020202020204" pitchFamily="34" charset="0"/>
              <a:buChar char="•"/>
            </a:pPr>
            <a:endParaRPr lang="en-GB" sz="2000" b="1" dirty="0"/>
          </a:p>
          <a:p>
            <a:pPr marL="342900" indent="-342900">
              <a:buFont typeface="Wingdings" panose="05000000000000000000" pitchFamily="2" charset="2"/>
              <a:buChar char="§"/>
            </a:pPr>
            <a:r>
              <a:rPr lang="en-GB" sz="2000" b="1" dirty="0"/>
              <a:t>Concise Summaries</a:t>
            </a:r>
            <a:r>
              <a:rPr lang="en-GB" sz="2000" dirty="0"/>
              <a:t>: This dataset contains Indian news articles along with corresponding summaries, which provides a good balance between article length and summary size, perfect for training an abstractive summarization model.</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Real-World Relevance</a:t>
            </a:r>
            <a:r>
              <a:rPr lang="en-GB" sz="2000" dirty="0"/>
              <a:t>: The dataset focuses on news summaries, making it highly relevant for real-world text summarization tasks, as news articles often require concise, readable summaries.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Diverse Content</a:t>
            </a:r>
            <a:r>
              <a:rPr lang="en-GB" sz="2000" dirty="0"/>
              <a:t>: It includes a wide range of news topics, which helps create a more generalized summarization model that can handle various subject matters.</a:t>
            </a:r>
          </a:p>
          <a:p>
            <a:pPr marL="342900" indent="-342900">
              <a:buFont typeface="Wingdings" panose="05000000000000000000" pitchFamily="2" charset="2"/>
              <a:buChar char="§"/>
            </a:pPr>
            <a:endParaRPr lang="en-GB" sz="2000" dirty="0"/>
          </a:p>
          <a:p>
            <a:pPr marL="342900" indent="-342900">
              <a:buFont typeface="Wingdings" panose="05000000000000000000" pitchFamily="2" charset="2"/>
              <a:buChar char="§"/>
            </a:pPr>
            <a:r>
              <a:rPr lang="en-GB" sz="2000" b="1" dirty="0"/>
              <a:t>Well-Formatted</a:t>
            </a:r>
            <a:r>
              <a:rPr lang="en-GB" sz="2000" dirty="0"/>
              <a:t>: The data is cleanly structured with both the news article and its summary, reducing preprocessing time and making it easy to integrate into the model training process.</a:t>
            </a:r>
          </a:p>
        </p:txBody>
      </p:sp>
    </p:spTree>
    <p:extLst>
      <p:ext uri="{BB962C8B-B14F-4D97-AF65-F5344CB8AC3E}">
        <p14:creationId xmlns:p14="http://schemas.microsoft.com/office/powerpoint/2010/main" val="3708950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08. </a:t>
            </a:r>
            <a:r>
              <a:rPr lang="en-US" dirty="0"/>
              <a:t>Timeline</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17</a:t>
            </a:fld>
            <a:endParaRPr lang="en-US"/>
          </a:p>
        </p:txBody>
      </p:sp>
    </p:spTree>
    <p:extLst>
      <p:ext uri="{BB962C8B-B14F-4D97-AF65-F5344CB8AC3E}">
        <p14:creationId xmlns:p14="http://schemas.microsoft.com/office/powerpoint/2010/main" val="104598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18</a:t>
            </a:fld>
            <a:endParaRPr lang="en-US"/>
          </a:p>
        </p:txBody>
      </p:sp>
      <p:pic>
        <p:nvPicPr>
          <p:cNvPr id="9" name="Picture 8" descr="A screenshot of a computer&#10;&#10;Description automatically generated">
            <a:extLst>
              <a:ext uri="{FF2B5EF4-FFF2-40B4-BE49-F238E27FC236}">
                <a16:creationId xmlns:a16="http://schemas.microsoft.com/office/drawing/2014/main" id="{DF6738E4-0560-3EE6-7789-3BD2F17DD9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873" y="1494424"/>
            <a:ext cx="11305310" cy="3869151"/>
          </a:xfrm>
          <a:prstGeom prst="rect">
            <a:avLst/>
          </a:prstGeom>
        </p:spPr>
      </p:pic>
      <p:sp>
        <p:nvSpPr>
          <p:cNvPr id="10" name="TextBox 9">
            <a:extLst>
              <a:ext uri="{FF2B5EF4-FFF2-40B4-BE49-F238E27FC236}">
                <a16:creationId xmlns:a16="http://schemas.microsoft.com/office/drawing/2014/main" id="{3FF5D812-AA07-E273-C83E-657A723BF81B}"/>
              </a:ext>
            </a:extLst>
          </p:cNvPr>
          <p:cNvSpPr txBox="1"/>
          <p:nvPr/>
        </p:nvSpPr>
        <p:spPr>
          <a:xfrm>
            <a:off x="424873" y="638048"/>
            <a:ext cx="2161310" cy="461665"/>
          </a:xfrm>
          <a:prstGeom prst="rect">
            <a:avLst/>
          </a:prstGeom>
          <a:noFill/>
        </p:spPr>
        <p:txBody>
          <a:bodyPr wrap="square" rtlCol="0">
            <a:spAutoFit/>
          </a:bodyPr>
          <a:lstStyle/>
          <a:p>
            <a:r>
              <a:rPr lang="en-GB" sz="2400" dirty="0"/>
              <a:t>GHANTT CHART</a:t>
            </a:r>
            <a:endParaRPr lang="en-US" sz="2400" dirty="0"/>
          </a:p>
        </p:txBody>
      </p:sp>
    </p:spTree>
    <p:extLst>
      <p:ext uri="{BB962C8B-B14F-4D97-AF65-F5344CB8AC3E}">
        <p14:creationId xmlns:p14="http://schemas.microsoft.com/office/powerpoint/2010/main" val="2864293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09. </a:t>
            </a:r>
            <a:r>
              <a:rPr lang="en-US" dirty="0"/>
              <a:t>Tentative Budget</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19</a:t>
            </a:fld>
            <a:endParaRPr lang="en-US"/>
          </a:p>
        </p:txBody>
      </p:sp>
    </p:spTree>
    <p:extLst>
      <p:ext uri="{BB962C8B-B14F-4D97-AF65-F5344CB8AC3E}">
        <p14:creationId xmlns:p14="http://schemas.microsoft.com/office/powerpoint/2010/main" val="2455035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20</a:t>
            </a:fld>
            <a:endParaRPr lang="en-US"/>
          </a:p>
        </p:txBody>
      </p:sp>
      <p:graphicFrame>
        <p:nvGraphicFramePr>
          <p:cNvPr id="20" name="Table 19">
            <a:extLst>
              <a:ext uri="{FF2B5EF4-FFF2-40B4-BE49-F238E27FC236}">
                <a16:creationId xmlns:a16="http://schemas.microsoft.com/office/drawing/2014/main" id="{C26D28E0-B2DD-84A8-D69D-211B3BFBA822}"/>
              </a:ext>
            </a:extLst>
          </p:cNvPr>
          <p:cNvGraphicFramePr>
            <a:graphicFrameLocks noGrp="1"/>
          </p:cNvGraphicFramePr>
          <p:nvPr>
            <p:extLst>
              <p:ext uri="{D42A27DB-BD31-4B8C-83A1-F6EECF244321}">
                <p14:modId xmlns:p14="http://schemas.microsoft.com/office/powerpoint/2010/main" val="1317411070"/>
              </p:ext>
            </p:extLst>
          </p:nvPr>
        </p:nvGraphicFramePr>
        <p:xfrm>
          <a:off x="959427" y="427004"/>
          <a:ext cx="10273146" cy="4902377"/>
        </p:xfrm>
        <a:graphic>
          <a:graphicData uri="http://schemas.openxmlformats.org/drawingml/2006/table">
            <a:tbl>
              <a:tblPr firstRow="1" bandRow="1">
                <a:tableStyleId>{5C22544A-7EE6-4342-B048-85BDC9FD1C3A}</a:tableStyleId>
              </a:tblPr>
              <a:tblGrid>
                <a:gridCol w="3424382">
                  <a:extLst>
                    <a:ext uri="{9D8B030D-6E8A-4147-A177-3AD203B41FA5}">
                      <a16:colId xmlns:a16="http://schemas.microsoft.com/office/drawing/2014/main" val="4105988133"/>
                    </a:ext>
                  </a:extLst>
                </a:gridCol>
                <a:gridCol w="5074227">
                  <a:extLst>
                    <a:ext uri="{9D8B030D-6E8A-4147-A177-3AD203B41FA5}">
                      <a16:colId xmlns:a16="http://schemas.microsoft.com/office/drawing/2014/main" val="2130225552"/>
                    </a:ext>
                  </a:extLst>
                </a:gridCol>
                <a:gridCol w="1774537">
                  <a:extLst>
                    <a:ext uri="{9D8B030D-6E8A-4147-A177-3AD203B41FA5}">
                      <a16:colId xmlns:a16="http://schemas.microsoft.com/office/drawing/2014/main" val="3712167913"/>
                    </a:ext>
                  </a:extLst>
                </a:gridCol>
              </a:tblGrid>
              <a:tr h="482536">
                <a:tc>
                  <a:txBody>
                    <a:bodyPr/>
                    <a:lstStyle/>
                    <a:p>
                      <a:r>
                        <a:rPr lang="en-US" dirty="0"/>
                        <a:t>Item/Resource</a:t>
                      </a:r>
                    </a:p>
                  </a:txBody>
                  <a:tcPr/>
                </a:tc>
                <a:tc>
                  <a:txBody>
                    <a:bodyPr/>
                    <a:lstStyle/>
                    <a:p>
                      <a:r>
                        <a:rPr lang="en-US" dirty="0"/>
                        <a:t>Details</a:t>
                      </a:r>
                    </a:p>
                  </a:txBody>
                  <a:tcPr/>
                </a:tc>
                <a:tc>
                  <a:txBody>
                    <a:bodyPr/>
                    <a:lstStyle/>
                    <a:p>
                      <a:r>
                        <a:rPr lang="en-GB" dirty="0"/>
                        <a:t>Cost</a:t>
                      </a:r>
                      <a:endParaRPr lang="en-US" dirty="0"/>
                    </a:p>
                  </a:txBody>
                  <a:tcPr/>
                </a:tc>
                <a:extLst>
                  <a:ext uri="{0D108BD9-81ED-4DB2-BD59-A6C34878D82A}">
                    <a16:rowId xmlns:a16="http://schemas.microsoft.com/office/drawing/2014/main" val="969990434"/>
                  </a:ext>
                </a:extLst>
              </a:tr>
              <a:tr h="427177">
                <a:tc>
                  <a:txBody>
                    <a:bodyPr/>
                    <a:lstStyle/>
                    <a:p>
                      <a:r>
                        <a:rPr lang="en-GB" dirty="0"/>
                        <a:t>Electricity</a:t>
                      </a:r>
                      <a:endParaRPr lang="en-US" dirty="0"/>
                    </a:p>
                  </a:txBody>
                  <a:tcPr/>
                </a:tc>
                <a:tc>
                  <a:txBody>
                    <a:bodyPr/>
                    <a:lstStyle/>
                    <a:p>
                      <a:r>
                        <a:rPr lang="en-US" dirty="0"/>
                        <a:t>Power usage for the project</a:t>
                      </a:r>
                    </a:p>
                  </a:txBody>
                  <a:tcPr/>
                </a:tc>
                <a:tc>
                  <a:txBody>
                    <a:bodyPr/>
                    <a:lstStyle/>
                    <a:p>
                      <a:r>
                        <a:rPr lang="en-GB" dirty="0"/>
                        <a:t>2,500.00 LKR</a:t>
                      </a:r>
                      <a:endParaRPr lang="en-US" dirty="0"/>
                    </a:p>
                  </a:txBody>
                  <a:tcPr/>
                </a:tc>
                <a:extLst>
                  <a:ext uri="{0D108BD9-81ED-4DB2-BD59-A6C34878D82A}">
                    <a16:rowId xmlns:a16="http://schemas.microsoft.com/office/drawing/2014/main" val="1047307258"/>
                  </a:ext>
                </a:extLst>
              </a:tr>
              <a:tr h="705085">
                <a:tc>
                  <a:txBody>
                    <a:bodyPr/>
                    <a:lstStyle/>
                    <a:p>
                      <a:r>
                        <a:rPr lang="en-US" dirty="0"/>
                        <a:t>Data Acquisition</a:t>
                      </a:r>
                    </a:p>
                  </a:txBody>
                  <a:tcPr/>
                </a:tc>
                <a:tc>
                  <a:txBody>
                    <a:bodyPr/>
                    <a:lstStyle/>
                    <a:p>
                      <a:r>
                        <a:rPr lang="en-GB" dirty="0"/>
                        <a:t>Gathering datasets from dataset proving platforms</a:t>
                      </a:r>
                      <a:endParaRPr lang="en-US" dirty="0"/>
                    </a:p>
                  </a:txBody>
                  <a:tcPr/>
                </a:tc>
                <a:tc>
                  <a:txBody>
                    <a:bodyPr/>
                    <a:lstStyle/>
                    <a:p>
                      <a:r>
                        <a:rPr lang="en-GB" dirty="0"/>
                        <a:t>U</a:t>
                      </a:r>
                      <a:r>
                        <a:rPr lang="en-US" dirty="0"/>
                        <a:t>sed free datasets</a:t>
                      </a:r>
                    </a:p>
                  </a:txBody>
                  <a:tcPr/>
                </a:tc>
                <a:extLst>
                  <a:ext uri="{0D108BD9-81ED-4DB2-BD59-A6C34878D82A}">
                    <a16:rowId xmlns:a16="http://schemas.microsoft.com/office/drawing/2014/main" val="3854508367"/>
                  </a:ext>
                </a:extLst>
              </a:tr>
              <a:tr h="705085">
                <a:tc>
                  <a:txBody>
                    <a:bodyPr/>
                    <a:lstStyle/>
                    <a:p>
                      <a:r>
                        <a:rPr lang="en-US" dirty="0"/>
                        <a:t>Software Licenses</a:t>
                      </a:r>
                    </a:p>
                  </a:txBody>
                  <a:tcPr/>
                </a:tc>
                <a:tc>
                  <a:txBody>
                    <a:bodyPr/>
                    <a:lstStyle/>
                    <a:p>
                      <a:r>
                        <a:rPr lang="en-GB" dirty="0"/>
                        <a:t>For any premium libraries or tools</a:t>
                      </a:r>
                      <a:endParaRPr lang="en-US" dirty="0"/>
                    </a:p>
                  </a:txBody>
                  <a:tcPr/>
                </a:tc>
                <a:tc>
                  <a:txBody>
                    <a:bodyPr/>
                    <a:lstStyle/>
                    <a:p>
                      <a:r>
                        <a:rPr lang="en-GB" dirty="0"/>
                        <a:t>U</a:t>
                      </a:r>
                      <a:r>
                        <a:rPr lang="en-US" dirty="0"/>
                        <a:t>sed free tools and libraries</a:t>
                      </a:r>
                    </a:p>
                  </a:txBody>
                  <a:tcPr/>
                </a:tc>
                <a:extLst>
                  <a:ext uri="{0D108BD9-81ED-4DB2-BD59-A6C34878D82A}">
                    <a16:rowId xmlns:a16="http://schemas.microsoft.com/office/drawing/2014/main" val="2996658992"/>
                  </a:ext>
                </a:extLst>
              </a:tr>
              <a:tr h="429086">
                <a:tc>
                  <a:txBody>
                    <a:bodyPr/>
                    <a:lstStyle/>
                    <a:p>
                      <a:r>
                        <a:rPr lang="en-US" dirty="0"/>
                        <a:t>Hardware and equipment</a:t>
                      </a:r>
                    </a:p>
                  </a:txBody>
                  <a:tcPr/>
                </a:tc>
                <a:tc>
                  <a:txBody>
                    <a:bodyPr/>
                    <a:lstStyle/>
                    <a:p>
                      <a:r>
                        <a:rPr lang="en-US" dirty="0"/>
                        <a:t>Storage and hardware needs for the project</a:t>
                      </a:r>
                    </a:p>
                  </a:txBody>
                  <a:tcPr/>
                </a:tc>
                <a:tc>
                  <a:txBody>
                    <a:bodyPr/>
                    <a:lstStyle/>
                    <a:p>
                      <a:r>
                        <a:rPr lang="en-GB" dirty="0"/>
                        <a:t>5,000.00 LKR</a:t>
                      </a:r>
                      <a:endParaRPr lang="en-US" dirty="0"/>
                    </a:p>
                  </a:txBody>
                  <a:tcPr/>
                </a:tc>
                <a:extLst>
                  <a:ext uri="{0D108BD9-81ED-4DB2-BD59-A6C34878D82A}">
                    <a16:rowId xmlns:a16="http://schemas.microsoft.com/office/drawing/2014/main" val="1202237703"/>
                  </a:ext>
                </a:extLst>
              </a:tr>
              <a:tr h="705085">
                <a:tc>
                  <a:txBody>
                    <a:bodyPr/>
                    <a:lstStyle/>
                    <a:p>
                      <a:r>
                        <a:rPr lang="en-US" dirty="0"/>
                        <a:t>Compute resources </a:t>
                      </a:r>
                    </a:p>
                  </a:txBody>
                  <a:tcPr/>
                </a:tc>
                <a:tc>
                  <a:txBody>
                    <a:bodyPr/>
                    <a:lstStyle/>
                    <a:p>
                      <a:r>
                        <a:rPr lang="en-GB" dirty="0"/>
                        <a:t>Cloud computing services for train the model</a:t>
                      </a:r>
                      <a:endParaRPr lang="en-US" dirty="0"/>
                    </a:p>
                  </a:txBody>
                  <a:tcPr/>
                </a:tc>
                <a:tc>
                  <a:txBody>
                    <a:bodyPr/>
                    <a:lstStyle/>
                    <a:p>
                      <a:r>
                        <a:rPr lang="en-GB" dirty="0"/>
                        <a:t>Used free cloud service</a:t>
                      </a:r>
                      <a:endParaRPr lang="en-US" dirty="0"/>
                    </a:p>
                  </a:txBody>
                  <a:tcPr/>
                </a:tc>
                <a:extLst>
                  <a:ext uri="{0D108BD9-81ED-4DB2-BD59-A6C34878D82A}">
                    <a16:rowId xmlns:a16="http://schemas.microsoft.com/office/drawing/2014/main" val="3614333186"/>
                  </a:ext>
                </a:extLst>
              </a:tr>
              <a:tr h="705085">
                <a:tc>
                  <a:txBody>
                    <a:bodyPr/>
                    <a:lstStyle/>
                    <a:p>
                      <a:r>
                        <a:rPr lang="en-US" dirty="0"/>
                        <a:t>Internet </a:t>
                      </a:r>
                    </a:p>
                  </a:txBody>
                  <a:tcPr/>
                </a:tc>
                <a:tc>
                  <a:txBody>
                    <a:bodyPr/>
                    <a:lstStyle/>
                    <a:p>
                      <a:r>
                        <a:rPr lang="en-GB" dirty="0"/>
                        <a:t>Internet expenses for gathering information and downloading project materials</a:t>
                      </a:r>
                      <a:endParaRPr lang="en-US" dirty="0"/>
                    </a:p>
                  </a:txBody>
                  <a:tcPr/>
                </a:tc>
                <a:tc>
                  <a:txBody>
                    <a:bodyPr/>
                    <a:lstStyle/>
                    <a:p>
                      <a:r>
                        <a:rPr lang="en-GB" dirty="0"/>
                        <a:t>4,0</a:t>
                      </a:r>
                      <a:r>
                        <a:rPr lang="en-US" dirty="0"/>
                        <a:t>00.00 LKR</a:t>
                      </a:r>
                    </a:p>
                  </a:txBody>
                  <a:tcPr/>
                </a:tc>
                <a:extLst>
                  <a:ext uri="{0D108BD9-81ED-4DB2-BD59-A6C34878D82A}">
                    <a16:rowId xmlns:a16="http://schemas.microsoft.com/office/drawing/2014/main" val="1055948667"/>
                  </a:ext>
                </a:extLst>
              </a:tr>
              <a:tr h="743238">
                <a:tc>
                  <a:txBody>
                    <a:bodyPr/>
                    <a:lstStyle/>
                    <a:p>
                      <a:r>
                        <a:rPr lang="en-GB" dirty="0"/>
                        <a:t>Total</a:t>
                      </a:r>
                      <a:endParaRPr lang="en-US" dirty="0"/>
                    </a:p>
                  </a:txBody>
                  <a:tcPr>
                    <a:solidFill>
                      <a:srgbClr val="00B0F0"/>
                    </a:solidFill>
                  </a:tcPr>
                </a:tc>
                <a:tc>
                  <a:txBody>
                    <a:bodyPr/>
                    <a:lstStyle/>
                    <a:p>
                      <a:r>
                        <a:rPr lang="en-GB" dirty="0"/>
                        <a:t>Approximate total cost for project completion</a:t>
                      </a:r>
                      <a:endParaRPr lang="en-US" dirty="0"/>
                    </a:p>
                  </a:txBody>
                  <a:tcPr>
                    <a:solidFill>
                      <a:srgbClr val="00B0F0"/>
                    </a:solidFill>
                  </a:tcPr>
                </a:tc>
                <a:tc>
                  <a:txBody>
                    <a:bodyPr/>
                    <a:lstStyle/>
                    <a:p>
                      <a:r>
                        <a:rPr lang="en-GB" dirty="0"/>
                        <a:t>1</a:t>
                      </a:r>
                      <a:r>
                        <a:rPr lang="en-US" dirty="0"/>
                        <a:t>1,500.00 LKR</a:t>
                      </a:r>
                    </a:p>
                  </a:txBody>
                  <a:tcPr>
                    <a:solidFill>
                      <a:srgbClr val="00B0F0"/>
                    </a:solidFill>
                  </a:tcPr>
                </a:tc>
                <a:extLst>
                  <a:ext uri="{0D108BD9-81ED-4DB2-BD59-A6C34878D82A}">
                    <a16:rowId xmlns:a16="http://schemas.microsoft.com/office/drawing/2014/main" val="217872717"/>
                  </a:ext>
                </a:extLst>
              </a:tr>
            </a:tbl>
          </a:graphicData>
        </a:graphic>
      </p:graphicFrame>
      <p:sp>
        <p:nvSpPr>
          <p:cNvPr id="22" name="TextBox 21">
            <a:extLst>
              <a:ext uri="{FF2B5EF4-FFF2-40B4-BE49-F238E27FC236}">
                <a16:creationId xmlns:a16="http://schemas.microsoft.com/office/drawing/2014/main" id="{3744D9F9-D3D0-B596-0D8D-B7730F87D3EF}"/>
              </a:ext>
            </a:extLst>
          </p:cNvPr>
          <p:cNvSpPr txBox="1"/>
          <p:nvPr/>
        </p:nvSpPr>
        <p:spPr>
          <a:xfrm>
            <a:off x="8521935" y="5722229"/>
            <a:ext cx="2831865" cy="338554"/>
          </a:xfrm>
          <a:prstGeom prst="rect">
            <a:avLst/>
          </a:prstGeom>
          <a:noFill/>
        </p:spPr>
        <p:txBody>
          <a:bodyPr wrap="none" rtlCol="0">
            <a:spAutoFit/>
          </a:bodyPr>
          <a:lstStyle/>
          <a:p>
            <a:r>
              <a:rPr lang="en-GB" sz="1600" dirty="0"/>
              <a:t>All expenses are only estimates.</a:t>
            </a:r>
            <a:endParaRPr lang="en-US" sz="1600" dirty="0"/>
          </a:p>
        </p:txBody>
      </p:sp>
    </p:spTree>
    <p:extLst>
      <p:ext uri="{BB962C8B-B14F-4D97-AF65-F5344CB8AC3E}">
        <p14:creationId xmlns:p14="http://schemas.microsoft.com/office/powerpoint/2010/main" val="728560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10. </a:t>
            </a:r>
            <a:r>
              <a:rPr lang="en-US" dirty="0"/>
              <a:t>Evaluation Plan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21</a:t>
            </a:fld>
            <a:endParaRPr lang="en-US"/>
          </a:p>
        </p:txBody>
      </p:sp>
    </p:spTree>
    <p:extLst>
      <p:ext uri="{BB962C8B-B14F-4D97-AF65-F5344CB8AC3E}">
        <p14:creationId xmlns:p14="http://schemas.microsoft.com/office/powerpoint/2010/main" val="2999461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lstStyle/>
          <a:p>
            <a:pPr marL="0" indent="0">
              <a:buNone/>
            </a:pPr>
            <a:r>
              <a:rPr lang="en-GB" b="1" dirty="0"/>
              <a:t>ROUGE (Recall-Oriented Understudy for Gisting Evaluation)</a:t>
            </a:r>
          </a:p>
          <a:p>
            <a:pPr marL="0" indent="0">
              <a:buNone/>
            </a:pPr>
            <a:endParaRPr lang="en-GB" dirty="0"/>
          </a:p>
          <a:p>
            <a:pPr lvl="1">
              <a:buFont typeface="Wingdings" panose="05000000000000000000" pitchFamily="2" charset="2"/>
              <a:buChar char="§"/>
            </a:pPr>
            <a:r>
              <a:rPr lang="en-GB" b="1" dirty="0"/>
              <a:t>ROUGE-N:</a:t>
            </a:r>
            <a:r>
              <a:rPr lang="en-GB" dirty="0"/>
              <a:t> Measures the overlap of n-grams between the generated summaries and reference summaries. Commonly used for evaluating both extractive and abstractive summarization.</a:t>
            </a:r>
          </a:p>
          <a:p>
            <a:pPr marL="457200" lvl="1" indent="0">
              <a:buNone/>
            </a:pPr>
            <a:endParaRPr lang="en-GB" dirty="0"/>
          </a:p>
          <a:p>
            <a:pPr lvl="1">
              <a:buFont typeface="Wingdings" panose="05000000000000000000" pitchFamily="2" charset="2"/>
              <a:buChar char="§"/>
            </a:pPr>
            <a:r>
              <a:rPr lang="en-GB" b="1" dirty="0"/>
              <a:t>ROUGE-L:</a:t>
            </a:r>
            <a:r>
              <a:rPr lang="en-GB" dirty="0"/>
              <a:t> Evaluates the longest common subsequence to assess the fluency and coherence of generated summaries.</a:t>
            </a:r>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22</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2929082" y="194173"/>
            <a:ext cx="6333836" cy="769441"/>
          </a:xfrm>
          <a:prstGeom prst="rect">
            <a:avLst/>
          </a:prstGeom>
          <a:noFill/>
        </p:spPr>
        <p:txBody>
          <a:bodyPr wrap="square" rtlCol="0">
            <a:spAutoFit/>
          </a:bodyPr>
          <a:lstStyle/>
          <a:p>
            <a:r>
              <a:rPr lang="en-GB" sz="4400" b="1" dirty="0"/>
              <a:t>Model Evaluation Method</a:t>
            </a:r>
            <a:endParaRPr lang="en-US" sz="4400" b="1" dirty="0"/>
          </a:p>
        </p:txBody>
      </p:sp>
    </p:spTree>
    <p:extLst>
      <p:ext uri="{BB962C8B-B14F-4D97-AF65-F5344CB8AC3E}">
        <p14:creationId xmlns:p14="http://schemas.microsoft.com/office/powerpoint/2010/main" val="1415970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346" y="1490952"/>
            <a:ext cx="10515600" cy="3810722"/>
          </a:xfrm>
        </p:spPr>
        <p:txBody>
          <a:bodyPr>
            <a:normAutofit/>
          </a:bodyPr>
          <a:lstStyle/>
          <a:p>
            <a:pPr marL="0" indent="0">
              <a:lnSpc>
                <a:spcPct val="100000"/>
              </a:lnSpc>
              <a:buNone/>
            </a:pPr>
            <a:r>
              <a:rPr lang="en-GB" b="1" dirty="0"/>
              <a:t>F1 Score</a:t>
            </a:r>
            <a:endParaRPr lang="en-GB" dirty="0"/>
          </a:p>
          <a:p>
            <a:pPr lvl="1">
              <a:buFont typeface="Wingdings" panose="05000000000000000000" pitchFamily="2" charset="2"/>
              <a:buChar char="§"/>
            </a:pPr>
            <a:r>
              <a:rPr lang="en-GB" dirty="0"/>
              <a:t>Balances precision and recall, providing a comprehensive measure of model performance, especially in cases where both false positives and false negatives are critical.</a:t>
            </a:r>
          </a:p>
          <a:p>
            <a:pPr marL="0" indent="0">
              <a:lnSpc>
                <a:spcPct val="110000"/>
              </a:lnSpc>
              <a:buNone/>
            </a:pPr>
            <a:r>
              <a:rPr lang="en-GB" b="1" dirty="0"/>
              <a:t>Precision and Recall:</a:t>
            </a:r>
            <a:endParaRPr lang="en-GB" dirty="0"/>
          </a:p>
          <a:p>
            <a:pPr lvl="1">
              <a:buFont typeface="Wingdings" panose="05000000000000000000" pitchFamily="2" charset="2"/>
              <a:buChar char="§"/>
            </a:pPr>
            <a:r>
              <a:rPr lang="en-GB" b="1" dirty="0"/>
              <a:t>Precision:</a:t>
            </a:r>
            <a:r>
              <a:rPr lang="en-GB" dirty="0"/>
              <a:t> Measures how many of the generated summary tokens are relevant.</a:t>
            </a:r>
          </a:p>
          <a:p>
            <a:pPr lvl="1">
              <a:lnSpc>
                <a:spcPct val="100000"/>
              </a:lnSpc>
              <a:buFont typeface="Wingdings" panose="05000000000000000000" pitchFamily="2" charset="2"/>
              <a:buChar char="§"/>
            </a:pPr>
            <a:r>
              <a:rPr lang="en-GB" b="1" dirty="0"/>
              <a:t>Recall:</a:t>
            </a:r>
            <a:r>
              <a:rPr lang="en-GB" dirty="0"/>
              <a:t> Assesses how many relevant tokens from the reference summaries are captured in the generated summaries.</a:t>
            </a:r>
          </a:p>
          <a:p>
            <a:pPr lvl="2">
              <a:buFont typeface="Wingdings" panose="05000000000000000000" pitchFamily="2" charset="2"/>
              <a:buChar char="§"/>
            </a:pPr>
            <a:endParaRPr lang="en-GB"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23</a:t>
            </a:fld>
            <a:endParaRPr lang="en-US"/>
          </a:p>
        </p:txBody>
      </p:sp>
      <p:sp>
        <p:nvSpPr>
          <p:cNvPr id="13" name="TextBox 12">
            <a:extLst>
              <a:ext uri="{FF2B5EF4-FFF2-40B4-BE49-F238E27FC236}">
                <a16:creationId xmlns:a16="http://schemas.microsoft.com/office/drawing/2014/main" id="{FC233CA3-6A6F-0816-E8FC-8185DE4D3EE4}"/>
              </a:ext>
            </a:extLst>
          </p:cNvPr>
          <p:cNvSpPr txBox="1"/>
          <p:nvPr/>
        </p:nvSpPr>
        <p:spPr>
          <a:xfrm>
            <a:off x="3463637" y="136525"/>
            <a:ext cx="5059217" cy="769441"/>
          </a:xfrm>
          <a:prstGeom prst="rect">
            <a:avLst/>
          </a:prstGeom>
          <a:noFill/>
        </p:spPr>
        <p:txBody>
          <a:bodyPr wrap="square" rtlCol="0">
            <a:spAutoFit/>
          </a:bodyPr>
          <a:lstStyle/>
          <a:p>
            <a:r>
              <a:rPr lang="en-GB" sz="4400" b="1" dirty="0"/>
              <a:t>Performance Metrics</a:t>
            </a:r>
            <a:endParaRPr lang="en-US" sz="4400" b="1" dirty="0"/>
          </a:p>
        </p:txBody>
      </p:sp>
    </p:spTree>
    <p:extLst>
      <p:ext uri="{BB962C8B-B14F-4D97-AF65-F5344CB8AC3E}">
        <p14:creationId xmlns:p14="http://schemas.microsoft.com/office/powerpoint/2010/main" val="3701384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11. </a:t>
            </a:r>
            <a:r>
              <a:rPr lang="en-US" dirty="0"/>
              <a:t>Limitations</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24</a:t>
            </a:fld>
            <a:endParaRPr lang="en-US"/>
          </a:p>
        </p:txBody>
      </p:sp>
    </p:spTree>
    <p:extLst>
      <p:ext uri="{BB962C8B-B14F-4D97-AF65-F5344CB8AC3E}">
        <p14:creationId xmlns:p14="http://schemas.microsoft.com/office/powerpoint/2010/main" val="4001053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97188"/>
            <a:ext cx="10515600" cy="5498812"/>
          </a:xfrm>
        </p:spPr>
        <p:txBody>
          <a:bodyPr/>
          <a:lstStyle/>
          <a:p>
            <a:pPr marL="0" indent="0">
              <a:buNone/>
            </a:pPr>
            <a:r>
              <a:rPr lang="en-GB" b="1" dirty="0"/>
              <a:t>Budget Constraints:</a:t>
            </a:r>
            <a:endParaRPr lang="en-GB" dirty="0"/>
          </a:p>
          <a:p>
            <a:pPr lvl="1">
              <a:buFont typeface="Wingdings" panose="05000000000000000000" pitchFamily="2" charset="2"/>
              <a:buChar char="§"/>
            </a:pPr>
            <a:r>
              <a:rPr lang="en-GB" dirty="0"/>
              <a:t>The allocated budget may limit access to premium datasets, advanced computational resources, and software licenses, potentially impacting the depth and breadth of the project.</a:t>
            </a:r>
          </a:p>
          <a:p>
            <a:pPr marL="0" indent="0">
              <a:buNone/>
            </a:pPr>
            <a:r>
              <a:rPr lang="en-GB" b="1" dirty="0"/>
              <a:t>Technical Limitations:</a:t>
            </a:r>
            <a:endParaRPr lang="en-GB" dirty="0"/>
          </a:p>
          <a:p>
            <a:pPr lvl="1">
              <a:buFont typeface="Wingdings" panose="05000000000000000000" pitchFamily="2" charset="2"/>
              <a:buChar char="§"/>
            </a:pPr>
            <a:r>
              <a:rPr lang="en-GB" dirty="0"/>
              <a:t>The availability of computational resources may constrain the complexity of models that can be trained, limiting experimentation with more advanced architectures (e.g., Transformers) that require significant computational power.</a:t>
            </a:r>
          </a:p>
          <a:p>
            <a:r>
              <a:rPr lang="en-GB" b="1" dirty="0"/>
              <a:t>Time Constraints:</a:t>
            </a:r>
            <a:endParaRPr lang="en-GB" dirty="0"/>
          </a:p>
          <a:p>
            <a:pPr lvl="1">
              <a:buFont typeface="Wingdings" panose="05000000000000000000" pitchFamily="2" charset="2"/>
              <a:buChar char="§"/>
            </a:pPr>
            <a:r>
              <a:rPr lang="en-GB" dirty="0"/>
              <a:t>A 10-week project timeline may limit the extent of research and experimentation possible, potentially affecting the thoroughness of model evaluation and iteration.</a:t>
            </a:r>
          </a:p>
          <a:p>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25</a:t>
            </a:fld>
            <a:endParaRPr lang="en-US"/>
          </a:p>
        </p:txBody>
      </p:sp>
    </p:spTree>
    <p:extLst>
      <p:ext uri="{BB962C8B-B14F-4D97-AF65-F5344CB8AC3E}">
        <p14:creationId xmlns:p14="http://schemas.microsoft.com/office/powerpoint/2010/main" val="421766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12. References</a:t>
            </a:r>
            <a:endParaRPr lang="en-US" dirty="0"/>
          </a:p>
        </p:txBody>
      </p:sp>
      <p:sp>
        <p:nvSpPr>
          <p:cNvPr id="3" name="Content Placeholder 2"/>
          <p:cNvSpPr>
            <a:spLocks noGrp="1"/>
          </p:cNvSpPr>
          <p:nvPr>
            <p:ph idx="1"/>
          </p:nvPr>
        </p:nvSpPr>
        <p:spPr/>
        <p:txBody>
          <a:bodyPr>
            <a:normAutofit/>
          </a:bodyPr>
          <a:lstStyle/>
          <a:p>
            <a:pPr marL="0" indent="0">
              <a:buNone/>
            </a:pPr>
            <a:r>
              <a:rPr lang="en-GB" sz="2400" b="0" i="0" dirty="0">
                <a:effectLst/>
                <a:latin typeface="Calibri" panose="020F0502020204030204" pitchFamily="34" charset="0"/>
              </a:rPr>
              <a:t>Zhang, H., Xu, J. and Wang, J. (2019). </a:t>
            </a:r>
            <a:r>
              <a:rPr lang="en-GB" sz="2400" b="0" i="1" dirty="0">
                <a:effectLst/>
                <a:latin typeface="Calibri" panose="020F0502020204030204" pitchFamily="34" charset="0"/>
              </a:rPr>
              <a:t>Pretraining-Based Natural Language Generation for Text Summarization</a:t>
            </a:r>
            <a:r>
              <a:rPr lang="en-GB" sz="2400" b="0" i="0" dirty="0">
                <a:effectLst/>
                <a:latin typeface="Calibri" panose="020F0502020204030204" pitchFamily="34" charset="0"/>
              </a:rPr>
              <a:t>. [online] arXiv.org. Available at: https://doi.org/10.48550/arXiv.1902.09243 [Accessed 29 Sep. 2024].</a:t>
            </a:r>
          </a:p>
          <a:p>
            <a:pPr marL="0" indent="0">
              <a:buNone/>
            </a:pPr>
            <a:r>
              <a:rPr lang="en-GB" sz="2400" b="0" i="0" dirty="0">
                <a:effectLst/>
                <a:latin typeface="Calibri" panose="020F0502020204030204" pitchFamily="34" charset="0"/>
              </a:rPr>
              <a:t>Cheng, J. and Lapata, M. (2016). </a:t>
            </a:r>
            <a:r>
              <a:rPr lang="en-GB" sz="2400" b="0" i="1" dirty="0">
                <a:effectLst/>
                <a:latin typeface="Calibri" panose="020F0502020204030204" pitchFamily="34" charset="0"/>
              </a:rPr>
              <a:t>Neural Summarization by Extracting Sentences and Words</a:t>
            </a:r>
            <a:r>
              <a:rPr lang="en-GB" sz="2400" b="0" i="0" dirty="0">
                <a:effectLst/>
                <a:latin typeface="Calibri" panose="020F0502020204030204" pitchFamily="34" charset="0"/>
              </a:rPr>
              <a:t>. [online] ACLWeb. doi:https://doi.org/10.18653/v1/P16-1046.</a:t>
            </a:r>
          </a:p>
          <a:p>
            <a:pPr marL="0" indent="0">
              <a:buNone/>
            </a:pPr>
            <a:r>
              <a:rPr lang="en-GB" sz="2400" b="0" i="0" dirty="0">
                <a:effectLst/>
                <a:latin typeface="Calibri" panose="020F0502020204030204" pitchFamily="34" charset="0"/>
              </a:rPr>
              <a:t>Nenkova, A. (2011). Automatic Summarization. </a:t>
            </a:r>
            <a:r>
              <a:rPr lang="en-GB" sz="2400" b="0" i="1" dirty="0">
                <a:effectLst/>
                <a:latin typeface="Calibri" panose="020F0502020204030204" pitchFamily="34" charset="0"/>
              </a:rPr>
              <a:t>Foundations and Trends® in Information Retrieval</a:t>
            </a:r>
            <a:r>
              <a:rPr lang="en-GB" sz="2400" b="0" i="0" dirty="0">
                <a:effectLst/>
                <a:latin typeface="Calibri" panose="020F0502020204030204" pitchFamily="34" charset="0"/>
              </a:rPr>
              <a:t>, 5(2), pp.103–233. doi:https://doi.org/10.1561/1500000015.</a:t>
            </a:r>
          </a:p>
          <a:p>
            <a:pPr marL="0" indent="0">
              <a:buNone/>
            </a:pPr>
            <a:r>
              <a:rPr lang="en-GB" sz="2400" b="0" i="0" dirty="0">
                <a:effectLst/>
                <a:latin typeface="Calibri" panose="020F0502020204030204" pitchFamily="34" charset="0"/>
              </a:rPr>
              <a:t>Liu, Y. and Lapata, M. (2019). </a:t>
            </a:r>
            <a:r>
              <a:rPr lang="en-GB" sz="2400" b="0" i="1" dirty="0">
                <a:effectLst/>
                <a:latin typeface="Calibri" panose="020F0502020204030204" pitchFamily="34" charset="0"/>
              </a:rPr>
              <a:t>Text Summarization with Pretrained Encoders</a:t>
            </a:r>
            <a:r>
              <a:rPr lang="en-GB" sz="2400" b="0" i="0" dirty="0">
                <a:effectLst/>
                <a:latin typeface="Calibri" panose="020F0502020204030204" pitchFamily="34" charset="0"/>
              </a:rPr>
              <a:t>. [online] arXiv.org. Available at: https://doi.org/10.48550/arXiv.1908.08345 [Accessed 29 Sep. 2024].</a:t>
            </a:r>
          </a:p>
          <a:p>
            <a:pPr marL="0" indent="0">
              <a:buNone/>
            </a:pPr>
            <a:endParaRPr lang="en-US" sz="2400"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26</a:t>
            </a:fld>
            <a:endParaRPr lang="en-US"/>
          </a:p>
        </p:txBody>
      </p:sp>
    </p:spTree>
    <p:extLst>
      <p:ext uri="{BB962C8B-B14F-4D97-AF65-F5344CB8AC3E}">
        <p14:creationId xmlns:p14="http://schemas.microsoft.com/office/powerpoint/2010/main" val="3153658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63273"/>
            <a:ext cx="9144000" cy="1038576"/>
          </a:xfrm>
        </p:spPr>
        <p:txBody>
          <a:bodyPr>
            <a:normAutofit/>
          </a:bodyPr>
          <a:lstStyle/>
          <a:p>
            <a:r>
              <a:rPr lang="en" dirty="0"/>
              <a:t>13. </a:t>
            </a:r>
            <a:r>
              <a:rPr lang="en-US" dirty="0"/>
              <a:t>Conclusion</a:t>
            </a:r>
          </a:p>
        </p:txBody>
      </p:sp>
      <p:sp>
        <p:nvSpPr>
          <p:cNvPr id="4" name="Date Placeholder 3"/>
          <p:cNvSpPr>
            <a:spLocks noGrp="1"/>
          </p:cNvSpPr>
          <p:nvPr>
            <p:ph type="dt" sz="half" idx="10"/>
          </p:nvPr>
        </p:nvSpPr>
        <p:spPr/>
        <p:txBody>
          <a:bodyPr/>
          <a:lstStyle/>
          <a:p>
            <a:fld id="{5BEC768C-970C-4EFB-B5DE-E73583204FED}"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27</a:t>
            </a:fld>
            <a:endParaRPr lang="en-US"/>
          </a:p>
        </p:txBody>
      </p:sp>
    </p:spTree>
    <p:extLst>
      <p:ext uri="{BB962C8B-B14F-4D97-AF65-F5344CB8AC3E}">
        <p14:creationId xmlns:p14="http://schemas.microsoft.com/office/powerpoint/2010/main" val="3618522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t>This project explored extractive and abstractive text summarization, utilizing advanced models like transformers to efficiently condense large text into key insights. The implementation highlights the potential of summarization for enhancing content understanding. Future work will focus on improving model accuracy and addressing technical limitations.</a:t>
            </a:r>
            <a:endParaRPr lang="en-US" dirty="0"/>
          </a:p>
        </p:txBody>
      </p:sp>
      <p:sp>
        <p:nvSpPr>
          <p:cNvPr id="4" name="Date Placeholder 3"/>
          <p:cNvSpPr>
            <a:spLocks noGrp="1"/>
          </p:cNvSpPr>
          <p:nvPr>
            <p:ph type="dt" sz="half" idx="10"/>
          </p:nvPr>
        </p:nvSpPr>
        <p:spPr/>
        <p:txBody>
          <a:bodyPr/>
          <a:lstStyle/>
          <a:p>
            <a:fld id="{3437773C-C63E-4153-AD6F-417D2DE601BE}"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28</a:t>
            </a:fld>
            <a:endParaRPr lang="en-US"/>
          </a:p>
        </p:txBody>
      </p:sp>
    </p:spTree>
    <p:extLst>
      <p:ext uri="{BB962C8B-B14F-4D97-AF65-F5344CB8AC3E}">
        <p14:creationId xmlns:p14="http://schemas.microsoft.com/office/powerpoint/2010/main" val="31350037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1973988"/>
          </a:xfrm>
        </p:spPr>
        <p:txBody>
          <a:bodyPr/>
          <a:lstStyle/>
          <a:p>
            <a:pPr algn="ctr"/>
            <a:r>
              <a:rPr lang="en" dirty="0"/>
              <a:t>Thanks!</a:t>
            </a:r>
            <a:endParaRPr lang="en-US" dirty="0"/>
          </a:p>
        </p:txBody>
      </p:sp>
      <p:sp>
        <p:nvSpPr>
          <p:cNvPr id="3" name="Text Placeholder 2"/>
          <p:cNvSpPr>
            <a:spLocks noGrp="1"/>
          </p:cNvSpPr>
          <p:nvPr>
            <p:ph type="body" idx="1"/>
          </p:nvPr>
        </p:nvSpPr>
        <p:spPr>
          <a:xfrm>
            <a:off x="838200" y="3962446"/>
            <a:ext cx="10515600" cy="1500187"/>
          </a:xfrm>
        </p:spPr>
        <p:txBody>
          <a:bodyPr/>
          <a:lstStyle/>
          <a:p>
            <a:pPr lvl="0" algn="ctr"/>
            <a:r>
              <a:rPr lang="en-US" dirty="0">
                <a:solidFill>
                  <a:schemeClr val="tx1">
                    <a:lumMod val="85000"/>
                    <a:lumOff val="15000"/>
                  </a:schemeClr>
                </a:solidFill>
              </a:rPr>
              <a:t>Do you have any questions?</a:t>
            </a:r>
          </a:p>
          <a:p>
            <a:pPr algn="ctr"/>
            <a:endParaRPr lang="en-US" dirty="0"/>
          </a:p>
        </p:txBody>
      </p:sp>
      <p:sp>
        <p:nvSpPr>
          <p:cNvPr id="4" name="Date Placeholder 3"/>
          <p:cNvSpPr>
            <a:spLocks noGrp="1"/>
          </p:cNvSpPr>
          <p:nvPr>
            <p:ph type="dt" sz="half" idx="10"/>
          </p:nvPr>
        </p:nvSpPr>
        <p:spPr/>
        <p:txBody>
          <a:bodyPr/>
          <a:lstStyle/>
          <a:p>
            <a:fld id="{96E1D71B-C944-40CB-9225-EA433BB07F45}" type="datetime1">
              <a:rPr lang="en-US" smtClean="0"/>
              <a:t>10/3/2024</a:t>
            </a:fld>
            <a:endParaRPr lang="en-US"/>
          </a:p>
        </p:txBody>
      </p:sp>
      <p:sp>
        <p:nvSpPr>
          <p:cNvPr id="5" name="Footer Placeholder 4"/>
          <p:cNvSpPr>
            <a:spLocks noGrp="1"/>
          </p:cNvSpPr>
          <p:nvPr>
            <p:ph type="ftr" sz="quarter" idx="11"/>
          </p:nvPr>
        </p:nvSpPr>
        <p:spPr/>
        <p:txBody>
          <a:bodyPr/>
          <a:lstStyle/>
          <a:p>
            <a:r>
              <a:rPr lang="en-GB" dirty="0"/>
              <a:t>PCP</a:t>
            </a:r>
            <a:endParaRPr lang="en-US" dirty="0"/>
          </a:p>
        </p:txBody>
      </p:sp>
      <p:sp>
        <p:nvSpPr>
          <p:cNvPr id="6" name="Slide Number Placeholder 5"/>
          <p:cNvSpPr>
            <a:spLocks noGrp="1"/>
          </p:cNvSpPr>
          <p:nvPr>
            <p:ph type="sldNum" sz="quarter" idx="12"/>
          </p:nvPr>
        </p:nvSpPr>
        <p:spPr/>
        <p:txBody>
          <a:bodyPr/>
          <a:lstStyle/>
          <a:p>
            <a:fld id="{67FA9502-7A70-47B0-BD1F-E2BBA2404010}" type="slidenum">
              <a:rPr lang="en-US" smtClean="0"/>
              <a:t>29</a:t>
            </a:fld>
            <a:endParaRPr lang="en-US"/>
          </a:p>
        </p:txBody>
      </p:sp>
    </p:spTree>
    <p:extLst>
      <p:ext uri="{BB962C8B-B14F-4D97-AF65-F5344CB8AC3E}">
        <p14:creationId xmlns:p14="http://schemas.microsoft.com/office/powerpoint/2010/main" val="26608924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12187</TotalTime>
  <Words>2597</Words>
  <Application>Microsoft Office PowerPoint</Application>
  <PresentationFormat>Widescreen</PresentationFormat>
  <Paragraphs>270</Paragraphs>
  <Slides>29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vt:lpstr>
      <vt:lpstr>Arial</vt:lpstr>
      <vt:lpstr>Calibri</vt:lpstr>
      <vt:lpstr>Calibri Light</vt:lpstr>
      <vt:lpstr>Symbol</vt:lpstr>
      <vt:lpstr>Times New Roman</vt:lpstr>
      <vt:lpstr>Wingdings</vt:lpstr>
      <vt:lpstr>Office Theme</vt:lpstr>
      <vt:lpstr>NLP based Text Summarization to retrieve efficient data</vt:lpstr>
      <vt:lpstr> Table of contents </vt:lpstr>
      <vt:lpstr>01. Background Information</vt:lpstr>
      <vt:lpstr>PowerPoint Presentation</vt:lpstr>
      <vt:lpstr>02. Introduction</vt:lpstr>
      <vt:lpstr>PowerPoint Presentation</vt:lpstr>
      <vt:lpstr> 03. Project Objectives </vt:lpstr>
      <vt:lpstr>PowerPoint Presentation</vt:lpstr>
      <vt:lpstr>04. Literature Review</vt:lpstr>
      <vt:lpstr>PowerPoint Presentation</vt:lpstr>
      <vt:lpstr> 05. Top Level Architecture </vt:lpstr>
      <vt:lpstr>PowerPoint Presentation</vt:lpstr>
      <vt:lpstr> 06. Tools and Technology </vt:lpstr>
      <vt:lpstr>PowerPoint Presentation</vt:lpstr>
      <vt:lpstr>07. Datasets</vt:lpstr>
      <vt:lpstr>PowerPoint Presentation</vt:lpstr>
      <vt:lpstr>08. Timeline</vt:lpstr>
      <vt:lpstr>PowerPoint Presentation</vt:lpstr>
      <vt:lpstr>09. Tentative Budget</vt:lpstr>
      <vt:lpstr>PowerPoint Presentation</vt:lpstr>
      <vt:lpstr>10. Evaluation Plan</vt:lpstr>
      <vt:lpstr>PowerPoint Presentation</vt:lpstr>
      <vt:lpstr>PowerPoint Presentation</vt:lpstr>
      <vt:lpstr>11. Limitations</vt:lpstr>
      <vt:lpstr>PowerPoint Presentation</vt:lpstr>
      <vt:lpstr>12. References</vt:lpstr>
      <vt:lpstr>13. Conclusion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Proposal Title&gt;</dc:title>
  <dc:creator>RUMANA</dc:creator>
  <cp:lastModifiedBy>Mohammed Naseer Sihanas</cp:lastModifiedBy>
  <cp:revision>4</cp:revision>
  <dcterms:created xsi:type="dcterms:W3CDTF">2023-08-24T05:14:28Z</dcterms:created>
  <dcterms:modified xsi:type="dcterms:W3CDTF">2024-10-07T09:20:47Z</dcterms:modified>
</cp:coreProperties>
</file>