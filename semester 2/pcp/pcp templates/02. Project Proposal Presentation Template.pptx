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C16D-87A5-42A8-B140-98728FAD8B51}" type="datetimeFigureOut">
              <a:rPr lang="en-US" smtClean="0"/>
              <a:t>2023-09-21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B0495-2115-43AA-BA4C-17B1B018F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1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2023-09-21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5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2023-09-21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7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D71B-C944-40CB-9225-EA433BB07F45}" type="datetime1">
              <a:rPr lang="en-US" smtClean="0"/>
              <a:t>2023-09-21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5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58ECA-02C5-4D99-AFFD-84EA363A536D}" type="datetime1">
              <a:rPr lang="en-US" smtClean="0"/>
              <a:t>2023-09-21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9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073E0-3DBC-4BAA-84B9-0F85CC501F88}" type="datetime1">
              <a:rPr lang="en-US" smtClean="0"/>
              <a:t>2023-09-21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6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C761F-A406-4505-8459-B97881E80F0E}" type="datetime1">
              <a:rPr lang="en-US" smtClean="0"/>
              <a:t>2023-09-21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57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E0DCC-C7A3-4DC1-8DCD-1C5B33BCF6DA}" type="datetime1">
              <a:rPr lang="en-US" smtClean="0"/>
              <a:t>2023-09-21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55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CD9E2-7770-43EB-8701-2490B377D92A}" type="datetime1">
              <a:rPr lang="en-US" smtClean="0"/>
              <a:t>2023-09-21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89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1ED9B-92CF-4B2F-A610-74DC6EFE6E8B}" type="datetime1">
              <a:rPr lang="en-US" smtClean="0"/>
              <a:t>2023-09-21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48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613B-0BA2-4A64-A532-F6C966C6DF40}" type="datetime1">
              <a:rPr lang="en-US" smtClean="0"/>
              <a:t>2023-09-21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25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4F18-9DB9-4BF6-A25D-A0C007A942DF}" type="datetime1">
              <a:rPr lang="en-US" smtClean="0"/>
              <a:t>2023-09-21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96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33C8A-7B11-4C95-B8FE-DA0F896160D6}" type="datetime1">
              <a:rPr lang="en-US" smtClean="0"/>
              <a:t>2023-09-21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A9502-7A70-47B0-BD1F-E2BBA2404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400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89763"/>
          </a:xfrm>
        </p:spPr>
        <p:txBody>
          <a:bodyPr/>
          <a:lstStyle/>
          <a:p>
            <a:r>
              <a:rPr lang="en-US" dirty="0"/>
              <a:t>&lt;Project Proposal Title&gt;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5905-566F-4D77-AB2B-760164113BC0}" type="datetime1">
              <a:rPr lang="en-US" smtClean="0"/>
              <a:t>2023-09-21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MSCP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1</a:t>
            </a:fld>
            <a:endParaRPr lang="en-US"/>
          </a:p>
        </p:txBody>
      </p:sp>
      <p:sp>
        <p:nvSpPr>
          <p:cNvPr id="7" name="Google Shape;286;p26"/>
          <p:cNvSpPr txBox="1">
            <a:spLocks noGrp="1"/>
          </p:cNvSpPr>
          <p:nvPr>
            <p:ph type="subTitle" idx="1"/>
          </p:nvPr>
        </p:nvSpPr>
        <p:spPr>
          <a:xfrm>
            <a:off x="2103212" y="2885337"/>
            <a:ext cx="7713900" cy="4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Name with Initial</a:t>
            </a:r>
            <a:endParaRPr dirty="0"/>
          </a:p>
        </p:txBody>
      </p:sp>
      <p:pic>
        <p:nvPicPr>
          <p:cNvPr id="10" name="Picture 2" descr="British College of Applied Studies – Building Careers Transforming Live">
            <a:extLst>
              <a:ext uri="{FF2B5EF4-FFF2-40B4-BE49-F238E27FC236}">
                <a16:creationId xmlns:a16="http://schemas.microsoft.com/office/drawing/2014/main" id="{3AAAFF53-3A69-97C0-6C4E-BE0B83717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773" y="5122942"/>
            <a:ext cx="1973027" cy="107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2762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3"/>
            <a:ext cx="10515600" cy="871538"/>
          </a:xfrm>
        </p:spPr>
        <p:txBody>
          <a:bodyPr>
            <a:normAutofit fontScale="90000"/>
          </a:bodyPr>
          <a:lstStyle/>
          <a:p>
            <a:pPr lvl="0"/>
            <a:br>
              <a:rPr lang="en-US" dirty="0"/>
            </a:br>
            <a:r>
              <a:rPr lang="en-US" dirty="0"/>
              <a:t>Table of contents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Chapter Title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Chapter Title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Chapter Title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Chapter Title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Chapter Title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2023-09-21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432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14249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" dirty="0"/>
            </a:br>
            <a:r>
              <a:rPr lang="en" dirty="0"/>
              <a:t>01.</a:t>
            </a:r>
            <a:r>
              <a:rPr lang="en-US" dirty="0"/>
              <a:t>Chapter Title</a:t>
            </a:r>
            <a:br>
              <a:rPr lang="en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2023-09-21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77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b="1" dirty="0"/>
              <a:t>Subtitle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Include any points related to the heading</a:t>
            </a:r>
          </a:p>
          <a:p>
            <a:pPr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Make sure to duplicate the slides as required</a:t>
            </a:r>
          </a:p>
          <a:p>
            <a:pPr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No. of slides are not limited but proposal presentation time is 12 minutes.</a:t>
            </a:r>
          </a:p>
          <a:p>
            <a:pPr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Q&amp;A is 8 minutes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2023-09-21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69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14249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" dirty="0"/>
            </a:br>
            <a:r>
              <a:rPr lang="en" dirty="0"/>
              <a:t>02.</a:t>
            </a:r>
            <a:r>
              <a:rPr lang="en-US" dirty="0"/>
              <a:t>Chapter Title</a:t>
            </a:r>
            <a:br>
              <a:rPr lang="en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C768C-970C-4EFB-B5DE-E73583204FED}" type="datetime1">
              <a:rPr lang="en-US" smtClean="0"/>
              <a:t>2023-09-21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8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b="1" dirty="0"/>
              <a:t>Subtitle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Include any points related to the heading</a:t>
            </a:r>
          </a:p>
          <a:p>
            <a:pPr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Make sure to duplicate the slides as required</a:t>
            </a:r>
          </a:p>
          <a:p>
            <a:pPr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No. of slides are not limited but proposal presentation time is 12 minutes.</a:t>
            </a:r>
          </a:p>
          <a:p>
            <a:pPr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Q&amp;A is 8 minutes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2023-09-21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44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Acknowledgment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Include any points related to the heading</a:t>
            </a:r>
          </a:p>
          <a:p>
            <a:pPr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Make sure to duplicate the slides as required</a:t>
            </a:r>
          </a:p>
          <a:p>
            <a:pPr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No. of slides are not limited but proposal presentation time is 12 minutes.</a:t>
            </a:r>
          </a:p>
          <a:p>
            <a:pPr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Q&amp;A is 8 minutes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2023-09-21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49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Include any points related to the heading</a:t>
            </a:r>
          </a:p>
          <a:p>
            <a:pPr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Make sure to duplicate the slides as required</a:t>
            </a:r>
          </a:p>
          <a:p>
            <a:pPr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No. of slides are not limited but proposal presentation time is 12 minutes.</a:t>
            </a:r>
          </a:p>
          <a:p>
            <a:pPr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Q&amp;A is 8 minutes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773C-C63E-4153-AD6F-417D2DE601BE}" type="datetime1">
              <a:rPr lang="en-US" smtClean="0"/>
              <a:t>2023-09-21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95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973988"/>
          </a:xfrm>
        </p:spPr>
        <p:txBody>
          <a:bodyPr/>
          <a:lstStyle/>
          <a:p>
            <a:pPr algn="ctr"/>
            <a:r>
              <a:rPr lang="en" dirty="0"/>
              <a:t>Thanks!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962446"/>
            <a:ext cx="10515600" cy="1500187"/>
          </a:xfrm>
        </p:spPr>
        <p:txBody>
          <a:bodyPr/>
          <a:lstStyle/>
          <a:p>
            <a:pPr lvl="0"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Do you have any questions?</a:t>
            </a:r>
          </a:p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1D71B-C944-40CB-9225-EA433BB07F45}" type="datetime1">
              <a:rPr lang="en-US" smtClean="0"/>
              <a:t>2023-09-21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A9502-7A70-47B0-BD1F-E2BBA24040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92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216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Office Theme</vt:lpstr>
      <vt:lpstr>&lt;Project Proposal Title&gt;</vt:lpstr>
      <vt:lpstr> Table of contents </vt:lpstr>
      <vt:lpstr> 01.Chapter Title </vt:lpstr>
      <vt:lpstr>  Subtitle </vt:lpstr>
      <vt:lpstr> 02.Chapter Title </vt:lpstr>
      <vt:lpstr>  Subtitle </vt:lpstr>
      <vt:lpstr>Acknowledgment </vt:lpstr>
      <vt:lpstr>References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&lt;Project Proposal Title&gt;</dc:title>
  <dc:creator>RUMANA</dc:creator>
  <cp:lastModifiedBy>Nizzad A.R.M ms20922566</cp:lastModifiedBy>
  <cp:revision>4</cp:revision>
  <dcterms:created xsi:type="dcterms:W3CDTF">2023-08-24T05:14:28Z</dcterms:created>
  <dcterms:modified xsi:type="dcterms:W3CDTF">2023-09-21T05:03:04Z</dcterms:modified>
</cp:coreProperties>
</file>