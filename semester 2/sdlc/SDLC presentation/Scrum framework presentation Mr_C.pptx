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12"/>
  </p:notesMasterIdLst>
  <p:sldIdLst>
    <p:sldId id="256" r:id="rId2"/>
    <p:sldId id="258" r:id="rId3"/>
    <p:sldId id="259" r:id="rId4"/>
    <p:sldId id="257" r:id="rId5"/>
    <p:sldId id="266" r:id="rId6"/>
    <p:sldId id="269" r:id="rId7"/>
    <p:sldId id="261" r:id="rId8"/>
    <p:sldId id="265" r:id="rId9"/>
    <p:sldId id="271" r:id="rId10"/>
    <p:sldId id="262" r:id="rId11"/>
  </p:sldIdLst>
  <p:sldSz cx="18288000" cy="10287000"/>
  <p:notesSz cx="6858000" cy="9144000"/>
  <p:embeddedFontLst>
    <p:embeddedFont>
      <p:font typeface="Alef" panose="00000500000000000000" pitchFamily="2" charset="-79"/>
      <p:regular r:id="rId13"/>
      <p:bold r:id="rId14"/>
    </p:embeddedFont>
    <p:embeddedFont>
      <p:font typeface="Blinker" panose="020B060402020202020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47843" autoAdjust="0"/>
  </p:normalViewPr>
  <p:slideViewPr>
    <p:cSldViewPr snapToGrid="0">
      <p:cViewPr varScale="1">
        <p:scale>
          <a:sx n="26" d="100"/>
          <a:sy n="26" d="100"/>
        </p:scale>
        <p:origin x="2338"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Scrum?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"Scrum is an Agile framework that helps teams work together to develop and deliver high-quality products. It promotes iterative progress through short cycles called sprints, allowing teams to adapt to changing requirements and feedback.“</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Why Scrum?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Scrum framework enhances collaboration and accountability among team members. It allows teams to deliver value quickly, respond to changes, and continuously improve their processes and products."</a:t>
            </a:r>
          </a:p>
        </p:txBody>
      </p:sp>
      <p:sp>
        <p:nvSpPr>
          <p:cNvPr id="176" name="Google Shape;17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Scrum Team:</a:t>
            </a:r>
          </a:p>
          <a:p>
            <a:pPr marL="0" lvl="0" indent="0" algn="l" rtl="0">
              <a:spcBef>
                <a:spcPts val="0"/>
              </a:spcBef>
              <a:spcAft>
                <a:spcPts val="0"/>
              </a:spcAft>
              <a:buNone/>
            </a:pPr>
            <a:r>
              <a:rPr lang="en-US" dirty="0"/>
              <a:t>"The Scrum Team consists of three key roles: the Product Owner, the Scrum Master, and the Development Team.“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Product Owner:</a:t>
            </a:r>
          </a:p>
          <a:p>
            <a:pPr marL="0" lvl="0" indent="0" algn="l" rtl="0">
              <a:spcBef>
                <a:spcPts val="0"/>
              </a:spcBef>
              <a:spcAft>
                <a:spcPts val="0"/>
              </a:spcAft>
              <a:buNone/>
            </a:pPr>
            <a:r>
              <a:rPr lang="en-US" dirty="0"/>
              <a:t>"The Product Owner is responsible for defining the product vision and managing the product backlog. They prioritize features based on stakeholder needs and ensure that the team is working on the most valuable tasks.“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Scrum Master:</a:t>
            </a:r>
          </a:p>
          <a:p>
            <a:pPr marL="0" lvl="0" indent="0" algn="l" rtl="0">
              <a:spcBef>
                <a:spcPts val="0"/>
              </a:spcBef>
              <a:spcAft>
                <a:spcPts val="0"/>
              </a:spcAft>
              <a:buNone/>
            </a:pPr>
            <a:r>
              <a:rPr lang="en-US" dirty="0"/>
              <a:t>"The Scrum Master acts as a facilitator for the Scrum Team. They help the team understand and implement Scrum practices, remove obstacles that hinder progress, and ensure that the team adheres to Agile principles.“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Development Team:</a:t>
            </a:r>
          </a:p>
          <a:p>
            <a:pPr marL="0" lvl="0" indent="0" algn="l" rtl="0">
              <a:spcBef>
                <a:spcPts val="0"/>
              </a:spcBef>
              <a:spcAft>
                <a:spcPts val="0"/>
              </a:spcAft>
              <a:buNone/>
            </a:pPr>
            <a:r>
              <a:rPr lang="en-US" dirty="0"/>
              <a:t>"The Development Team is a cross-functional group that is responsible for delivering the product increment. They are self-organizing, meaning they decide how to accomplish their work without being directed by others."</a:t>
            </a:r>
          </a:p>
        </p:txBody>
      </p:sp>
      <p:sp>
        <p:nvSpPr>
          <p:cNvPr id="206" name="Google Shape;2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Product Backlog:</a:t>
            </a:r>
          </a:p>
          <a:p>
            <a:pPr marL="0" lvl="0" indent="0" algn="l" rtl="0">
              <a:spcBef>
                <a:spcPts val="0"/>
              </a:spcBef>
              <a:spcAft>
                <a:spcPts val="0"/>
              </a:spcAft>
              <a:buNone/>
            </a:pPr>
            <a:r>
              <a:rPr lang="en-US" dirty="0"/>
              <a:t>"The Product Backlog is a dynamic list of all desired work on the project. It includes features, enhancements, bug fixes, and technical tasks. The backlog is prioritized by the Product Owner and is continuously updated based on feedback and changing requirements.“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Sprint Backlog:</a:t>
            </a:r>
          </a:p>
          <a:p>
            <a:pPr marL="0" lvl="0" indent="0" algn="l" rtl="0">
              <a:spcBef>
                <a:spcPts val="0"/>
              </a:spcBef>
              <a:spcAft>
                <a:spcPts val="0"/>
              </a:spcAft>
              <a:buNone/>
            </a:pPr>
            <a:r>
              <a:rPr lang="en-US" dirty="0"/>
              <a:t>"The Sprint Backlog is a subset of the Product Backlog that the team commits to completing during a sprint. It includes the tasks necessary to deliver the sprint goal and is created during the Sprint Planning meeting.“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Increment:</a:t>
            </a:r>
          </a:p>
          <a:p>
            <a:pPr marL="0" lvl="0" indent="0" algn="l" rtl="0">
              <a:spcBef>
                <a:spcPts val="0"/>
              </a:spcBef>
              <a:spcAft>
                <a:spcPts val="0"/>
              </a:spcAft>
              <a:buNone/>
            </a:pPr>
            <a:r>
              <a:rPr lang="en-US" dirty="0"/>
              <a:t>"The Increment is the sum of all completed Product Backlog items at the end of a sprint. It must meet the team's definition of 'done' to ensure that it is potentially shippable and adds value to the product."</a:t>
            </a:r>
            <a:endParaRPr dirty="0"/>
          </a:p>
        </p:txBody>
      </p:sp>
      <p:sp>
        <p:nvSpPr>
          <p:cNvPr id="152" name="Google Shape;15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Sprint:</a:t>
            </a:r>
          </a:p>
          <a:p>
            <a:pPr marL="0" lvl="0" indent="0" algn="l" rtl="0">
              <a:spcBef>
                <a:spcPts val="0"/>
              </a:spcBef>
              <a:spcAft>
                <a:spcPts val="0"/>
              </a:spcAft>
              <a:buNone/>
            </a:pPr>
            <a:r>
              <a:rPr lang="en-US" dirty="0"/>
              <a:t>"A Sprint is a time-boxed period, typically lasting one to four weeks, during which the team works to complete a set of tasks from the Sprint Backlog. Each sprint aims to produce a potentially shippable product increment.“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Sprint Planning:</a:t>
            </a:r>
          </a:p>
          <a:p>
            <a:pPr marL="0" lvl="0" indent="0" algn="l" rtl="0">
              <a:spcBef>
                <a:spcPts val="0"/>
              </a:spcBef>
              <a:spcAft>
                <a:spcPts val="0"/>
              </a:spcAft>
              <a:buNone/>
            </a:pPr>
            <a:r>
              <a:rPr lang="en-US" dirty="0"/>
              <a:t>"Sprint Planning is a meeting at the beginning of each sprint where the team discusses what can be accomplished during the sprint. The Product Owner presents the highest-priority items from the Product Backlog, and the team selects items to work 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Daily Scrum:</a:t>
            </a:r>
          </a:p>
          <a:p>
            <a:pPr marL="0" lvl="0" indent="0" algn="l" rtl="0">
              <a:spcBef>
                <a:spcPts val="0"/>
              </a:spcBef>
              <a:spcAft>
                <a:spcPts val="0"/>
              </a:spcAft>
              <a:buNone/>
            </a:pPr>
            <a:r>
              <a:rPr lang="en-US" dirty="0"/>
              <a:t>"The Daily Scrum, also known as the stand-up meeting, is a short, 15-minute meeting held every day. Team members discuss what they accomplished yesterday, what they plan to do today, and any obstacles they are facing. This helps keep everyone aligned and informed.“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Sprint Review:</a:t>
            </a:r>
          </a:p>
          <a:p>
            <a:pPr marL="0" lvl="0" indent="0" algn="l" rtl="0">
              <a:spcBef>
                <a:spcPts val="0"/>
              </a:spcBef>
              <a:spcAft>
                <a:spcPts val="0"/>
              </a:spcAft>
              <a:buNone/>
            </a:pPr>
            <a:r>
              <a:rPr lang="en-US" dirty="0"/>
              <a:t>"At the end of the sprint, the team holds a Sprint Review to showcase the completed work to stakeholders. This meeting allows for feedback and discussion, helping to refine future work."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Sprint Retrospective:</a:t>
            </a:r>
          </a:p>
          <a:p>
            <a:pPr marL="0" lvl="0" indent="0" algn="l" rtl="0">
              <a:spcBef>
                <a:spcPts val="0"/>
              </a:spcBef>
              <a:spcAft>
                <a:spcPts val="0"/>
              </a:spcAft>
              <a:buNone/>
            </a:pPr>
            <a:r>
              <a:rPr lang="en-US" dirty="0"/>
              <a:t>"The Sprint Retrospective is a meeting where the team reflects on the sprint. They discuss what went well, what could be improved, and how to implement changes in the next sprint. This promotes continuous improvement."</a:t>
            </a:r>
            <a:endParaRPr dirty="0"/>
          </a:p>
        </p:txBody>
      </p:sp>
      <p:sp>
        <p:nvSpPr>
          <p:cNvPr id="417" name="Google Shape;41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Visual Diagram:</a:t>
            </a:r>
          </a:p>
          <a:p>
            <a:pPr marL="0" lvl="0" indent="0" algn="l" rtl="0">
              <a:spcBef>
                <a:spcPts val="0"/>
              </a:spcBef>
              <a:spcAft>
                <a:spcPts val="0"/>
              </a:spcAft>
              <a:buNone/>
            </a:pPr>
            <a:r>
              <a:rPr lang="en-US" dirty="0"/>
              <a:t>"In this diagram, we can see how the Scrum roles, artifacts, and events interact with each other. The iterative nature of Scrum allows teams to continuously refine their work based on feedback and learning from each sprint.“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Key Points:</a:t>
            </a:r>
          </a:p>
          <a:p>
            <a:pPr marL="0" lvl="0" indent="0" algn="l" rtl="0">
              <a:spcBef>
                <a:spcPts val="0"/>
              </a:spcBef>
              <a:spcAft>
                <a:spcPts val="0"/>
              </a:spcAft>
              <a:buNone/>
            </a:pPr>
            <a:r>
              <a:rPr lang="en-US" dirty="0"/>
              <a:t>"The workflow emphasizes collaboration among team members and stakeholders, ensuring that everyone is aligned and working towards the same goals."</a:t>
            </a:r>
            <a:endParaRPr dirty="0"/>
          </a:p>
        </p:txBody>
      </p:sp>
      <p:sp>
        <p:nvSpPr>
          <p:cNvPr id="518" name="Google Shape;51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Increased Transparency:</a:t>
            </a:r>
          </a:p>
          <a:p>
            <a:pPr marL="0" lvl="0" indent="0" algn="l" rtl="0">
              <a:spcBef>
                <a:spcPts val="0"/>
              </a:spcBef>
              <a:spcAft>
                <a:spcPts val="0"/>
              </a:spcAft>
              <a:buNone/>
            </a:pPr>
            <a:r>
              <a:rPr lang="en-US" dirty="0"/>
              <a:t>"Scrum promotes transparency through regular meetings and updates, allowing everyone involved to see progress and understand challenges.“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Higher Product Quality:</a:t>
            </a:r>
          </a:p>
          <a:p>
            <a:pPr marL="0" lvl="0" indent="0" algn="l" rtl="0">
              <a:spcBef>
                <a:spcPts val="0"/>
              </a:spcBef>
              <a:spcAft>
                <a:spcPts val="0"/>
              </a:spcAft>
              <a:buNone/>
            </a:pPr>
            <a:r>
              <a:rPr lang="en-US" dirty="0"/>
              <a:t>"With continuous testing and feedback, Scrum helps teams identify and resolve issues early, leading to higher quality products.“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Enhanced Flexibility:</a:t>
            </a:r>
          </a:p>
          <a:p>
            <a:pPr marL="0" lvl="0" indent="0" algn="l" rtl="0">
              <a:spcBef>
                <a:spcPts val="0"/>
              </a:spcBef>
              <a:spcAft>
                <a:spcPts val="0"/>
              </a:spcAft>
              <a:buNone/>
            </a:pPr>
            <a:r>
              <a:rPr lang="en-US" dirty="0"/>
              <a:t>"Scrum allows teams to adapt to changing requirements quickly, ensuring that the product remains relevant and valuable to users.“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Improved Team Collaboration:</a:t>
            </a:r>
          </a:p>
          <a:p>
            <a:pPr marL="0" lvl="0" indent="0" algn="l" rtl="0">
              <a:spcBef>
                <a:spcPts val="0"/>
              </a:spcBef>
              <a:spcAft>
                <a:spcPts val="0"/>
              </a:spcAft>
              <a:buNone/>
            </a:pPr>
            <a:r>
              <a:rPr lang="en-US" dirty="0"/>
              <a:t>"The emphasis on teamwork and communication fosters a collaborative environment, which can lead to innovative solutions and a more engaged team."</a:t>
            </a:r>
            <a:endParaRPr dirty="0"/>
          </a:p>
        </p:txBody>
      </p:sp>
      <p:sp>
        <p:nvSpPr>
          <p:cNvPr id="259" name="Google Shape;25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Team Dynamics:</a:t>
            </a:r>
          </a:p>
          <a:p>
            <a:pPr marL="0" lvl="0" indent="0" algn="l" rtl="0">
              <a:spcBef>
                <a:spcPts val="0"/>
              </a:spcBef>
              <a:spcAft>
                <a:spcPts val="0"/>
              </a:spcAft>
              <a:buNone/>
            </a:pPr>
            <a:r>
              <a:rPr lang="en-US" dirty="0"/>
              <a:t>"Effective Scrum implementation requires strong collaboration and communication skills. Teams may face challenges if members are not fully engaged or if there are conflicts.“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Role Clarity:</a:t>
            </a:r>
          </a:p>
          <a:p>
            <a:pPr marL="0" lvl="0" indent="0" algn="l" rtl="0">
              <a:spcBef>
                <a:spcPts val="0"/>
              </a:spcBef>
              <a:spcAft>
                <a:spcPts val="0"/>
              </a:spcAft>
              <a:buNone/>
            </a:pPr>
            <a:r>
              <a:rPr lang="en-US" dirty="0"/>
              <a:t>"Misunderstanding the roles of Product Owner, Scrum Master, and Development Team can lead to confusion and inefficiencies. Clear definitions and responsibilities are essential.“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Commitment:</a:t>
            </a:r>
          </a:p>
          <a:p>
            <a:pPr marL="0" lvl="0" indent="0" algn="l" rtl="0">
              <a:spcBef>
                <a:spcPts val="0"/>
              </a:spcBef>
              <a:spcAft>
                <a:spcPts val="0"/>
              </a:spcAft>
              <a:buNone/>
            </a:pPr>
            <a:r>
              <a:rPr lang="en-US" dirty="0"/>
              <a:t>"Scrum requires full commitment from all team members. If some members are not dedicated to the process, it can hinder the team's success."</a:t>
            </a:r>
            <a:endParaRPr dirty="0"/>
          </a:p>
        </p:txBody>
      </p:sp>
      <p:sp>
        <p:nvSpPr>
          <p:cNvPr id="386" name="Google Shape;38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Recap Key Points:</a:t>
            </a:r>
          </a:p>
          <a:p>
            <a:pPr marL="0" lvl="0" indent="0" algn="l" rtl="0">
              <a:spcBef>
                <a:spcPts val="0"/>
              </a:spcBef>
              <a:spcAft>
                <a:spcPts val="0"/>
              </a:spcAft>
              <a:buNone/>
            </a:pPr>
            <a:r>
              <a:rPr lang="en-US" dirty="0"/>
              <a:t>"In summary, Scrum is an Agile framework that promotes iterative development and collaboration among teams. Understanding the key roles, artifacts, and events is essential for effective implementation.“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 Thought:</a:t>
            </a:r>
          </a:p>
          <a:p>
            <a:pPr marL="0" lvl="0" indent="0" algn="l" rtl="0">
              <a:spcBef>
                <a:spcPts val="0"/>
              </a:spcBef>
              <a:spcAft>
                <a:spcPts val="0"/>
              </a:spcAft>
              <a:buNone/>
            </a:pPr>
            <a:r>
              <a:rPr lang="en-US" dirty="0"/>
              <a:t>"By embracing Scrum, organizations can achieve better project outcomes and foster a more engaged and productive team."</a:t>
            </a:r>
            <a:endParaRPr dirty="0"/>
          </a:p>
        </p:txBody>
      </p:sp>
      <p:sp>
        <p:nvSpPr>
          <p:cNvPr id="618" name="Google Shape;61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9"/>
        <p:cNvGrpSpPr/>
        <p:nvPr/>
      </p:nvGrpSpPr>
      <p:grpSpPr>
        <a:xfrm>
          <a:off x="0" y="0"/>
          <a:ext cx="0" cy="0"/>
          <a:chOff x="0" y="0"/>
          <a:chExt cx="0" cy="0"/>
        </a:xfrm>
      </p:grpSpPr>
      <p:pic>
        <p:nvPicPr>
          <p:cNvPr id="10" name="Google Shape;10;p3"/>
          <p:cNvPicPr preferRelativeResize="0"/>
          <p:nvPr/>
        </p:nvPicPr>
        <p:blipFill rotWithShape="1">
          <a:blip r:embed="rId2">
            <a:alphaModFix/>
          </a:blip>
          <a:srcRect r="18844"/>
          <a:stretch/>
        </p:blipFill>
        <p:spPr>
          <a:xfrm>
            <a:off x="10200249" y="380775"/>
            <a:ext cx="8087749" cy="9978474"/>
          </a:xfrm>
          <a:prstGeom prst="rect">
            <a:avLst/>
          </a:prstGeom>
          <a:noFill/>
          <a:ln>
            <a:noFill/>
          </a:ln>
        </p:spPr>
      </p:pic>
      <p:grpSp>
        <p:nvGrpSpPr>
          <p:cNvPr id="11" name="Google Shape;11;p3"/>
          <p:cNvGrpSpPr/>
          <p:nvPr/>
        </p:nvGrpSpPr>
        <p:grpSpPr>
          <a:xfrm>
            <a:off x="1" y="2250625"/>
            <a:ext cx="7598745" cy="712699"/>
            <a:chOff x="0" y="-47625"/>
            <a:chExt cx="2292300" cy="175897"/>
          </a:xfrm>
        </p:grpSpPr>
        <p:sp>
          <p:nvSpPr>
            <p:cNvPr id="12" name="Google Shape;12;p3"/>
            <p:cNvSpPr/>
            <p:nvPr/>
          </p:nvSpPr>
          <p:spPr>
            <a:xfrm>
              <a:off x="0" y="0"/>
              <a:ext cx="2292279" cy="128272"/>
            </a:xfrm>
            <a:custGeom>
              <a:avLst/>
              <a:gdLst/>
              <a:ahLst/>
              <a:cxnLst/>
              <a:rect l="l" t="t" r="r" b="b"/>
              <a:pathLst>
                <a:path w="2292279" h="128272" extrusionOk="0">
                  <a:moveTo>
                    <a:pt x="0" y="0"/>
                  </a:moveTo>
                  <a:lnTo>
                    <a:pt x="2292279" y="0"/>
                  </a:lnTo>
                  <a:lnTo>
                    <a:pt x="2292279" y="128272"/>
                  </a:lnTo>
                  <a:lnTo>
                    <a:pt x="0" y="128272"/>
                  </a:lnTo>
                  <a:close/>
                </a:path>
              </a:pathLst>
            </a:custGeom>
            <a:solidFill>
              <a:srgbClr val="EBD24C"/>
            </a:solidFill>
            <a:ln>
              <a:noFill/>
            </a:ln>
          </p:spPr>
        </p:sp>
        <p:sp>
          <p:nvSpPr>
            <p:cNvPr id="13" name="Google Shape;13;p3"/>
            <p:cNvSpPr txBox="1"/>
            <p:nvPr/>
          </p:nvSpPr>
          <p:spPr>
            <a:xfrm>
              <a:off x="0" y="-47625"/>
              <a:ext cx="22923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14;p3"/>
          <p:cNvGrpSpPr/>
          <p:nvPr/>
        </p:nvGrpSpPr>
        <p:grpSpPr>
          <a:xfrm>
            <a:off x="-1" y="4682251"/>
            <a:ext cx="9057949" cy="712717"/>
            <a:chOff x="0" y="-47625"/>
            <a:chExt cx="2606754" cy="175897"/>
          </a:xfrm>
        </p:grpSpPr>
        <p:sp>
          <p:nvSpPr>
            <p:cNvPr id="15" name="Google Shape;15;p3"/>
            <p:cNvSpPr/>
            <p:nvPr/>
          </p:nvSpPr>
          <p:spPr>
            <a:xfrm>
              <a:off x="0" y="0"/>
              <a:ext cx="2606754" cy="128272"/>
            </a:xfrm>
            <a:custGeom>
              <a:avLst/>
              <a:gdLst/>
              <a:ahLst/>
              <a:cxnLst/>
              <a:rect l="l" t="t" r="r" b="b"/>
              <a:pathLst>
                <a:path w="2606754" h="128272" extrusionOk="0">
                  <a:moveTo>
                    <a:pt x="0" y="0"/>
                  </a:moveTo>
                  <a:lnTo>
                    <a:pt x="2606754" y="0"/>
                  </a:lnTo>
                  <a:lnTo>
                    <a:pt x="2606754" y="128272"/>
                  </a:lnTo>
                  <a:lnTo>
                    <a:pt x="0" y="128272"/>
                  </a:lnTo>
                  <a:close/>
                </a:path>
              </a:pathLst>
            </a:custGeom>
            <a:solidFill>
              <a:srgbClr val="B6DCEB"/>
            </a:solidFill>
            <a:ln>
              <a:noFill/>
            </a:ln>
          </p:spPr>
        </p:sp>
        <p:sp>
          <p:nvSpPr>
            <p:cNvPr id="16" name="Google Shape;16;p3"/>
            <p:cNvSpPr txBox="1"/>
            <p:nvPr/>
          </p:nvSpPr>
          <p:spPr>
            <a:xfrm>
              <a:off x="0" y="-47625"/>
              <a:ext cx="26067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 name="Google Shape;17;p3"/>
          <p:cNvGrpSpPr/>
          <p:nvPr/>
        </p:nvGrpSpPr>
        <p:grpSpPr>
          <a:xfrm>
            <a:off x="-1" y="6947456"/>
            <a:ext cx="10172130" cy="712717"/>
            <a:chOff x="0" y="-47625"/>
            <a:chExt cx="2927400" cy="175897"/>
          </a:xfrm>
        </p:grpSpPr>
        <p:sp>
          <p:nvSpPr>
            <p:cNvPr id="18" name="Google Shape;18;p3"/>
            <p:cNvSpPr/>
            <p:nvPr/>
          </p:nvSpPr>
          <p:spPr>
            <a:xfrm>
              <a:off x="0" y="0"/>
              <a:ext cx="2927336" cy="128272"/>
            </a:xfrm>
            <a:custGeom>
              <a:avLst/>
              <a:gdLst/>
              <a:ahLst/>
              <a:cxnLst/>
              <a:rect l="l" t="t" r="r" b="b"/>
              <a:pathLst>
                <a:path w="2927336" h="128272" extrusionOk="0">
                  <a:moveTo>
                    <a:pt x="0" y="0"/>
                  </a:moveTo>
                  <a:lnTo>
                    <a:pt x="2927336" y="0"/>
                  </a:lnTo>
                  <a:lnTo>
                    <a:pt x="2927336" y="128272"/>
                  </a:lnTo>
                  <a:lnTo>
                    <a:pt x="0" y="128272"/>
                  </a:lnTo>
                  <a:close/>
                </a:path>
              </a:pathLst>
            </a:custGeom>
            <a:solidFill>
              <a:srgbClr val="BFBFBF"/>
            </a:solidFill>
            <a:ln>
              <a:noFill/>
            </a:ln>
          </p:spPr>
        </p:sp>
        <p:sp>
          <p:nvSpPr>
            <p:cNvPr id="19" name="Google Shape;19;p3"/>
            <p:cNvSpPr txBox="1"/>
            <p:nvPr/>
          </p:nvSpPr>
          <p:spPr>
            <a:xfrm>
              <a:off x="0" y="-47625"/>
              <a:ext cx="29274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 name="Google Shape;20;p3"/>
          <p:cNvSpPr txBox="1">
            <a:spLocks noGrp="1"/>
          </p:cNvSpPr>
          <p:nvPr>
            <p:ph type="title"/>
          </p:nvPr>
        </p:nvSpPr>
        <p:spPr>
          <a:xfrm>
            <a:off x="675975" y="1044700"/>
            <a:ext cx="10172100" cy="7312200"/>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0"/>
              </a:spcBef>
              <a:spcAft>
                <a:spcPts val="0"/>
              </a:spcAft>
              <a:buClr>
                <a:schemeClr val="dk1"/>
              </a:buClr>
              <a:buSzPts val="13100"/>
              <a:buFont typeface="Alef"/>
              <a:buNone/>
              <a:defRPr sz="13100" i="0" u="none" strike="noStrike" cap="none">
                <a:solidFill>
                  <a:schemeClr val="dk1"/>
                </a:solidFill>
                <a:latin typeface="Alef"/>
                <a:ea typeface="Alef"/>
                <a:cs typeface="Alef"/>
                <a:sym typeface="Alef"/>
              </a:defRPr>
            </a:lvl1pPr>
            <a:lvl2pPr lvl="1" rtl="0">
              <a:lnSpc>
                <a:spcPct val="120000"/>
              </a:lnSpc>
              <a:spcBef>
                <a:spcPts val="0"/>
              </a:spcBef>
              <a:spcAft>
                <a:spcPts val="0"/>
              </a:spcAft>
              <a:buSzPts val="13100"/>
              <a:buFont typeface="Alef"/>
              <a:buNone/>
              <a:defRPr sz="13100">
                <a:latin typeface="Alef"/>
                <a:ea typeface="Alef"/>
                <a:cs typeface="Alef"/>
                <a:sym typeface="Alef"/>
              </a:defRPr>
            </a:lvl2pPr>
            <a:lvl3pPr lvl="2" rtl="0">
              <a:lnSpc>
                <a:spcPct val="120000"/>
              </a:lnSpc>
              <a:spcBef>
                <a:spcPts val="0"/>
              </a:spcBef>
              <a:spcAft>
                <a:spcPts val="0"/>
              </a:spcAft>
              <a:buSzPts val="13100"/>
              <a:buFont typeface="Alef"/>
              <a:buNone/>
              <a:defRPr sz="13100">
                <a:latin typeface="Alef"/>
                <a:ea typeface="Alef"/>
                <a:cs typeface="Alef"/>
                <a:sym typeface="Alef"/>
              </a:defRPr>
            </a:lvl3pPr>
            <a:lvl4pPr lvl="3" rtl="0">
              <a:lnSpc>
                <a:spcPct val="120000"/>
              </a:lnSpc>
              <a:spcBef>
                <a:spcPts val="0"/>
              </a:spcBef>
              <a:spcAft>
                <a:spcPts val="0"/>
              </a:spcAft>
              <a:buSzPts val="13100"/>
              <a:buFont typeface="Alef"/>
              <a:buNone/>
              <a:defRPr sz="13100">
                <a:latin typeface="Alef"/>
                <a:ea typeface="Alef"/>
                <a:cs typeface="Alef"/>
                <a:sym typeface="Alef"/>
              </a:defRPr>
            </a:lvl4pPr>
            <a:lvl5pPr lvl="4" rtl="0">
              <a:lnSpc>
                <a:spcPct val="120000"/>
              </a:lnSpc>
              <a:spcBef>
                <a:spcPts val="0"/>
              </a:spcBef>
              <a:spcAft>
                <a:spcPts val="0"/>
              </a:spcAft>
              <a:buSzPts val="13100"/>
              <a:buFont typeface="Alef"/>
              <a:buNone/>
              <a:defRPr sz="13100">
                <a:latin typeface="Alef"/>
                <a:ea typeface="Alef"/>
                <a:cs typeface="Alef"/>
                <a:sym typeface="Alef"/>
              </a:defRPr>
            </a:lvl5pPr>
            <a:lvl6pPr lvl="5" rtl="0">
              <a:lnSpc>
                <a:spcPct val="120000"/>
              </a:lnSpc>
              <a:spcBef>
                <a:spcPts val="0"/>
              </a:spcBef>
              <a:spcAft>
                <a:spcPts val="0"/>
              </a:spcAft>
              <a:buSzPts val="13100"/>
              <a:buFont typeface="Alef"/>
              <a:buNone/>
              <a:defRPr sz="13100">
                <a:latin typeface="Alef"/>
                <a:ea typeface="Alef"/>
                <a:cs typeface="Alef"/>
                <a:sym typeface="Alef"/>
              </a:defRPr>
            </a:lvl6pPr>
            <a:lvl7pPr lvl="6" rtl="0">
              <a:lnSpc>
                <a:spcPct val="120000"/>
              </a:lnSpc>
              <a:spcBef>
                <a:spcPts val="0"/>
              </a:spcBef>
              <a:spcAft>
                <a:spcPts val="0"/>
              </a:spcAft>
              <a:buSzPts val="13100"/>
              <a:buFont typeface="Alef"/>
              <a:buNone/>
              <a:defRPr sz="13100">
                <a:latin typeface="Alef"/>
                <a:ea typeface="Alef"/>
                <a:cs typeface="Alef"/>
                <a:sym typeface="Alef"/>
              </a:defRPr>
            </a:lvl7pPr>
            <a:lvl8pPr lvl="7" rtl="0">
              <a:lnSpc>
                <a:spcPct val="120000"/>
              </a:lnSpc>
              <a:spcBef>
                <a:spcPts val="0"/>
              </a:spcBef>
              <a:spcAft>
                <a:spcPts val="0"/>
              </a:spcAft>
              <a:buSzPts val="13100"/>
              <a:buFont typeface="Alef"/>
              <a:buNone/>
              <a:defRPr sz="13100">
                <a:latin typeface="Alef"/>
                <a:ea typeface="Alef"/>
                <a:cs typeface="Alef"/>
                <a:sym typeface="Alef"/>
              </a:defRPr>
            </a:lvl8pPr>
            <a:lvl9pPr lvl="8" rtl="0">
              <a:lnSpc>
                <a:spcPct val="120000"/>
              </a:lnSpc>
              <a:spcBef>
                <a:spcPts val="0"/>
              </a:spcBef>
              <a:spcAft>
                <a:spcPts val="0"/>
              </a:spcAft>
              <a:buSzPts val="13100"/>
              <a:buFont typeface="Alef"/>
              <a:buNone/>
              <a:defRPr sz="13100">
                <a:latin typeface="Alef"/>
                <a:ea typeface="Alef"/>
                <a:cs typeface="Alef"/>
                <a:sym typeface="Alef"/>
              </a:defRPr>
            </a:lvl9pPr>
          </a:lstStyle>
          <a:p>
            <a:endParaRPr/>
          </a:p>
        </p:txBody>
      </p:sp>
      <p:sp>
        <p:nvSpPr>
          <p:cNvPr id="21" name="Google Shape;21;p3"/>
          <p:cNvSpPr txBox="1">
            <a:spLocks noGrp="1"/>
          </p:cNvSpPr>
          <p:nvPr>
            <p:ph type="subTitle" idx="1"/>
          </p:nvPr>
        </p:nvSpPr>
        <p:spPr>
          <a:xfrm>
            <a:off x="675975" y="8644375"/>
            <a:ext cx="7404300" cy="437100"/>
          </a:xfrm>
          <a:prstGeom prst="rect">
            <a:avLst/>
          </a:prstGeom>
        </p:spPr>
        <p:txBody>
          <a:bodyPr spcFirstLastPara="1" wrap="square" lIns="91425" tIns="45700" rIns="91425" bIns="45700" anchor="t" anchorCtr="0">
            <a:noAutofit/>
          </a:bodyPr>
          <a:lstStyle>
            <a:lvl1pPr lvl="0">
              <a:spcBef>
                <a:spcPts val="640"/>
              </a:spcBef>
              <a:spcAft>
                <a:spcPts val="0"/>
              </a:spcAft>
              <a:buSzPts val="2800"/>
              <a:buNone/>
              <a:defRPr sz="2800"/>
            </a:lvl1pPr>
            <a:lvl2pPr lvl="1">
              <a:spcBef>
                <a:spcPts val="560"/>
              </a:spcBef>
              <a:spcAft>
                <a:spcPts val="0"/>
              </a:spcAft>
              <a:buSzPts val="2800"/>
              <a:buNone/>
              <a:defRPr sz="2800"/>
            </a:lvl2pPr>
            <a:lvl3pPr lvl="2">
              <a:spcBef>
                <a:spcPts val="480"/>
              </a:spcBef>
              <a:spcAft>
                <a:spcPts val="0"/>
              </a:spcAft>
              <a:buSzPts val="2800"/>
              <a:buNone/>
              <a:defRPr sz="2800"/>
            </a:lvl3pPr>
            <a:lvl4pPr lvl="3">
              <a:spcBef>
                <a:spcPts val="400"/>
              </a:spcBef>
              <a:spcAft>
                <a:spcPts val="0"/>
              </a:spcAft>
              <a:buSzPts val="2800"/>
              <a:buNone/>
              <a:defRPr sz="2800"/>
            </a:lvl4pPr>
            <a:lvl5pPr lvl="4">
              <a:spcBef>
                <a:spcPts val="400"/>
              </a:spcBef>
              <a:spcAft>
                <a:spcPts val="0"/>
              </a:spcAft>
              <a:buSzPts val="2800"/>
              <a:buNone/>
              <a:defRPr sz="2800"/>
            </a:lvl5pPr>
            <a:lvl6pPr lvl="5">
              <a:spcBef>
                <a:spcPts val="400"/>
              </a:spcBef>
              <a:spcAft>
                <a:spcPts val="0"/>
              </a:spcAft>
              <a:buSzPts val="2800"/>
              <a:buNone/>
              <a:defRPr sz="2800"/>
            </a:lvl6pPr>
            <a:lvl7pPr lvl="6">
              <a:spcBef>
                <a:spcPts val="400"/>
              </a:spcBef>
              <a:spcAft>
                <a:spcPts val="0"/>
              </a:spcAft>
              <a:buSzPts val="2800"/>
              <a:buNone/>
              <a:defRPr sz="2800"/>
            </a:lvl7pPr>
            <a:lvl8pPr lvl="7">
              <a:spcBef>
                <a:spcPts val="400"/>
              </a:spcBef>
              <a:spcAft>
                <a:spcPts val="0"/>
              </a:spcAft>
              <a:buSzPts val="2800"/>
              <a:buNone/>
              <a:defRPr sz="2800"/>
            </a:lvl8pPr>
            <a:lvl9pPr lvl="8">
              <a:spcBef>
                <a:spcPts val="400"/>
              </a:spcBef>
              <a:spcAft>
                <a:spcPts val="0"/>
              </a:spcAft>
              <a:buSzPts val="2800"/>
              <a:buNone/>
              <a:defRPr sz="2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2">
  <p:cSld name="CUSTOM_1">
    <p:spTree>
      <p:nvGrpSpPr>
        <p:cNvPr id="1" name="Shape 22"/>
        <p:cNvGrpSpPr/>
        <p:nvPr/>
      </p:nvGrpSpPr>
      <p:grpSpPr>
        <a:xfrm>
          <a:off x="0" y="0"/>
          <a:ext cx="0" cy="0"/>
          <a:chOff x="0" y="0"/>
          <a:chExt cx="0" cy="0"/>
        </a:xfrm>
      </p:grpSpPr>
      <p:sp>
        <p:nvSpPr>
          <p:cNvPr id="23" name="Google Shape;23;p4"/>
          <p:cNvSpPr>
            <a:spLocks noGrp="1"/>
          </p:cNvSpPr>
          <p:nvPr>
            <p:ph type="pic" idx="2"/>
          </p:nvPr>
        </p:nvSpPr>
        <p:spPr>
          <a:xfrm>
            <a:off x="0" y="-100"/>
            <a:ext cx="10207800" cy="10287000"/>
          </a:xfrm>
          <a:prstGeom prst="rect">
            <a:avLst/>
          </a:prstGeom>
          <a:noFill/>
          <a:ln>
            <a:noFill/>
          </a:ln>
        </p:spPr>
      </p:sp>
      <p:grpSp>
        <p:nvGrpSpPr>
          <p:cNvPr id="24" name="Google Shape;24;p4"/>
          <p:cNvGrpSpPr/>
          <p:nvPr/>
        </p:nvGrpSpPr>
        <p:grpSpPr>
          <a:xfrm>
            <a:off x="11589050" y="1012200"/>
            <a:ext cx="6699006" cy="696024"/>
            <a:chOff x="0" y="-47625"/>
            <a:chExt cx="1911435" cy="175897"/>
          </a:xfrm>
        </p:grpSpPr>
        <p:sp>
          <p:nvSpPr>
            <p:cNvPr id="25" name="Google Shape;25;p4"/>
            <p:cNvSpPr/>
            <p:nvPr/>
          </p:nvSpPr>
          <p:spPr>
            <a:xfrm>
              <a:off x="0" y="0"/>
              <a:ext cx="1911435" cy="128272"/>
            </a:xfrm>
            <a:custGeom>
              <a:avLst/>
              <a:gdLst/>
              <a:ahLst/>
              <a:cxnLst/>
              <a:rect l="l" t="t" r="r" b="b"/>
              <a:pathLst>
                <a:path w="1911435" h="128272" extrusionOk="0">
                  <a:moveTo>
                    <a:pt x="0" y="0"/>
                  </a:moveTo>
                  <a:lnTo>
                    <a:pt x="1911435" y="0"/>
                  </a:lnTo>
                  <a:lnTo>
                    <a:pt x="1911435" y="128272"/>
                  </a:lnTo>
                  <a:lnTo>
                    <a:pt x="0" y="128272"/>
                  </a:lnTo>
                  <a:close/>
                </a:path>
              </a:pathLst>
            </a:custGeom>
            <a:solidFill>
              <a:srgbClr val="EBD24C"/>
            </a:solidFill>
            <a:ln>
              <a:noFill/>
            </a:ln>
          </p:spPr>
        </p:sp>
        <p:sp>
          <p:nvSpPr>
            <p:cNvPr id="26" name="Google Shape;26;p4"/>
            <p:cNvSpPr txBox="1"/>
            <p:nvPr/>
          </p:nvSpPr>
          <p:spPr>
            <a:xfrm>
              <a:off x="0" y="-47625"/>
              <a:ext cx="19113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 name="Google Shape;27;p4"/>
          <p:cNvGrpSpPr/>
          <p:nvPr/>
        </p:nvGrpSpPr>
        <p:grpSpPr>
          <a:xfrm>
            <a:off x="12680356" y="5092773"/>
            <a:ext cx="668634" cy="849139"/>
            <a:chOff x="0" y="-47625"/>
            <a:chExt cx="176100" cy="223640"/>
          </a:xfrm>
        </p:grpSpPr>
        <p:sp>
          <p:nvSpPr>
            <p:cNvPr id="28" name="Google Shape;28;p4"/>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EBD24C"/>
            </a:solidFill>
            <a:ln>
              <a:noFill/>
            </a:ln>
          </p:spPr>
        </p:sp>
        <p:sp>
          <p:nvSpPr>
            <p:cNvPr id="29" name="Google Shape;29;p4"/>
            <p:cNvSpPr txBox="1"/>
            <p:nvPr/>
          </p:nvSpPr>
          <p:spPr>
            <a:xfrm>
              <a:off x="0" y="-47625"/>
              <a:ext cx="176100" cy="2235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 name="Google Shape;30;p4"/>
          <p:cNvGrpSpPr/>
          <p:nvPr/>
        </p:nvGrpSpPr>
        <p:grpSpPr>
          <a:xfrm>
            <a:off x="12680356" y="2600693"/>
            <a:ext cx="668634" cy="849139"/>
            <a:chOff x="0" y="-47625"/>
            <a:chExt cx="176100" cy="223640"/>
          </a:xfrm>
        </p:grpSpPr>
        <p:sp>
          <p:nvSpPr>
            <p:cNvPr id="31" name="Google Shape;31;p4"/>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5A8CBF"/>
            </a:solidFill>
            <a:ln>
              <a:noFill/>
            </a:ln>
          </p:spPr>
        </p:sp>
        <p:sp>
          <p:nvSpPr>
            <p:cNvPr id="32" name="Google Shape;32;p4"/>
            <p:cNvSpPr txBox="1"/>
            <p:nvPr/>
          </p:nvSpPr>
          <p:spPr>
            <a:xfrm>
              <a:off x="0" y="-47625"/>
              <a:ext cx="176100" cy="2235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 name="Google Shape;33;p4"/>
          <p:cNvGrpSpPr/>
          <p:nvPr/>
        </p:nvGrpSpPr>
        <p:grpSpPr>
          <a:xfrm>
            <a:off x="12680356" y="7718403"/>
            <a:ext cx="668634" cy="849139"/>
            <a:chOff x="0" y="-47625"/>
            <a:chExt cx="176100" cy="223640"/>
          </a:xfrm>
        </p:grpSpPr>
        <p:sp>
          <p:nvSpPr>
            <p:cNvPr id="34" name="Google Shape;34;p4"/>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B6DCEB"/>
            </a:solidFill>
            <a:ln>
              <a:noFill/>
            </a:ln>
          </p:spPr>
        </p:sp>
        <p:sp>
          <p:nvSpPr>
            <p:cNvPr id="35" name="Google Shape;35;p4"/>
            <p:cNvSpPr txBox="1"/>
            <p:nvPr/>
          </p:nvSpPr>
          <p:spPr>
            <a:xfrm>
              <a:off x="0" y="-47625"/>
              <a:ext cx="176100" cy="2235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 name="Google Shape;36;p4"/>
          <p:cNvSpPr txBox="1"/>
          <p:nvPr/>
        </p:nvSpPr>
        <p:spPr>
          <a:xfrm>
            <a:off x="11589038" y="2497958"/>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01</a:t>
            </a:r>
            <a:endParaRPr/>
          </a:p>
        </p:txBody>
      </p:sp>
      <p:sp>
        <p:nvSpPr>
          <p:cNvPr id="37" name="Google Shape;37;p4"/>
          <p:cNvSpPr txBox="1"/>
          <p:nvPr/>
        </p:nvSpPr>
        <p:spPr>
          <a:xfrm>
            <a:off x="11589038" y="5049666"/>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02</a:t>
            </a:r>
            <a:endParaRPr/>
          </a:p>
        </p:txBody>
      </p:sp>
      <p:sp>
        <p:nvSpPr>
          <p:cNvPr id="38" name="Google Shape;38;p4"/>
          <p:cNvSpPr txBox="1"/>
          <p:nvPr/>
        </p:nvSpPr>
        <p:spPr>
          <a:xfrm>
            <a:off x="11589038" y="7605988"/>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03</a:t>
            </a:r>
            <a:endParaRPr/>
          </a:p>
        </p:txBody>
      </p:sp>
      <p:sp>
        <p:nvSpPr>
          <p:cNvPr id="39" name="Google Shape;39;p4"/>
          <p:cNvSpPr txBox="1">
            <a:spLocks noGrp="1"/>
          </p:cNvSpPr>
          <p:nvPr>
            <p:ph type="title"/>
          </p:nvPr>
        </p:nvSpPr>
        <p:spPr>
          <a:xfrm>
            <a:off x="10560400" y="411375"/>
            <a:ext cx="6699000" cy="1143000"/>
          </a:xfrm>
          <a:prstGeom prst="rect">
            <a:avLst/>
          </a:prstGeom>
        </p:spPr>
        <p:txBody>
          <a:bodyPr spcFirstLastPara="1" wrap="square" lIns="91425" tIns="45700" rIns="91425" bIns="45700" anchor="t" anchorCtr="0">
            <a:noAutofit/>
          </a:bodyPr>
          <a:lstStyle>
            <a:lvl1pPr lvl="0">
              <a:spcBef>
                <a:spcPts val="0"/>
              </a:spcBef>
              <a:spcAft>
                <a:spcPts val="0"/>
              </a:spcAft>
              <a:buSzPts val="875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4"/>
          <p:cNvSpPr txBox="1">
            <a:spLocks noGrp="1"/>
          </p:cNvSpPr>
          <p:nvPr>
            <p:ph type="subTitle" idx="1"/>
          </p:nvPr>
        </p:nvSpPr>
        <p:spPr>
          <a:xfrm>
            <a:off x="13910100" y="5521617"/>
            <a:ext cx="3252900" cy="849300"/>
          </a:xfrm>
          <a:prstGeom prst="rect">
            <a:avLst/>
          </a:prstGeom>
        </p:spPr>
        <p:txBody>
          <a:bodyPr spcFirstLastPara="1" wrap="square" lIns="91425" tIns="45700" rIns="91425" bIns="45700" anchor="t" anchorCtr="0">
            <a:noAutofit/>
          </a:bodyPr>
          <a:lstStyle>
            <a:lvl1pPr lvl="0">
              <a:spcBef>
                <a:spcPts val="640"/>
              </a:spcBef>
              <a:spcAft>
                <a:spcPts val="0"/>
              </a:spcAft>
              <a:buSzPts val="4500"/>
              <a:buNone/>
              <a:defRPr sz="4500"/>
            </a:lvl1pPr>
            <a:lvl2pPr lvl="1">
              <a:spcBef>
                <a:spcPts val="560"/>
              </a:spcBef>
              <a:spcAft>
                <a:spcPts val="0"/>
              </a:spcAft>
              <a:buSzPts val="2000"/>
              <a:buNone/>
              <a:defRPr/>
            </a:lvl2pPr>
            <a:lvl3pPr lvl="2">
              <a:spcBef>
                <a:spcPts val="480"/>
              </a:spcBef>
              <a:spcAft>
                <a:spcPts val="0"/>
              </a:spcAft>
              <a:buSzPts val="2000"/>
              <a:buNone/>
              <a:defRPr/>
            </a:lvl3pPr>
            <a:lvl4pPr lvl="3">
              <a:spcBef>
                <a:spcPts val="400"/>
              </a:spcBef>
              <a:spcAft>
                <a:spcPts val="0"/>
              </a:spcAft>
              <a:buSzPts val="2000"/>
              <a:buNone/>
              <a:defRPr/>
            </a:lvl4pPr>
            <a:lvl5pPr lvl="4">
              <a:spcBef>
                <a:spcPts val="400"/>
              </a:spcBef>
              <a:spcAft>
                <a:spcPts val="0"/>
              </a:spcAft>
              <a:buSzPts val="2000"/>
              <a:buNone/>
              <a:defRPr/>
            </a:lvl5pPr>
            <a:lvl6pPr lvl="5">
              <a:spcBef>
                <a:spcPts val="400"/>
              </a:spcBef>
              <a:spcAft>
                <a:spcPts val="0"/>
              </a:spcAft>
              <a:buSzPts val="2000"/>
              <a:buNone/>
              <a:defRPr/>
            </a:lvl6pPr>
            <a:lvl7pPr lvl="6">
              <a:spcBef>
                <a:spcPts val="400"/>
              </a:spcBef>
              <a:spcAft>
                <a:spcPts val="0"/>
              </a:spcAft>
              <a:buSzPts val="2000"/>
              <a:buNone/>
              <a:defRPr/>
            </a:lvl7pPr>
            <a:lvl8pPr lvl="7">
              <a:spcBef>
                <a:spcPts val="400"/>
              </a:spcBef>
              <a:spcAft>
                <a:spcPts val="0"/>
              </a:spcAft>
              <a:buSzPts val="2000"/>
              <a:buNone/>
              <a:defRPr/>
            </a:lvl8pPr>
            <a:lvl9pPr lvl="8">
              <a:spcBef>
                <a:spcPts val="400"/>
              </a:spcBef>
              <a:spcAft>
                <a:spcPts val="0"/>
              </a:spcAft>
              <a:buSzPts val="2000"/>
              <a:buNone/>
              <a:defRPr/>
            </a:lvl9pPr>
          </a:lstStyle>
          <a:p>
            <a:endParaRPr/>
          </a:p>
        </p:txBody>
      </p:sp>
      <p:sp>
        <p:nvSpPr>
          <p:cNvPr id="41" name="Google Shape;41;p4"/>
          <p:cNvSpPr txBox="1">
            <a:spLocks noGrp="1"/>
          </p:cNvSpPr>
          <p:nvPr>
            <p:ph type="subTitle" idx="3"/>
          </p:nvPr>
        </p:nvSpPr>
        <p:spPr>
          <a:xfrm>
            <a:off x="13910100" y="7988342"/>
            <a:ext cx="3252900" cy="849300"/>
          </a:xfrm>
          <a:prstGeom prst="rect">
            <a:avLst/>
          </a:prstGeom>
        </p:spPr>
        <p:txBody>
          <a:bodyPr spcFirstLastPara="1" wrap="square" lIns="91425" tIns="45700" rIns="91425" bIns="45700" anchor="t" anchorCtr="0">
            <a:noAutofit/>
          </a:bodyPr>
          <a:lstStyle>
            <a:lvl1pPr lvl="0" rtl="0">
              <a:spcBef>
                <a:spcPts val="640"/>
              </a:spcBef>
              <a:spcAft>
                <a:spcPts val="0"/>
              </a:spcAft>
              <a:buSzPts val="4500"/>
              <a:buNone/>
              <a:defRPr sz="4500"/>
            </a:lvl1pPr>
            <a:lvl2pPr lvl="1" rtl="0">
              <a:spcBef>
                <a:spcPts val="560"/>
              </a:spcBef>
              <a:spcAft>
                <a:spcPts val="0"/>
              </a:spcAft>
              <a:buSzPts val="2000"/>
              <a:buNone/>
              <a:defRPr/>
            </a:lvl2pPr>
            <a:lvl3pPr lvl="2" rtl="0">
              <a:spcBef>
                <a:spcPts val="480"/>
              </a:spcBef>
              <a:spcAft>
                <a:spcPts val="0"/>
              </a:spcAft>
              <a:buSzPts val="2000"/>
              <a:buNone/>
              <a:defRPr/>
            </a:lvl3pPr>
            <a:lvl4pPr lvl="3" rtl="0">
              <a:spcBef>
                <a:spcPts val="400"/>
              </a:spcBef>
              <a:spcAft>
                <a:spcPts val="0"/>
              </a:spcAft>
              <a:buSzPts val="2000"/>
              <a:buNone/>
              <a:defRPr/>
            </a:lvl4pPr>
            <a:lvl5pPr lvl="4" rtl="0">
              <a:spcBef>
                <a:spcPts val="400"/>
              </a:spcBef>
              <a:spcAft>
                <a:spcPts val="0"/>
              </a:spcAft>
              <a:buSzPts val="2000"/>
              <a:buNone/>
              <a:defRPr/>
            </a:lvl5pPr>
            <a:lvl6pPr lvl="5" rtl="0">
              <a:spcBef>
                <a:spcPts val="400"/>
              </a:spcBef>
              <a:spcAft>
                <a:spcPts val="0"/>
              </a:spcAft>
              <a:buSzPts val="2000"/>
              <a:buNone/>
              <a:defRPr/>
            </a:lvl6pPr>
            <a:lvl7pPr lvl="6" rtl="0">
              <a:spcBef>
                <a:spcPts val="400"/>
              </a:spcBef>
              <a:spcAft>
                <a:spcPts val="0"/>
              </a:spcAft>
              <a:buSzPts val="2000"/>
              <a:buNone/>
              <a:defRPr/>
            </a:lvl7pPr>
            <a:lvl8pPr lvl="7" rtl="0">
              <a:spcBef>
                <a:spcPts val="400"/>
              </a:spcBef>
              <a:spcAft>
                <a:spcPts val="0"/>
              </a:spcAft>
              <a:buSzPts val="2000"/>
              <a:buNone/>
              <a:defRPr/>
            </a:lvl8pPr>
            <a:lvl9pPr lvl="8" rtl="0">
              <a:spcBef>
                <a:spcPts val="400"/>
              </a:spcBef>
              <a:spcAft>
                <a:spcPts val="0"/>
              </a:spcAft>
              <a:buSzPts val="2000"/>
              <a:buNone/>
              <a:defRPr/>
            </a:lvl9pPr>
          </a:lstStyle>
          <a:p>
            <a:endParaRPr/>
          </a:p>
        </p:txBody>
      </p:sp>
      <p:sp>
        <p:nvSpPr>
          <p:cNvPr id="42" name="Google Shape;42;p4"/>
          <p:cNvSpPr txBox="1">
            <a:spLocks noGrp="1"/>
          </p:cNvSpPr>
          <p:nvPr>
            <p:ph type="subTitle" idx="4"/>
          </p:nvPr>
        </p:nvSpPr>
        <p:spPr>
          <a:xfrm>
            <a:off x="13910100" y="3054892"/>
            <a:ext cx="3252900" cy="849300"/>
          </a:xfrm>
          <a:prstGeom prst="rect">
            <a:avLst/>
          </a:prstGeom>
        </p:spPr>
        <p:txBody>
          <a:bodyPr spcFirstLastPara="1" wrap="square" lIns="91425" tIns="45700" rIns="91425" bIns="45700" anchor="t" anchorCtr="0">
            <a:noAutofit/>
          </a:bodyPr>
          <a:lstStyle>
            <a:lvl1pPr lvl="0" rtl="0">
              <a:spcBef>
                <a:spcPts val="640"/>
              </a:spcBef>
              <a:spcAft>
                <a:spcPts val="0"/>
              </a:spcAft>
              <a:buSzPts val="4500"/>
              <a:buNone/>
              <a:defRPr sz="4500"/>
            </a:lvl1pPr>
            <a:lvl2pPr lvl="1" rtl="0">
              <a:spcBef>
                <a:spcPts val="560"/>
              </a:spcBef>
              <a:spcAft>
                <a:spcPts val="0"/>
              </a:spcAft>
              <a:buSzPts val="2000"/>
              <a:buNone/>
              <a:defRPr/>
            </a:lvl2pPr>
            <a:lvl3pPr lvl="2" rtl="0">
              <a:spcBef>
                <a:spcPts val="480"/>
              </a:spcBef>
              <a:spcAft>
                <a:spcPts val="0"/>
              </a:spcAft>
              <a:buSzPts val="2000"/>
              <a:buNone/>
              <a:defRPr/>
            </a:lvl3pPr>
            <a:lvl4pPr lvl="3" rtl="0">
              <a:spcBef>
                <a:spcPts val="400"/>
              </a:spcBef>
              <a:spcAft>
                <a:spcPts val="0"/>
              </a:spcAft>
              <a:buSzPts val="2000"/>
              <a:buNone/>
              <a:defRPr/>
            </a:lvl4pPr>
            <a:lvl5pPr lvl="4" rtl="0">
              <a:spcBef>
                <a:spcPts val="400"/>
              </a:spcBef>
              <a:spcAft>
                <a:spcPts val="0"/>
              </a:spcAft>
              <a:buSzPts val="2000"/>
              <a:buNone/>
              <a:defRPr/>
            </a:lvl5pPr>
            <a:lvl6pPr lvl="5" rtl="0">
              <a:spcBef>
                <a:spcPts val="400"/>
              </a:spcBef>
              <a:spcAft>
                <a:spcPts val="0"/>
              </a:spcAft>
              <a:buSzPts val="2000"/>
              <a:buNone/>
              <a:defRPr/>
            </a:lvl6pPr>
            <a:lvl7pPr lvl="6" rtl="0">
              <a:spcBef>
                <a:spcPts val="400"/>
              </a:spcBef>
              <a:spcAft>
                <a:spcPts val="0"/>
              </a:spcAft>
              <a:buSzPts val="2000"/>
              <a:buNone/>
              <a:defRPr/>
            </a:lvl7pPr>
            <a:lvl8pPr lvl="7" rtl="0">
              <a:spcBef>
                <a:spcPts val="400"/>
              </a:spcBef>
              <a:spcAft>
                <a:spcPts val="0"/>
              </a:spcAft>
              <a:buSzPts val="2000"/>
              <a:buNone/>
              <a:defRPr/>
            </a:lvl8pPr>
            <a:lvl9pPr lvl="8" rtl="0">
              <a:spcBef>
                <a:spcPts val="400"/>
              </a:spcBef>
              <a:spcAft>
                <a:spcPts val="0"/>
              </a:spcAft>
              <a:buSzPts val="2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3">
  <p:cSld name="CUSTOM_2">
    <p:spTree>
      <p:nvGrpSpPr>
        <p:cNvPr id="1" name="Shape 43"/>
        <p:cNvGrpSpPr/>
        <p:nvPr/>
      </p:nvGrpSpPr>
      <p:grpSpPr>
        <a:xfrm>
          <a:off x="0" y="0"/>
          <a:ext cx="0" cy="0"/>
          <a:chOff x="0" y="0"/>
          <a:chExt cx="0" cy="0"/>
        </a:xfrm>
      </p:grpSpPr>
      <p:sp>
        <p:nvSpPr>
          <p:cNvPr id="44" name="Google Shape;44;p5"/>
          <p:cNvSpPr txBox="1">
            <a:spLocks noGrp="1"/>
          </p:cNvSpPr>
          <p:nvPr>
            <p:ph type="body" idx="1"/>
          </p:nvPr>
        </p:nvSpPr>
        <p:spPr>
          <a:xfrm>
            <a:off x="756690" y="840988"/>
            <a:ext cx="7453500" cy="9705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45" name="Google Shape;45;p5"/>
          <p:cNvSpPr/>
          <p:nvPr/>
        </p:nvSpPr>
        <p:spPr>
          <a:xfrm>
            <a:off x="1844241" y="2560588"/>
            <a:ext cx="4225543" cy="5166673"/>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EBD24C"/>
          </a:solidFill>
          <a:ln>
            <a:noFill/>
          </a:ln>
        </p:spPr>
      </p:sp>
      <p:sp>
        <p:nvSpPr>
          <p:cNvPr id="46" name="Google Shape;46;p5"/>
          <p:cNvSpPr/>
          <p:nvPr/>
        </p:nvSpPr>
        <p:spPr>
          <a:xfrm>
            <a:off x="7031834" y="2560588"/>
            <a:ext cx="4225543" cy="5166673"/>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6DCEB"/>
          </a:solidFill>
          <a:ln>
            <a:noFill/>
          </a:ln>
        </p:spPr>
      </p:sp>
      <p:sp>
        <p:nvSpPr>
          <p:cNvPr id="47" name="Google Shape;47;p5"/>
          <p:cNvSpPr/>
          <p:nvPr/>
        </p:nvSpPr>
        <p:spPr>
          <a:xfrm>
            <a:off x="12218705" y="2560588"/>
            <a:ext cx="4225543" cy="5166673"/>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FBFBF"/>
          </a:solidFill>
          <a:ln>
            <a:noFill/>
          </a:ln>
        </p:spPr>
      </p:sp>
      <p:pic>
        <p:nvPicPr>
          <p:cNvPr id="48" name="Google Shape;48;p5"/>
          <p:cNvPicPr preferRelativeResize="0"/>
          <p:nvPr/>
        </p:nvPicPr>
        <p:blipFill>
          <a:blip r:embed="rId2">
            <a:alphaModFix/>
          </a:blip>
          <a:stretch>
            <a:fillRect/>
          </a:stretch>
        </p:blipFill>
        <p:spPr>
          <a:xfrm>
            <a:off x="12857807" y="3884125"/>
            <a:ext cx="2845797" cy="2596625"/>
          </a:xfrm>
          <a:prstGeom prst="rect">
            <a:avLst/>
          </a:prstGeom>
          <a:noFill/>
          <a:ln>
            <a:noFill/>
          </a:ln>
        </p:spPr>
      </p:pic>
      <p:pic>
        <p:nvPicPr>
          <p:cNvPr id="49" name="Google Shape;49;p5"/>
          <p:cNvPicPr preferRelativeResize="0"/>
          <p:nvPr/>
        </p:nvPicPr>
        <p:blipFill>
          <a:blip r:embed="rId3">
            <a:alphaModFix/>
          </a:blip>
          <a:stretch>
            <a:fillRect/>
          </a:stretch>
        </p:blipFill>
        <p:spPr>
          <a:xfrm>
            <a:off x="8210050" y="3767817"/>
            <a:ext cx="1867900" cy="2751366"/>
          </a:xfrm>
          <a:prstGeom prst="rect">
            <a:avLst/>
          </a:prstGeom>
          <a:noFill/>
          <a:ln>
            <a:noFill/>
          </a:ln>
        </p:spPr>
      </p:pic>
      <p:pic>
        <p:nvPicPr>
          <p:cNvPr id="50" name="Google Shape;50;p5"/>
          <p:cNvPicPr preferRelativeResize="0"/>
          <p:nvPr/>
        </p:nvPicPr>
        <p:blipFill>
          <a:blip r:embed="rId4">
            <a:alphaModFix/>
          </a:blip>
          <a:stretch>
            <a:fillRect/>
          </a:stretch>
        </p:blipFill>
        <p:spPr>
          <a:xfrm>
            <a:off x="2721975" y="3714168"/>
            <a:ext cx="2462000" cy="2766593"/>
          </a:xfrm>
          <a:prstGeom prst="rect">
            <a:avLst/>
          </a:prstGeom>
          <a:noFill/>
          <a:ln>
            <a:noFill/>
          </a:ln>
        </p:spPr>
      </p:pic>
      <p:grpSp>
        <p:nvGrpSpPr>
          <p:cNvPr id="51" name="Google Shape;51;p5"/>
          <p:cNvGrpSpPr/>
          <p:nvPr/>
        </p:nvGrpSpPr>
        <p:grpSpPr>
          <a:xfrm>
            <a:off x="11060675" y="1096649"/>
            <a:ext cx="7227792" cy="611578"/>
            <a:chOff x="0" y="-47625"/>
            <a:chExt cx="2045100" cy="154556"/>
          </a:xfrm>
        </p:grpSpPr>
        <p:sp>
          <p:nvSpPr>
            <p:cNvPr id="52" name="Google Shape;52;p5"/>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sp>
        <p:sp>
          <p:nvSpPr>
            <p:cNvPr id="53" name="Google Shape;53;p5"/>
            <p:cNvSpPr txBox="1"/>
            <p:nvPr/>
          </p:nvSpPr>
          <p:spPr>
            <a:xfrm>
              <a:off x="0" y="-47625"/>
              <a:ext cx="2045100" cy="154500"/>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4" name="Google Shape;54;p5"/>
          <p:cNvSpPr txBox="1">
            <a:spLocks noGrp="1"/>
          </p:cNvSpPr>
          <p:nvPr>
            <p:ph type="title"/>
          </p:nvPr>
        </p:nvSpPr>
        <p:spPr>
          <a:xfrm>
            <a:off x="10560400" y="411375"/>
            <a:ext cx="6699000" cy="1143000"/>
          </a:xfrm>
          <a:prstGeom prst="rect">
            <a:avLst/>
          </a:prstGeom>
        </p:spPr>
        <p:txBody>
          <a:bodyPr spcFirstLastPara="1" wrap="square" lIns="91425" tIns="45700" rIns="91425" bIns="45700" anchor="t" anchorCtr="0">
            <a:noAutofit/>
          </a:bodyPr>
          <a:lstStyle>
            <a:lvl1pPr lvl="0" rtl="0">
              <a:spcBef>
                <a:spcPts val="0"/>
              </a:spcBef>
              <a:spcAft>
                <a:spcPts val="0"/>
              </a:spcAft>
              <a:buSzPts val="875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 name="Google Shape;55;p5"/>
          <p:cNvSpPr txBox="1">
            <a:spLocks noGrp="1"/>
          </p:cNvSpPr>
          <p:nvPr>
            <p:ph type="subTitle" idx="2"/>
          </p:nvPr>
        </p:nvSpPr>
        <p:spPr>
          <a:xfrm>
            <a:off x="2281675" y="7973900"/>
            <a:ext cx="3342600" cy="521100"/>
          </a:xfrm>
          <a:prstGeom prst="rect">
            <a:avLst/>
          </a:prstGeom>
        </p:spPr>
        <p:txBody>
          <a:bodyPr spcFirstLastPara="1" wrap="square" lIns="91425" tIns="45700" rIns="91425" bIns="45700" anchor="t" anchorCtr="0">
            <a:noAutofit/>
          </a:bodyPr>
          <a:lstStyle>
            <a:lvl1pPr lvl="0" algn="ctr">
              <a:spcBef>
                <a:spcPts val="640"/>
              </a:spcBef>
              <a:spcAft>
                <a:spcPts val="0"/>
              </a:spcAft>
              <a:buSzPts val="2450"/>
              <a:buNone/>
              <a:defRPr sz="2450" b="1"/>
            </a:lvl1pPr>
            <a:lvl2pPr lvl="1">
              <a:spcBef>
                <a:spcPts val="560"/>
              </a:spcBef>
              <a:spcAft>
                <a:spcPts val="0"/>
              </a:spcAft>
              <a:buSzPts val="2450"/>
              <a:buNone/>
              <a:defRPr sz="2450"/>
            </a:lvl2pPr>
            <a:lvl3pPr lvl="2">
              <a:spcBef>
                <a:spcPts val="480"/>
              </a:spcBef>
              <a:spcAft>
                <a:spcPts val="0"/>
              </a:spcAft>
              <a:buSzPts val="2450"/>
              <a:buNone/>
              <a:defRPr sz="2450"/>
            </a:lvl3pPr>
            <a:lvl4pPr lvl="3">
              <a:spcBef>
                <a:spcPts val="400"/>
              </a:spcBef>
              <a:spcAft>
                <a:spcPts val="0"/>
              </a:spcAft>
              <a:buSzPts val="2450"/>
              <a:buNone/>
              <a:defRPr sz="2450"/>
            </a:lvl4pPr>
            <a:lvl5pPr lvl="4">
              <a:spcBef>
                <a:spcPts val="400"/>
              </a:spcBef>
              <a:spcAft>
                <a:spcPts val="0"/>
              </a:spcAft>
              <a:buSzPts val="2450"/>
              <a:buNone/>
              <a:defRPr sz="2450"/>
            </a:lvl5pPr>
            <a:lvl6pPr lvl="5">
              <a:spcBef>
                <a:spcPts val="400"/>
              </a:spcBef>
              <a:spcAft>
                <a:spcPts val="0"/>
              </a:spcAft>
              <a:buSzPts val="2450"/>
              <a:buNone/>
              <a:defRPr sz="2450"/>
            </a:lvl6pPr>
            <a:lvl7pPr lvl="6">
              <a:spcBef>
                <a:spcPts val="400"/>
              </a:spcBef>
              <a:spcAft>
                <a:spcPts val="0"/>
              </a:spcAft>
              <a:buSzPts val="2450"/>
              <a:buNone/>
              <a:defRPr sz="2450"/>
            </a:lvl7pPr>
            <a:lvl8pPr lvl="7">
              <a:spcBef>
                <a:spcPts val="400"/>
              </a:spcBef>
              <a:spcAft>
                <a:spcPts val="0"/>
              </a:spcAft>
              <a:buSzPts val="2450"/>
              <a:buNone/>
              <a:defRPr sz="2450"/>
            </a:lvl8pPr>
            <a:lvl9pPr lvl="8">
              <a:spcBef>
                <a:spcPts val="400"/>
              </a:spcBef>
              <a:spcAft>
                <a:spcPts val="0"/>
              </a:spcAft>
              <a:buSzPts val="2450"/>
              <a:buNone/>
              <a:defRPr sz="2450"/>
            </a:lvl9pPr>
          </a:lstStyle>
          <a:p>
            <a:endParaRPr/>
          </a:p>
        </p:txBody>
      </p:sp>
      <p:sp>
        <p:nvSpPr>
          <p:cNvPr id="56" name="Google Shape;56;p5"/>
          <p:cNvSpPr txBox="1">
            <a:spLocks noGrp="1"/>
          </p:cNvSpPr>
          <p:nvPr>
            <p:ph type="body" idx="3"/>
          </p:nvPr>
        </p:nvSpPr>
        <p:spPr>
          <a:xfrm>
            <a:off x="2285713" y="8583075"/>
            <a:ext cx="3342600" cy="970500"/>
          </a:xfrm>
          <a:prstGeom prst="rect">
            <a:avLst/>
          </a:prstGeom>
        </p:spPr>
        <p:txBody>
          <a:bodyPr spcFirstLastPara="1" wrap="square" lIns="91425" tIns="45700" rIns="91425" bIns="45700" anchor="t" anchorCtr="0">
            <a:noAutofit/>
          </a:bodyPr>
          <a:lstStyle>
            <a:lvl1pPr marL="457200" lvl="0" indent="-355600" algn="ctr">
              <a:spcBef>
                <a:spcPts val="640"/>
              </a:spcBef>
              <a:spcAft>
                <a:spcPts val="0"/>
              </a:spcAft>
              <a:buSzPts val="2000"/>
              <a:buChar char="•"/>
              <a:defRPr/>
            </a:lvl1pPr>
            <a:lvl2pPr marL="914400" lvl="1" indent="-355600" algn="ctr">
              <a:spcBef>
                <a:spcPts val="560"/>
              </a:spcBef>
              <a:spcAft>
                <a:spcPts val="0"/>
              </a:spcAft>
              <a:buSzPts val="2000"/>
              <a:buChar char="–"/>
              <a:defRPr/>
            </a:lvl2pPr>
            <a:lvl3pPr marL="1371600" lvl="2" indent="-355600" algn="ctr">
              <a:spcBef>
                <a:spcPts val="480"/>
              </a:spcBef>
              <a:spcAft>
                <a:spcPts val="0"/>
              </a:spcAft>
              <a:buSzPts val="2000"/>
              <a:buChar char="•"/>
              <a:defRPr/>
            </a:lvl3pPr>
            <a:lvl4pPr marL="1828800" lvl="3" indent="-355600" algn="ctr">
              <a:spcBef>
                <a:spcPts val="400"/>
              </a:spcBef>
              <a:spcAft>
                <a:spcPts val="0"/>
              </a:spcAft>
              <a:buSzPts val="2000"/>
              <a:buChar char="–"/>
              <a:defRPr/>
            </a:lvl4pPr>
            <a:lvl5pPr marL="2286000" lvl="4" indent="-355600" algn="ctr">
              <a:spcBef>
                <a:spcPts val="400"/>
              </a:spcBef>
              <a:spcAft>
                <a:spcPts val="0"/>
              </a:spcAft>
              <a:buSzPts val="2000"/>
              <a:buChar char="»"/>
              <a:defRPr/>
            </a:lvl5pPr>
            <a:lvl6pPr marL="2743200" lvl="5" indent="-355600" algn="ctr">
              <a:spcBef>
                <a:spcPts val="400"/>
              </a:spcBef>
              <a:spcAft>
                <a:spcPts val="0"/>
              </a:spcAft>
              <a:buSzPts val="2000"/>
              <a:buChar char="•"/>
              <a:defRPr/>
            </a:lvl6pPr>
            <a:lvl7pPr marL="3200400" lvl="6" indent="-355600" algn="ctr">
              <a:spcBef>
                <a:spcPts val="400"/>
              </a:spcBef>
              <a:spcAft>
                <a:spcPts val="0"/>
              </a:spcAft>
              <a:buSzPts val="2000"/>
              <a:buChar char="•"/>
              <a:defRPr/>
            </a:lvl7pPr>
            <a:lvl8pPr marL="3657600" lvl="7" indent="-355600" algn="ctr">
              <a:spcBef>
                <a:spcPts val="400"/>
              </a:spcBef>
              <a:spcAft>
                <a:spcPts val="0"/>
              </a:spcAft>
              <a:buSzPts val="2000"/>
              <a:buChar char="•"/>
              <a:defRPr/>
            </a:lvl8pPr>
            <a:lvl9pPr marL="4114800" lvl="8" indent="-355600" algn="ctr">
              <a:spcBef>
                <a:spcPts val="400"/>
              </a:spcBef>
              <a:spcAft>
                <a:spcPts val="0"/>
              </a:spcAft>
              <a:buSzPts val="2000"/>
              <a:buChar char="•"/>
              <a:defRPr/>
            </a:lvl9pPr>
          </a:lstStyle>
          <a:p>
            <a:endParaRPr/>
          </a:p>
        </p:txBody>
      </p:sp>
      <p:sp>
        <p:nvSpPr>
          <p:cNvPr id="57" name="Google Shape;57;p5"/>
          <p:cNvSpPr txBox="1">
            <a:spLocks noGrp="1"/>
          </p:cNvSpPr>
          <p:nvPr>
            <p:ph type="subTitle" idx="4"/>
          </p:nvPr>
        </p:nvSpPr>
        <p:spPr>
          <a:xfrm>
            <a:off x="7471275" y="7973900"/>
            <a:ext cx="3342600" cy="521100"/>
          </a:xfrm>
          <a:prstGeom prst="rect">
            <a:avLst/>
          </a:prstGeom>
        </p:spPr>
        <p:txBody>
          <a:bodyPr spcFirstLastPara="1" wrap="square" lIns="91425" tIns="45700" rIns="91425" bIns="45700" anchor="t"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58" name="Google Shape;58;p5"/>
          <p:cNvSpPr txBox="1">
            <a:spLocks noGrp="1"/>
          </p:cNvSpPr>
          <p:nvPr>
            <p:ph type="body" idx="5"/>
          </p:nvPr>
        </p:nvSpPr>
        <p:spPr>
          <a:xfrm>
            <a:off x="7475313" y="8583075"/>
            <a:ext cx="3342600" cy="970500"/>
          </a:xfrm>
          <a:prstGeom prst="rect">
            <a:avLst/>
          </a:prstGeom>
        </p:spPr>
        <p:txBody>
          <a:bodyPr spcFirstLastPara="1" wrap="square" lIns="91425" tIns="45700" rIns="91425" bIns="45700" anchor="t" anchorCtr="0">
            <a:noAutofit/>
          </a:bodyPr>
          <a:lstStyle>
            <a:lvl1pPr marL="457200" lvl="0" indent="-355600" algn="ctr" rtl="0">
              <a:spcBef>
                <a:spcPts val="640"/>
              </a:spcBef>
              <a:spcAft>
                <a:spcPts val="0"/>
              </a:spcAft>
              <a:buSzPts val="2000"/>
              <a:buChar char="•"/>
              <a:defRPr/>
            </a:lvl1pPr>
            <a:lvl2pPr marL="914400" lvl="1" indent="-355600" algn="ctr" rtl="0">
              <a:spcBef>
                <a:spcPts val="560"/>
              </a:spcBef>
              <a:spcAft>
                <a:spcPts val="0"/>
              </a:spcAft>
              <a:buSzPts val="2000"/>
              <a:buChar char="–"/>
              <a:defRPr/>
            </a:lvl2pPr>
            <a:lvl3pPr marL="1371600" lvl="2" indent="-355600" algn="ctr" rtl="0">
              <a:spcBef>
                <a:spcPts val="480"/>
              </a:spcBef>
              <a:spcAft>
                <a:spcPts val="0"/>
              </a:spcAft>
              <a:buSzPts val="2000"/>
              <a:buChar char="•"/>
              <a:defRPr/>
            </a:lvl3pPr>
            <a:lvl4pPr marL="1828800" lvl="3" indent="-355600" algn="ctr" rtl="0">
              <a:spcBef>
                <a:spcPts val="400"/>
              </a:spcBef>
              <a:spcAft>
                <a:spcPts val="0"/>
              </a:spcAft>
              <a:buSzPts val="2000"/>
              <a:buChar char="–"/>
              <a:defRPr/>
            </a:lvl4pPr>
            <a:lvl5pPr marL="2286000" lvl="4" indent="-355600" algn="ctr" rtl="0">
              <a:spcBef>
                <a:spcPts val="400"/>
              </a:spcBef>
              <a:spcAft>
                <a:spcPts val="0"/>
              </a:spcAft>
              <a:buSzPts val="2000"/>
              <a:buChar char="»"/>
              <a:defRPr/>
            </a:lvl5pPr>
            <a:lvl6pPr marL="2743200" lvl="5" indent="-355600" algn="ctr" rtl="0">
              <a:spcBef>
                <a:spcPts val="400"/>
              </a:spcBef>
              <a:spcAft>
                <a:spcPts val="0"/>
              </a:spcAft>
              <a:buSzPts val="2000"/>
              <a:buChar char="•"/>
              <a:defRPr/>
            </a:lvl6pPr>
            <a:lvl7pPr marL="3200400" lvl="6" indent="-355600" algn="ctr" rtl="0">
              <a:spcBef>
                <a:spcPts val="400"/>
              </a:spcBef>
              <a:spcAft>
                <a:spcPts val="0"/>
              </a:spcAft>
              <a:buSzPts val="2000"/>
              <a:buChar char="•"/>
              <a:defRPr/>
            </a:lvl7pPr>
            <a:lvl8pPr marL="3657600" lvl="7" indent="-355600" algn="ctr" rtl="0">
              <a:spcBef>
                <a:spcPts val="400"/>
              </a:spcBef>
              <a:spcAft>
                <a:spcPts val="0"/>
              </a:spcAft>
              <a:buSzPts val="2000"/>
              <a:buChar char="•"/>
              <a:defRPr/>
            </a:lvl8pPr>
            <a:lvl9pPr marL="4114800" lvl="8" indent="-355600" algn="ctr" rtl="0">
              <a:spcBef>
                <a:spcPts val="400"/>
              </a:spcBef>
              <a:spcAft>
                <a:spcPts val="0"/>
              </a:spcAft>
              <a:buSzPts val="2000"/>
              <a:buChar char="•"/>
              <a:defRPr/>
            </a:lvl9pPr>
          </a:lstStyle>
          <a:p>
            <a:endParaRPr/>
          </a:p>
        </p:txBody>
      </p:sp>
      <p:sp>
        <p:nvSpPr>
          <p:cNvPr id="59" name="Google Shape;59;p5"/>
          <p:cNvSpPr txBox="1">
            <a:spLocks noGrp="1"/>
          </p:cNvSpPr>
          <p:nvPr>
            <p:ph type="subTitle" idx="6"/>
          </p:nvPr>
        </p:nvSpPr>
        <p:spPr>
          <a:xfrm>
            <a:off x="12607375" y="7973900"/>
            <a:ext cx="3342600" cy="521100"/>
          </a:xfrm>
          <a:prstGeom prst="rect">
            <a:avLst/>
          </a:prstGeom>
        </p:spPr>
        <p:txBody>
          <a:bodyPr spcFirstLastPara="1" wrap="square" lIns="91425" tIns="45700" rIns="91425" bIns="45700" anchor="t"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60" name="Google Shape;60;p5"/>
          <p:cNvSpPr txBox="1">
            <a:spLocks noGrp="1"/>
          </p:cNvSpPr>
          <p:nvPr>
            <p:ph type="body" idx="7"/>
          </p:nvPr>
        </p:nvSpPr>
        <p:spPr>
          <a:xfrm>
            <a:off x="12611413" y="8583075"/>
            <a:ext cx="3342600" cy="970500"/>
          </a:xfrm>
          <a:prstGeom prst="rect">
            <a:avLst/>
          </a:prstGeom>
        </p:spPr>
        <p:txBody>
          <a:bodyPr spcFirstLastPara="1" wrap="square" lIns="91425" tIns="45700" rIns="91425" bIns="45700" anchor="t" anchorCtr="0">
            <a:noAutofit/>
          </a:bodyPr>
          <a:lstStyle>
            <a:lvl1pPr marL="457200" lvl="0" indent="-355600" algn="ctr" rtl="0">
              <a:spcBef>
                <a:spcPts val="640"/>
              </a:spcBef>
              <a:spcAft>
                <a:spcPts val="0"/>
              </a:spcAft>
              <a:buSzPts val="2000"/>
              <a:buChar char="•"/>
              <a:defRPr/>
            </a:lvl1pPr>
            <a:lvl2pPr marL="914400" lvl="1" indent="-355600" algn="ctr" rtl="0">
              <a:spcBef>
                <a:spcPts val="560"/>
              </a:spcBef>
              <a:spcAft>
                <a:spcPts val="0"/>
              </a:spcAft>
              <a:buSzPts val="2000"/>
              <a:buChar char="–"/>
              <a:defRPr/>
            </a:lvl2pPr>
            <a:lvl3pPr marL="1371600" lvl="2" indent="-355600" algn="ctr" rtl="0">
              <a:spcBef>
                <a:spcPts val="480"/>
              </a:spcBef>
              <a:spcAft>
                <a:spcPts val="0"/>
              </a:spcAft>
              <a:buSzPts val="2000"/>
              <a:buChar char="•"/>
              <a:defRPr/>
            </a:lvl3pPr>
            <a:lvl4pPr marL="1828800" lvl="3" indent="-355600" algn="ctr" rtl="0">
              <a:spcBef>
                <a:spcPts val="400"/>
              </a:spcBef>
              <a:spcAft>
                <a:spcPts val="0"/>
              </a:spcAft>
              <a:buSzPts val="2000"/>
              <a:buChar char="–"/>
              <a:defRPr/>
            </a:lvl4pPr>
            <a:lvl5pPr marL="2286000" lvl="4" indent="-355600" algn="ctr" rtl="0">
              <a:spcBef>
                <a:spcPts val="400"/>
              </a:spcBef>
              <a:spcAft>
                <a:spcPts val="0"/>
              </a:spcAft>
              <a:buSzPts val="2000"/>
              <a:buChar char="»"/>
              <a:defRPr/>
            </a:lvl5pPr>
            <a:lvl6pPr marL="2743200" lvl="5" indent="-355600" algn="ctr" rtl="0">
              <a:spcBef>
                <a:spcPts val="400"/>
              </a:spcBef>
              <a:spcAft>
                <a:spcPts val="0"/>
              </a:spcAft>
              <a:buSzPts val="2000"/>
              <a:buChar char="•"/>
              <a:defRPr/>
            </a:lvl6pPr>
            <a:lvl7pPr marL="3200400" lvl="6" indent="-355600" algn="ctr" rtl="0">
              <a:spcBef>
                <a:spcPts val="400"/>
              </a:spcBef>
              <a:spcAft>
                <a:spcPts val="0"/>
              </a:spcAft>
              <a:buSzPts val="2000"/>
              <a:buChar char="•"/>
              <a:defRPr/>
            </a:lvl7pPr>
            <a:lvl8pPr marL="3657600" lvl="7" indent="-355600" algn="ctr" rtl="0">
              <a:spcBef>
                <a:spcPts val="400"/>
              </a:spcBef>
              <a:spcAft>
                <a:spcPts val="0"/>
              </a:spcAft>
              <a:buSzPts val="2000"/>
              <a:buChar char="•"/>
              <a:defRPr/>
            </a:lvl8pPr>
            <a:lvl9pPr marL="4114800" lvl="8" indent="-355600" algn="ctr" rtl="0">
              <a:spcBef>
                <a:spcPts val="400"/>
              </a:spcBef>
              <a:spcAft>
                <a:spcPts val="0"/>
              </a:spcAft>
              <a:buSzPts val="20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4">
  <p:cSld name="CUSTOM_3">
    <p:spTree>
      <p:nvGrpSpPr>
        <p:cNvPr id="1" name="Shape 61"/>
        <p:cNvGrpSpPr/>
        <p:nvPr/>
      </p:nvGrpSpPr>
      <p:grpSpPr>
        <a:xfrm>
          <a:off x="0" y="0"/>
          <a:ext cx="0" cy="0"/>
          <a:chOff x="0" y="0"/>
          <a:chExt cx="0" cy="0"/>
        </a:xfrm>
      </p:grpSpPr>
      <p:grpSp>
        <p:nvGrpSpPr>
          <p:cNvPr id="62" name="Google Shape;62;p6"/>
          <p:cNvGrpSpPr/>
          <p:nvPr/>
        </p:nvGrpSpPr>
        <p:grpSpPr>
          <a:xfrm>
            <a:off x="779170" y="2657825"/>
            <a:ext cx="4642849" cy="1317262"/>
            <a:chOff x="0" y="-47625"/>
            <a:chExt cx="1222800" cy="346931"/>
          </a:xfrm>
        </p:grpSpPr>
        <p:sp>
          <p:nvSpPr>
            <p:cNvPr id="63" name="Google Shape;63;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EBD24C"/>
            </a:solidFill>
            <a:ln>
              <a:noFill/>
            </a:ln>
          </p:spPr>
        </p:sp>
        <p:sp>
          <p:nvSpPr>
            <p:cNvPr id="64" name="Google Shape;64;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5" name="Google Shape;65;p6"/>
          <p:cNvCxnSpPr/>
          <p:nvPr/>
        </p:nvCxnSpPr>
        <p:spPr>
          <a:xfrm>
            <a:off x="9144000" y="3387815"/>
            <a:ext cx="9144000" cy="0"/>
          </a:xfrm>
          <a:prstGeom prst="straightConnector1">
            <a:avLst/>
          </a:prstGeom>
          <a:noFill/>
          <a:ln w="152400" cap="flat" cmpd="sng">
            <a:solidFill>
              <a:srgbClr val="EBD24C"/>
            </a:solidFill>
            <a:prstDash val="dot"/>
            <a:round/>
            <a:headEnd type="none" w="sm" len="sm"/>
            <a:tailEnd type="none" w="sm" len="sm"/>
          </a:ln>
        </p:spPr>
      </p:cxnSp>
      <p:grpSp>
        <p:nvGrpSpPr>
          <p:cNvPr id="66" name="Google Shape;66;p6"/>
          <p:cNvGrpSpPr/>
          <p:nvPr/>
        </p:nvGrpSpPr>
        <p:grpSpPr>
          <a:xfrm>
            <a:off x="779170" y="6373460"/>
            <a:ext cx="4642849" cy="1317262"/>
            <a:chOff x="0" y="-47625"/>
            <a:chExt cx="1222800" cy="346931"/>
          </a:xfrm>
        </p:grpSpPr>
        <p:sp>
          <p:nvSpPr>
            <p:cNvPr id="67" name="Google Shape;67;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BFBFBF"/>
            </a:solidFill>
            <a:ln>
              <a:noFill/>
            </a:ln>
          </p:spPr>
        </p:sp>
        <p:sp>
          <p:nvSpPr>
            <p:cNvPr id="68" name="Google Shape;68;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9" name="Google Shape;69;p6"/>
          <p:cNvCxnSpPr/>
          <p:nvPr/>
        </p:nvCxnSpPr>
        <p:spPr>
          <a:xfrm>
            <a:off x="9144000" y="7122500"/>
            <a:ext cx="9144000" cy="0"/>
          </a:xfrm>
          <a:prstGeom prst="straightConnector1">
            <a:avLst/>
          </a:prstGeom>
          <a:noFill/>
          <a:ln w="152400" cap="flat" cmpd="sng">
            <a:solidFill>
              <a:srgbClr val="BFBFBF"/>
            </a:solidFill>
            <a:prstDash val="dot"/>
            <a:round/>
            <a:headEnd type="none" w="sm" len="sm"/>
            <a:tailEnd type="none" w="sm" len="sm"/>
          </a:ln>
        </p:spPr>
      </p:cxnSp>
      <p:grpSp>
        <p:nvGrpSpPr>
          <p:cNvPr id="70" name="Google Shape;70;p6"/>
          <p:cNvGrpSpPr/>
          <p:nvPr/>
        </p:nvGrpSpPr>
        <p:grpSpPr>
          <a:xfrm>
            <a:off x="9144000" y="4515642"/>
            <a:ext cx="4642849" cy="1317262"/>
            <a:chOff x="0" y="-47625"/>
            <a:chExt cx="1222800" cy="346931"/>
          </a:xfrm>
        </p:grpSpPr>
        <p:sp>
          <p:nvSpPr>
            <p:cNvPr id="71" name="Google Shape;71;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B6DCEB"/>
            </a:solidFill>
            <a:ln>
              <a:noFill/>
            </a:ln>
          </p:spPr>
        </p:sp>
        <p:sp>
          <p:nvSpPr>
            <p:cNvPr id="72" name="Google Shape;72;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73" name="Google Shape;73;p6"/>
          <p:cNvCxnSpPr/>
          <p:nvPr/>
        </p:nvCxnSpPr>
        <p:spPr>
          <a:xfrm>
            <a:off x="-359591" y="5340883"/>
            <a:ext cx="9144000" cy="0"/>
          </a:xfrm>
          <a:prstGeom prst="straightConnector1">
            <a:avLst/>
          </a:prstGeom>
          <a:noFill/>
          <a:ln w="152400" cap="flat" cmpd="sng">
            <a:solidFill>
              <a:srgbClr val="B6DCEB"/>
            </a:solidFill>
            <a:prstDash val="dot"/>
            <a:round/>
            <a:headEnd type="none" w="sm" len="sm"/>
            <a:tailEnd type="none" w="sm" len="sm"/>
          </a:ln>
        </p:spPr>
      </p:cxnSp>
      <p:grpSp>
        <p:nvGrpSpPr>
          <p:cNvPr id="74" name="Google Shape;74;p6"/>
          <p:cNvGrpSpPr/>
          <p:nvPr/>
        </p:nvGrpSpPr>
        <p:grpSpPr>
          <a:xfrm>
            <a:off x="9144000" y="8231277"/>
            <a:ext cx="4642849" cy="1317262"/>
            <a:chOff x="0" y="-47625"/>
            <a:chExt cx="1222800" cy="346931"/>
          </a:xfrm>
        </p:grpSpPr>
        <p:sp>
          <p:nvSpPr>
            <p:cNvPr id="75" name="Google Shape;75;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5A8CBF"/>
            </a:solidFill>
            <a:ln>
              <a:noFill/>
            </a:ln>
          </p:spPr>
        </p:sp>
        <p:sp>
          <p:nvSpPr>
            <p:cNvPr id="76" name="Google Shape;76;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77" name="Google Shape;77;p6"/>
          <p:cNvCxnSpPr/>
          <p:nvPr/>
        </p:nvCxnSpPr>
        <p:spPr>
          <a:xfrm>
            <a:off x="-359591" y="9056518"/>
            <a:ext cx="9144000" cy="0"/>
          </a:xfrm>
          <a:prstGeom prst="straightConnector1">
            <a:avLst/>
          </a:prstGeom>
          <a:noFill/>
          <a:ln w="152400" cap="flat" cmpd="sng">
            <a:solidFill>
              <a:srgbClr val="5A8CBF"/>
            </a:solidFill>
            <a:prstDash val="dot"/>
            <a:round/>
            <a:headEnd type="none" w="sm" len="sm"/>
            <a:tailEnd type="none" w="sm" len="sm"/>
          </a:ln>
        </p:spPr>
      </p:cxnSp>
      <p:grpSp>
        <p:nvGrpSpPr>
          <p:cNvPr id="78" name="Google Shape;78;p6"/>
          <p:cNvGrpSpPr/>
          <p:nvPr/>
        </p:nvGrpSpPr>
        <p:grpSpPr>
          <a:xfrm>
            <a:off x="9525002" y="1096649"/>
            <a:ext cx="8763458" cy="611578"/>
            <a:chOff x="0" y="-47625"/>
            <a:chExt cx="2045100" cy="154556"/>
          </a:xfrm>
        </p:grpSpPr>
        <p:sp>
          <p:nvSpPr>
            <p:cNvPr id="79" name="Google Shape;79;p6"/>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sp>
        <p:sp>
          <p:nvSpPr>
            <p:cNvPr id="80" name="Google Shape;80;p6"/>
            <p:cNvSpPr txBox="1"/>
            <p:nvPr/>
          </p:nvSpPr>
          <p:spPr>
            <a:xfrm>
              <a:off x="0" y="-47625"/>
              <a:ext cx="2045100" cy="154500"/>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1" name="Google Shape;81;p6"/>
          <p:cNvSpPr txBox="1">
            <a:spLocks noGrp="1"/>
          </p:cNvSpPr>
          <p:nvPr>
            <p:ph type="title"/>
          </p:nvPr>
        </p:nvSpPr>
        <p:spPr>
          <a:xfrm>
            <a:off x="9255425" y="411375"/>
            <a:ext cx="8004000" cy="1143000"/>
          </a:xfrm>
          <a:prstGeom prst="rect">
            <a:avLst/>
          </a:prstGeom>
        </p:spPr>
        <p:txBody>
          <a:bodyPr spcFirstLastPara="1" wrap="square" lIns="91425" tIns="45700" rIns="91425" bIns="45700" anchor="t" anchorCtr="0">
            <a:noAutofit/>
          </a:bodyPr>
          <a:lstStyle>
            <a:lvl1pPr lvl="0" rtl="0">
              <a:spcBef>
                <a:spcPts val="0"/>
              </a:spcBef>
              <a:spcAft>
                <a:spcPts val="0"/>
              </a:spcAft>
              <a:buSzPts val="875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6"/>
          <p:cNvSpPr txBox="1">
            <a:spLocks noGrp="1"/>
          </p:cNvSpPr>
          <p:nvPr>
            <p:ph type="subTitle" idx="1"/>
          </p:nvPr>
        </p:nvSpPr>
        <p:spPr>
          <a:xfrm>
            <a:off x="1429175" y="3132100"/>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3" name="Google Shape;83;p6"/>
          <p:cNvSpPr txBox="1">
            <a:spLocks noGrp="1"/>
          </p:cNvSpPr>
          <p:nvPr>
            <p:ph type="body" idx="2"/>
          </p:nvPr>
        </p:nvSpPr>
        <p:spPr>
          <a:xfrm>
            <a:off x="5566826" y="2917475"/>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84" name="Google Shape;84;p6"/>
          <p:cNvSpPr txBox="1">
            <a:spLocks noGrp="1"/>
          </p:cNvSpPr>
          <p:nvPr>
            <p:ph type="subTitle" idx="3"/>
          </p:nvPr>
        </p:nvSpPr>
        <p:spPr>
          <a:xfrm>
            <a:off x="1429175" y="6856188"/>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5" name="Google Shape;85;p6"/>
          <p:cNvSpPr txBox="1">
            <a:spLocks noGrp="1"/>
          </p:cNvSpPr>
          <p:nvPr>
            <p:ph type="body" idx="4"/>
          </p:nvPr>
        </p:nvSpPr>
        <p:spPr>
          <a:xfrm>
            <a:off x="5566826" y="6641563"/>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86" name="Google Shape;86;p6"/>
          <p:cNvSpPr txBox="1">
            <a:spLocks noGrp="1"/>
          </p:cNvSpPr>
          <p:nvPr>
            <p:ph type="subTitle" idx="5"/>
          </p:nvPr>
        </p:nvSpPr>
        <p:spPr>
          <a:xfrm>
            <a:off x="9794125" y="5070250"/>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7" name="Google Shape;87;p6"/>
          <p:cNvSpPr txBox="1">
            <a:spLocks noGrp="1"/>
          </p:cNvSpPr>
          <p:nvPr>
            <p:ph type="body" idx="6"/>
          </p:nvPr>
        </p:nvSpPr>
        <p:spPr>
          <a:xfrm>
            <a:off x="13905701" y="4855625"/>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88" name="Google Shape;88;p6"/>
          <p:cNvSpPr txBox="1">
            <a:spLocks noGrp="1"/>
          </p:cNvSpPr>
          <p:nvPr>
            <p:ph type="subTitle" idx="7"/>
          </p:nvPr>
        </p:nvSpPr>
        <p:spPr>
          <a:xfrm>
            <a:off x="9794125" y="8702925"/>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9" name="Google Shape;89;p6"/>
          <p:cNvSpPr txBox="1">
            <a:spLocks noGrp="1"/>
          </p:cNvSpPr>
          <p:nvPr>
            <p:ph type="body" idx="8"/>
          </p:nvPr>
        </p:nvSpPr>
        <p:spPr>
          <a:xfrm>
            <a:off x="13905701" y="8488300"/>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90" name="Google Shape;90;p6"/>
          <p:cNvSpPr txBox="1">
            <a:spLocks noGrp="1"/>
          </p:cNvSpPr>
          <p:nvPr>
            <p:ph type="body" idx="9"/>
          </p:nvPr>
        </p:nvSpPr>
        <p:spPr>
          <a:xfrm>
            <a:off x="756690" y="840988"/>
            <a:ext cx="7453500" cy="9705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5">
  <p:cSld name="CUSTOM_4">
    <p:spTree>
      <p:nvGrpSpPr>
        <p:cNvPr id="1" name="Shape 91"/>
        <p:cNvGrpSpPr/>
        <p:nvPr/>
      </p:nvGrpSpPr>
      <p:grpSpPr>
        <a:xfrm>
          <a:off x="0" y="0"/>
          <a:ext cx="0" cy="0"/>
          <a:chOff x="0" y="0"/>
          <a:chExt cx="0" cy="0"/>
        </a:xfrm>
      </p:grpSpPr>
      <p:sp>
        <p:nvSpPr>
          <p:cNvPr id="92" name="Google Shape;92;p7"/>
          <p:cNvSpPr/>
          <p:nvPr/>
        </p:nvSpPr>
        <p:spPr>
          <a:xfrm>
            <a:off x="5702057"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2">
              <a:alphaModFix/>
            </a:blip>
            <a:stretch>
              <a:fillRect r="-97519" b="-101527"/>
            </a:stretch>
          </a:blipFill>
          <a:ln>
            <a:noFill/>
          </a:ln>
        </p:spPr>
      </p:sp>
      <p:sp>
        <p:nvSpPr>
          <p:cNvPr id="93" name="Google Shape;93;p7"/>
          <p:cNvSpPr/>
          <p:nvPr/>
        </p:nvSpPr>
        <p:spPr>
          <a:xfrm rot="10800000">
            <a:off x="9103900"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3">
              <a:alphaModFix/>
            </a:blip>
            <a:stretch>
              <a:fillRect r="-97519" b="-101527"/>
            </a:stretch>
          </a:blipFill>
          <a:ln>
            <a:noFill/>
          </a:ln>
        </p:spPr>
      </p:sp>
      <p:sp>
        <p:nvSpPr>
          <p:cNvPr id="94" name="Google Shape;94;p7"/>
          <p:cNvSpPr/>
          <p:nvPr/>
        </p:nvSpPr>
        <p:spPr>
          <a:xfrm>
            <a:off x="9103900"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4">
              <a:alphaModFix/>
            </a:blip>
            <a:stretch>
              <a:fillRect l="-97519" b="-101527"/>
            </a:stretch>
          </a:blipFill>
          <a:ln>
            <a:noFill/>
          </a:ln>
        </p:spPr>
      </p:sp>
      <p:sp>
        <p:nvSpPr>
          <p:cNvPr id="95" name="Google Shape;95;p7"/>
          <p:cNvSpPr/>
          <p:nvPr/>
        </p:nvSpPr>
        <p:spPr>
          <a:xfrm rot="10800000">
            <a:off x="5702057"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5">
              <a:alphaModFix/>
            </a:blip>
            <a:stretch>
              <a:fillRect l="-97519" b="-101527"/>
            </a:stretch>
          </a:blipFill>
          <a:ln>
            <a:noFill/>
          </a:ln>
        </p:spPr>
      </p:sp>
      <p:grpSp>
        <p:nvGrpSpPr>
          <p:cNvPr id="96" name="Google Shape;96;p7"/>
          <p:cNvGrpSpPr/>
          <p:nvPr/>
        </p:nvGrpSpPr>
        <p:grpSpPr>
          <a:xfrm>
            <a:off x="6514768" y="3250298"/>
            <a:ext cx="5178268" cy="5178268"/>
            <a:chOff x="0" y="0"/>
            <a:chExt cx="812800" cy="812800"/>
          </a:xfrm>
        </p:grpSpPr>
        <p:sp>
          <p:nvSpPr>
            <p:cNvPr id="97" name="Google Shape;97;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9" name="Google Shape;99;p7"/>
          <p:cNvGrpSpPr/>
          <p:nvPr/>
        </p:nvGrpSpPr>
        <p:grpSpPr>
          <a:xfrm>
            <a:off x="8937280" y="1478271"/>
            <a:ext cx="413482" cy="8541886"/>
            <a:chOff x="0" y="-47625"/>
            <a:chExt cx="108900" cy="2249700"/>
          </a:xfrm>
        </p:grpSpPr>
        <p:sp>
          <p:nvSpPr>
            <p:cNvPr id="100" name="Google Shape;100;p7"/>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sp>
        <p:sp>
          <p:nvSpPr>
            <p:cNvPr id="101" name="Google Shape;101;p7"/>
            <p:cNvSpPr txBox="1"/>
            <p:nvPr/>
          </p:nvSpPr>
          <p:spPr>
            <a:xfrm>
              <a:off x="0" y="-47625"/>
              <a:ext cx="108900" cy="22497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7"/>
          <p:cNvGrpSpPr/>
          <p:nvPr/>
        </p:nvGrpSpPr>
        <p:grpSpPr>
          <a:xfrm rot="-5400000">
            <a:off x="8887141" y="1568467"/>
            <a:ext cx="413482" cy="8541886"/>
            <a:chOff x="0" y="-47625"/>
            <a:chExt cx="108900" cy="2249700"/>
          </a:xfrm>
        </p:grpSpPr>
        <p:sp>
          <p:nvSpPr>
            <p:cNvPr id="103" name="Google Shape;103;p7"/>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sp>
        <p:sp>
          <p:nvSpPr>
            <p:cNvPr id="104" name="Google Shape;104;p7"/>
            <p:cNvSpPr txBox="1"/>
            <p:nvPr/>
          </p:nvSpPr>
          <p:spPr>
            <a:xfrm>
              <a:off x="0" y="-47625"/>
              <a:ext cx="108900" cy="22497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5" name="Google Shape;105;p7"/>
          <p:cNvGrpSpPr/>
          <p:nvPr/>
        </p:nvGrpSpPr>
        <p:grpSpPr>
          <a:xfrm>
            <a:off x="982493" y="3069471"/>
            <a:ext cx="236927" cy="1569638"/>
            <a:chOff x="0" y="-47625"/>
            <a:chExt cx="62400" cy="413400"/>
          </a:xfrm>
        </p:grpSpPr>
        <p:sp>
          <p:nvSpPr>
            <p:cNvPr id="106" name="Google Shape;106;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EBD24C"/>
            </a:solidFill>
            <a:ln>
              <a:noFill/>
            </a:ln>
          </p:spPr>
        </p:sp>
        <p:sp>
          <p:nvSpPr>
            <p:cNvPr id="107" name="Google Shape;107;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8" name="Google Shape;108;p7"/>
          <p:cNvGrpSpPr/>
          <p:nvPr/>
        </p:nvGrpSpPr>
        <p:grpSpPr>
          <a:xfrm>
            <a:off x="982493" y="6755152"/>
            <a:ext cx="236927" cy="1569638"/>
            <a:chOff x="0" y="-47625"/>
            <a:chExt cx="62400" cy="413400"/>
          </a:xfrm>
        </p:grpSpPr>
        <p:sp>
          <p:nvSpPr>
            <p:cNvPr id="109" name="Google Shape;109;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5A8CBF"/>
            </a:solidFill>
            <a:ln>
              <a:noFill/>
            </a:ln>
          </p:spPr>
        </p:sp>
        <p:sp>
          <p:nvSpPr>
            <p:cNvPr id="110" name="Google Shape;110;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1" name="Google Shape;111;p7"/>
          <p:cNvGrpSpPr/>
          <p:nvPr/>
        </p:nvGrpSpPr>
        <p:grpSpPr>
          <a:xfrm>
            <a:off x="17116487" y="3069471"/>
            <a:ext cx="236927" cy="1569638"/>
            <a:chOff x="0" y="-47625"/>
            <a:chExt cx="62400" cy="413400"/>
          </a:xfrm>
        </p:grpSpPr>
        <p:sp>
          <p:nvSpPr>
            <p:cNvPr id="112" name="Google Shape;112;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FBFBF"/>
            </a:solidFill>
            <a:ln>
              <a:noFill/>
            </a:ln>
          </p:spPr>
        </p:sp>
        <p:sp>
          <p:nvSpPr>
            <p:cNvPr id="113" name="Google Shape;113;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4" name="Google Shape;114;p7"/>
          <p:cNvGrpSpPr/>
          <p:nvPr/>
        </p:nvGrpSpPr>
        <p:grpSpPr>
          <a:xfrm>
            <a:off x="17116487" y="6755152"/>
            <a:ext cx="236927" cy="1569638"/>
            <a:chOff x="0" y="-47625"/>
            <a:chExt cx="62400" cy="413400"/>
          </a:xfrm>
        </p:grpSpPr>
        <p:sp>
          <p:nvSpPr>
            <p:cNvPr id="115" name="Google Shape;115;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6DCEB"/>
            </a:solidFill>
            <a:ln>
              <a:noFill/>
            </a:ln>
          </p:spPr>
        </p:sp>
        <p:sp>
          <p:nvSpPr>
            <p:cNvPr id="116" name="Google Shape;116;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7" name="Google Shape;117;p7"/>
          <p:cNvSpPr txBox="1"/>
          <p:nvPr/>
        </p:nvSpPr>
        <p:spPr>
          <a:xfrm>
            <a:off x="7256063" y="3716555"/>
            <a:ext cx="1506000" cy="1349400"/>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EBD24C"/>
                </a:solidFill>
                <a:latin typeface="Alef"/>
                <a:ea typeface="Alef"/>
                <a:cs typeface="Alef"/>
                <a:sym typeface="Alef"/>
              </a:rPr>
              <a:t>01</a:t>
            </a:r>
            <a:endParaRPr/>
          </a:p>
        </p:txBody>
      </p:sp>
      <p:sp>
        <p:nvSpPr>
          <p:cNvPr id="118" name="Google Shape;118;p7"/>
          <p:cNvSpPr txBox="1"/>
          <p:nvPr/>
        </p:nvSpPr>
        <p:spPr>
          <a:xfrm>
            <a:off x="7256063" y="5963255"/>
            <a:ext cx="1506000" cy="1349400"/>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5A8CBF"/>
                </a:solidFill>
                <a:latin typeface="Alef"/>
                <a:ea typeface="Alef"/>
                <a:cs typeface="Alef"/>
                <a:sym typeface="Alef"/>
              </a:rPr>
              <a:t>03</a:t>
            </a:r>
            <a:endParaRPr/>
          </a:p>
        </p:txBody>
      </p:sp>
      <p:sp>
        <p:nvSpPr>
          <p:cNvPr id="119" name="Google Shape;119;p7"/>
          <p:cNvSpPr txBox="1"/>
          <p:nvPr/>
        </p:nvSpPr>
        <p:spPr>
          <a:xfrm>
            <a:off x="9445774" y="3716555"/>
            <a:ext cx="1506000" cy="1349400"/>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FBFBF"/>
                </a:solidFill>
                <a:latin typeface="Alef"/>
                <a:ea typeface="Alef"/>
                <a:cs typeface="Alef"/>
                <a:sym typeface="Alef"/>
              </a:rPr>
              <a:t>02</a:t>
            </a:r>
            <a:endParaRPr/>
          </a:p>
        </p:txBody>
      </p:sp>
      <p:sp>
        <p:nvSpPr>
          <p:cNvPr id="120" name="Google Shape;120;p7"/>
          <p:cNvSpPr txBox="1"/>
          <p:nvPr/>
        </p:nvSpPr>
        <p:spPr>
          <a:xfrm>
            <a:off x="9445774" y="5963255"/>
            <a:ext cx="1506000" cy="1349400"/>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6DCEB"/>
                </a:solidFill>
                <a:latin typeface="Alef"/>
                <a:ea typeface="Alef"/>
                <a:cs typeface="Alef"/>
                <a:sym typeface="Alef"/>
              </a:rPr>
              <a:t>04</a:t>
            </a:r>
            <a:endParaRPr/>
          </a:p>
        </p:txBody>
      </p:sp>
      <p:grpSp>
        <p:nvGrpSpPr>
          <p:cNvPr id="121" name="Google Shape;121;p7"/>
          <p:cNvGrpSpPr/>
          <p:nvPr/>
        </p:nvGrpSpPr>
        <p:grpSpPr>
          <a:xfrm>
            <a:off x="9525002" y="1096649"/>
            <a:ext cx="8763458" cy="611578"/>
            <a:chOff x="0" y="-47625"/>
            <a:chExt cx="2045100" cy="154556"/>
          </a:xfrm>
        </p:grpSpPr>
        <p:sp>
          <p:nvSpPr>
            <p:cNvPr id="122" name="Google Shape;122;p7"/>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sp>
        <p:sp>
          <p:nvSpPr>
            <p:cNvPr id="123" name="Google Shape;123;p7"/>
            <p:cNvSpPr txBox="1"/>
            <p:nvPr/>
          </p:nvSpPr>
          <p:spPr>
            <a:xfrm>
              <a:off x="0" y="-47625"/>
              <a:ext cx="2045100" cy="154500"/>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4" name="Google Shape;124;p7"/>
          <p:cNvSpPr txBox="1">
            <a:spLocks noGrp="1"/>
          </p:cNvSpPr>
          <p:nvPr>
            <p:ph type="title"/>
          </p:nvPr>
        </p:nvSpPr>
        <p:spPr>
          <a:xfrm>
            <a:off x="9255425" y="411375"/>
            <a:ext cx="8004000" cy="1143000"/>
          </a:xfrm>
          <a:prstGeom prst="rect">
            <a:avLst/>
          </a:prstGeom>
        </p:spPr>
        <p:txBody>
          <a:bodyPr spcFirstLastPara="1" wrap="square" lIns="91425" tIns="45700" rIns="91425" bIns="45700" anchor="t" anchorCtr="0">
            <a:noAutofit/>
          </a:bodyPr>
          <a:lstStyle>
            <a:lvl1pPr lvl="0" rtl="0">
              <a:spcBef>
                <a:spcPts val="0"/>
              </a:spcBef>
              <a:spcAft>
                <a:spcPts val="0"/>
              </a:spcAft>
              <a:buSzPts val="875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5" name="Google Shape;125;p7"/>
          <p:cNvSpPr txBox="1">
            <a:spLocks noGrp="1"/>
          </p:cNvSpPr>
          <p:nvPr>
            <p:ph type="body" idx="1"/>
          </p:nvPr>
        </p:nvSpPr>
        <p:spPr>
          <a:xfrm>
            <a:off x="756690" y="840988"/>
            <a:ext cx="7453500" cy="9705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126" name="Google Shape;126;p7"/>
          <p:cNvSpPr txBox="1">
            <a:spLocks noGrp="1"/>
          </p:cNvSpPr>
          <p:nvPr>
            <p:ph type="subTitle" idx="2"/>
          </p:nvPr>
        </p:nvSpPr>
        <p:spPr>
          <a:xfrm>
            <a:off x="1476325" y="6984900"/>
            <a:ext cx="3832800" cy="447600"/>
          </a:xfrm>
          <a:prstGeom prst="rect">
            <a:avLst/>
          </a:prstGeom>
        </p:spPr>
        <p:txBody>
          <a:bodyPr spcFirstLastPara="1" wrap="square" lIns="91425" tIns="45700" rIns="91425" bIns="45700" anchor="t" anchorCtr="0">
            <a:noAutofit/>
          </a:bodyPr>
          <a:lstStyle>
            <a:lvl1pPr lvl="0">
              <a:spcBef>
                <a:spcPts val="640"/>
              </a:spcBef>
              <a:spcAft>
                <a:spcPts val="0"/>
              </a:spcAft>
              <a:buSzPts val="2550"/>
              <a:buNone/>
              <a:defRPr sz="2550" b="1"/>
            </a:lvl1pPr>
            <a:lvl2pPr lvl="1">
              <a:spcBef>
                <a:spcPts val="560"/>
              </a:spcBef>
              <a:spcAft>
                <a:spcPts val="0"/>
              </a:spcAft>
              <a:buSzPts val="2550"/>
              <a:buNone/>
              <a:defRPr sz="2550"/>
            </a:lvl2pPr>
            <a:lvl3pPr lvl="2">
              <a:spcBef>
                <a:spcPts val="480"/>
              </a:spcBef>
              <a:spcAft>
                <a:spcPts val="0"/>
              </a:spcAft>
              <a:buSzPts val="2550"/>
              <a:buNone/>
              <a:defRPr sz="2550"/>
            </a:lvl3pPr>
            <a:lvl4pPr lvl="3">
              <a:spcBef>
                <a:spcPts val="400"/>
              </a:spcBef>
              <a:spcAft>
                <a:spcPts val="0"/>
              </a:spcAft>
              <a:buSzPts val="2550"/>
              <a:buNone/>
              <a:defRPr sz="2550"/>
            </a:lvl4pPr>
            <a:lvl5pPr lvl="4">
              <a:spcBef>
                <a:spcPts val="400"/>
              </a:spcBef>
              <a:spcAft>
                <a:spcPts val="0"/>
              </a:spcAft>
              <a:buSzPts val="2550"/>
              <a:buNone/>
              <a:defRPr sz="2550"/>
            </a:lvl5pPr>
            <a:lvl6pPr lvl="5">
              <a:spcBef>
                <a:spcPts val="400"/>
              </a:spcBef>
              <a:spcAft>
                <a:spcPts val="0"/>
              </a:spcAft>
              <a:buSzPts val="2550"/>
              <a:buNone/>
              <a:defRPr sz="2550"/>
            </a:lvl6pPr>
            <a:lvl7pPr lvl="6">
              <a:spcBef>
                <a:spcPts val="400"/>
              </a:spcBef>
              <a:spcAft>
                <a:spcPts val="0"/>
              </a:spcAft>
              <a:buSzPts val="2550"/>
              <a:buNone/>
              <a:defRPr sz="2550"/>
            </a:lvl7pPr>
            <a:lvl8pPr lvl="7">
              <a:spcBef>
                <a:spcPts val="400"/>
              </a:spcBef>
              <a:spcAft>
                <a:spcPts val="0"/>
              </a:spcAft>
              <a:buSzPts val="2550"/>
              <a:buNone/>
              <a:defRPr sz="2550"/>
            </a:lvl8pPr>
            <a:lvl9pPr lvl="8">
              <a:spcBef>
                <a:spcPts val="400"/>
              </a:spcBef>
              <a:spcAft>
                <a:spcPts val="0"/>
              </a:spcAft>
              <a:buSzPts val="2550"/>
              <a:buNone/>
              <a:defRPr sz="2550"/>
            </a:lvl9pPr>
          </a:lstStyle>
          <a:p>
            <a:endParaRPr/>
          </a:p>
        </p:txBody>
      </p:sp>
      <p:sp>
        <p:nvSpPr>
          <p:cNvPr id="127" name="Google Shape;127;p7"/>
          <p:cNvSpPr txBox="1">
            <a:spLocks noGrp="1"/>
          </p:cNvSpPr>
          <p:nvPr>
            <p:ph type="body" idx="3"/>
          </p:nvPr>
        </p:nvSpPr>
        <p:spPr>
          <a:xfrm>
            <a:off x="1527175" y="7498000"/>
            <a:ext cx="4008000" cy="826800"/>
          </a:xfrm>
          <a:prstGeom prst="rect">
            <a:avLst/>
          </a:prstGeom>
        </p:spPr>
        <p:txBody>
          <a:bodyPr spcFirstLastPara="1" wrap="square" lIns="91425" tIns="45700" rIns="91425" bIns="45700" anchor="t" anchorCtr="0">
            <a:noAutofit/>
          </a:bodyPr>
          <a:lstStyle>
            <a:lvl1pPr marL="457200" lvl="0" indent="-355600">
              <a:spcBef>
                <a:spcPts val="640"/>
              </a:spcBef>
              <a:spcAft>
                <a:spcPts val="0"/>
              </a:spcAft>
              <a:buSzPts val="2000"/>
              <a:buChar char="•"/>
              <a:defRPr/>
            </a:lvl1pPr>
            <a:lvl2pPr marL="914400" lvl="1" indent="-355600">
              <a:spcBef>
                <a:spcPts val="560"/>
              </a:spcBef>
              <a:spcAft>
                <a:spcPts val="0"/>
              </a:spcAft>
              <a:buSzPts val="2000"/>
              <a:buChar char="–"/>
              <a:defRPr/>
            </a:lvl2pPr>
            <a:lvl3pPr marL="1371600" lvl="2" indent="-355600">
              <a:spcBef>
                <a:spcPts val="480"/>
              </a:spcBef>
              <a:spcAft>
                <a:spcPts val="0"/>
              </a:spcAft>
              <a:buSzPts val="2000"/>
              <a:buChar char="•"/>
              <a:defRPr/>
            </a:lvl3pPr>
            <a:lvl4pPr marL="1828800" lvl="3" indent="-355600">
              <a:spcBef>
                <a:spcPts val="400"/>
              </a:spcBef>
              <a:spcAft>
                <a:spcPts val="0"/>
              </a:spcAft>
              <a:buSzPts val="2000"/>
              <a:buChar char="–"/>
              <a:defRPr/>
            </a:lvl4pPr>
            <a:lvl5pPr marL="2286000" lvl="4" indent="-355600">
              <a:spcBef>
                <a:spcPts val="400"/>
              </a:spcBef>
              <a:spcAft>
                <a:spcPts val="0"/>
              </a:spcAft>
              <a:buSzPts val="2000"/>
              <a:buChar char="»"/>
              <a:defRPr/>
            </a:lvl5pPr>
            <a:lvl6pPr marL="2743200" lvl="5" indent="-355600">
              <a:spcBef>
                <a:spcPts val="400"/>
              </a:spcBef>
              <a:spcAft>
                <a:spcPts val="0"/>
              </a:spcAft>
              <a:buSzPts val="2000"/>
              <a:buChar char="•"/>
              <a:defRPr/>
            </a:lvl6pPr>
            <a:lvl7pPr marL="3200400" lvl="6" indent="-355600">
              <a:spcBef>
                <a:spcPts val="400"/>
              </a:spcBef>
              <a:spcAft>
                <a:spcPts val="0"/>
              </a:spcAft>
              <a:buSzPts val="2000"/>
              <a:buChar char="•"/>
              <a:defRPr/>
            </a:lvl7pPr>
            <a:lvl8pPr marL="3657600" lvl="7" indent="-355600">
              <a:spcBef>
                <a:spcPts val="400"/>
              </a:spcBef>
              <a:spcAft>
                <a:spcPts val="0"/>
              </a:spcAft>
              <a:buSzPts val="2000"/>
              <a:buChar char="•"/>
              <a:defRPr/>
            </a:lvl8pPr>
            <a:lvl9pPr marL="4114800" lvl="8" indent="-355600">
              <a:spcBef>
                <a:spcPts val="400"/>
              </a:spcBef>
              <a:spcAft>
                <a:spcPts val="0"/>
              </a:spcAft>
              <a:buSzPts val="2000"/>
              <a:buChar char="•"/>
              <a:defRPr/>
            </a:lvl9pPr>
          </a:lstStyle>
          <a:p>
            <a:endParaRPr/>
          </a:p>
        </p:txBody>
      </p:sp>
      <p:sp>
        <p:nvSpPr>
          <p:cNvPr id="128" name="Google Shape;128;p7"/>
          <p:cNvSpPr txBox="1">
            <a:spLocks noGrp="1"/>
          </p:cNvSpPr>
          <p:nvPr>
            <p:ph type="subTitle" idx="4"/>
          </p:nvPr>
        </p:nvSpPr>
        <p:spPr>
          <a:xfrm>
            <a:off x="1476325" y="3278509"/>
            <a:ext cx="3832800" cy="447600"/>
          </a:xfrm>
          <a:prstGeom prst="rect">
            <a:avLst/>
          </a:prstGeom>
        </p:spPr>
        <p:txBody>
          <a:bodyPr spcFirstLastPara="1" wrap="square" lIns="91425" tIns="45700" rIns="91425" bIns="45700" anchor="t" anchorCtr="0">
            <a:noAutofit/>
          </a:bodyPr>
          <a:lstStyle>
            <a:lvl1pPr lvl="0" rtl="0">
              <a:spcBef>
                <a:spcPts val="640"/>
              </a:spcBef>
              <a:spcAft>
                <a:spcPts val="0"/>
              </a:spcAft>
              <a:buSzPts val="2550"/>
              <a:buNone/>
              <a:defRPr sz="2550" b="1"/>
            </a:lvl1pPr>
            <a:lvl2pPr lvl="1" rtl="0">
              <a:spcBef>
                <a:spcPts val="560"/>
              </a:spcBef>
              <a:spcAft>
                <a:spcPts val="0"/>
              </a:spcAft>
              <a:buSzPts val="2550"/>
              <a:buNone/>
              <a:defRPr sz="2550"/>
            </a:lvl2pPr>
            <a:lvl3pPr lvl="2" rtl="0">
              <a:spcBef>
                <a:spcPts val="480"/>
              </a:spcBef>
              <a:spcAft>
                <a:spcPts val="0"/>
              </a:spcAft>
              <a:buSzPts val="2550"/>
              <a:buNone/>
              <a:defRPr sz="2550"/>
            </a:lvl3pPr>
            <a:lvl4pPr lvl="3" rtl="0">
              <a:spcBef>
                <a:spcPts val="400"/>
              </a:spcBef>
              <a:spcAft>
                <a:spcPts val="0"/>
              </a:spcAft>
              <a:buSzPts val="2550"/>
              <a:buNone/>
              <a:defRPr sz="2550"/>
            </a:lvl4pPr>
            <a:lvl5pPr lvl="4" rtl="0">
              <a:spcBef>
                <a:spcPts val="400"/>
              </a:spcBef>
              <a:spcAft>
                <a:spcPts val="0"/>
              </a:spcAft>
              <a:buSzPts val="2550"/>
              <a:buNone/>
              <a:defRPr sz="2550"/>
            </a:lvl5pPr>
            <a:lvl6pPr lvl="5" rtl="0">
              <a:spcBef>
                <a:spcPts val="400"/>
              </a:spcBef>
              <a:spcAft>
                <a:spcPts val="0"/>
              </a:spcAft>
              <a:buSzPts val="2550"/>
              <a:buNone/>
              <a:defRPr sz="2550"/>
            </a:lvl6pPr>
            <a:lvl7pPr lvl="6" rtl="0">
              <a:spcBef>
                <a:spcPts val="400"/>
              </a:spcBef>
              <a:spcAft>
                <a:spcPts val="0"/>
              </a:spcAft>
              <a:buSzPts val="2550"/>
              <a:buNone/>
              <a:defRPr sz="2550"/>
            </a:lvl7pPr>
            <a:lvl8pPr lvl="7" rtl="0">
              <a:spcBef>
                <a:spcPts val="400"/>
              </a:spcBef>
              <a:spcAft>
                <a:spcPts val="0"/>
              </a:spcAft>
              <a:buSzPts val="2550"/>
              <a:buNone/>
              <a:defRPr sz="2550"/>
            </a:lvl8pPr>
            <a:lvl9pPr lvl="8" rtl="0">
              <a:spcBef>
                <a:spcPts val="400"/>
              </a:spcBef>
              <a:spcAft>
                <a:spcPts val="0"/>
              </a:spcAft>
              <a:buSzPts val="2550"/>
              <a:buNone/>
              <a:defRPr sz="2550"/>
            </a:lvl9pPr>
          </a:lstStyle>
          <a:p>
            <a:endParaRPr/>
          </a:p>
        </p:txBody>
      </p:sp>
      <p:sp>
        <p:nvSpPr>
          <p:cNvPr id="129" name="Google Shape;129;p7"/>
          <p:cNvSpPr txBox="1">
            <a:spLocks noGrp="1"/>
          </p:cNvSpPr>
          <p:nvPr>
            <p:ph type="body" idx="5"/>
          </p:nvPr>
        </p:nvSpPr>
        <p:spPr>
          <a:xfrm>
            <a:off x="1527175" y="3791609"/>
            <a:ext cx="4008000" cy="8268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130" name="Google Shape;130;p7"/>
          <p:cNvSpPr txBox="1">
            <a:spLocks noGrp="1"/>
          </p:cNvSpPr>
          <p:nvPr>
            <p:ph type="subTitle" idx="6"/>
          </p:nvPr>
        </p:nvSpPr>
        <p:spPr>
          <a:xfrm>
            <a:off x="12821788" y="3278509"/>
            <a:ext cx="3832800" cy="447600"/>
          </a:xfrm>
          <a:prstGeom prst="rect">
            <a:avLst/>
          </a:prstGeom>
        </p:spPr>
        <p:txBody>
          <a:bodyPr spcFirstLastPara="1" wrap="square" lIns="91425" tIns="45700" rIns="91425" bIns="45700" anchor="t" anchorCtr="0">
            <a:noAutofit/>
          </a:bodyPr>
          <a:lstStyle>
            <a:lvl1pPr lvl="0" algn="r" rtl="0">
              <a:spcBef>
                <a:spcPts val="640"/>
              </a:spcBef>
              <a:spcAft>
                <a:spcPts val="0"/>
              </a:spcAft>
              <a:buSzPts val="2550"/>
              <a:buNone/>
              <a:defRPr sz="2550" b="1"/>
            </a:lvl1pPr>
            <a:lvl2pPr lvl="1" algn="r" rtl="0">
              <a:spcBef>
                <a:spcPts val="560"/>
              </a:spcBef>
              <a:spcAft>
                <a:spcPts val="0"/>
              </a:spcAft>
              <a:buSzPts val="2550"/>
              <a:buNone/>
              <a:defRPr sz="2550"/>
            </a:lvl2pPr>
            <a:lvl3pPr lvl="2" algn="r" rtl="0">
              <a:spcBef>
                <a:spcPts val="480"/>
              </a:spcBef>
              <a:spcAft>
                <a:spcPts val="0"/>
              </a:spcAft>
              <a:buSzPts val="2550"/>
              <a:buNone/>
              <a:defRPr sz="2550"/>
            </a:lvl3pPr>
            <a:lvl4pPr lvl="3" algn="r" rtl="0">
              <a:spcBef>
                <a:spcPts val="400"/>
              </a:spcBef>
              <a:spcAft>
                <a:spcPts val="0"/>
              </a:spcAft>
              <a:buSzPts val="2550"/>
              <a:buNone/>
              <a:defRPr sz="2550"/>
            </a:lvl4pPr>
            <a:lvl5pPr lvl="4" algn="r" rtl="0">
              <a:spcBef>
                <a:spcPts val="400"/>
              </a:spcBef>
              <a:spcAft>
                <a:spcPts val="0"/>
              </a:spcAft>
              <a:buSzPts val="2550"/>
              <a:buNone/>
              <a:defRPr sz="2550"/>
            </a:lvl5pPr>
            <a:lvl6pPr lvl="5" algn="r" rtl="0">
              <a:spcBef>
                <a:spcPts val="400"/>
              </a:spcBef>
              <a:spcAft>
                <a:spcPts val="0"/>
              </a:spcAft>
              <a:buSzPts val="2550"/>
              <a:buNone/>
              <a:defRPr sz="2550"/>
            </a:lvl6pPr>
            <a:lvl7pPr lvl="6" algn="r" rtl="0">
              <a:spcBef>
                <a:spcPts val="400"/>
              </a:spcBef>
              <a:spcAft>
                <a:spcPts val="0"/>
              </a:spcAft>
              <a:buSzPts val="2550"/>
              <a:buNone/>
              <a:defRPr sz="2550"/>
            </a:lvl7pPr>
            <a:lvl8pPr lvl="7" algn="r" rtl="0">
              <a:spcBef>
                <a:spcPts val="400"/>
              </a:spcBef>
              <a:spcAft>
                <a:spcPts val="0"/>
              </a:spcAft>
              <a:buSzPts val="2550"/>
              <a:buNone/>
              <a:defRPr sz="2550"/>
            </a:lvl8pPr>
            <a:lvl9pPr lvl="8" algn="r" rtl="0">
              <a:spcBef>
                <a:spcPts val="400"/>
              </a:spcBef>
              <a:spcAft>
                <a:spcPts val="0"/>
              </a:spcAft>
              <a:buSzPts val="2550"/>
              <a:buNone/>
              <a:defRPr sz="2550"/>
            </a:lvl9pPr>
          </a:lstStyle>
          <a:p>
            <a:endParaRPr/>
          </a:p>
        </p:txBody>
      </p:sp>
      <p:sp>
        <p:nvSpPr>
          <p:cNvPr id="131" name="Google Shape;131;p7"/>
          <p:cNvSpPr txBox="1">
            <a:spLocks noGrp="1"/>
          </p:cNvSpPr>
          <p:nvPr>
            <p:ph type="body" idx="7"/>
          </p:nvPr>
        </p:nvSpPr>
        <p:spPr>
          <a:xfrm>
            <a:off x="12872638" y="3791609"/>
            <a:ext cx="4008000" cy="826800"/>
          </a:xfrm>
          <a:prstGeom prst="rect">
            <a:avLst/>
          </a:prstGeom>
        </p:spPr>
        <p:txBody>
          <a:bodyPr spcFirstLastPara="1" wrap="square" lIns="91425" tIns="45700" rIns="91425" bIns="45700" anchor="t" anchorCtr="0">
            <a:noAutofit/>
          </a:bodyPr>
          <a:lstStyle>
            <a:lvl1pPr marL="457200" lvl="0" indent="-355600" algn="r" rtl="0">
              <a:spcBef>
                <a:spcPts val="640"/>
              </a:spcBef>
              <a:spcAft>
                <a:spcPts val="0"/>
              </a:spcAft>
              <a:buSzPts val="2000"/>
              <a:buChar char="•"/>
              <a:defRPr/>
            </a:lvl1pPr>
            <a:lvl2pPr marL="914400" lvl="1" indent="-355600" algn="r" rtl="0">
              <a:spcBef>
                <a:spcPts val="560"/>
              </a:spcBef>
              <a:spcAft>
                <a:spcPts val="0"/>
              </a:spcAft>
              <a:buSzPts val="2000"/>
              <a:buChar char="–"/>
              <a:defRPr/>
            </a:lvl2pPr>
            <a:lvl3pPr marL="1371600" lvl="2" indent="-355600" algn="r" rtl="0">
              <a:spcBef>
                <a:spcPts val="480"/>
              </a:spcBef>
              <a:spcAft>
                <a:spcPts val="0"/>
              </a:spcAft>
              <a:buSzPts val="2000"/>
              <a:buChar char="•"/>
              <a:defRPr/>
            </a:lvl3pPr>
            <a:lvl4pPr marL="1828800" lvl="3" indent="-355600" algn="r" rtl="0">
              <a:spcBef>
                <a:spcPts val="400"/>
              </a:spcBef>
              <a:spcAft>
                <a:spcPts val="0"/>
              </a:spcAft>
              <a:buSzPts val="2000"/>
              <a:buChar char="–"/>
              <a:defRPr/>
            </a:lvl4pPr>
            <a:lvl5pPr marL="2286000" lvl="4" indent="-355600" algn="r" rtl="0">
              <a:spcBef>
                <a:spcPts val="400"/>
              </a:spcBef>
              <a:spcAft>
                <a:spcPts val="0"/>
              </a:spcAft>
              <a:buSzPts val="2000"/>
              <a:buChar char="»"/>
              <a:defRPr/>
            </a:lvl5pPr>
            <a:lvl6pPr marL="2743200" lvl="5" indent="-355600" algn="r" rtl="0">
              <a:spcBef>
                <a:spcPts val="400"/>
              </a:spcBef>
              <a:spcAft>
                <a:spcPts val="0"/>
              </a:spcAft>
              <a:buSzPts val="2000"/>
              <a:buChar char="•"/>
              <a:defRPr/>
            </a:lvl6pPr>
            <a:lvl7pPr marL="3200400" lvl="6" indent="-355600" algn="r" rtl="0">
              <a:spcBef>
                <a:spcPts val="400"/>
              </a:spcBef>
              <a:spcAft>
                <a:spcPts val="0"/>
              </a:spcAft>
              <a:buSzPts val="2000"/>
              <a:buChar char="•"/>
              <a:defRPr/>
            </a:lvl7pPr>
            <a:lvl8pPr marL="3657600" lvl="7" indent="-355600" algn="r" rtl="0">
              <a:spcBef>
                <a:spcPts val="400"/>
              </a:spcBef>
              <a:spcAft>
                <a:spcPts val="0"/>
              </a:spcAft>
              <a:buSzPts val="2000"/>
              <a:buChar char="•"/>
              <a:defRPr/>
            </a:lvl8pPr>
            <a:lvl9pPr marL="4114800" lvl="8" indent="-355600" algn="r" rtl="0">
              <a:spcBef>
                <a:spcPts val="400"/>
              </a:spcBef>
              <a:spcAft>
                <a:spcPts val="0"/>
              </a:spcAft>
              <a:buSzPts val="2000"/>
              <a:buChar char="•"/>
              <a:defRPr/>
            </a:lvl9pPr>
          </a:lstStyle>
          <a:p>
            <a:endParaRPr/>
          </a:p>
        </p:txBody>
      </p:sp>
      <p:sp>
        <p:nvSpPr>
          <p:cNvPr id="132" name="Google Shape;132;p7"/>
          <p:cNvSpPr txBox="1">
            <a:spLocks noGrp="1"/>
          </p:cNvSpPr>
          <p:nvPr>
            <p:ph type="subTitle" idx="8"/>
          </p:nvPr>
        </p:nvSpPr>
        <p:spPr>
          <a:xfrm>
            <a:off x="12821788" y="6984909"/>
            <a:ext cx="3832800" cy="447600"/>
          </a:xfrm>
          <a:prstGeom prst="rect">
            <a:avLst/>
          </a:prstGeom>
        </p:spPr>
        <p:txBody>
          <a:bodyPr spcFirstLastPara="1" wrap="square" lIns="91425" tIns="45700" rIns="91425" bIns="45700" anchor="t" anchorCtr="0">
            <a:noAutofit/>
          </a:bodyPr>
          <a:lstStyle>
            <a:lvl1pPr lvl="0" algn="r" rtl="0">
              <a:spcBef>
                <a:spcPts val="640"/>
              </a:spcBef>
              <a:spcAft>
                <a:spcPts val="0"/>
              </a:spcAft>
              <a:buSzPts val="2550"/>
              <a:buNone/>
              <a:defRPr sz="2550" b="1"/>
            </a:lvl1pPr>
            <a:lvl2pPr lvl="1" algn="r" rtl="0">
              <a:spcBef>
                <a:spcPts val="560"/>
              </a:spcBef>
              <a:spcAft>
                <a:spcPts val="0"/>
              </a:spcAft>
              <a:buSzPts val="2550"/>
              <a:buNone/>
              <a:defRPr sz="2550"/>
            </a:lvl2pPr>
            <a:lvl3pPr lvl="2" algn="r" rtl="0">
              <a:spcBef>
                <a:spcPts val="480"/>
              </a:spcBef>
              <a:spcAft>
                <a:spcPts val="0"/>
              </a:spcAft>
              <a:buSzPts val="2550"/>
              <a:buNone/>
              <a:defRPr sz="2550"/>
            </a:lvl3pPr>
            <a:lvl4pPr lvl="3" algn="r" rtl="0">
              <a:spcBef>
                <a:spcPts val="400"/>
              </a:spcBef>
              <a:spcAft>
                <a:spcPts val="0"/>
              </a:spcAft>
              <a:buSzPts val="2550"/>
              <a:buNone/>
              <a:defRPr sz="2550"/>
            </a:lvl4pPr>
            <a:lvl5pPr lvl="4" algn="r" rtl="0">
              <a:spcBef>
                <a:spcPts val="400"/>
              </a:spcBef>
              <a:spcAft>
                <a:spcPts val="0"/>
              </a:spcAft>
              <a:buSzPts val="2550"/>
              <a:buNone/>
              <a:defRPr sz="2550"/>
            </a:lvl5pPr>
            <a:lvl6pPr lvl="5" algn="r" rtl="0">
              <a:spcBef>
                <a:spcPts val="400"/>
              </a:spcBef>
              <a:spcAft>
                <a:spcPts val="0"/>
              </a:spcAft>
              <a:buSzPts val="2550"/>
              <a:buNone/>
              <a:defRPr sz="2550"/>
            </a:lvl6pPr>
            <a:lvl7pPr lvl="6" algn="r" rtl="0">
              <a:spcBef>
                <a:spcPts val="400"/>
              </a:spcBef>
              <a:spcAft>
                <a:spcPts val="0"/>
              </a:spcAft>
              <a:buSzPts val="2550"/>
              <a:buNone/>
              <a:defRPr sz="2550"/>
            </a:lvl7pPr>
            <a:lvl8pPr lvl="7" algn="r" rtl="0">
              <a:spcBef>
                <a:spcPts val="400"/>
              </a:spcBef>
              <a:spcAft>
                <a:spcPts val="0"/>
              </a:spcAft>
              <a:buSzPts val="2550"/>
              <a:buNone/>
              <a:defRPr sz="2550"/>
            </a:lvl8pPr>
            <a:lvl9pPr lvl="8" algn="r" rtl="0">
              <a:spcBef>
                <a:spcPts val="400"/>
              </a:spcBef>
              <a:spcAft>
                <a:spcPts val="0"/>
              </a:spcAft>
              <a:buSzPts val="2550"/>
              <a:buNone/>
              <a:defRPr sz="2550"/>
            </a:lvl9pPr>
          </a:lstStyle>
          <a:p>
            <a:endParaRPr/>
          </a:p>
        </p:txBody>
      </p:sp>
      <p:sp>
        <p:nvSpPr>
          <p:cNvPr id="133" name="Google Shape;133;p7"/>
          <p:cNvSpPr txBox="1">
            <a:spLocks noGrp="1"/>
          </p:cNvSpPr>
          <p:nvPr>
            <p:ph type="body" idx="9"/>
          </p:nvPr>
        </p:nvSpPr>
        <p:spPr>
          <a:xfrm>
            <a:off x="12872638" y="7498009"/>
            <a:ext cx="4008000" cy="826800"/>
          </a:xfrm>
          <a:prstGeom prst="rect">
            <a:avLst/>
          </a:prstGeom>
        </p:spPr>
        <p:txBody>
          <a:bodyPr spcFirstLastPara="1" wrap="square" lIns="91425" tIns="45700" rIns="91425" bIns="45700" anchor="t" anchorCtr="0">
            <a:noAutofit/>
          </a:bodyPr>
          <a:lstStyle>
            <a:lvl1pPr marL="457200" lvl="0" indent="-355600" algn="r" rtl="0">
              <a:spcBef>
                <a:spcPts val="640"/>
              </a:spcBef>
              <a:spcAft>
                <a:spcPts val="0"/>
              </a:spcAft>
              <a:buSzPts val="2000"/>
              <a:buChar char="•"/>
              <a:defRPr/>
            </a:lvl1pPr>
            <a:lvl2pPr marL="914400" lvl="1" indent="-355600" algn="r" rtl="0">
              <a:spcBef>
                <a:spcPts val="560"/>
              </a:spcBef>
              <a:spcAft>
                <a:spcPts val="0"/>
              </a:spcAft>
              <a:buSzPts val="2000"/>
              <a:buChar char="–"/>
              <a:defRPr/>
            </a:lvl2pPr>
            <a:lvl3pPr marL="1371600" lvl="2" indent="-355600" algn="r" rtl="0">
              <a:spcBef>
                <a:spcPts val="480"/>
              </a:spcBef>
              <a:spcAft>
                <a:spcPts val="0"/>
              </a:spcAft>
              <a:buSzPts val="2000"/>
              <a:buChar char="•"/>
              <a:defRPr/>
            </a:lvl3pPr>
            <a:lvl4pPr marL="1828800" lvl="3" indent="-355600" algn="r" rtl="0">
              <a:spcBef>
                <a:spcPts val="400"/>
              </a:spcBef>
              <a:spcAft>
                <a:spcPts val="0"/>
              </a:spcAft>
              <a:buSzPts val="2000"/>
              <a:buChar char="–"/>
              <a:defRPr/>
            </a:lvl4pPr>
            <a:lvl5pPr marL="2286000" lvl="4" indent="-355600" algn="r" rtl="0">
              <a:spcBef>
                <a:spcPts val="400"/>
              </a:spcBef>
              <a:spcAft>
                <a:spcPts val="0"/>
              </a:spcAft>
              <a:buSzPts val="2000"/>
              <a:buChar char="»"/>
              <a:defRPr/>
            </a:lvl5pPr>
            <a:lvl6pPr marL="2743200" lvl="5" indent="-355600" algn="r" rtl="0">
              <a:spcBef>
                <a:spcPts val="400"/>
              </a:spcBef>
              <a:spcAft>
                <a:spcPts val="0"/>
              </a:spcAft>
              <a:buSzPts val="2000"/>
              <a:buChar char="•"/>
              <a:defRPr/>
            </a:lvl6pPr>
            <a:lvl7pPr marL="3200400" lvl="6" indent="-355600" algn="r" rtl="0">
              <a:spcBef>
                <a:spcPts val="400"/>
              </a:spcBef>
              <a:spcAft>
                <a:spcPts val="0"/>
              </a:spcAft>
              <a:buSzPts val="2000"/>
              <a:buChar char="•"/>
              <a:defRPr/>
            </a:lvl7pPr>
            <a:lvl8pPr marL="3657600" lvl="7" indent="-355600" algn="r" rtl="0">
              <a:spcBef>
                <a:spcPts val="400"/>
              </a:spcBef>
              <a:spcAft>
                <a:spcPts val="0"/>
              </a:spcAft>
              <a:buSzPts val="2000"/>
              <a:buChar char="•"/>
              <a:defRPr/>
            </a:lvl8pPr>
            <a:lvl9pPr marL="4114800" lvl="8" indent="-355600" algn="r" rtl="0">
              <a:spcBef>
                <a:spcPts val="400"/>
              </a:spcBef>
              <a:spcAft>
                <a:spcPts val="0"/>
              </a:spcAft>
              <a:buSzPts val="20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653400" y="580150"/>
            <a:ext cx="15606000" cy="11430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8750"/>
              <a:buFont typeface="Alef"/>
              <a:buNone/>
              <a:defRPr sz="8750" i="0" u="none" strike="noStrike" cap="none">
                <a:solidFill>
                  <a:schemeClr val="dk1"/>
                </a:solidFill>
                <a:latin typeface="Alef"/>
                <a:ea typeface="Alef"/>
                <a:cs typeface="Alef"/>
                <a:sym typeface="Alef"/>
              </a:defRPr>
            </a:lvl1pPr>
            <a:lvl2pPr lvl="1">
              <a:spcBef>
                <a:spcPts val="0"/>
              </a:spcBef>
              <a:spcAft>
                <a:spcPts val="0"/>
              </a:spcAft>
              <a:buSzPts val="1400"/>
              <a:buFont typeface="Alef"/>
              <a:buNone/>
              <a:defRPr sz="1800">
                <a:latin typeface="Alef"/>
                <a:ea typeface="Alef"/>
                <a:cs typeface="Alef"/>
                <a:sym typeface="Alef"/>
              </a:defRPr>
            </a:lvl2pPr>
            <a:lvl3pPr lvl="2">
              <a:spcBef>
                <a:spcPts val="0"/>
              </a:spcBef>
              <a:spcAft>
                <a:spcPts val="0"/>
              </a:spcAft>
              <a:buSzPts val="1400"/>
              <a:buFont typeface="Alef"/>
              <a:buNone/>
              <a:defRPr sz="1800">
                <a:latin typeface="Alef"/>
                <a:ea typeface="Alef"/>
                <a:cs typeface="Alef"/>
                <a:sym typeface="Alef"/>
              </a:defRPr>
            </a:lvl3pPr>
            <a:lvl4pPr lvl="3">
              <a:spcBef>
                <a:spcPts val="0"/>
              </a:spcBef>
              <a:spcAft>
                <a:spcPts val="0"/>
              </a:spcAft>
              <a:buSzPts val="1400"/>
              <a:buFont typeface="Alef"/>
              <a:buNone/>
              <a:defRPr sz="1800">
                <a:latin typeface="Alef"/>
                <a:ea typeface="Alef"/>
                <a:cs typeface="Alef"/>
                <a:sym typeface="Alef"/>
              </a:defRPr>
            </a:lvl4pPr>
            <a:lvl5pPr lvl="4">
              <a:spcBef>
                <a:spcPts val="0"/>
              </a:spcBef>
              <a:spcAft>
                <a:spcPts val="0"/>
              </a:spcAft>
              <a:buSzPts val="1400"/>
              <a:buFont typeface="Alef"/>
              <a:buNone/>
              <a:defRPr sz="1800">
                <a:latin typeface="Alef"/>
                <a:ea typeface="Alef"/>
                <a:cs typeface="Alef"/>
                <a:sym typeface="Alef"/>
              </a:defRPr>
            </a:lvl5pPr>
            <a:lvl6pPr lvl="5">
              <a:spcBef>
                <a:spcPts val="0"/>
              </a:spcBef>
              <a:spcAft>
                <a:spcPts val="0"/>
              </a:spcAft>
              <a:buSzPts val="1400"/>
              <a:buFont typeface="Alef"/>
              <a:buNone/>
              <a:defRPr sz="1800">
                <a:latin typeface="Alef"/>
                <a:ea typeface="Alef"/>
                <a:cs typeface="Alef"/>
                <a:sym typeface="Alef"/>
              </a:defRPr>
            </a:lvl6pPr>
            <a:lvl7pPr lvl="6">
              <a:spcBef>
                <a:spcPts val="0"/>
              </a:spcBef>
              <a:spcAft>
                <a:spcPts val="0"/>
              </a:spcAft>
              <a:buSzPts val="1400"/>
              <a:buFont typeface="Alef"/>
              <a:buNone/>
              <a:defRPr sz="1800">
                <a:latin typeface="Alef"/>
                <a:ea typeface="Alef"/>
                <a:cs typeface="Alef"/>
                <a:sym typeface="Alef"/>
              </a:defRPr>
            </a:lvl7pPr>
            <a:lvl8pPr lvl="7">
              <a:spcBef>
                <a:spcPts val="0"/>
              </a:spcBef>
              <a:spcAft>
                <a:spcPts val="0"/>
              </a:spcAft>
              <a:buSzPts val="1400"/>
              <a:buFont typeface="Alef"/>
              <a:buNone/>
              <a:defRPr sz="1800">
                <a:latin typeface="Alef"/>
                <a:ea typeface="Alef"/>
                <a:cs typeface="Alef"/>
                <a:sym typeface="Alef"/>
              </a:defRPr>
            </a:lvl8pPr>
            <a:lvl9pPr lvl="8">
              <a:spcBef>
                <a:spcPts val="0"/>
              </a:spcBef>
              <a:spcAft>
                <a:spcPts val="0"/>
              </a:spcAft>
              <a:buSzPts val="1400"/>
              <a:buFont typeface="Alef"/>
              <a:buNone/>
              <a:defRPr sz="1800">
                <a:latin typeface="Alef"/>
                <a:ea typeface="Alef"/>
                <a:cs typeface="Alef"/>
                <a:sym typeface="Alef"/>
              </a:defRPr>
            </a:lvl9pPr>
          </a:lstStyle>
          <a:p>
            <a:endParaRPr/>
          </a:p>
        </p:txBody>
      </p:sp>
      <p:sp>
        <p:nvSpPr>
          <p:cNvPr id="7" name="Google Shape;7;p1"/>
          <p:cNvSpPr txBox="1">
            <a:spLocks noGrp="1"/>
          </p:cNvSpPr>
          <p:nvPr>
            <p:ph type="body" idx="1"/>
          </p:nvPr>
        </p:nvSpPr>
        <p:spPr>
          <a:xfrm>
            <a:off x="1653400" y="2880450"/>
            <a:ext cx="8229600" cy="4526100"/>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64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1pPr>
            <a:lvl2pPr marL="914400" marR="0" lvl="1" indent="-355600" algn="l" rtl="0">
              <a:spcBef>
                <a:spcPts val="56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2pPr>
            <a:lvl3pPr marL="1371600" marR="0" lvl="2" indent="-355600" algn="l" rtl="0">
              <a:spcBef>
                <a:spcPts val="48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3pPr>
            <a:lvl4pPr marL="1828800" marR="0" lvl="3"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4pPr>
            <a:lvl5pPr marL="2286000" marR="0" lvl="4"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5pPr>
            <a:lvl6pPr marL="2743200" marR="0" lvl="5"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6pPr>
            <a:lvl7pPr marL="3200400" marR="0" lvl="6"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7pPr>
            <a:lvl8pPr marL="3657600" marR="0" lvl="7"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8pPr>
            <a:lvl9pPr marL="4114800" marR="0" lvl="8"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grpSp>
        <p:nvGrpSpPr>
          <p:cNvPr id="139" name="Google Shape;139;p8"/>
          <p:cNvGrpSpPr/>
          <p:nvPr/>
        </p:nvGrpSpPr>
        <p:grpSpPr>
          <a:xfrm>
            <a:off x="1" y="2250625"/>
            <a:ext cx="7598676" cy="712699"/>
            <a:chOff x="0" y="-47625"/>
            <a:chExt cx="2292279" cy="175897"/>
          </a:xfrm>
        </p:grpSpPr>
        <p:sp>
          <p:nvSpPr>
            <p:cNvPr id="140" name="Google Shape;140;p8"/>
            <p:cNvSpPr/>
            <p:nvPr/>
          </p:nvSpPr>
          <p:spPr>
            <a:xfrm>
              <a:off x="0" y="0"/>
              <a:ext cx="2292279" cy="128272"/>
            </a:xfrm>
            <a:custGeom>
              <a:avLst/>
              <a:gdLst/>
              <a:ahLst/>
              <a:cxnLst/>
              <a:rect l="l" t="t" r="r" b="b"/>
              <a:pathLst>
                <a:path w="2292279" h="128272" extrusionOk="0">
                  <a:moveTo>
                    <a:pt x="0" y="0"/>
                  </a:moveTo>
                  <a:lnTo>
                    <a:pt x="2292279" y="0"/>
                  </a:lnTo>
                  <a:lnTo>
                    <a:pt x="2292279" y="128272"/>
                  </a:lnTo>
                  <a:lnTo>
                    <a:pt x="0" y="128272"/>
                  </a:lnTo>
                  <a:close/>
                </a:path>
              </a:pathLst>
            </a:custGeom>
            <a:solidFill>
              <a:srgbClr val="EBD24C"/>
            </a:solidFill>
            <a:ln>
              <a:noFill/>
            </a:ln>
          </p:spPr>
          <p:txBody>
            <a:bodyPr/>
            <a:lstStyle/>
            <a:p>
              <a:endParaRPr lang="en-US"/>
            </a:p>
          </p:txBody>
        </p:sp>
        <p:sp>
          <p:nvSpPr>
            <p:cNvPr id="141" name="Google Shape;141;p8"/>
            <p:cNvSpPr txBox="1"/>
            <p:nvPr/>
          </p:nvSpPr>
          <p:spPr>
            <a:xfrm>
              <a:off x="0" y="-47625"/>
              <a:ext cx="2292279"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2" name="Google Shape;142;p8"/>
          <p:cNvGrpSpPr/>
          <p:nvPr/>
        </p:nvGrpSpPr>
        <p:grpSpPr>
          <a:xfrm>
            <a:off x="-1" y="4682251"/>
            <a:ext cx="9057949" cy="712717"/>
            <a:chOff x="0" y="-47625"/>
            <a:chExt cx="2606754" cy="175897"/>
          </a:xfrm>
        </p:grpSpPr>
        <p:sp>
          <p:nvSpPr>
            <p:cNvPr id="143" name="Google Shape;143;p8"/>
            <p:cNvSpPr/>
            <p:nvPr/>
          </p:nvSpPr>
          <p:spPr>
            <a:xfrm>
              <a:off x="0" y="0"/>
              <a:ext cx="2606754" cy="128272"/>
            </a:xfrm>
            <a:custGeom>
              <a:avLst/>
              <a:gdLst/>
              <a:ahLst/>
              <a:cxnLst/>
              <a:rect l="l" t="t" r="r" b="b"/>
              <a:pathLst>
                <a:path w="2606754" h="128272" extrusionOk="0">
                  <a:moveTo>
                    <a:pt x="0" y="0"/>
                  </a:moveTo>
                  <a:lnTo>
                    <a:pt x="2606754" y="0"/>
                  </a:lnTo>
                  <a:lnTo>
                    <a:pt x="2606754" y="128272"/>
                  </a:lnTo>
                  <a:lnTo>
                    <a:pt x="0" y="128272"/>
                  </a:lnTo>
                  <a:close/>
                </a:path>
              </a:pathLst>
            </a:custGeom>
            <a:solidFill>
              <a:srgbClr val="B6DCEB"/>
            </a:solidFill>
            <a:ln>
              <a:noFill/>
            </a:ln>
          </p:spPr>
          <p:txBody>
            <a:bodyPr/>
            <a:lstStyle/>
            <a:p>
              <a:endParaRPr lang="en-US"/>
            </a:p>
          </p:txBody>
        </p:sp>
        <p:sp>
          <p:nvSpPr>
            <p:cNvPr id="144" name="Google Shape;144;p8"/>
            <p:cNvSpPr txBox="1"/>
            <p:nvPr/>
          </p:nvSpPr>
          <p:spPr>
            <a:xfrm>
              <a:off x="0" y="-47625"/>
              <a:ext cx="2606754"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5" name="Google Shape;145;p8"/>
          <p:cNvGrpSpPr/>
          <p:nvPr/>
        </p:nvGrpSpPr>
        <p:grpSpPr>
          <a:xfrm>
            <a:off x="-1" y="6947456"/>
            <a:ext cx="10171907" cy="712717"/>
            <a:chOff x="0" y="-47625"/>
            <a:chExt cx="2927336" cy="175897"/>
          </a:xfrm>
        </p:grpSpPr>
        <p:sp>
          <p:nvSpPr>
            <p:cNvPr id="146" name="Google Shape;146;p8"/>
            <p:cNvSpPr/>
            <p:nvPr/>
          </p:nvSpPr>
          <p:spPr>
            <a:xfrm>
              <a:off x="0" y="0"/>
              <a:ext cx="2927336" cy="128272"/>
            </a:xfrm>
            <a:custGeom>
              <a:avLst/>
              <a:gdLst/>
              <a:ahLst/>
              <a:cxnLst/>
              <a:rect l="l" t="t" r="r" b="b"/>
              <a:pathLst>
                <a:path w="2927336" h="128272" extrusionOk="0">
                  <a:moveTo>
                    <a:pt x="0" y="0"/>
                  </a:moveTo>
                  <a:lnTo>
                    <a:pt x="2927336" y="0"/>
                  </a:lnTo>
                  <a:lnTo>
                    <a:pt x="2927336" y="128272"/>
                  </a:lnTo>
                  <a:lnTo>
                    <a:pt x="0" y="128272"/>
                  </a:lnTo>
                  <a:close/>
                </a:path>
              </a:pathLst>
            </a:custGeom>
            <a:solidFill>
              <a:srgbClr val="BFBFBF"/>
            </a:solidFill>
            <a:ln>
              <a:noFill/>
            </a:ln>
          </p:spPr>
          <p:txBody>
            <a:bodyPr/>
            <a:lstStyle/>
            <a:p>
              <a:endParaRPr lang="en-US"/>
            </a:p>
          </p:txBody>
        </p:sp>
        <p:sp>
          <p:nvSpPr>
            <p:cNvPr id="147" name="Google Shape;147;p8"/>
            <p:cNvSpPr txBox="1"/>
            <p:nvPr/>
          </p:nvSpPr>
          <p:spPr>
            <a:xfrm>
              <a:off x="0" y="-47625"/>
              <a:ext cx="2927336"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8" name="Google Shape;148;p8"/>
          <p:cNvSpPr txBox="1"/>
          <p:nvPr/>
        </p:nvSpPr>
        <p:spPr>
          <a:xfrm>
            <a:off x="675985" y="1040679"/>
            <a:ext cx="9105900" cy="48445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117" b="0" i="0" u="none" strike="noStrike" cap="none" dirty="0">
                <a:solidFill>
                  <a:srgbClr val="000000"/>
                </a:solidFill>
                <a:latin typeface="Alef"/>
                <a:ea typeface="Alef"/>
                <a:cs typeface="Alef"/>
                <a:sym typeface="Alef"/>
              </a:rPr>
              <a:t>Scrum</a:t>
            </a:r>
            <a:endParaRPr dirty="0"/>
          </a:p>
          <a:p>
            <a:pPr marL="0" marR="0" lvl="0" indent="0" algn="l" rtl="0">
              <a:lnSpc>
                <a:spcPct val="120000"/>
              </a:lnSpc>
              <a:spcBef>
                <a:spcPts val="0"/>
              </a:spcBef>
              <a:spcAft>
                <a:spcPts val="0"/>
              </a:spcAft>
              <a:buNone/>
            </a:pPr>
            <a:r>
              <a:rPr lang="en-US" sz="13117" b="0" i="0" u="none" strike="noStrike" cap="none" dirty="0">
                <a:solidFill>
                  <a:srgbClr val="000000"/>
                </a:solidFill>
                <a:latin typeface="Alef"/>
                <a:ea typeface="Alef"/>
                <a:cs typeface="Alef"/>
                <a:sym typeface="Alef"/>
              </a:rPr>
              <a:t>Framework  </a:t>
            </a:r>
            <a:endParaRPr dirty="0"/>
          </a:p>
        </p:txBody>
      </p:sp>
      <p:pic>
        <p:nvPicPr>
          <p:cNvPr id="138" name="Google Shape;138;p8"/>
          <p:cNvPicPr preferRelativeResize="0"/>
          <p:nvPr/>
        </p:nvPicPr>
        <p:blipFill rotWithShape="1">
          <a:blip r:embed="rId3">
            <a:alphaModFix/>
          </a:blip>
          <a:srcRect r="18844"/>
          <a:stretch/>
        </p:blipFill>
        <p:spPr>
          <a:xfrm>
            <a:off x="10200249" y="380775"/>
            <a:ext cx="8087749" cy="9978474"/>
          </a:xfrm>
          <a:prstGeom prst="rect">
            <a:avLst/>
          </a:prstGeom>
          <a:noFill/>
          <a:ln>
            <a:noFill/>
          </a:ln>
        </p:spPr>
      </p:pic>
      <p:sp>
        <p:nvSpPr>
          <p:cNvPr id="149" name="Google Shape;149;p8"/>
          <p:cNvSpPr txBox="1"/>
          <p:nvPr/>
        </p:nvSpPr>
        <p:spPr>
          <a:xfrm>
            <a:off x="675985" y="8438013"/>
            <a:ext cx="6121772" cy="1378839"/>
          </a:xfrm>
          <a:prstGeom prst="rect">
            <a:avLst/>
          </a:prstGeom>
          <a:noFill/>
          <a:ln>
            <a:noFill/>
          </a:ln>
        </p:spPr>
        <p:txBody>
          <a:bodyPr spcFirstLastPara="1" wrap="square" lIns="0" tIns="0" rIns="0" bIns="0" anchor="t" anchorCtr="0">
            <a:spAutoFit/>
          </a:bodyPr>
          <a:lstStyle/>
          <a:p>
            <a:pPr marL="0" marR="0" lvl="0" indent="0" algn="l" rtl="0">
              <a:lnSpc>
                <a:spcPct val="140035"/>
              </a:lnSpc>
              <a:spcBef>
                <a:spcPts val="0"/>
              </a:spcBef>
              <a:spcAft>
                <a:spcPts val="0"/>
              </a:spcAft>
              <a:buNone/>
            </a:pPr>
            <a:r>
              <a:rPr lang="en-US" sz="3200" dirty="0">
                <a:latin typeface="Blinker"/>
                <a:sym typeface="Blinker"/>
              </a:rPr>
              <a:t>BCAS Campus Kalmunai,</a:t>
            </a:r>
          </a:p>
          <a:p>
            <a:pPr marL="0" marR="0" lvl="0" indent="0" algn="l" rtl="0">
              <a:lnSpc>
                <a:spcPct val="140035"/>
              </a:lnSpc>
              <a:spcBef>
                <a:spcPts val="0"/>
              </a:spcBef>
              <a:spcAft>
                <a:spcPts val="0"/>
              </a:spcAft>
              <a:buNone/>
            </a:pPr>
            <a:r>
              <a:rPr lang="en-US" sz="3200" dirty="0">
                <a:latin typeface="Blinker"/>
                <a:sym typeface="Blinker"/>
              </a:rPr>
              <a:t>School of Computing. Batch 22.</a:t>
            </a:r>
          </a:p>
        </p:txBody>
      </p:sp>
      <p:sp>
        <p:nvSpPr>
          <p:cNvPr id="4" name="Google Shape;148;p8">
            <a:extLst>
              <a:ext uri="{FF2B5EF4-FFF2-40B4-BE49-F238E27FC236}">
                <a16:creationId xmlns:a16="http://schemas.microsoft.com/office/drawing/2014/main" id="{5E7AF378-E454-72DB-2CB1-9CA281681E8B}"/>
              </a:ext>
            </a:extLst>
          </p:cNvPr>
          <p:cNvSpPr txBox="1"/>
          <p:nvPr/>
        </p:nvSpPr>
        <p:spPr>
          <a:xfrm>
            <a:off x="675985" y="6101685"/>
            <a:ext cx="9781884" cy="177279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9600" dirty="0">
                <a:latin typeface="Alef"/>
                <a:ea typeface="Alef"/>
                <a:cs typeface="Alef"/>
                <a:sym typeface="Alef"/>
              </a:rPr>
              <a:t>MN. Sihanas</a:t>
            </a:r>
            <a:r>
              <a:rPr lang="en-US" sz="9600" b="0" i="0" u="none" strike="noStrike" cap="none" dirty="0">
                <a:solidFill>
                  <a:srgbClr val="000000"/>
                </a:solidFill>
                <a:latin typeface="Alef"/>
                <a:ea typeface="Alef"/>
                <a:cs typeface="Alef"/>
                <a:sym typeface="Alef"/>
              </a:rPr>
              <a:t> </a:t>
            </a:r>
            <a:endParaRPr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cxnSp>
        <p:nvCxnSpPr>
          <p:cNvPr id="197" name="Google Shape;197;p10"/>
          <p:cNvCxnSpPr>
            <a:cxnSpLocks/>
          </p:cNvCxnSpPr>
          <p:nvPr/>
        </p:nvCxnSpPr>
        <p:spPr>
          <a:xfrm>
            <a:off x="8846991" y="-72077"/>
            <a:ext cx="1" cy="10301749"/>
          </a:xfrm>
          <a:prstGeom prst="straightConnector1">
            <a:avLst/>
          </a:prstGeom>
          <a:noFill/>
          <a:ln w="152400" cap="flat" cmpd="sng">
            <a:solidFill>
              <a:srgbClr val="B6DCEB"/>
            </a:solidFill>
            <a:prstDash val="dot"/>
            <a:round/>
            <a:headEnd type="none" w="sm" len="sm"/>
            <a:tailEnd type="none" w="sm" len="sm"/>
          </a:ln>
        </p:spPr>
      </p:cxnSp>
      <p:cxnSp>
        <p:nvCxnSpPr>
          <p:cNvPr id="185" name="Google Shape;185;p10"/>
          <p:cNvCxnSpPr>
            <a:cxnSpLocks/>
          </p:cNvCxnSpPr>
          <p:nvPr/>
        </p:nvCxnSpPr>
        <p:spPr>
          <a:xfrm flipV="1">
            <a:off x="2947457" y="0"/>
            <a:ext cx="0" cy="10176387"/>
          </a:xfrm>
          <a:prstGeom prst="straightConnector1">
            <a:avLst/>
          </a:prstGeom>
          <a:noFill/>
          <a:ln w="152400" cap="flat" cmpd="sng">
            <a:solidFill>
              <a:srgbClr val="EBD24C"/>
            </a:solidFill>
            <a:prstDash val="dot"/>
            <a:round/>
            <a:headEnd type="none" w="sm" len="sm"/>
            <a:tailEnd type="none" w="sm" len="sm"/>
          </a:ln>
        </p:spPr>
      </p:cxnSp>
      <p:sp>
        <p:nvSpPr>
          <p:cNvPr id="178" name="Google Shape;178;p10"/>
          <p:cNvSpPr/>
          <p:nvPr/>
        </p:nvSpPr>
        <p:spPr>
          <a:xfrm>
            <a:off x="6680325" y="1285100"/>
            <a:ext cx="11606916" cy="423179"/>
          </a:xfrm>
          <a:custGeom>
            <a:avLst/>
            <a:gdLst/>
            <a:ahLst/>
            <a:cxnLst/>
            <a:rect l="l" t="t" r="r" b="b"/>
            <a:pathLst>
              <a:path w="3151912" h="106931" extrusionOk="0">
                <a:moveTo>
                  <a:pt x="0" y="0"/>
                </a:moveTo>
                <a:lnTo>
                  <a:pt x="3151912" y="0"/>
                </a:lnTo>
                <a:lnTo>
                  <a:pt x="3151912" y="106931"/>
                </a:lnTo>
                <a:lnTo>
                  <a:pt x="0" y="106931"/>
                </a:lnTo>
                <a:close/>
              </a:path>
            </a:pathLst>
          </a:custGeom>
          <a:solidFill>
            <a:srgbClr val="EBD24C"/>
          </a:solidFill>
          <a:ln>
            <a:noFill/>
          </a:ln>
        </p:spPr>
        <p:txBody>
          <a:bodyPr/>
          <a:lstStyle/>
          <a:p>
            <a:endParaRPr lang="en-US"/>
          </a:p>
        </p:txBody>
      </p:sp>
      <p:sp>
        <p:nvSpPr>
          <p:cNvPr id="179" name="Google Shape;179;p10"/>
          <p:cNvSpPr txBox="1"/>
          <p:nvPr/>
        </p:nvSpPr>
        <p:spPr>
          <a:xfrm>
            <a:off x="6796786" y="406427"/>
            <a:ext cx="11018506" cy="1477328"/>
          </a:xfrm>
          <a:prstGeom prst="rect">
            <a:avLst/>
          </a:prstGeom>
          <a:noFill/>
          <a:ln>
            <a:noFill/>
          </a:ln>
        </p:spPr>
        <p:txBody>
          <a:bodyPr spcFirstLastPara="1" wrap="square" lIns="0" tIns="0" rIns="0" bIns="0" anchor="t" anchorCtr="0">
            <a:spAutoFit/>
          </a:bodyPr>
          <a:lstStyle/>
          <a:p>
            <a:pPr algn="l"/>
            <a:r>
              <a:rPr lang="en-US" sz="9600" b="0" i="0" dirty="0">
                <a:effectLst/>
                <a:latin typeface="var(--font-fk-grotesk)"/>
              </a:rPr>
              <a:t>Introduction to Scrum</a:t>
            </a:r>
          </a:p>
        </p:txBody>
      </p:sp>
      <p:grpSp>
        <p:nvGrpSpPr>
          <p:cNvPr id="180" name="Google Shape;180;p10"/>
          <p:cNvGrpSpPr/>
          <p:nvPr/>
        </p:nvGrpSpPr>
        <p:grpSpPr>
          <a:xfrm>
            <a:off x="779164" y="2726271"/>
            <a:ext cx="4642637" cy="1317253"/>
            <a:chOff x="0" y="-47625"/>
            <a:chExt cx="1222752" cy="346931"/>
          </a:xfrm>
        </p:grpSpPr>
        <p:sp>
          <p:nvSpPr>
            <p:cNvPr id="181" name="Google Shape;181;p10"/>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EBD24C"/>
            </a:solidFill>
            <a:ln>
              <a:noFill/>
            </a:ln>
          </p:spPr>
          <p:txBody>
            <a:bodyPr/>
            <a:lstStyle/>
            <a:p>
              <a:endParaRPr lang="en-US"/>
            </a:p>
          </p:txBody>
        </p:sp>
        <p:sp>
          <p:nvSpPr>
            <p:cNvPr id="182" name="Google Shape;182;p10"/>
            <p:cNvSpPr txBox="1"/>
            <p:nvPr/>
          </p:nvSpPr>
          <p:spPr>
            <a:xfrm>
              <a:off x="0" y="-47625"/>
              <a:ext cx="1222752" cy="34693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3" name="Google Shape;183;p10"/>
          <p:cNvSpPr txBox="1"/>
          <p:nvPr/>
        </p:nvSpPr>
        <p:spPr>
          <a:xfrm>
            <a:off x="1234933" y="2870474"/>
            <a:ext cx="3832841" cy="1015663"/>
          </a:xfrm>
          <a:prstGeom prst="rect">
            <a:avLst/>
          </a:prstGeom>
          <a:noFill/>
          <a:ln>
            <a:noFill/>
          </a:ln>
        </p:spPr>
        <p:txBody>
          <a:bodyPr spcFirstLastPara="1" wrap="square" lIns="0" tIns="0" rIns="0" bIns="0" anchor="t" anchorCtr="0">
            <a:spAutoFit/>
          </a:bodyPr>
          <a:lstStyle/>
          <a:p>
            <a:pPr marL="0" marR="0" lvl="0" indent="0" algn="ctr" rtl="0">
              <a:lnSpc>
                <a:spcPct val="165029"/>
              </a:lnSpc>
              <a:spcBef>
                <a:spcPts val="0"/>
              </a:spcBef>
              <a:spcAft>
                <a:spcPts val="0"/>
              </a:spcAft>
              <a:buNone/>
            </a:pPr>
            <a:r>
              <a:rPr lang="en-US" sz="4000" b="1" i="0" u="none" strike="noStrike" cap="none" dirty="0">
                <a:solidFill>
                  <a:srgbClr val="000000"/>
                </a:solidFill>
                <a:latin typeface="Blinker"/>
                <a:ea typeface="Blinker"/>
                <a:cs typeface="Blinker"/>
                <a:sym typeface="Blinker"/>
              </a:rPr>
              <a:t>What is Scrum?</a:t>
            </a:r>
            <a:endParaRPr lang="en-US" sz="2800" dirty="0"/>
          </a:p>
        </p:txBody>
      </p:sp>
      <p:sp>
        <p:nvSpPr>
          <p:cNvPr id="184" name="Google Shape;184;p10"/>
          <p:cNvSpPr txBox="1"/>
          <p:nvPr/>
        </p:nvSpPr>
        <p:spPr>
          <a:xfrm>
            <a:off x="1234933" y="4334721"/>
            <a:ext cx="3832841" cy="861774"/>
          </a:xfrm>
          <a:prstGeom prst="rect">
            <a:avLst/>
          </a:prstGeom>
          <a:solidFill>
            <a:schemeClr val="bg1"/>
          </a:solid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US" sz="2800" b="0" i="0" dirty="0">
                <a:effectLst/>
                <a:latin typeface="__fkGroteskNeue_598ab8"/>
              </a:rPr>
              <a:t>A framework for agile project management.</a:t>
            </a:r>
          </a:p>
        </p:txBody>
      </p:sp>
      <p:grpSp>
        <p:nvGrpSpPr>
          <p:cNvPr id="192" name="Google Shape;192;p10"/>
          <p:cNvGrpSpPr/>
          <p:nvPr/>
        </p:nvGrpSpPr>
        <p:grpSpPr>
          <a:xfrm>
            <a:off x="7366482" y="2718674"/>
            <a:ext cx="4642637" cy="1317253"/>
            <a:chOff x="0" y="-47625"/>
            <a:chExt cx="1222752" cy="346931"/>
          </a:xfrm>
        </p:grpSpPr>
        <p:sp>
          <p:nvSpPr>
            <p:cNvPr id="193" name="Google Shape;193;p10"/>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B6DCEB"/>
            </a:solidFill>
            <a:ln>
              <a:noFill/>
            </a:ln>
          </p:spPr>
          <p:txBody>
            <a:bodyPr/>
            <a:lstStyle/>
            <a:p>
              <a:endParaRPr lang="en-US"/>
            </a:p>
          </p:txBody>
        </p:sp>
        <p:sp>
          <p:nvSpPr>
            <p:cNvPr id="194" name="Google Shape;194;p10"/>
            <p:cNvSpPr txBox="1"/>
            <p:nvPr/>
          </p:nvSpPr>
          <p:spPr>
            <a:xfrm>
              <a:off x="0" y="-47625"/>
              <a:ext cx="1222752" cy="34693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5" name="Google Shape;195;p10"/>
          <p:cNvSpPr txBox="1"/>
          <p:nvPr/>
        </p:nvSpPr>
        <p:spPr>
          <a:xfrm>
            <a:off x="7822250" y="2936975"/>
            <a:ext cx="3731100" cy="1015663"/>
          </a:xfrm>
          <a:prstGeom prst="rect">
            <a:avLst/>
          </a:prstGeom>
          <a:noFill/>
          <a:ln>
            <a:noFill/>
          </a:ln>
        </p:spPr>
        <p:txBody>
          <a:bodyPr spcFirstLastPara="1" wrap="square" lIns="0" tIns="0" rIns="0" bIns="0" anchor="t" anchorCtr="0">
            <a:spAutoFit/>
          </a:bodyPr>
          <a:lstStyle/>
          <a:p>
            <a:pPr marL="0" marR="0" lvl="0" indent="0" algn="ctr" rtl="0">
              <a:lnSpc>
                <a:spcPct val="165029"/>
              </a:lnSpc>
              <a:spcBef>
                <a:spcPts val="0"/>
              </a:spcBef>
              <a:spcAft>
                <a:spcPts val="0"/>
              </a:spcAft>
              <a:buNone/>
            </a:pPr>
            <a:r>
              <a:rPr lang="en-US" sz="4000" b="1" i="0" u="none" strike="noStrike" cap="none" dirty="0">
                <a:solidFill>
                  <a:srgbClr val="000000"/>
                </a:solidFill>
                <a:latin typeface="Blinker"/>
                <a:ea typeface="Blinker"/>
                <a:cs typeface="Blinker"/>
                <a:sym typeface="Blinker"/>
              </a:rPr>
              <a:t>Why Scrum?</a:t>
            </a:r>
            <a:endParaRPr sz="4000" dirty="0"/>
          </a:p>
        </p:txBody>
      </p:sp>
      <p:sp>
        <p:nvSpPr>
          <p:cNvPr id="2" name="Google Shape;184;p10">
            <a:extLst>
              <a:ext uri="{FF2B5EF4-FFF2-40B4-BE49-F238E27FC236}">
                <a16:creationId xmlns:a16="http://schemas.microsoft.com/office/drawing/2014/main" id="{BDADAE57-447F-F45A-C184-DA693F8BA694}"/>
              </a:ext>
            </a:extLst>
          </p:cNvPr>
          <p:cNvSpPr txBox="1"/>
          <p:nvPr/>
        </p:nvSpPr>
        <p:spPr>
          <a:xfrm>
            <a:off x="1184062" y="5555909"/>
            <a:ext cx="5364222" cy="1292662"/>
          </a:xfrm>
          <a:prstGeom prst="rect">
            <a:avLst/>
          </a:prstGeom>
          <a:solidFill>
            <a:schemeClr val="bg1"/>
          </a:solid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US" sz="2800" b="0" i="0" dirty="0">
                <a:effectLst/>
                <a:latin typeface="__fkGroteskNeue_598ab8"/>
              </a:rPr>
              <a:t>Focuses on delivering high-value products through iterative development.</a:t>
            </a:r>
          </a:p>
        </p:txBody>
      </p:sp>
      <p:sp>
        <p:nvSpPr>
          <p:cNvPr id="4" name="Google Shape;184;p10">
            <a:extLst>
              <a:ext uri="{FF2B5EF4-FFF2-40B4-BE49-F238E27FC236}">
                <a16:creationId xmlns:a16="http://schemas.microsoft.com/office/drawing/2014/main" id="{6DADEF1E-991C-759E-00E6-F864DDE419DB}"/>
              </a:ext>
            </a:extLst>
          </p:cNvPr>
          <p:cNvSpPr txBox="1"/>
          <p:nvPr/>
        </p:nvSpPr>
        <p:spPr>
          <a:xfrm>
            <a:off x="7366482" y="4365883"/>
            <a:ext cx="5228640" cy="861774"/>
          </a:xfrm>
          <a:prstGeom prst="rect">
            <a:avLst/>
          </a:prstGeom>
          <a:solidFill>
            <a:schemeClr val="bg1"/>
          </a:solidFill>
          <a:ln>
            <a:noFill/>
          </a:ln>
        </p:spPr>
        <p:txBody>
          <a:bodyPr spcFirstLastPara="1" wrap="square" lIns="0" tIns="0" rIns="0" bIns="0" anchor="t" anchorCtr="0">
            <a:spAutoFit/>
          </a:bodyPr>
          <a:lstStyle/>
          <a:p>
            <a:pPr marL="457200" indent="-457200">
              <a:buFont typeface="Arial" panose="020B0604020202020204" pitchFamily="34" charset="0"/>
              <a:buChar char="•"/>
            </a:pPr>
            <a:r>
              <a:rPr lang="en-US" sz="2800" b="0" i="0" dirty="0">
                <a:effectLst/>
                <a:latin typeface="__fkGroteskNeue_598ab8"/>
              </a:rPr>
              <a:t>Enhances collaboration, flexibility and accountability.</a:t>
            </a:r>
          </a:p>
        </p:txBody>
      </p:sp>
      <p:pic>
        <p:nvPicPr>
          <p:cNvPr id="23" name="Graphic 22" descr="Help with solid fill">
            <a:extLst>
              <a:ext uri="{FF2B5EF4-FFF2-40B4-BE49-F238E27FC236}">
                <a16:creationId xmlns:a16="http://schemas.microsoft.com/office/drawing/2014/main" id="{DC4EBCEB-43F8-B6EA-88BC-623466D147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9976405">
            <a:off x="15707982" y="2993510"/>
            <a:ext cx="1920516" cy="1920516"/>
          </a:xfrm>
          <a:prstGeom prst="rect">
            <a:avLst/>
          </a:prstGeom>
        </p:spPr>
      </p:pic>
      <p:pic>
        <p:nvPicPr>
          <p:cNvPr id="25" name="Graphic 24" descr="Help outline">
            <a:extLst>
              <a:ext uri="{FF2B5EF4-FFF2-40B4-BE49-F238E27FC236}">
                <a16:creationId xmlns:a16="http://schemas.microsoft.com/office/drawing/2014/main" id="{7AE68465-CAF0-B769-87E7-F84F403E42F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31442">
            <a:off x="14677145" y="2161626"/>
            <a:ext cx="1415517" cy="1415517"/>
          </a:xfrm>
          <a:prstGeom prst="rect">
            <a:avLst/>
          </a:prstGeom>
        </p:spPr>
      </p:pic>
      <p:pic>
        <p:nvPicPr>
          <p:cNvPr id="26" name="Graphic 25" descr="Help outline">
            <a:extLst>
              <a:ext uri="{FF2B5EF4-FFF2-40B4-BE49-F238E27FC236}">
                <a16:creationId xmlns:a16="http://schemas.microsoft.com/office/drawing/2014/main" id="{2F5BA5F7-E528-3BD0-AF1A-4138FBF5A4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31442">
            <a:off x="13695661" y="4560695"/>
            <a:ext cx="3051730" cy="3051730"/>
          </a:xfrm>
          <a:prstGeom prst="rect">
            <a:avLst/>
          </a:prstGeom>
        </p:spPr>
      </p:pic>
      <p:pic>
        <p:nvPicPr>
          <p:cNvPr id="27" name="Graphic 26" descr="Help with solid fill">
            <a:extLst>
              <a:ext uri="{FF2B5EF4-FFF2-40B4-BE49-F238E27FC236}">
                <a16:creationId xmlns:a16="http://schemas.microsoft.com/office/drawing/2014/main" id="{F1BCC164-FA74-EB55-D6AB-B55928491E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9976405">
            <a:off x="14486426" y="7231571"/>
            <a:ext cx="3634355" cy="363435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1"/>
          <p:cNvSpPr/>
          <p:nvPr/>
        </p:nvSpPr>
        <p:spPr>
          <a:xfrm>
            <a:off x="1843984" y="2329858"/>
            <a:ext cx="4224846" cy="3920162"/>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EBD24C"/>
          </a:solidFill>
          <a:ln>
            <a:noFill/>
          </a:ln>
        </p:spPr>
        <p:txBody>
          <a:bodyPr/>
          <a:lstStyle/>
          <a:p>
            <a:endParaRPr lang="en-US"/>
          </a:p>
        </p:txBody>
      </p:sp>
      <p:sp>
        <p:nvSpPr>
          <p:cNvPr id="209" name="Google Shape;209;p11"/>
          <p:cNvSpPr/>
          <p:nvPr/>
        </p:nvSpPr>
        <p:spPr>
          <a:xfrm>
            <a:off x="7031577" y="2329857"/>
            <a:ext cx="4224846" cy="3958595"/>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6DCEB"/>
          </a:solidFill>
          <a:ln>
            <a:noFill/>
          </a:ln>
        </p:spPr>
        <p:txBody>
          <a:bodyPr/>
          <a:lstStyle/>
          <a:p>
            <a:endParaRPr lang="en-US"/>
          </a:p>
        </p:txBody>
      </p:sp>
      <p:sp>
        <p:nvSpPr>
          <p:cNvPr id="210" name="Google Shape;210;p11"/>
          <p:cNvSpPr/>
          <p:nvPr/>
        </p:nvSpPr>
        <p:spPr>
          <a:xfrm>
            <a:off x="12218448" y="2329858"/>
            <a:ext cx="4224846" cy="3958594"/>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FBFBF"/>
          </a:solidFill>
          <a:ln>
            <a:noFill/>
          </a:ln>
        </p:spPr>
        <p:txBody>
          <a:bodyPr/>
          <a:lstStyle/>
          <a:p>
            <a:endParaRPr lang="en-US"/>
          </a:p>
        </p:txBody>
      </p:sp>
      <p:grpSp>
        <p:nvGrpSpPr>
          <p:cNvPr id="214" name="Google Shape;214;p11"/>
          <p:cNvGrpSpPr/>
          <p:nvPr/>
        </p:nvGrpSpPr>
        <p:grpSpPr>
          <a:xfrm>
            <a:off x="8052619" y="1096649"/>
            <a:ext cx="10235339" cy="611578"/>
            <a:chOff x="0" y="-47625"/>
            <a:chExt cx="2044956" cy="154556"/>
          </a:xfrm>
        </p:grpSpPr>
        <p:sp>
          <p:nvSpPr>
            <p:cNvPr id="215" name="Google Shape;215;p11"/>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txBody>
            <a:bodyPr/>
            <a:lstStyle/>
            <a:p>
              <a:endParaRPr lang="en-US"/>
            </a:p>
          </p:txBody>
        </p:sp>
        <p:sp>
          <p:nvSpPr>
            <p:cNvPr id="216" name="Google Shape;216;p11"/>
            <p:cNvSpPr txBox="1"/>
            <p:nvPr/>
          </p:nvSpPr>
          <p:spPr>
            <a:xfrm>
              <a:off x="0" y="-47625"/>
              <a:ext cx="2044956" cy="154556"/>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7" name="Google Shape;217;p11"/>
          <p:cNvSpPr txBox="1"/>
          <p:nvPr/>
        </p:nvSpPr>
        <p:spPr>
          <a:xfrm>
            <a:off x="5949729" y="152255"/>
            <a:ext cx="120066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Key Roles in Scrum</a:t>
            </a:r>
            <a:endParaRPr dirty="0"/>
          </a:p>
        </p:txBody>
      </p:sp>
      <p:sp>
        <p:nvSpPr>
          <p:cNvPr id="218" name="Google Shape;218;p11"/>
          <p:cNvSpPr txBox="1"/>
          <p:nvPr/>
        </p:nvSpPr>
        <p:spPr>
          <a:xfrm>
            <a:off x="2080857" y="6349429"/>
            <a:ext cx="3731100" cy="710964"/>
          </a:xfrm>
          <a:prstGeom prst="rect">
            <a:avLst/>
          </a:prstGeom>
          <a:noFill/>
          <a:ln>
            <a:noFill/>
          </a:ln>
        </p:spPr>
        <p:txBody>
          <a:bodyPr spcFirstLastPara="1" wrap="square" lIns="0" tIns="0" rIns="0" bIns="0" anchor="t" anchorCtr="0">
            <a:spAutoFit/>
          </a:bodyPr>
          <a:lstStyle/>
          <a:p>
            <a:pPr marL="0" marR="0" lvl="0" indent="0" algn="ctr" rtl="0">
              <a:lnSpc>
                <a:spcPct val="165026"/>
              </a:lnSpc>
              <a:spcBef>
                <a:spcPts val="0"/>
              </a:spcBef>
              <a:spcAft>
                <a:spcPts val="0"/>
              </a:spcAft>
              <a:buNone/>
            </a:pPr>
            <a:r>
              <a:rPr lang="en-US" sz="2800" b="1" i="0" u="none" strike="noStrike" cap="none" dirty="0">
                <a:solidFill>
                  <a:srgbClr val="000000"/>
                </a:solidFill>
                <a:latin typeface="Blinker"/>
                <a:ea typeface="Blinker"/>
                <a:cs typeface="Blinker"/>
                <a:sym typeface="Blinker"/>
              </a:rPr>
              <a:t>1. Product Owner</a:t>
            </a:r>
            <a:endParaRPr sz="1600" dirty="0"/>
          </a:p>
        </p:txBody>
      </p:sp>
      <p:sp>
        <p:nvSpPr>
          <p:cNvPr id="221" name="Google Shape;221;p11"/>
          <p:cNvSpPr txBox="1"/>
          <p:nvPr/>
        </p:nvSpPr>
        <p:spPr>
          <a:xfrm>
            <a:off x="1833780" y="7107629"/>
            <a:ext cx="4224846"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Represents stakeholders.</a:t>
            </a:r>
          </a:p>
        </p:txBody>
      </p:sp>
      <p:sp>
        <p:nvSpPr>
          <p:cNvPr id="224" name="Google Shape;224;p11"/>
          <p:cNvSpPr txBox="1"/>
          <p:nvPr/>
        </p:nvSpPr>
        <p:spPr>
          <a:xfrm>
            <a:off x="756671" y="889087"/>
            <a:ext cx="6850838" cy="710964"/>
          </a:xfrm>
          <a:prstGeom prst="rect">
            <a:avLst/>
          </a:prstGeom>
          <a:noFill/>
          <a:ln>
            <a:noFill/>
          </a:ln>
        </p:spPr>
        <p:txBody>
          <a:bodyPr spcFirstLastPara="1" wrap="square" lIns="0" tIns="0" rIns="0" bIns="0" anchor="t" anchorCtr="0">
            <a:spAutoFit/>
          </a:bodyPr>
          <a:lstStyle/>
          <a:p>
            <a:pPr marL="0" marR="0" lvl="0" indent="0" algn="l" rtl="0">
              <a:lnSpc>
                <a:spcPct val="165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Composed of three main roles</a:t>
            </a:r>
            <a:endParaRPr sz="1800" dirty="0"/>
          </a:p>
        </p:txBody>
      </p:sp>
      <p:sp>
        <p:nvSpPr>
          <p:cNvPr id="2" name="Google Shape;221;p11">
            <a:extLst>
              <a:ext uri="{FF2B5EF4-FFF2-40B4-BE49-F238E27FC236}">
                <a16:creationId xmlns:a16="http://schemas.microsoft.com/office/drawing/2014/main" id="{4C0D7F45-BEEC-A441-DEE2-BDD2AC1982EC}"/>
              </a:ext>
            </a:extLst>
          </p:cNvPr>
          <p:cNvSpPr txBox="1"/>
          <p:nvPr/>
        </p:nvSpPr>
        <p:spPr>
          <a:xfrm>
            <a:off x="1833780" y="7581886"/>
            <a:ext cx="4224846" cy="1329595"/>
          </a:xfrm>
          <a:prstGeom prst="rect">
            <a:avLst/>
          </a:prstGeom>
          <a:noFill/>
          <a:ln>
            <a:noFill/>
          </a:ln>
        </p:spPr>
        <p:txBody>
          <a:bodyPr spcFirstLastPara="1" wrap="square" lIns="0" tIns="0" rIns="0" bIns="0" anchor="t" anchorCtr="0">
            <a:spAutoFit/>
          </a:bodyPr>
          <a:lstStyle/>
          <a:p>
            <a:pPr marL="342900" marR="0" indent="-342900" rtl="0">
              <a:lnSpc>
                <a:spcPct val="120000"/>
              </a:lnSpc>
              <a:spcBef>
                <a:spcPts val="0"/>
              </a:spcBef>
              <a:spcAft>
                <a:spcPts val="0"/>
              </a:spcAft>
              <a:buClr>
                <a:srgbClr val="000000"/>
              </a:buClr>
              <a:buSzPts val="2000"/>
              <a:buFont typeface="Arial" panose="020B0604020202020204" pitchFamily="34" charset="0"/>
              <a:buChar char="•"/>
            </a:pPr>
            <a:r>
              <a:rPr lang="en-US" sz="2400" b="0" i="0" dirty="0">
                <a:solidFill>
                  <a:srgbClr val="000000"/>
                </a:solidFill>
                <a:effectLst/>
                <a:latin typeface="Blinker" panose="020B0604020202020204" charset="0"/>
                <a:ea typeface="Blinker" panose="020B0604020202020204" charset="0"/>
                <a:cs typeface="Blinker" panose="020B0604020202020204" charset="0"/>
              </a:rPr>
              <a:t>Responsible for defining and prioritizing the product backlog.</a:t>
            </a:r>
            <a:endParaRPr lang="en-US" sz="2400" dirty="0">
              <a:effectLst/>
            </a:endParaRPr>
          </a:p>
        </p:txBody>
      </p:sp>
      <p:sp>
        <p:nvSpPr>
          <p:cNvPr id="3" name="Google Shape;218;p11">
            <a:extLst>
              <a:ext uri="{FF2B5EF4-FFF2-40B4-BE49-F238E27FC236}">
                <a16:creationId xmlns:a16="http://schemas.microsoft.com/office/drawing/2014/main" id="{D92E9393-8D95-5D63-F579-0AD6A9468D00}"/>
              </a:ext>
            </a:extLst>
          </p:cNvPr>
          <p:cNvSpPr txBox="1"/>
          <p:nvPr/>
        </p:nvSpPr>
        <p:spPr>
          <a:xfrm>
            <a:off x="7391219" y="6349429"/>
            <a:ext cx="3731100" cy="710964"/>
          </a:xfrm>
          <a:prstGeom prst="rect">
            <a:avLst/>
          </a:prstGeom>
          <a:noFill/>
          <a:ln>
            <a:noFill/>
          </a:ln>
        </p:spPr>
        <p:txBody>
          <a:bodyPr spcFirstLastPara="1" wrap="square" lIns="0" tIns="0" rIns="0" bIns="0" anchor="t" anchorCtr="0">
            <a:spAutoFit/>
          </a:bodyPr>
          <a:lstStyle/>
          <a:p>
            <a:pPr marL="0" marR="0" lvl="0" indent="0" algn="ctr" rtl="0">
              <a:lnSpc>
                <a:spcPct val="165026"/>
              </a:lnSpc>
              <a:spcBef>
                <a:spcPts val="0"/>
              </a:spcBef>
              <a:spcAft>
                <a:spcPts val="0"/>
              </a:spcAft>
              <a:buNone/>
            </a:pPr>
            <a:r>
              <a:rPr lang="en-US" sz="2800" b="1" i="0" u="none" strike="noStrike" cap="none" dirty="0">
                <a:solidFill>
                  <a:srgbClr val="000000"/>
                </a:solidFill>
                <a:latin typeface="Blinker"/>
                <a:ea typeface="Blinker"/>
                <a:cs typeface="Blinker"/>
                <a:sym typeface="Blinker"/>
              </a:rPr>
              <a:t>2. Scrum Master</a:t>
            </a:r>
            <a:endParaRPr sz="1600" dirty="0"/>
          </a:p>
        </p:txBody>
      </p:sp>
      <p:sp>
        <p:nvSpPr>
          <p:cNvPr id="4" name="Google Shape;221;p11">
            <a:extLst>
              <a:ext uri="{FF2B5EF4-FFF2-40B4-BE49-F238E27FC236}">
                <a16:creationId xmlns:a16="http://schemas.microsoft.com/office/drawing/2014/main" id="{B5AE57CD-A7CA-E043-E1AE-DA9D834F8AC2}"/>
              </a:ext>
            </a:extLst>
          </p:cNvPr>
          <p:cNvSpPr txBox="1"/>
          <p:nvPr/>
        </p:nvSpPr>
        <p:spPr>
          <a:xfrm>
            <a:off x="7021373" y="7107629"/>
            <a:ext cx="4224846"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Facilitates the Scrum process.</a:t>
            </a:r>
          </a:p>
        </p:txBody>
      </p:sp>
      <p:sp>
        <p:nvSpPr>
          <p:cNvPr id="5" name="Google Shape;218;p11">
            <a:extLst>
              <a:ext uri="{FF2B5EF4-FFF2-40B4-BE49-F238E27FC236}">
                <a16:creationId xmlns:a16="http://schemas.microsoft.com/office/drawing/2014/main" id="{29A7F315-8910-348A-C72A-19475EF0850A}"/>
              </a:ext>
            </a:extLst>
          </p:cNvPr>
          <p:cNvSpPr txBox="1"/>
          <p:nvPr/>
        </p:nvSpPr>
        <p:spPr>
          <a:xfrm>
            <a:off x="12455121" y="6350508"/>
            <a:ext cx="3731100" cy="710964"/>
          </a:xfrm>
          <a:prstGeom prst="rect">
            <a:avLst/>
          </a:prstGeom>
          <a:noFill/>
          <a:ln>
            <a:noFill/>
          </a:ln>
        </p:spPr>
        <p:txBody>
          <a:bodyPr spcFirstLastPara="1" wrap="square" lIns="0" tIns="0" rIns="0" bIns="0" anchor="t" anchorCtr="0">
            <a:spAutoFit/>
          </a:bodyPr>
          <a:lstStyle/>
          <a:p>
            <a:pPr marL="0" marR="0" lvl="0" indent="0" algn="ctr" rtl="0">
              <a:lnSpc>
                <a:spcPct val="165026"/>
              </a:lnSpc>
              <a:spcBef>
                <a:spcPts val="0"/>
              </a:spcBef>
              <a:spcAft>
                <a:spcPts val="0"/>
              </a:spcAft>
              <a:buNone/>
            </a:pPr>
            <a:r>
              <a:rPr lang="en-US" sz="2800" b="1" i="0" u="none" strike="noStrike" cap="none" dirty="0">
                <a:solidFill>
                  <a:srgbClr val="000000"/>
                </a:solidFill>
                <a:latin typeface="Blinker"/>
                <a:ea typeface="Blinker"/>
                <a:cs typeface="Blinker"/>
                <a:sym typeface="Blinker"/>
              </a:rPr>
              <a:t>3. Development Team</a:t>
            </a:r>
            <a:endParaRPr sz="1600" dirty="0"/>
          </a:p>
        </p:txBody>
      </p:sp>
      <p:sp>
        <p:nvSpPr>
          <p:cNvPr id="6" name="Google Shape;221;p11">
            <a:extLst>
              <a:ext uri="{FF2B5EF4-FFF2-40B4-BE49-F238E27FC236}">
                <a16:creationId xmlns:a16="http://schemas.microsoft.com/office/drawing/2014/main" id="{25C88EBB-63A9-A263-1E33-9C59A3E05B69}"/>
              </a:ext>
            </a:extLst>
          </p:cNvPr>
          <p:cNvSpPr txBox="1"/>
          <p:nvPr/>
        </p:nvSpPr>
        <p:spPr>
          <a:xfrm>
            <a:off x="12208244" y="7107628"/>
            <a:ext cx="4224846" cy="886397"/>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Cross-functional group that does the work.</a:t>
            </a:r>
          </a:p>
        </p:txBody>
      </p:sp>
      <p:sp>
        <p:nvSpPr>
          <p:cNvPr id="7" name="Google Shape;221;p11">
            <a:extLst>
              <a:ext uri="{FF2B5EF4-FFF2-40B4-BE49-F238E27FC236}">
                <a16:creationId xmlns:a16="http://schemas.microsoft.com/office/drawing/2014/main" id="{7822556F-7F5F-8236-1B7E-2F819E6F885A}"/>
              </a:ext>
            </a:extLst>
          </p:cNvPr>
          <p:cNvSpPr txBox="1"/>
          <p:nvPr/>
        </p:nvSpPr>
        <p:spPr>
          <a:xfrm>
            <a:off x="7021373" y="7581886"/>
            <a:ext cx="4224846" cy="1329595"/>
          </a:xfrm>
          <a:prstGeom prst="rect">
            <a:avLst/>
          </a:prstGeom>
          <a:noFill/>
          <a:ln>
            <a:noFill/>
          </a:ln>
        </p:spPr>
        <p:txBody>
          <a:bodyPr spcFirstLastPara="1" wrap="square" lIns="0" tIns="0" rIns="0" bIns="0" anchor="t" anchorCtr="0">
            <a:spAutoFit/>
          </a:bodyPr>
          <a:lstStyle/>
          <a:p>
            <a:pPr marL="342900" indent="-342900">
              <a:lnSpc>
                <a:spcPct val="120000"/>
              </a:lnSpc>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Removes obstacles and ensures adherence to Scrum principles.</a:t>
            </a:r>
          </a:p>
        </p:txBody>
      </p:sp>
      <p:sp>
        <p:nvSpPr>
          <p:cNvPr id="8" name="Google Shape;221;p11">
            <a:extLst>
              <a:ext uri="{FF2B5EF4-FFF2-40B4-BE49-F238E27FC236}">
                <a16:creationId xmlns:a16="http://schemas.microsoft.com/office/drawing/2014/main" id="{DC93C3B1-9F95-A369-91BF-BA6B191E4D34}"/>
              </a:ext>
            </a:extLst>
          </p:cNvPr>
          <p:cNvSpPr txBox="1"/>
          <p:nvPr/>
        </p:nvSpPr>
        <p:spPr>
          <a:xfrm>
            <a:off x="12208244" y="7984839"/>
            <a:ext cx="4224846" cy="1329595"/>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Self-organizing and responsible for delivering increments of the product.</a:t>
            </a:r>
          </a:p>
        </p:txBody>
      </p:sp>
      <p:pic>
        <p:nvPicPr>
          <p:cNvPr id="10" name="Graphic 9" descr="Crown with solid fill">
            <a:extLst>
              <a:ext uri="{FF2B5EF4-FFF2-40B4-BE49-F238E27FC236}">
                <a16:creationId xmlns:a16="http://schemas.microsoft.com/office/drawing/2014/main" id="{FDE3AACA-ED40-92CA-F268-030A91CAA6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83265" y="2947018"/>
            <a:ext cx="2685841" cy="2685841"/>
          </a:xfrm>
          <a:prstGeom prst="rect">
            <a:avLst/>
          </a:prstGeom>
        </p:spPr>
      </p:pic>
      <p:pic>
        <p:nvPicPr>
          <p:cNvPr id="12" name="Graphic 11" descr="Artificial Intelligence with solid fill">
            <a:extLst>
              <a:ext uri="{FF2B5EF4-FFF2-40B4-BE49-F238E27FC236}">
                <a16:creationId xmlns:a16="http://schemas.microsoft.com/office/drawing/2014/main" id="{4E3D9ED6-E705-6009-FA5B-A5C11A3702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86528" y="2985436"/>
            <a:ext cx="2747059" cy="2740481"/>
          </a:xfrm>
          <a:prstGeom prst="rect">
            <a:avLst/>
          </a:prstGeom>
        </p:spPr>
      </p:pic>
      <p:pic>
        <p:nvPicPr>
          <p:cNvPr id="14" name="Graphic 13" descr="Users with solid fill">
            <a:extLst>
              <a:ext uri="{FF2B5EF4-FFF2-40B4-BE49-F238E27FC236}">
                <a16:creationId xmlns:a16="http://schemas.microsoft.com/office/drawing/2014/main" id="{59F1727A-B48D-DF8A-1EEF-C0AC97D5BC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051161" y="3109528"/>
            <a:ext cx="2559419" cy="255941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9"/>
          <p:cNvPicPr preferRelativeResize="0"/>
          <p:nvPr/>
        </p:nvPicPr>
        <p:blipFill rotWithShape="1">
          <a:blip r:embed="rId3"/>
          <a:srcRect l="8070" r="44398"/>
          <a:stretch/>
        </p:blipFill>
        <p:spPr>
          <a:xfrm>
            <a:off x="-1356852" y="0"/>
            <a:ext cx="7292390" cy="10287000"/>
          </a:xfrm>
          <a:prstGeom prst="rect">
            <a:avLst/>
          </a:prstGeom>
          <a:noFill/>
          <a:ln>
            <a:noFill/>
          </a:ln>
        </p:spPr>
      </p:pic>
      <p:grpSp>
        <p:nvGrpSpPr>
          <p:cNvPr id="155" name="Google Shape;155;p9"/>
          <p:cNvGrpSpPr/>
          <p:nvPr/>
        </p:nvGrpSpPr>
        <p:grpSpPr>
          <a:xfrm>
            <a:off x="8691273" y="1251632"/>
            <a:ext cx="9596727" cy="696024"/>
            <a:chOff x="0" y="-47625"/>
            <a:chExt cx="1911435" cy="175897"/>
          </a:xfrm>
        </p:grpSpPr>
        <p:sp>
          <p:nvSpPr>
            <p:cNvPr id="156" name="Google Shape;156;p9"/>
            <p:cNvSpPr/>
            <p:nvPr/>
          </p:nvSpPr>
          <p:spPr>
            <a:xfrm>
              <a:off x="0" y="0"/>
              <a:ext cx="1911435" cy="128272"/>
            </a:xfrm>
            <a:custGeom>
              <a:avLst/>
              <a:gdLst/>
              <a:ahLst/>
              <a:cxnLst/>
              <a:rect l="l" t="t" r="r" b="b"/>
              <a:pathLst>
                <a:path w="1911435" h="128272" extrusionOk="0">
                  <a:moveTo>
                    <a:pt x="0" y="0"/>
                  </a:moveTo>
                  <a:lnTo>
                    <a:pt x="1911435" y="0"/>
                  </a:lnTo>
                  <a:lnTo>
                    <a:pt x="1911435" y="128272"/>
                  </a:lnTo>
                  <a:lnTo>
                    <a:pt x="0" y="128272"/>
                  </a:lnTo>
                  <a:close/>
                </a:path>
              </a:pathLst>
            </a:custGeom>
            <a:solidFill>
              <a:srgbClr val="EBD24C"/>
            </a:solidFill>
            <a:ln>
              <a:noFill/>
            </a:ln>
          </p:spPr>
          <p:txBody>
            <a:bodyPr/>
            <a:lstStyle/>
            <a:p>
              <a:endParaRPr lang="en-US"/>
            </a:p>
          </p:txBody>
        </p:sp>
        <p:sp>
          <p:nvSpPr>
            <p:cNvPr id="157" name="Google Shape;157;p9"/>
            <p:cNvSpPr txBox="1"/>
            <p:nvPr/>
          </p:nvSpPr>
          <p:spPr>
            <a:xfrm>
              <a:off x="0" y="-47625"/>
              <a:ext cx="1911435"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8" name="Google Shape;158;p9"/>
          <p:cNvGrpSpPr/>
          <p:nvPr/>
        </p:nvGrpSpPr>
        <p:grpSpPr>
          <a:xfrm>
            <a:off x="7326459" y="4468233"/>
            <a:ext cx="668306" cy="849132"/>
            <a:chOff x="0" y="-47625"/>
            <a:chExt cx="176015" cy="223640"/>
          </a:xfrm>
        </p:grpSpPr>
        <p:sp>
          <p:nvSpPr>
            <p:cNvPr id="159" name="Google Shape;159;p9"/>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EBD24C"/>
            </a:solidFill>
            <a:ln>
              <a:noFill/>
            </a:ln>
          </p:spPr>
          <p:txBody>
            <a:bodyPr/>
            <a:lstStyle/>
            <a:p>
              <a:endParaRPr lang="en-US"/>
            </a:p>
          </p:txBody>
        </p:sp>
        <p:sp>
          <p:nvSpPr>
            <p:cNvPr id="160" name="Google Shape;160;p9"/>
            <p:cNvSpPr txBox="1"/>
            <p:nvPr/>
          </p:nvSpPr>
          <p:spPr>
            <a:xfrm>
              <a:off x="0" y="-47625"/>
              <a:ext cx="176015" cy="22364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9"/>
          <p:cNvGrpSpPr/>
          <p:nvPr/>
        </p:nvGrpSpPr>
        <p:grpSpPr>
          <a:xfrm>
            <a:off x="7326459" y="1976153"/>
            <a:ext cx="668306" cy="849132"/>
            <a:chOff x="0" y="-47625"/>
            <a:chExt cx="176015" cy="223640"/>
          </a:xfrm>
        </p:grpSpPr>
        <p:sp>
          <p:nvSpPr>
            <p:cNvPr id="162" name="Google Shape;162;p9"/>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5A8CBF"/>
            </a:solidFill>
            <a:ln>
              <a:noFill/>
            </a:ln>
          </p:spPr>
          <p:txBody>
            <a:bodyPr/>
            <a:lstStyle/>
            <a:p>
              <a:endParaRPr lang="en-US"/>
            </a:p>
          </p:txBody>
        </p:sp>
        <p:sp>
          <p:nvSpPr>
            <p:cNvPr id="163" name="Google Shape;163;p9"/>
            <p:cNvSpPr txBox="1"/>
            <p:nvPr/>
          </p:nvSpPr>
          <p:spPr>
            <a:xfrm>
              <a:off x="0" y="-47625"/>
              <a:ext cx="176015" cy="22364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4" name="Google Shape;164;p9"/>
          <p:cNvGrpSpPr/>
          <p:nvPr/>
        </p:nvGrpSpPr>
        <p:grpSpPr>
          <a:xfrm>
            <a:off x="7326459" y="7093863"/>
            <a:ext cx="668306" cy="849132"/>
            <a:chOff x="0" y="-47625"/>
            <a:chExt cx="176015" cy="223640"/>
          </a:xfrm>
        </p:grpSpPr>
        <p:sp>
          <p:nvSpPr>
            <p:cNvPr id="165" name="Google Shape;165;p9"/>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B6DCEB"/>
            </a:solidFill>
            <a:ln>
              <a:noFill/>
            </a:ln>
          </p:spPr>
          <p:txBody>
            <a:bodyPr/>
            <a:lstStyle/>
            <a:p>
              <a:endParaRPr lang="en-US"/>
            </a:p>
          </p:txBody>
        </p:sp>
        <p:sp>
          <p:nvSpPr>
            <p:cNvPr id="166" name="Google Shape;166;p9"/>
            <p:cNvSpPr txBox="1"/>
            <p:nvPr/>
          </p:nvSpPr>
          <p:spPr>
            <a:xfrm>
              <a:off x="0" y="-47625"/>
              <a:ext cx="176015" cy="22364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7" name="Google Shape;167;p9"/>
          <p:cNvSpPr txBox="1"/>
          <p:nvPr/>
        </p:nvSpPr>
        <p:spPr>
          <a:xfrm>
            <a:off x="6235141" y="1873417"/>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01</a:t>
            </a:r>
            <a:endParaRPr/>
          </a:p>
        </p:txBody>
      </p:sp>
      <p:sp>
        <p:nvSpPr>
          <p:cNvPr id="168" name="Google Shape;168;p9"/>
          <p:cNvSpPr txBox="1"/>
          <p:nvPr/>
        </p:nvSpPr>
        <p:spPr>
          <a:xfrm>
            <a:off x="6235141" y="4425125"/>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02</a:t>
            </a:r>
            <a:endParaRPr/>
          </a:p>
        </p:txBody>
      </p:sp>
      <p:sp>
        <p:nvSpPr>
          <p:cNvPr id="169" name="Google Shape;169;p9"/>
          <p:cNvSpPr txBox="1"/>
          <p:nvPr/>
        </p:nvSpPr>
        <p:spPr>
          <a:xfrm>
            <a:off x="6235141" y="6981447"/>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03</a:t>
            </a:r>
            <a:endParaRPr/>
          </a:p>
        </p:txBody>
      </p:sp>
      <p:sp>
        <p:nvSpPr>
          <p:cNvPr id="170" name="Google Shape;170;p9"/>
          <p:cNvSpPr txBox="1"/>
          <p:nvPr/>
        </p:nvSpPr>
        <p:spPr>
          <a:xfrm>
            <a:off x="8304942" y="2395882"/>
            <a:ext cx="4047522" cy="973152"/>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517" b="0" i="0" u="none" strike="noStrike" cap="none" dirty="0">
                <a:solidFill>
                  <a:srgbClr val="000000"/>
                </a:solidFill>
                <a:latin typeface="Blinker"/>
                <a:ea typeface="Blinker"/>
                <a:cs typeface="Blinker"/>
                <a:sym typeface="Blinker"/>
              </a:rPr>
              <a:t>Product Backlog</a:t>
            </a:r>
            <a:endParaRPr dirty="0"/>
          </a:p>
        </p:txBody>
      </p:sp>
      <p:sp>
        <p:nvSpPr>
          <p:cNvPr id="171" name="Google Shape;171;p9"/>
          <p:cNvSpPr txBox="1"/>
          <p:nvPr/>
        </p:nvSpPr>
        <p:spPr>
          <a:xfrm>
            <a:off x="8304942" y="4947590"/>
            <a:ext cx="4047522" cy="973152"/>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517" b="0" i="0" u="none" strike="noStrike" cap="none" dirty="0">
                <a:solidFill>
                  <a:srgbClr val="000000"/>
                </a:solidFill>
                <a:latin typeface="Blinker"/>
                <a:ea typeface="Blinker"/>
                <a:cs typeface="Blinker"/>
                <a:sym typeface="Blinker"/>
              </a:rPr>
              <a:t>Sprint Backlog</a:t>
            </a:r>
            <a:endParaRPr dirty="0"/>
          </a:p>
        </p:txBody>
      </p:sp>
      <p:sp>
        <p:nvSpPr>
          <p:cNvPr id="172" name="Google Shape;172;p9"/>
          <p:cNvSpPr txBox="1"/>
          <p:nvPr/>
        </p:nvSpPr>
        <p:spPr>
          <a:xfrm>
            <a:off x="8304942" y="7503912"/>
            <a:ext cx="4047522" cy="973152"/>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517" b="0" i="0" u="none" strike="noStrike" cap="none" dirty="0">
                <a:solidFill>
                  <a:srgbClr val="000000"/>
                </a:solidFill>
                <a:latin typeface="Blinker"/>
                <a:ea typeface="Blinker"/>
                <a:cs typeface="Blinker"/>
                <a:sym typeface="Blinker"/>
              </a:rPr>
              <a:t>Increment</a:t>
            </a:r>
            <a:endParaRPr dirty="0"/>
          </a:p>
        </p:txBody>
      </p:sp>
      <p:sp>
        <p:nvSpPr>
          <p:cNvPr id="173" name="Google Shape;173;p9"/>
          <p:cNvSpPr txBox="1"/>
          <p:nvPr/>
        </p:nvSpPr>
        <p:spPr>
          <a:xfrm>
            <a:off x="8691329" y="411947"/>
            <a:ext cx="8646359"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 Scrum Artifacts</a:t>
            </a:r>
            <a:endParaRPr dirty="0"/>
          </a:p>
        </p:txBody>
      </p:sp>
      <p:sp>
        <p:nvSpPr>
          <p:cNvPr id="2" name="Google Shape;221;p11">
            <a:extLst>
              <a:ext uri="{FF2B5EF4-FFF2-40B4-BE49-F238E27FC236}">
                <a16:creationId xmlns:a16="http://schemas.microsoft.com/office/drawing/2014/main" id="{6E167F3C-9718-21B8-F1C9-2A3484703B10}"/>
              </a:ext>
            </a:extLst>
          </p:cNvPr>
          <p:cNvSpPr txBox="1"/>
          <p:nvPr/>
        </p:nvSpPr>
        <p:spPr>
          <a:xfrm>
            <a:off x="7936140" y="3387703"/>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prioritized list of features, enhancements, and bug fixes.</a:t>
            </a:r>
          </a:p>
        </p:txBody>
      </p:sp>
      <p:sp>
        <p:nvSpPr>
          <p:cNvPr id="3" name="Google Shape;221;p11">
            <a:extLst>
              <a:ext uri="{FF2B5EF4-FFF2-40B4-BE49-F238E27FC236}">
                <a16:creationId xmlns:a16="http://schemas.microsoft.com/office/drawing/2014/main" id="{85AF0F01-B764-9D4A-BE88-88FB7C4245F4}"/>
              </a:ext>
            </a:extLst>
          </p:cNvPr>
          <p:cNvSpPr txBox="1"/>
          <p:nvPr/>
        </p:nvSpPr>
        <p:spPr>
          <a:xfrm>
            <a:off x="7936139" y="3849570"/>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Continuously updated based on feedback and changing requirements.</a:t>
            </a:r>
          </a:p>
        </p:txBody>
      </p:sp>
      <p:sp>
        <p:nvSpPr>
          <p:cNvPr id="6" name="Google Shape;221;p11">
            <a:extLst>
              <a:ext uri="{FF2B5EF4-FFF2-40B4-BE49-F238E27FC236}">
                <a16:creationId xmlns:a16="http://schemas.microsoft.com/office/drawing/2014/main" id="{0BE0960F-D62B-8246-CDFB-BADFE9BD67F1}"/>
              </a:ext>
            </a:extLst>
          </p:cNvPr>
          <p:cNvSpPr txBox="1"/>
          <p:nvPr/>
        </p:nvSpPr>
        <p:spPr>
          <a:xfrm>
            <a:off x="7936139" y="5892363"/>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subset of the product backlog selected for a specific sprint.</a:t>
            </a:r>
          </a:p>
        </p:txBody>
      </p:sp>
      <p:sp>
        <p:nvSpPr>
          <p:cNvPr id="7" name="Google Shape;221;p11">
            <a:extLst>
              <a:ext uri="{FF2B5EF4-FFF2-40B4-BE49-F238E27FC236}">
                <a16:creationId xmlns:a16="http://schemas.microsoft.com/office/drawing/2014/main" id="{10770A2D-4220-347E-014E-F292AD01C46E}"/>
              </a:ext>
            </a:extLst>
          </p:cNvPr>
          <p:cNvSpPr txBox="1"/>
          <p:nvPr/>
        </p:nvSpPr>
        <p:spPr>
          <a:xfrm>
            <a:off x="7936138" y="6354230"/>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Contains tasks to be completed during the sprint.</a:t>
            </a:r>
          </a:p>
        </p:txBody>
      </p:sp>
      <p:sp>
        <p:nvSpPr>
          <p:cNvPr id="8" name="Google Shape;221;p11">
            <a:extLst>
              <a:ext uri="{FF2B5EF4-FFF2-40B4-BE49-F238E27FC236}">
                <a16:creationId xmlns:a16="http://schemas.microsoft.com/office/drawing/2014/main" id="{C3BAB411-55A0-B614-BEA6-CCCBE71A0F1D}"/>
              </a:ext>
            </a:extLst>
          </p:cNvPr>
          <p:cNvSpPr txBox="1"/>
          <p:nvPr/>
        </p:nvSpPr>
        <p:spPr>
          <a:xfrm>
            <a:off x="7936138" y="8469141"/>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The sum of all completed product backlog items at the end of a sprint.</a:t>
            </a:r>
          </a:p>
        </p:txBody>
      </p:sp>
      <p:sp>
        <p:nvSpPr>
          <p:cNvPr id="9" name="Google Shape;221;p11">
            <a:extLst>
              <a:ext uri="{FF2B5EF4-FFF2-40B4-BE49-F238E27FC236}">
                <a16:creationId xmlns:a16="http://schemas.microsoft.com/office/drawing/2014/main" id="{31A44C8B-8EDE-D647-BE11-7DB16356E1D2}"/>
              </a:ext>
            </a:extLst>
          </p:cNvPr>
          <p:cNvSpPr txBox="1"/>
          <p:nvPr/>
        </p:nvSpPr>
        <p:spPr>
          <a:xfrm>
            <a:off x="7936137" y="8931008"/>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Must meet the definition of "done" to be considered complete.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grpSp>
        <p:nvGrpSpPr>
          <p:cNvPr id="419" name="Google Shape;419;p18"/>
          <p:cNvGrpSpPr/>
          <p:nvPr/>
        </p:nvGrpSpPr>
        <p:grpSpPr>
          <a:xfrm>
            <a:off x="476452" y="1832954"/>
            <a:ext cx="3146723" cy="8454046"/>
            <a:chOff x="0" y="-47625"/>
            <a:chExt cx="481659" cy="1294035"/>
          </a:xfrm>
        </p:grpSpPr>
        <p:sp>
          <p:nvSpPr>
            <p:cNvPr id="420" name="Google Shape;420;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B6DCEB">
                <a:alpha val="40392"/>
              </a:srgbClr>
            </a:solidFill>
            <a:ln>
              <a:noFill/>
            </a:ln>
          </p:spPr>
          <p:txBody>
            <a:bodyPr/>
            <a:lstStyle/>
            <a:p>
              <a:endParaRPr lang="en-US"/>
            </a:p>
          </p:txBody>
        </p:sp>
        <p:sp>
          <p:nvSpPr>
            <p:cNvPr id="421" name="Google Shape;421;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2" name="Google Shape;422;p18"/>
          <p:cNvGrpSpPr/>
          <p:nvPr/>
        </p:nvGrpSpPr>
        <p:grpSpPr>
          <a:xfrm>
            <a:off x="4028024" y="1832954"/>
            <a:ext cx="3146723" cy="8454046"/>
            <a:chOff x="0" y="-47625"/>
            <a:chExt cx="481659" cy="1294035"/>
          </a:xfrm>
        </p:grpSpPr>
        <p:sp>
          <p:nvSpPr>
            <p:cNvPr id="423" name="Google Shape;423;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BFBFBF">
                <a:alpha val="25490"/>
              </a:srgbClr>
            </a:solidFill>
            <a:ln>
              <a:noFill/>
            </a:ln>
          </p:spPr>
          <p:txBody>
            <a:bodyPr/>
            <a:lstStyle/>
            <a:p>
              <a:endParaRPr lang="en-US"/>
            </a:p>
          </p:txBody>
        </p:sp>
        <p:sp>
          <p:nvSpPr>
            <p:cNvPr id="424" name="Google Shape;424;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5" name="Google Shape;425;p18"/>
          <p:cNvGrpSpPr/>
          <p:nvPr/>
        </p:nvGrpSpPr>
        <p:grpSpPr>
          <a:xfrm>
            <a:off x="7601945" y="1832954"/>
            <a:ext cx="3146723" cy="8454046"/>
            <a:chOff x="0" y="-47625"/>
            <a:chExt cx="481659" cy="1294035"/>
          </a:xfrm>
        </p:grpSpPr>
        <p:sp>
          <p:nvSpPr>
            <p:cNvPr id="426" name="Google Shape;426;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5A8CBF">
                <a:alpha val="41960"/>
              </a:srgbClr>
            </a:solidFill>
            <a:ln>
              <a:noFill/>
            </a:ln>
          </p:spPr>
          <p:txBody>
            <a:bodyPr/>
            <a:lstStyle/>
            <a:p>
              <a:endParaRPr lang="en-US"/>
            </a:p>
          </p:txBody>
        </p:sp>
        <p:sp>
          <p:nvSpPr>
            <p:cNvPr id="427" name="Google Shape;427;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8" name="Google Shape;428;p18"/>
          <p:cNvGrpSpPr/>
          <p:nvPr/>
        </p:nvGrpSpPr>
        <p:grpSpPr>
          <a:xfrm>
            <a:off x="11155513" y="1832954"/>
            <a:ext cx="3146723" cy="8454046"/>
            <a:chOff x="0" y="-47625"/>
            <a:chExt cx="481659" cy="1294035"/>
          </a:xfrm>
        </p:grpSpPr>
        <p:sp>
          <p:nvSpPr>
            <p:cNvPr id="429" name="Google Shape;429;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EBD24C">
                <a:alpha val="28235"/>
              </a:srgbClr>
            </a:solidFill>
            <a:ln>
              <a:noFill/>
            </a:ln>
          </p:spPr>
          <p:txBody>
            <a:bodyPr/>
            <a:lstStyle/>
            <a:p>
              <a:endParaRPr lang="en-US"/>
            </a:p>
          </p:txBody>
        </p:sp>
        <p:sp>
          <p:nvSpPr>
            <p:cNvPr id="430" name="Google Shape;430;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5" name="Google Shape;435;p18"/>
          <p:cNvSpPr/>
          <p:nvPr/>
        </p:nvSpPr>
        <p:spPr>
          <a:xfrm>
            <a:off x="7235525" y="1285100"/>
            <a:ext cx="11052601" cy="423179"/>
          </a:xfrm>
          <a:custGeom>
            <a:avLst/>
            <a:gdLst/>
            <a:ahLst/>
            <a:cxnLst/>
            <a:rect l="l" t="t" r="r" b="b"/>
            <a:pathLst>
              <a:path w="3011608" h="106931" extrusionOk="0">
                <a:moveTo>
                  <a:pt x="0" y="0"/>
                </a:moveTo>
                <a:lnTo>
                  <a:pt x="3011608" y="0"/>
                </a:lnTo>
                <a:lnTo>
                  <a:pt x="3011608" y="106931"/>
                </a:lnTo>
                <a:lnTo>
                  <a:pt x="0" y="106931"/>
                </a:lnTo>
                <a:close/>
              </a:path>
            </a:pathLst>
          </a:custGeom>
          <a:solidFill>
            <a:srgbClr val="EBD24C"/>
          </a:solidFill>
          <a:ln>
            <a:noFill/>
          </a:ln>
        </p:spPr>
        <p:txBody>
          <a:bodyPr/>
          <a:lstStyle/>
          <a:p>
            <a:endParaRPr lang="en-US"/>
          </a:p>
        </p:txBody>
      </p:sp>
      <p:sp>
        <p:nvSpPr>
          <p:cNvPr id="436" name="Google Shape;436;p18"/>
          <p:cNvSpPr txBox="1"/>
          <p:nvPr/>
        </p:nvSpPr>
        <p:spPr>
          <a:xfrm>
            <a:off x="7419891" y="411383"/>
            <a:ext cx="98394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Scrum Events</a:t>
            </a:r>
            <a:endParaRPr dirty="0"/>
          </a:p>
        </p:txBody>
      </p:sp>
      <p:grpSp>
        <p:nvGrpSpPr>
          <p:cNvPr id="437" name="Google Shape;437;p18"/>
          <p:cNvGrpSpPr/>
          <p:nvPr/>
        </p:nvGrpSpPr>
        <p:grpSpPr>
          <a:xfrm>
            <a:off x="1558497" y="2233247"/>
            <a:ext cx="991530" cy="980355"/>
            <a:chOff x="-14900" y="0"/>
            <a:chExt cx="1322039" cy="1307139"/>
          </a:xfrm>
        </p:grpSpPr>
        <p:grpSp>
          <p:nvGrpSpPr>
            <p:cNvPr id="438" name="Google Shape;438;p18"/>
            <p:cNvGrpSpPr/>
            <p:nvPr/>
          </p:nvGrpSpPr>
          <p:grpSpPr>
            <a:xfrm>
              <a:off x="0" y="0"/>
              <a:ext cx="1307139" cy="1307139"/>
              <a:chOff x="0" y="0"/>
              <a:chExt cx="812800" cy="812800"/>
            </a:xfrm>
          </p:grpSpPr>
          <p:sp>
            <p:nvSpPr>
              <p:cNvPr id="439" name="Google Shape;439;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6D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1" name="Google Shape;441;p18"/>
            <p:cNvSpPr txBox="1"/>
            <p:nvPr/>
          </p:nvSpPr>
          <p:spPr>
            <a:xfrm>
              <a:off x="-14900" y="89231"/>
              <a:ext cx="1307139" cy="734114"/>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01</a:t>
              </a:r>
              <a:endParaRPr dirty="0"/>
            </a:p>
          </p:txBody>
        </p:sp>
      </p:grpSp>
      <p:grpSp>
        <p:nvGrpSpPr>
          <p:cNvPr id="442" name="Google Shape;442;p18"/>
          <p:cNvGrpSpPr/>
          <p:nvPr/>
        </p:nvGrpSpPr>
        <p:grpSpPr>
          <a:xfrm>
            <a:off x="5203523" y="2233247"/>
            <a:ext cx="1004916" cy="980355"/>
            <a:chOff x="-32748" y="0"/>
            <a:chExt cx="1339887" cy="1307139"/>
          </a:xfrm>
        </p:grpSpPr>
        <p:grpSp>
          <p:nvGrpSpPr>
            <p:cNvPr id="443" name="Google Shape;443;p18"/>
            <p:cNvGrpSpPr/>
            <p:nvPr/>
          </p:nvGrpSpPr>
          <p:grpSpPr>
            <a:xfrm>
              <a:off x="0" y="0"/>
              <a:ext cx="1307139" cy="1307139"/>
              <a:chOff x="0" y="0"/>
              <a:chExt cx="812800" cy="812800"/>
            </a:xfrm>
          </p:grpSpPr>
          <p:sp>
            <p:nvSpPr>
              <p:cNvPr id="444" name="Google Shape;444;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6" name="Google Shape;446;p18"/>
            <p:cNvSpPr txBox="1"/>
            <p:nvPr/>
          </p:nvSpPr>
          <p:spPr>
            <a:xfrm>
              <a:off x="-32748" y="65541"/>
              <a:ext cx="1307139" cy="734114"/>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02</a:t>
              </a:r>
              <a:endParaRPr dirty="0"/>
            </a:p>
          </p:txBody>
        </p:sp>
      </p:grpSp>
      <p:grpSp>
        <p:nvGrpSpPr>
          <p:cNvPr id="447" name="Google Shape;447;p18"/>
          <p:cNvGrpSpPr/>
          <p:nvPr/>
        </p:nvGrpSpPr>
        <p:grpSpPr>
          <a:xfrm>
            <a:off x="8744581" y="2217115"/>
            <a:ext cx="980355" cy="980355"/>
            <a:chOff x="0" y="0"/>
            <a:chExt cx="812800" cy="812800"/>
          </a:xfrm>
        </p:grpSpPr>
        <p:sp>
          <p:nvSpPr>
            <p:cNvPr id="448" name="Google Shape;448;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A8C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0" name="Google Shape;450;p18"/>
          <p:cNvSpPr txBox="1"/>
          <p:nvPr/>
        </p:nvSpPr>
        <p:spPr>
          <a:xfrm>
            <a:off x="8744580" y="2300170"/>
            <a:ext cx="980355" cy="583923"/>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03</a:t>
            </a:r>
            <a:endParaRPr dirty="0"/>
          </a:p>
        </p:txBody>
      </p:sp>
      <p:grpSp>
        <p:nvGrpSpPr>
          <p:cNvPr id="451" name="Google Shape;451;p18"/>
          <p:cNvGrpSpPr/>
          <p:nvPr/>
        </p:nvGrpSpPr>
        <p:grpSpPr>
          <a:xfrm>
            <a:off x="12286298" y="2233247"/>
            <a:ext cx="1004595" cy="980355"/>
            <a:chOff x="0" y="0"/>
            <a:chExt cx="1339459" cy="1307139"/>
          </a:xfrm>
        </p:grpSpPr>
        <p:grpSp>
          <p:nvGrpSpPr>
            <p:cNvPr id="452" name="Google Shape;452;p18"/>
            <p:cNvGrpSpPr/>
            <p:nvPr/>
          </p:nvGrpSpPr>
          <p:grpSpPr>
            <a:xfrm>
              <a:off x="0" y="0"/>
              <a:ext cx="1307139" cy="1307139"/>
              <a:chOff x="0" y="0"/>
              <a:chExt cx="812800" cy="812800"/>
            </a:xfrm>
          </p:grpSpPr>
          <p:sp>
            <p:nvSpPr>
              <p:cNvPr id="453" name="Google Shape;453;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D2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5" name="Google Shape;455;p18"/>
            <p:cNvSpPr txBox="1"/>
            <p:nvPr/>
          </p:nvSpPr>
          <p:spPr>
            <a:xfrm>
              <a:off x="32320" y="47687"/>
              <a:ext cx="1307139" cy="734114"/>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04</a:t>
              </a:r>
              <a:endParaRPr dirty="0"/>
            </a:p>
          </p:txBody>
        </p:sp>
      </p:grpSp>
      <p:sp>
        <p:nvSpPr>
          <p:cNvPr id="456" name="Google Shape;456;p18"/>
          <p:cNvSpPr txBox="1"/>
          <p:nvPr/>
        </p:nvSpPr>
        <p:spPr>
          <a:xfrm>
            <a:off x="4389485" y="3206044"/>
            <a:ext cx="2423800"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 Planning</a:t>
            </a:r>
            <a:endParaRPr dirty="0"/>
          </a:p>
        </p:txBody>
      </p:sp>
      <p:sp>
        <p:nvSpPr>
          <p:cNvPr id="457" name="Google Shape;457;p18"/>
          <p:cNvSpPr txBox="1"/>
          <p:nvPr/>
        </p:nvSpPr>
        <p:spPr>
          <a:xfrm>
            <a:off x="837914" y="3206044"/>
            <a:ext cx="2423800"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a:t>
            </a:r>
            <a:endParaRPr dirty="0"/>
          </a:p>
        </p:txBody>
      </p:sp>
      <p:sp>
        <p:nvSpPr>
          <p:cNvPr id="458" name="Google Shape;458;p18"/>
          <p:cNvSpPr txBox="1"/>
          <p:nvPr/>
        </p:nvSpPr>
        <p:spPr>
          <a:xfrm>
            <a:off x="7902563" y="3206044"/>
            <a:ext cx="2511482"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Daily Scrum</a:t>
            </a:r>
            <a:endParaRPr dirty="0"/>
          </a:p>
        </p:txBody>
      </p:sp>
      <p:sp>
        <p:nvSpPr>
          <p:cNvPr id="459" name="Google Shape;459;p18"/>
          <p:cNvSpPr txBox="1"/>
          <p:nvPr/>
        </p:nvSpPr>
        <p:spPr>
          <a:xfrm>
            <a:off x="11629056" y="3195924"/>
            <a:ext cx="2302840"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 Review</a:t>
            </a:r>
            <a:endParaRPr dirty="0"/>
          </a:p>
        </p:txBody>
      </p:sp>
      <p:sp>
        <p:nvSpPr>
          <p:cNvPr id="464" name="Google Shape;464;p18"/>
          <p:cNvSpPr txBox="1"/>
          <p:nvPr/>
        </p:nvSpPr>
        <p:spPr>
          <a:xfrm>
            <a:off x="756671" y="889087"/>
            <a:ext cx="5731987" cy="819150"/>
          </a:xfrm>
          <a:prstGeom prst="rect">
            <a:avLst/>
          </a:prstGeom>
          <a:noFill/>
          <a:ln>
            <a:noFill/>
          </a:ln>
        </p:spPr>
        <p:txBody>
          <a:bodyPr spcFirstLastPara="1" wrap="square" lIns="0" tIns="0" rIns="0" bIns="0" anchor="t" anchorCtr="0">
            <a:spAutoFit/>
          </a:bodyPr>
          <a:lstStyle/>
          <a:p>
            <a:pPr marL="0" marR="0" lvl="0" indent="0" algn="l" rtl="0">
              <a:lnSpc>
                <a:spcPct val="165000"/>
              </a:lnSpc>
              <a:spcBef>
                <a:spcPts val="0"/>
              </a:spcBef>
              <a:spcAft>
                <a:spcPts val="0"/>
              </a:spcAft>
              <a:buNone/>
            </a:pPr>
            <a:r>
              <a:rPr lang="en-US" sz="2000" b="0" i="0" u="none" strike="noStrike" cap="none" dirty="0">
                <a:solidFill>
                  <a:srgbClr val="000000"/>
                </a:solidFill>
                <a:latin typeface="Blinker"/>
                <a:ea typeface="Blinker"/>
                <a:cs typeface="Blinker"/>
                <a:sym typeface="Blinker"/>
              </a:rPr>
              <a:t>Lorem ipsum dolor sit </a:t>
            </a:r>
            <a:r>
              <a:rPr lang="en-US" sz="2000" b="0" i="0" u="none" strike="noStrike" cap="none" dirty="0" err="1">
                <a:solidFill>
                  <a:srgbClr val="000000"/>
                </a:solidFill>
                <a:latin typeface="Blinker"/>
                <a:ea typeface="Blinker"/>
                <a:cs typeface="Blinker"/>
                <a:sym typeface="Blinker"/>
              </a:rPr>
              <a:t>amet</a:t>
            </a:r>
            <a:r>
              <a:rPr lang="en-US" sz="2000" b="0" i="0" u="none" strike="noStrike" cap="none" dirty="0">
                <a:solidFill>
                  <a:srgbClr val="000000"/>
                </a:solidFill>
                <a:latin typeface="Blinker"/>
                <a:ea typeface="Blinker"/>
                <a:cs typeface="Blinker"/>
                <a:sym typeface="Blinker"/>
              </a:rPr>
              <a:t>, </a:t>
            </a:r>
            <a:r>
              <a:rPr lang="en-US" sz="2000" b="0" i="0" u="none" strike="noStrike" cap="none" dirty="0" err="1">
                <a:solidFill>
                  <a:srgbClr val="000000"/>
                </a:solidFill>
                <a:latin typeface="Blinker"/>
                <a:ea typeface="Blinker"/>
                <a:cs typeface="Blinker"/>
                <a:sym typeface="Blinker"/>
              </a:rPr>
              <a:t>consectetur</a:t>
            </a:r>
            <a:r>
              <a:rPr lang="en-US" sz="2000" b="0" i="0" u="none" strike="noStrike" cap="none" dirty="0">
                <a:solidFill>
                  <a:srgbClr val="000000"/>
                </a:solidFill>
                <a:latin typeface="Blinker"/>
                <a:ea typeface="Blinker"/>
                <a:cs typeface="Blinker"/>
                <a:sym typeface="Blinker"/>
              </a:rPr>
              <a:t> </a:t>
            </a:r>
            <a:r>
              <a:rPr lang="en-US" sz="2000" b="0" i="0" u="none" strike="noStrike" cap="none" dirty="0" err="1">
                <a:solidFill>
                  <a:srgbClr val="000000"/>
                </a:solidFill>
                <a:latin typeface="Blinker"/>
                <a:ea typeface="Blinker"/>
                <a:cs typeface="Blinker"/>
                <a:sym typeface="Blinker"/>
              </a:rPr>
              <a:t>adipiscing</a:t>
            </a:r>
            <a:r>
              <a:rPr lang="en-US" sz="2000" b="0" i="0" u="none" strike="noStrike" cap="none" dirty="0">
                <a:solidFill>
                  <a:srgbClr val="000000"/>
                </a:solidFill>
                <a:latin typeface="Blinker"/>
                <a:ea typeface="Blinker"/>
                <a:cs typeface="Blinker"/>
                <a:sym typeface="Blinker"/>
              </a:rPr>
              <a:t> </a:t>
            </a:r>
            <a:r>
              <a:rPr lang="en-US" sz="2000" b="0" i="0" u="none" strike="noStrike" cap="none" dirty="0" err="1">
                <a:solidFill>
                  <a:srgbClr val="000000"/>
                </a:solidFill>
                <a:latin typeface="Blinker"/>
                <a:ea typeface="Blinker"/>
                <a:cs typeface="Blinker"/>
                <a:sym typeface="Blinker"/>
              </a:rPr>
              <a:t>elit</a:t>
            </a:r>
            <a:r>
              <a:rPr lang="en-US" sz="2000" b="0" i="0" u="none" strike="noStrike" cap="none" dirty="0">
                <a:solidFill>
                  <a:srgbClr val="000000"/>
                </a:solidFill>
                <a:latin typeface="Blinker"/>
                <a:ea typeface="Blinker"/>
                <a:cs typeface="Blinker"/>
                <a:sym typeface="Blinker"/>
              </a:rPr>
              <a:t>, sed do </a:t>
            </a:r>
            <a:r>
              <a:rPr lang="en-US" sz="2000" b="0" i="0" u="none" strike="noStrike" cap="none" dirty="0" err="1">
                <a:solidFill>
                  <a:srgbClr val="000000"/>
                </a:solidFill>
                <a:latin typeface="Blinker"/>
                <a:ea typeface="Blinker"/>
                <a:cs typeface="Blinker"/>
                <a:sym typeface="Blinker"/>
              </a:rPr>
              <a:t>eiusmod</a:t>
            </a:r>
            <a:r>
              <a:rPr lang="en-US" sz="2000" b="0" i="0" u="none" strike="noStrike" cap="none" dirty="0">
                <a:solidFill>
                  <a:srgbClr val="000000"/>
                </a:solidFill>
                <a:latin typeface="Blinker"/>
                <a:ea typeface="Blinker"/>
                <a:cs typeface="Blinker"/>
                <a:sym typeface="Blinker"/>
              </a:rPr>
              <a:t> </a:t>
            </a:r>
            <a:r>
              <a:rPr lang="en-US" sz="2000" b="0" i="0" u="none" strike="noStrike" cap="none" dirty="0" err="1">
                <a:solidFill>
                  <a:srgbClr val="000000"/>
                </a:solidFill>
                <a:latin typeface="Blinker"/>
                <a:ea typeface="Blinker"/>
                <a:cs typeface="Blinker"/>
                <a:sym typeface="Blinker"/>
              </a:rPr>
              <a:t>tempor</a:t>
            </a:r>
            <a:r>
              <a:rPr lang="en-US" sz="2000" b="0" i="0" u="none" strike="noStrike" cap="none" dirty="0">
                <a:solidFill>
                  <a:srgbClr val="000000"/>
                </a:solidFill>
                <a:latin typeface="Blinker"/>
                <a:ea typeface="Blinker"/>
                <a:cs typeface="Blinker"/>
                <a:sym typeface="Blinker"/>
              </a:rPr>
              <a:t> </a:t>
            </a:r>
            <a:r>
              <a:rPr lang="en-US" sz="2000" b="0" i="0" u="none" strike="noStrike" cap="none" dirty="0" err="1">
                <a:solidFill>
                  <a:srgbClr val="000000"/>
                </a:solidFill>
                <a:latin typeface="Blinker"/>
                <a:ea typeface="Blinker"/>
                <a:cs typeface="Blinker"/>
                <a:sym typeface="Blinker"/>
              </a:rPr>
              <a:t>incididunt</a:t>
            </a:r>
            <a:r>
              <a:rPr lang="en-US" sz="2000" b="0" i="0" u="none" strike="noStrike" cap="none" dirty="0">
                <a:solidFill>
                  <a:srgbClr val="000000"/>
                </a:solidFill>
                <a:latin typeface="Blinker"/>
                <a:ea typeface="Blinker"/>
                <a:cs typeface="Blinker"/>
                <a:sym typeface="Blinker"/>
              </a:rPr>
              <a:t> </a:t>
            </a:r>
            <a:r>
              <a:rPr lang="en-US" sz="2000" b="0" i="0" u="none" strike="noStrike" cap="none" dirty="0" err="1">
                <a:solidFill>
                  <a:srgbClr val="000000"/>
                </a:solidFill>
                <a:latin typeface="Blinker"/>
                <a:ea typeface="Blinker"/>
                <a:cs typeface="Blinker"/>
                <a:sym typeface="Blinker"/>
              </a:rPr>
              <a:t>ut</a:t>
            </a:r>
            <a:r>
              <a:rPr lang="en-US" sz="2000" b="0" i="0" u="none" strike="noStrike" cap="none" dirty="0">
                <a:solidFill>
                  <a:srgbClr val="000000"/>
                </a:solidFill>
                <a:latin typeface="Blinker"/>
                <a:ea typeface="Blinker"/>
                <a:cs typeface="Blinker"/>
                <a:sym typeface="Blinker"/>
              </a:rPr>
              <a:t> labore et.</a:t>
            </a:r>
            <a:endParaRPr dirty="0"/>
          </a:p>
        </p:txBody>
      </p:sp>
      <p:grpSp>
        <p:nvGrpSpPr>
          <p:cNvPr id="5" name="Google Shape;428;p18">
            <a:extLst>
              <a:ext uri="{FF2B5EF4-FFF2-40B4-BE49-F238E27FC236}">
                <a16:creationId xmlns:a16="http://schemas.microsoft.com/office/drawing/2014/main" id="{2BE6A20E-7857-5B52-C4F5-ECFB644891DD}"/>
              </a:ext>
            </a:extLst>
          </p:cNvPr>
          <p:cNvGrpSpPr/>
          <p:nvPr/>
        </p:nvGrpSpPr>
        <p:grpSpPr>
          <a:xfrm>
            <a:off x="14707761" y="2142587"/>
            <a:ext cx="3146723" cy="8144413"/>
            <a:chOff x="0" y="-47625"/>
            <a:chExt cx="481659" cy="1294035"/>
          </a:xfrm>
          <a:solidFill>
            <a:schemeClr val="accent6">
              <a:lumMod val="40000"/>
              <a:lumOff val="60000"/>
            </a:schemeClr>
          </a:solidFill>
        </p:grpSpPr>
        <p:sp>
          <p:nvSpPr>
            <p:cNvPr id="6" name="Google Shape;429;p18">
              <a:extLst>
                <a:ext uri="{FF2B5EF4-FFF2-40B4-BE49-F238E27FC236}">
                  <a16:creationId xmlns:a16="http://schemas.microsoft.com/office/drawing/2014/main" id="{003FCD84-A200-1891-148A-DB1A5A4E2A71}"/>
                </a:ext>
              </a:extLst>
            </p:cNvPr>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grpFill/>
            <a:ln>
              <a:noFill/>
            </a:ln>
          </p:spPr>
          <p:txBody>
            <a:bodyPr/>
            <a:lstStyle/>
            <a:p>
              <a:endParaRPr lang="en-US"/>
            </a:p>
          </p:txBody>
        </p:sp>
        <p:sp>
          <p:nvSpPr>
            <p:cNvPr id="7" name="Google Shape;430;p18">
              <a:extLst>
                <a:ext uri="{FF2B5EF4-FFF2-40B4-BE49-F238E27FC236}">
                  <a16:creationId xmlns:a16="http://schemas.microsoft.com/office/drawing/2014/main" id="{BF017F0F-5E42-0A8C-BE97-C5FCA99C0063}"/>
                </a:ext>
              </a:extLst>
            </p:cNvPr>
            <p:cNvSpPr txBox="1"/>
            <p:nvPr/>
          </p:nvSpPr>
          <p:spPr>
            <a:xfrm>
              <a:off x="0" y="-47625"/>
              <a:ext cx="481659" cy="1294035"/>
            </a:xfrm>
            <a:prstGeom prst="rect">
              <a:avLst/>
            </a:prstGeom>
            <a:grp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 name="Google Shape;451;p18">
            <a:extLst>
              <a:ext uri="{FF2B5EF4-FFF2-40B4-BE49-F238E27FC236}">
                <a16:creationId xmlns:a16="http://schemas.microsoft.com/office/drawing/2014/main" id="{C30CA6FC-4477-0615-AD9A-5F6CF0716EAC}"/>
              </a:ext>
            </a:extLst>
          </p:cNvPr>
          <p:cNvGrpSpPr/>
          <p:nvPr/>
        </p:nvGrpSpPr>
        <p:grpSpPr>
          <a:xfrm>
            <a:off x="15771330" y="2267713"/>
            <a:ext cx="980356" cy="980355"/>
            <a:chOff x="-1" y="0"/>
            <a:chExt cx="1307140" cy="1307139"/>
          </a:xfrm>
        </p:grpSpPr>
        <p:grpSp>
          <p:nvGrpSpPr>
            <p:cNvPr id="9" name="Google Shape;452;p18">
              <a:extLst>
                <a:ext uri="{FF2B5EF4-FFF2-40B4-BE49-F238E27FC236}">
                  <a16:creationId xmlns:a16="http://schemas.microsoft.com/office/drawing/2014/main" id="{1F51E830-E4C0-FF87-4995-DCEB35B00F15}"/>
                </a:ext>
              </a:extLst>
            </p:cNvPr>
            <p:cNvGrpSpPr/>
            <p:nvPr/>
          </p:nvGrpSpPr>
          <p:grpSpPr>
            <a:xfrm>
              <a:off x="0" y="0"/>
              <a:ext cx="1307139" cy="1307139"/>
              <a:chOff x="0" y="0"/>
              <a:chExt cx="812800" cy="812800"/>
            </a:xfrm>
          </p:grpSpPr>
          <p:sp>
            <p:nvSpPr>
              <p:cNvPr id="11" name="Google Shape;453;p18">
                <a:extLst>
                  <a:ext uri="{FF2B5EF4-FFF2-40B4-BE49-F238E27FC236}">
                    <a16:creationId xmlns:a16="http://schemas.microsoft.com/office/drawing/2014/main" id="{1647C668-AE23-84E4-054D-D7A766C649C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6">
                  <a:lumMod val="75000"/>
                </a:schemeClr>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4;p18">
                <a:extLst>
                  <a:ext uri="{FF2B5EF4-FFF2-40B4-BE49-F238E27FC236}">
                    <a16:creationId xmlns:a16="http://schemas.microsoft.com/office/drawing/2014/main" id="{8D15518E-4AE8-7240-7C35-C7F2C070DF33}"/>
                  </a:ext>
                </a:extLst>
              </p:cNvPr>
              <p:cNvSpPr txBox="1"/>
              <p:nvPr/>
            </p:nvSpPr>
            <p:spPr>
              <a:xfrm>
                <a:off x="76200" y="6282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 name="Google Shape;455;p18">
              <a:extLst>
                <a:ext uri="{FF2B5EF4-FFF2-40B4-BE49-F238E27FC236}">
                  <a16:creationId xmlns:a16="http://schemas.microsoft.com/office/drawing/2014/main" id="{CD30DA69-1750-3BDA-1983-AF52D1581D88}"/>
                </a:ext>
              </a:extLst>
            </p:cNvPr>
            <p:cNvSpPr txBox="1"/>
            <p:nvPr/>
          </p:nvSpPr>
          <p:spPr>
            <a:xfrm>
              <a:off x="-1" y="33571"/>
              <a:ext cx="1307139" cy="1018313"/>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05</a:t>
              </a:r>
              <a:endParaRPr dirty="0"/>
            </a:p>
          </p:txBody>
        </p:sp>
      </p:grpSp>
      <p:sp>
        <p:nvSpPr>
          <p:cNvPr id="13" name="Google Shape;459;p18">
            <a:extLst>
              <a:ext uri="{FF2B5EF4-FFF2-40B4-BE49-F238E27FC236}">
                <a16:creationId xmlns:a16="http://schemas.microsoft.com/office/drawing/2014/main" id="{2EF61FC6-3A4F-83F2-9FE6-D27E4A222044}"/>
              </a:ext>
            </a:extLst>
          </p:cNvPr>
          <p:cNvSpPr txBox="1"/>
          <p:nvPr/>
        </p:nvSpPr>
        <p:spPr>
          <a:xfrm>
            <a:off x="14775779" y="3207015"/>
            <a:ext cx="3035769"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 Retrospective</a:t>
            </a:r>
            <a:endParaRPr dirty="0"/>
          </a:p>
        </p:txBody>
      </p:sp>
      <p:sp>
        <p:nvSpPr>
          <p:cNvPr id="15" name="Google Shape;221;p11">
            <a:extLst>
              <a:ext uri="{FF2B5EF4-FFF2-40B4-BE49-F238E27FC236}">
                <a16:creationId xmlns:a16="http://schemas.microsoft.com/office/drawing/2014/main" id="{F148CEA0-9237-19AF-0AAD-9825D63A65B3}"/>
              </a:ext>
            </a:extLst>
          </p:cNvPr>
          <p:cNvSpPr txBox="1"/>
          <p:nvPr/>
        </p:nvSpPr>
        <p:spPr>
          <a:xfrm>
            <a:off x="682999" y="4053955"/>
            <a:ext cx="2753376" cy="1329595"/>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time-boxed iteration (usually 1-4 weeks).</a:t>
            </a:r>
          </a:p>
        </p:txBody>
      </p:sp>
      <p:sp>
        <p:nvSpPr>
          <p:cNvPr id="16" name="Google Shape;221;p11">
            <a:extLst>
              <a:ext uri="{FF2B5EF4-FFF2-40B4-BE49-F238E27FC236}">
                <a16:creationId xmlns:a16="http://schemas.microsoft.com/office/drawing/2014/main" id="{49867858-B131-2935-4C62-3DB676DB2349}"/>
              </a:ext>
            </a:extLst>
          </p:cNvPr>
          <p:cNvSpPr txBox="1"/>
          <p:nvPr/>
        </p:nvSpPr>
        <p:spPr>
          <a:xfrm>
            <a:off x="682999" y="5694688"/>
            <a:ext cx="2753376" cy="1772793"/>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Goal is to produce a potentially shippable product increment.</a:t>
            </a:r>
          </a:p>
        </p:txBody>
      </p:sp>
      <p:sp>
        <p:nvSpPr>
          <p:cNvPr id="17" name="Google Shape;221;p11">
            <a:extLst>
              <a:ext uri="{FF2B5EF4-FFF2-40B4-BE49-F238E27FC236}">
                <a16:creationId xmlns:a16="http://schemas.microsoft.com/office/drawing/2014/main" id="{7684D92F-C626-21BF-45EE-2C9DF011426A}"/>
              </a:ext>
            </a:extLst>
          </p:cNvPr>
          <p:cNvSpPr txBox="1"/>
          <p:nvPr/>
        </p:nvSpPr>
        <p:spPr>
          <a:xfrm>
            <a:off x="4227354" y="4053955"/>
            <a:ext cx="2753376" cy="2215991"/>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Meeting to define the sprint goal and select items from the product backlog.</a:t>
            </a:r>
          </a:p>
        </p:txBody>
      </p:sp>
      <p:sp>
        <p:nvSpPr>
          <p:cNvPr id="19" name="Google Shape;221;p11">
            <a:extLst>
              <a:ext uri="{FF2B5EF4-FFF2-40B4-BE49-F238E27FC236}">
                <a16:creationId xmlns:a16="http://schemas.microsoft.com/office/drawing/2014/main" id="{BAD40CEE-B872-24EE-A482-0E8D9185924B}"/>
              </a:ext>
            </a:extLst>
          </p:cNvPr>
          <p:cNvSpPr txBox="1"/>
          <p:nvPr/>
        </p:nvSpPr>
        <p:spPr>
          <a:xfrm>
            <a:off x="7767312" y="4053955"/>
            <a:ext cx="2753376" cy="310238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15-minute stand-up meeting for the team to synchronize activities and plan for the next 24 hours.</a:t>
            </a:r>
          </a:p>
        </p:txBody>
      </p:sp>
      <p:sp>
        <p:nvSpPr>
          <p:cNvPr id="21" name="Google Shape;221;p11">
            <a:extLst>
              <a:ext uri="{FF2B5EF4-FFF2-40B4-BE49-F238E27FC236}">
                <a16:creationId xmlns:a16="http://schemas.microsoft.com/office/drawing/2014/main" id="{FDCC2DC7-E551-A7CC-F2FB-099E93D47211}"/>
              </a:ext>
            </a:extLst>
          </p:cNvPr>
          <p:cNvSpPr txBox="1"/>
          <p:nvPr/>
        </p:nvSpPr>
        <p:spPr>
          <a:xfrm>
            <a:off x="11318283" y="4052104"/>
            <a:ext cx="2753376" cy="2215991"/>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meeting at the end of the sprint to showcase the increment to stakeholders.</a:t>
            </a:r>
          </a:p>
        </p:txBody>
      </p:sp>
      <p:sp>
        <p:nvSpPr>
          <p:cNvPr id="22" name="Google Shape;221;p11">
            <a:extLst>
              <a:ext uri="{FF2B5EF4-FFF2-40B4-BE49-F238E27FC236}">
                <a16:creationId xmlns:a16="http://schemas.microsoft.com/office/drawing/2014/main" id="{BCEB1ACD-8922-51CB-6FAB-69E827FA4B1A}"/>
              </a:ext>
            </a:extLst>
          </p:cNvPr>
          <p:cNvSpPr txBox="1"/>
          <p:nvPr/>
        </p:nvSpPr>
        <p:spPr>
          <a:xfrm>
            <a:off x="11385137" y="6579233"/>
            <a:ext cx="2753376" cy="886397"/>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Gather feedback for future sprints.</a:t>
            </a:r>
          </a:p>
        </p:txBody>
      </p:sp>
      <p:sp>
        <p:nvSpPr>
          <p:cNvPr id="23" name="Google Shape;221;p11">
            <a:extLst>
              <a:ext uri="{FF2B5EF4-FFF2-40B4-BE49-F238E27FC236}">
                <a16:creationId xmlns:a16="http://schemas.microsoft.com/office/drawing/2014/main" id="{58B37BA8-4F3B-6B00-18FA-8516E7AB895C}"/>
              </a:ext>
            </a:extLst>
          </p:cNvPr>
          <p:cNvSpPr txBox="1"/>
          <p:nvPr/>
        </p:nvSpPr>
        <p:spPr>
          <a:xfrm>
            <a:off x="14862638" y="4053955"/>
            <a:ext cx="2753376" cy="2215991"/>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meeting to reflect on the sprint and identify improvements for the next sprint.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21"/>
          <p:cNvSpPr/>
          <p:nvPr/>
        </p:nvSpPr>
        <p:spPr>
          <a:xfrm>
            <a:off x="7235525" y="1285100"/>
            <a:ext cx="11052601" cy="423179"/>
          </a:xfrm>
          <a:custGeom>
            <a:avLst/>
            <a:gdLst/>
            <a:ahLst/>
            <a:cxnLst/>
            <a:rect l="l" t="t" r="r" b="b"/>
            <a:pathLst>
              <a:path w="3011608" h="106931" extrusionOk="0">
                <a:moveTo>
                  <a:pt x="0" y="0"/>
                </a:moveTo>
                <a:lnTo>
                  <a:pt x="3011608" y="0"/>
                </a:lnTo>
                <a:lnTo>
                  <a:pt x="3011608" y="106931"/>
                </a:lnTo>
                <a:lnTo>
                  <a:pt x="0" y="106931"/>
                </a:lnTo>
                <a:close/>
              </a:path>
            </a:pathLst>
          </a:custGeom>
          <a:solidFill>
            <a:srgbClr val="EBD24C"/>
          </a:solidFill>
          <a:ln>
            <a:noFill/>
          </a:ln>
        </p:spPr>
        <p:txBody>
          <a:bodyPr/>
          <a:lstStyle/>
          <a:p>
            <a:endParaRPr lang="en-US"/>
          </a:p>
        </p:txBody>
      </p:sp>
      <p:sp>
        <p:nvSpPr>
          <p:cNvPr id="562" name="Google Shape;562;p21"/>
          <p:cNvSpPr txBox="1"/>
          <p:nvPr/>
        </p:nvSpPr>
        <p:spPr>
          <a:xfrm>
            <a:off x="7419890" y="226227"/>
            <a:ext cx="98394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Scrum Workflow</a:t>
            </a:r>
            <a:endParaRPr dirty="0"/>
          </a:p>
        </p:txBody>
      </p:sp>
      <p:pic>
        <p:nvPicPr>
          <p:cNvPr id="3" name="Picture 2">
            <a:extLst>
              <a:ext uri="{FF2B5EF4-FFF2-40B4-BE49-F238E27FC236}">
                <a16:creationId xmlns:a16="http://schemas.microsoft.com/office/drawing/2014/main" id="{40C75CF9-4AB5-3173-24F4-D9311EF56038}"/>
              </a:ext>
            </a:extLst>
          </p:cNvPr>
          <p:cNvPicPr>
            <a:picLocks noChangeAspect="1"/>
          </p:cNvPicPr>
          <p:nvPr/>
        </p:nvPicPr>
        <p:blipFill>
          <a:blip r:embed="rId3"/>
          <a:stretch>
            <a:fillRect/>
          </a:stretch>
        </p:blipFill>
        <p:spPr>
          <a:xfrm>
            <a:off x="772189" y="1977312"/>
            <a:ext cx="16487101" cy="740876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3"/>
          <p:cNvSpPr/>
          <p:nvPr/>
        </p:nvSpPr>
        <p:spPr>
          <a:xfrm>
            <a:off x="5702057"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3">
              <a:alphaModFix/>
            </a:blip>
            <a:stretch>
              <a:fillRect r="-97515" b="-101531"/>
            </a:stretch>
          </a:blipFill>
          <a:ln>
            <a:noFill/>
          </a:ln>
        </p:spPr>
        <p:txBody>
          <a:bodyPr/>
          <a:lstStyle/>
          <a:p>
            <a:endParaRPr lang="en-US"/>
          </a:p>
        </p:txBody>
      </p:sp>
      <p:sp>
        <p:nvSpPr>
          <p:cNvPr id="262" name="Google Shape;262;p13"/>
          <p:cNvSpPr/>
          <p:nvPr/>
        </p:nvSpPr>
        <p:spPr>
          <a:xfrm rot="10800000">
            <a:off x="9103900"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4">
              <a:alphaModFix/>
            </a:blip>
            <a:stretch>
              <a:fillRect r="-97515" b="-101531"/>
            </a:stretch>
          </a:blipFill>
          <a:ln>
            <a:noFill/>
          </a:ln>
        </p:spPr>
        <p:txBody>
          <a:bodyPr/>
          <a:lstStyle/>
          <a:p>
            <a:endParaRPr lang="en-US"/>
          </a:p>
        </p:txBody>
      </p:sp>
      <p:sp>
        <p:nvSpPr>
          <p:cNvPr id="263" name="Google Shape;263;p13"/>
          <p:cNvSpPr/>
          <p:nvPr/>
        </p:nvSpPr>
        <p:spPr>
          <a:xfrm>
            <a:off x="9103900"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5">
              <a:alphaModFix/>
            </a:blip>
            <a:stretch>
              <a:fillRect l="-97515" b="-101531"/>
            </a:stretch>
          </a:blipFill>
          <a:ln>
            <a:noFill/>
          </a:ln>
        </p:spPr>
        <p:txBody>
          <a:bodyPr/>
          <a:lstStyle/>
          <a:p>
            <a:endParaRPr lang="en-US"/>
          </a:p>
        </p:txBody>
      </p:sp>
      <p:sp>
        <p:nvSpPr>
          <p:cNvPr id="264" name="Google Shape;264;p13"/>
          <p:cNvSpPr/>
          <p:nvPr/>
        </p:nvSpPr>
        <p:spPr>
          <a:xfrm rot="10800000">
            <a:off x="5702057"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6">
              <a:alphaModFix/>
            </a:blip>
            <a:stretch>
              <a:fillRect l="-97515" b="-101531"/>
            </a:stretch>
          </a:blipFill>
          <a:ln>
            <a:noFill/>
          </a:ln>
        </p:spPr>
        <p:txBody>
          <a:bodyPr/>
          <a:lstStyle/>
          <a:p>
            <a:endParaRPr lang="en-US"/>
          </a:p>
        </p:txBody>
      </p:sp>
      <p:grpSp>
        <p:nvGrpSpPr>
          <p:cNvPr id="265" name="Google Shape;265;p13"/>
          <p:cNvGrpSpPr/>
          <p:nvPr/>
        </p:nvGrpSpPr>
        <p:grpSpPr>
          <a:xfrm>
            <a:off x="6514768" y="3250298"/>
            <a:ext cx="5178265" cy="5178265"/>
            <a:chOff x="0" y="0"/>
            <a:chExt cx="812800" cy="812800"/>
          </a:xfrm>
        </p:grpSpPr>
        <p:sp>
          <p:nvSpPr>
            <p:cNvPr id="266" name="Google Shape;26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8" name="Google Shape;268;p13"/>
          <p:cNvGrpSpPr/>
          <p:nvPr/>
        </p:nvGrpSpPr>
        <p:grpSpPr>
          <a:xfrm>
            <a:off x="8937280" y="1478272"/>
            <a:ext cx="413441" cy="8541491"/>
            <a:chOff x="0" y="-47625"/>
            <a:chExt cx="108890" cy="2249611"/>
          </a:xfrm>
        </p:grpSpPr>
        <p:sp>
          <p:nvSpPr>
            <p:cNvPr id="269" name="Google Shape;269;p13"/>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txBody>
            <a:bodyPr/>
            <a:lstStyle/>
            <a:p>
              <a:endParaRPr lang="en-US"/>
            </a:p>
          </p:txBody>
        </p:sp>
        <p:sp>
          <p:nvSpPr>
            <p:cNvPr id="270" name="Google Shape;270;p13"/>
            <p:cNvSpPr txBox="1"/>
            <p:nvPr/>
          </p:nvSpPr>
          <p:spPr>
            <a:xfrm>
              <a:off x="0" y="-47625"/>
              <a:ext cx="108890" cy="224961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1" name="Google Shape;271;p13"/>
          <p:cNvGrpSpPr/>
          <p:nvPr/>
        </p:nvGrpSpPr>
        <p:grpSpPr>
          <a:xfrm rot="-5400000">
            <a:off x="8886966" y="1568685"/>
            <a:ext cx="413441" cy="8541491"/>
            <a:chOff x="0" y="-47625"/>
            <a:chExt cx="108890" cy="2249611"/>
          </a:xfrm>
        </p:grpSpPr>
        <p:sp>
          <p:nvSpPr>
            <p:cNvPr id="272" name="Google Shape;272;p13"/>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txBody>
            <a:bodyPr/>
            <a:lstStyle/>
            <a:p>
              <a:endParaRPr lang="en-US"/>
            </a:p>
          </p:txBody>
        </p:sp>
        <p:sp>
          <p:nvSpPr>
            <p:cNvPr id="273" name="Google Shape;273;p13"/>
            <p:cNvSpPr txBox="1"/>
            <p:nvPr/>
          </p:nvSpPr>
          <p:spPr>
            <a:xfrm>
              <a:off x="0" y="-47625"/>
              <a:ext cx="108890" cy="224961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13"/>
          <p:cNvSpPr/>
          <p:nvPr/>
        </p:nvSpPr>
        <p:spPr>
          <a:xfrm>
            <a:off x="8275061" y="1478272"/>
            <a:ext cx="10012939" cy="400416"/>
          </a:xfrm>
          <a:custGeom>
            <a:avLst/>
            <a:gdLst/>
            <a:ahLst/>
            <a:cxnLst/>
            <a:rect l="l" t="t" r="r" b="b"/>
            <a:pathLst>
              <a:path w="2477078" h="106931" extrusionOk="0">
                <a:moveTo>
                  <a:pt x="0" y="0"/>
                </a:moveTo>
                <a:lnTo>
                  <a:pt x="2477078" y="0"/>
                </a:lnTo>
                <a:lnTo>
                  <a:pt x="2477078" y="106931"/>
                </a:lnTo>
                <a:lnTo>
                  <a:pt x="0" y="106931"/>
                </a:lnTo>
                <a:close/>
              </a:path>
            </a:pathLst>
          </a:custGeom>
          <a:solidFill>
            <a:srgbClr val="EBD24C"/>
          </a:solidFill>
          <a:ln>
            <a:noFill/>
          </a:ln>
        </p:spPr>
        <p:txBody>
          <a:bodyPr/>
          <a:lstStyle/>
          <a:p>
            <a:endParaRPr lang="en-US"/>
          </a:p>
        </p:txBody>
      </p:sp>
      <p:grpSp>
        <p:nvGrpSpPr>
          <p:cNvPr id="275" name="Google Shape;275;p13"/>
          <p:cNvGrpSpPr/>
          <p:nvPr/>
        </p:nvGrpSpPr>
        <p:grpSpPr>
          <a:xfrm>
            <a:off x="982493" y="3069472"/>
            <a:ext cx="236645" cy="1569200"/>
            <a:chOff x="0" y="-47625"/>
            <a:chExt cx="62326" cy="413287"/>
          </a:xfrm>
        </p:grpSpPr>
        <p:sp>
          <p:nvSpPr>
            <p:cNvPr id="276" name="Google Shape;276;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EBD24C"/>
            </a:solidFill>
            <a:ln>
              <a:noFill/>
            </a:ln>
          </p:spPr>
          <p:txBody>
            <a:bodyPr/>
            <a:lstStyle/>
            <a:p>
              <a:endParaRPr lang="en-US"/>
            </a:p>
          </p:txBody>
        </p:sp>
        <p:sp>
          <p:nvSpPr>
            <p:cNvPr id="277" name="Google Shape;277;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8" name="Google Shape;278;p13"/>
          <p:cNvGrpSpPr/>
          <p:nvPr/>
        </p:nvGrpSpPr>
        <p:grpSpPr>
          <a:xfrm>
            <a:off x="982493" y="6755153"/>
            <a:ext cx="236645" cy="1569200"/>
            <a:chOff x="0" y="-47625"/>
            <a:chExt cx="62326" cy="413287"/>
          </a:xfrm>
        </p:grpSpPr>
        <p:sp>
          <p:nvSpPr>
            <p:cNvPr id="279" name="Google Shape;279;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5A8CBF"/>
            </a:solidFill>
            <a:ln>
              <a:noFill/>
            </a:ln>
          </p:spPr>
          <p:txBody>
            <a:bodyPr/>
            <a:lstStyle/>
            <a:p>
              <a:endParaRPr lang="en-US"/>
            </a:p>
          </p:txBody>
        </p:sp>
        <p:sp>
          <p:nvSpPr>
            <p:cNvPr id="280" name="Google Shape;280;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1" name="Google Shape;281;p13"/>
          <p:cNvGrpSpPr/>
          <p:nvPr/>
        </p:nvGrpSpPr>
        <p:grpSpPr>
          <a:xfrm>
            <a:off x="17116487" y="3069472"/>
            <a:ext cx="236645" cy="1569200"/>
            <a:chOff x="0" y="-47625"/>
            <a:chExt cx="62326" cy="413287"/>
          </a:xfrm>
        </p:grpSpPr>
        <p:sp>
          <p:nvSpPr>
            <p:cNvPr id="282" name="Google Shape;282;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FBFBF"/>
            </a:solidFill>
            <a:ln>
              <a:noFill/>
            </a:ln>
          </p:spPr>
          <p:txBody>
            <a:bodyPr/>
            <a:lstStyle/>
            <a:p>
              <a:endParaRPr lang="en-US"/>
            </a:p>
          </p:txBody>
        </p:sp>
        <p:sp>
          <p:nvSpPr>
            <p:cNvPr id="283" name="Google Shape;283;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4" name="Google Shape;284;p13"/>
          <p:cNvGrpSpPr/>
          <p:nvPr/>
        </p:nvGrpSpPr>
        <p:grpSpPr>
          <a:xfrm>
            <a:off x="17116487" y="6755153"/>
            <a:ext cx="236645" cy="1569200"/>
            <a:chOff x="0" y="-47625"/>
            <a:chExt cx="62326" cy="413287"/>
          </a:xfrm>
        </p:grpSpPr>
        <p:sp>
          <p:nvSpPr>
            <p:cNvPr id="285" name="Google Shape;285;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6DCEB"/>
            </a:solidFill>
            <a:ln>
              <a:noFill/>
            </a:ln>
          </p:spPr>
          <p:txBody>
            <a:bodyPr/>
            <a:lstStyle/>
            <a:p>
              <a:endParaRPr lang="en-US"/>
            </a:p>
          </p:txBody>
        </p:sp>
        <p:sp>
          <p:nvSpPr>
            <p:cNvPr id="286" name="Google Shape;286;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7" name="Google Shape;287;p13"/>
          <p:cNvSpPr txBox="1"/>
          <p:nvPr/>
        </p:nvSpPr>
        <p:spPr>
          <a:xfrm>
            <a:off x="1527178" y="3135998"/>
            <a:ext cx="3731111" cy="710964"/>
          </a:xfrm>
          <a:prstGeom prst="rect">
            <a:avLst/>
          </a:prstGeom>
          <a:noFill/>
          <a:ln>
            <a:noFill/>
          </a:ln>
        </p:spPr>
        <p:txBody>
          <a:bodyPr spcFirstLastPara="1" wrap="square" lIns="0" tIns="0" rIns="0" bIns="0" anchor="t" anchorCtr="0">
            <a:spAutoFit/>
          </a:bodyPr>
          <a:lstStyle/>
          <a:p>
            <a:pPr marL="0" marR="0" lvl="0" indent="0" algn="l"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Increased Transparency</a:t>
            </a:r>
            <a:endParaRPr sz="1600" dirty="0"/>
          </a:p>
        </p:txBody>
      </p:sp>
      <p:sp>
        <p:nvSpPr>
          <p:cNvPr id="288" name="Google Shape;288;p13"/>
          <p:cNvSpPr txBox="1"/>
          <p:nvPr/>
        </p:nvSpPr>
        <p:spPr>
          <a:xfrm>
            <a:off x="1527178" y="6821679"/>
            <a:ext cx="3731111" cy="710964"/>
          </a:xfrm>
          <a:prstGeom prst="rect">
            <a:avLst/>
          </a:prstGeom>
          <a:noFill/>
          <a:ln>
            <a:noFill/>
          </a:ln>
        </p:spPr>
        <p:txBody>
          <a:bodyPr spcFirstLastPara="1" wrap="square" lIns="0" tIns="0" rIns="0" bIns="0" anchor="t" anchorCtr="0">
            <a:spAutoFit/>
          </a:bodyPr>
          <a:lstStyle/>
          <a:p>
            <a:pPr marL="0" marR="0" lvl="0" indent="0" algn="l"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Enhanced Flexibility</a:t>
            </a:r>
            <a:endParaRPr sz="1600" dirty="0"/>
          </a:p>
        </p:txBody>
      </p:sp>
      <p:sp>
        <p:nvSpPr>
          <p:cNvPr id="289" name="Google Shape;289;p13"/>
          <p:cNvSpPr txBox="1"/>
          <p:nvPr/>
        </p:nvSpPr>
        <p:spPr>
          <a:xfrm>
            <a:off x="1476313" y="3774395"/>
            <a:ext cx="4145546"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Regular meetings and updates keep everyone informed.</a:t>
            </a:r>
            <a:endParaRPr sz="1600" dirty="0"/>
          </a:p>
        </p:txBody>
      </p:sp>
      <p:sp>
        <p:nvSpPr>
          <p:cNvPr id="290" name="Google Shape;290;p13"/>
          <p:cNvSpPr txBox="1"/>
          <p:nvPr/>
        </p:nvSpPr>
        <p:spPr>
          <a:xfrm>
            <a:off x="1476313" y="7460076"/>
            <a:ext cx="3832841"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Ability to adapt to changing requirements and priorities.</a:t>
            </a:r>
            <a:endParaRPr sz="1600" dirty="0"/>
          </a:p>
        </p:txBody>
      </p:sp>
      <p:sp>
        <p:nvSpPr>
          <p:cNvPr id="291" name="Google Shape;291;p13"/>
          <p:cNvSpPr txBox="1"/>
          <p:nvPr/>
        </p:nvSpPr>
        <p:spPr>
          <a:xfrm>
            <a:off x="13080576" y="3135998"/>
            <a:ext cx="3731111" cy="710964"/>
          </a:xfrm>
          <a:prstGeom prst="rect">
            <a:avLst/>
          </a:prstGeom>
          <a:noFill/>
          <a:ln>
            <a:noFill/>
          </a:ln>
        </p:spPr>
        <p:txBody>
          <a:bodyPr spcFirstLastPara="1" wrap="square" lIns="0" tIns="0" rIns="0" bIns="0" anchor="t" anchorCtr="0">
            <a:spAutoFit/>
          </a:bodyPr>
          <a:lstStyle/>
          <a:p>
            <a:pPr marL="0" marR="0" lvl="0" indent="0" algn="r"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Higher Product Quality</a:t>
            </a:r>
            <a:endParaRPr sz="1600" dirty="0"/>
          </a:p>
        </p:txBody>
      </p:sp>
      <p:sp>
        <p:nvSpPr>
          <p:cNvPr id="292" name="Google Shape;292;p13"/>
          <p:cNvSpPr txBox="1"/>
          <p:nvPr/>
        </p:nvSpPr>
        <p:spPr>
          <a:xfrm>
            <a:off x="12419322" y="6821679"/>
            <a:ext cx="4392366" cy="710964"/>
          </a:xfrm>
          <a:prstGeom prst="rect">
            <a:avLst/>
          </a:prstGeom>
          <a:noFill/>
          <a:ln>
            <a:noFill/>
          </a:ln>
        </p:spPr>
        <p:txBody>
          <a:bodyPr spcFirstLastPara="1" wrap="square" lIns="0" tIns="0" rIns="0" bIns="0" anchor="t" anchorCtr="0">
            <a:spAutoFit/>
          </a:bodyPr>
          <a:lstStyle/>
          <a:p>
            <a:pPr marL="0" marR="0" lvl="0" indent="0" algn="r"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Improved Team Collaboration</a:t>
            </a:r>
            <a:endParaRPr sz="1600" dirty="0"/>
          </a:p>
        </p:txBody>
      </p:sp>
      <p:sp>
        <p:nvSpPr>
          <p:cNvPr id="293" name="Google Shape;293;p13"/>
          <p:cNvSpPr txBox="1"/>
          <p:nvPr/>
        </p:nvSpPr>
        <p:spPr>
          <a:xfrm>
            <a:off x="12585942" y="3774395"/>
            <a:ext cx="4225745" cy="1034129"/>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Continuous testing and feedback lead to better outcomes.</a:t>
            </a:r>
            <a:endParaRPr sz="1600" dirty="0"/>
          </a:p>
        </p:txBody>
      </p:sp>
      <p:sp>
        <p:nvSpPr>
          <p:cNvPr id="294" name="Google Shape;294;p13"/>
          <p:cNvSpPr txBox="1"/>
          <p:nvPr/>
        </p:nvSpPr>
        <p:spPr>
          <a:xfrm>
            <a:off x="12978846" y="7460076"/>
            <a:ext cx="3832841" cy="1034129"/>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Promotes a culture of teamwork and accountability.</a:t>
            </a:r>
            <a:endParaRPr sz="1600" dirty="0"/>
          </a:p>
        </p:txBody>
      </p:sp>
      <p:sp>
        <p:nvSpPr>
          <p:cNvPr id="295" name="Google Shape;295;p13"/>
          <p:cNvSpPr txBox="1"/>
          <p:nvPr/>
        </p:nvSpPr>
        <p:spPr>
          <a:xfrm>
            <a:off x="8666443" y="352353"/>
            <a:ext cx="9395978"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Benefits of Scrum</a:t>
            </a:r>
            <a:endParaRPr dirty="0"/>
          </a:p>
        </p:txBody>
      </p:sp>
      <p:sp>
        <p:nvSpPr>
          <p:cNvPr id="296" name="Google Shape;296;p13"/>
          <p:cNvSpPr txBox="1"/>
          <p:nvPr/>
        </p:nvSpPr>
        <p:spPr>
          <a:xfrm>
            <a:off x="7256063" y="3716555"/>
            <a:ext cx="1505964" cy="1501334"/>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EBD24C"/>
                </a:solidFill>
                <a:latin typeface="Alef"/>
                <a:ea typeface="Alef"/>
                <a:cs typeface="Alef"/>
                <a:sym typeface="Alef"/>
              </a:rPr>
              <a:t>01</a:t>
            </a:r>
            <a:endParaRPr/>
          </a:p>
        </p:txBody>
      </p:sp>
      <p:sp>
        <p:nvSpPr>
          <p:cNvPr id="297" name="Google Shape;297;p13"/>
          <p:cNvSpPr txBox="1"/>
          <p:nvPr/>
        </p:nvSpPr>
        <p:spPr>
          <a:xfrm>
            <a:off x="7256063" y="5963255"/>
            <a:ext cx="1505964" cy="1501334"/>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5A8CBF"/>
                </a:solidFill>
                <a:latin typeface="Alef"/>
                <a:ea typeface="Alef"/>
                <a:cs typeface="Alef"/>
                <a:sym typeface="Alef"/>
              </a:rPr>
              <a:t>03</a:t>
            </a:r>
            <a:endParaRPr/>
          </a:p>
        </p:txBody>
      </p:sp>
      <p:sp>
        <p:nvSpPr>
          <p:cNvPr id="298" name="Google Shape;298;p13"/>
          <p:cNvSpPr txBox="1"/>
          <p:nvPr/>
        </p:nvSpPr>
        <p:spPr>
          <a:xfrm>
            <a:off x="9445774" y="3716555"/>
            <a:ext cx="1505964" cy="1501334"/>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FBFBF"/>
                </a:solidFill>
                <a:latin typeface="Alef"/>
                <a:ea typeface="Alef"/>
                <a:cs typeface="Alef"/>
                <a:sym typeface="Alef"/>
              </a:rPr>
              <a:t>02</a:t>
            </a:r>
            <a:endParaRPr/>
          </a:p>
        </p:txBody>
      </p:sp>
      <p:sp>
        <p:nvSpPr>
          <p:cNvPr id="299" name="Google Shape;299;p13"/>
          <p:cNvSpPr txBox="1"/>
          <p:nvPr/>
        </p:nvSpPr>
        <p:spPr>
          <a:xfrm>
            <a:off x="9445774" y="5963255"/>
            <a:ext cx="1505964" cy="1501334"/>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6DCEB"/>
                </a:solidFill>
                <a:latin typeface="Alef"/>
                <a:ea typeface="Alef"/>
                <a:cs typeface="Alef"/>
                <a:sym typeface="Alef"/>
              </a:rPr>
              <a:t>04</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grpSp>
        <p:nvGrpSpPr>
          <p:cNvPr id="388" name="Google Shape;388;p17"/>
          <p:cNvGrpSpPr/>
          <p:nvPr/>
        </p:nvGrpSpPr>
        <p:grpSpPr>
          <a:xfrm>
            <a:off x="3465463" y="4158441"/>
            <a:ext cx="4445386" cy="2825393"/>
            <a:chOff x="0" y="-47625"/>
            <a:chExt cx="714349" cy="454025"/>
          </a:xfrm>
        </p:grpSpPr>
        <p:sp>
          <p:nvSpPr>
            <p:cNvPr id="389" name="Google Shape;389;p17"/>
            <p:cNvSpPr/>
            <p:nvPr/>
          </p:nvSpPr>
          <p:spPr>
            <a:xfrm>
              <a:off x="0" y="0"/>
              <a:ext cx="714349" cy="406400"/>
            </a:xfrm>
            <a:custGeom>
              <a:avLst/>
              <a:gdLst/>
              <a:ahLst/>
              <a:cxnLst/>
              <a:rect l="l" t="t" r="r" b="b"/>
              <a:pathLst>
                <a:path w="714349" h="406400" extrusionOk="0">
                  <a:moveTo>
                    <a:pt x="0" y="0"/>
                  </a:moveTo>
                  <a:lnTo>
                    <a:pt x="511149" y="0"/>
                  </a:lnTo>
                  <a:lnTo>
                    <a:pt x="714349" y="203200"/>
                  </a:lnTo>
                  <a:lnTo>
                    <a:pt x="511149" y="406400"/>
                  </a:lnTo>
                  <a:lnTo>
                    <a:pt x="0" y="406400"/>
                  </a:lnTo>
                  <a:lnTo>
                    <a:pt x="203200" y="203200"/>
                  </a:lnTo>
                  <a:lnTo>
                    <a:pt x="0" y="0"/>
                  </a:lnTo>
                  <a:close/>
                </a:path>
              </a:pathLst>
            </a:custGeom>
            <a:solidFill>
              <a:srgbClr val="EBD24C"/>
            </a:solidFill>
            <a:ln>
              <a:noFill/>
            </a:ln>
          </p:spPr>
          <p:txBody>
            <a:bodyPr/>
            <a:lstStyle/>
            <a:p>
              <a:endParaRPr lang="en-US"/>
            </a:p>
          </p:txBody>
        </p:sp>
        <p:sp>
          <p:nvSpPr>
            <p:cNvPr id="390" name="Google Shape;390;p17"/>
            <p:cNvSpPr txBox="1"/>
            <p:nvPr/>
          </p:nvSpPr>
          <p:spPr>
            <a:xfrm>
              <a:off x="177800" y="-47625"/>
              <a:ext cx="460349"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1" name="Google Shape;391;p17"/>
          <p:cNvGrpSpPr/>
          <p:nvPr/>
        </p:nvGrpSpPr>
        <p:grpSpPr>
          <a:xfrm>
            <a:off x="7393868" y="4158441"/>
            <a:ext cx="4445386" cy="2825393"/>
            <a:chOff x="0" y="-47625"/>
            <a:chExt cx="714349" cy="454025"/>
          </a:xfrm>
        </p:grpSpPr>
        <p:sp>
          <p:nvSpPr>
            <p:cNvPr id="392" name="Google Shape;392;p17"/>
            <p:cNvSpPr/>
            <p:nvPr/>
          </p:nvSpPr>
          <p:spPr>
            <a:xfrm>
              <a:off x="0" y="0"/>
              <a:ext cx="714349" cy="406400"/>
            </a:xfrm>
            <a:custGeom>
              <a:avLst/>
              <a:gdLst/>
              <a:ahLst/>
              <a:cxnLst/>
              <a:rect l="l" t="t" r="r" b="b"/>
              <a:pathLst>
                <a:path w="714349" h="406400" extrusionOk="0">
                  <a:moveTo>
                    <a:pt x="0" y="0"/>
                  </a:moveTo>
                  <a:lnTo>
                    <a:pt x="511149" y="0"/>
                  </a:lnTo>
                  <a:lnTo>
                    <a:pt x="714349" y="203200"/>
                  </a:lnTo>
                  <a:lnTo>
                    <a:pt x="511149" y="406400"/>
                  </a:lnTo>
                  <a:lnTo>
                    <a:pt x="0" y="406400"/>
                  </a:lnTo>
                  <a:lnTo>
                    <a:pt x="203200" y="203200"/>
                  </a:lnTo>
                  <a:lnTo>
                    <a:pt x="0" y="0"/>
                  </a:lnTo>
                  <a:close/>
                </a:path>
              </a:pathLst>
            </a:custGeom>
            <a:solidFill>
              <a:srgbClr val="B6DCEB"/>
            </a:solidFill>
            <a:ln>
              <a:noFill/>
            </a:ln>
          </p:spPr>
          <p:txBody>
            <a:bodyPr/>
            <a:lstStyle/>
            <a:p>
              <a:endParaRPr lang="en-US"/>
            </a:p>
          </p:txBody>
        </p:sp>
        <p:sp>
          <p:nvSpPr>
            <p:cNvPr id="393" name="Google Shape;393;p17"/>
            <p:cNvSpPr txBox="1"/>
            <p:nvPr/>
          </p:nvSpPr>
          <p:spPr>
            <a:xfrm>
              <a:off x="177800" y="-47625"/>
              <a:ext cx="460349"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4" name="Google Shape;394;p17"/>
          <p:cNvGrpSpPr/>
          <p:nvPr/>
        </p:nvGrpSpPr>
        <p:grpSpPr>
          <a:xfrm>
            <a:off x="11322273" y="4158441"/>
            <a:ext cx="4445386" cy="2825393"/>
            <a:chOff x="0" y="-47625"/>
            <a:chExt cx="714349" cy="454025"/>
          </a:xfrm>
        </p:grpSpPr>
        <p:sp>
          <p:nvSpPr>
            <p:cNvPr id="395" name="Google Shape;395;p17"/>
            <p:cNvSpPr/>
            <p:nvPr/>
          </p:nvSpPr>
          <p:spPr>
            <a:xfrm>
              <a:off x="0" y="0"/>
              <a:ext cx="714349" cy="406400"/>
            </a:xfrm>
            <a:custGeom>
              <a:avLst/>
              <a:gdLst/>
              <a:ahLst/>
              <a:cxnLst/>
              <a:rect l="l" t="t" r="r" b="b"/>
              <a:pathLst>
                <a:path w="714349" h="406400" extrusionOk="0">
                  <a:moveTo>
                    <a:pt x="0" y="0"/>
                  </a:moveTo>
                  <a:lnTo>
                    <a:pt x="511149" y="0"/>
                  </a:lnTo>
                  <a:lnTo>
                    <a:pt x="714349" y="203200"/>
                  </a:lnTo>
                  <a:lnTo>
                    <a:pt x="511149" y="406400"/>
                  </a:lnTo>
                  <a:lnTo>
                    <a:pt x="0" y="406400"/>
                  </a:lnTo>
                  <a:lnTo>
                    <a:pt x="203200" y="203200"/>
                  </a:lnTo>
                  <a:lnTo>
                    <a:pt x="0" y="0"/>
                  </a:lnTo>
                  <a:close/>
                </a:path>
              </a:pathLst>
            </a:custGeom>
            <a:solidFill>
              <a:srgbClr val="BFBFBF"/>
            </a:solidFill>
            <a:ln>
              <a:noFill/>
            </a:ln>
          </p:spPr>
          <p:txBody>
            <a:bodyPr/>
            <a:lstStyle/>
            <a:p>
              <a:endParaRPr lang="en-US"/>
            </a:p>
          </p:txBody>
        </p:sp>
        <p:sp>
          <p:nvSpPr>
            <p:cNvPr id="396" name="Google Shape;396;p17"/>
            <p:cNvSpPr txBox="1"/>
            <p:nvPr/>
          </p:nvSpPr>
          <p:spPr>
            <a:xfrm>
              <a:off x="177800" y="-47625"/>
              <a:ext cx="460349"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0" name="Google Shape;400;p17"/>
          <p:cNvSpPr/>
          <p:nvPr/>
        </p:nvSpPr>
        <p:spPr>
          <a:xfrm>
            <a:off x="5230771" y="4971490"/>
            <a:ext cx="1476307" cy="1476307"/>
          </a:xfrm>
          <a:custGeom>
            <a:avLst/>
            <a:gdLst/>
            <a:ahLst/>
            <a:cxnLst/>
            <a:rect l="l" t="t" r="r" b="b"/>
            <a:pathLst>
              <a:path w="1476307" h="1476307" extrusionOk="0">
                <a:moveTo>
                  <a:pt x="0" y="0"/>
                </a:moveTo>
                <a:lnTo>
                  <a:pt x="1476306" y="0"/>
                </a:lnTo>
                <a:lnTo>
                  <a:pt x="1476306" y="1476307"/>
                </a:lnTo>
                <a:lnTo>
                  <a:pt x="0" y="1476307"/>
                </a:lnTo>
                <a:lnTo>
                  <a:pt x="0" y="0"/>
                </a:lnTo>
                <a:close/>
              </a:path>
            </a:pathLst>
          </a:custGeom>
          <a:blipFill rotWithShape="1">
            <a:blip r:embed="rId3">
              <a:alphaModFix/>
            </a:blip>
            <a:stretch>
              <a:fillRect/>
            </a:stretch>
          </a:blipFill>
          <a:ln>
            <a:noFill/>
          </a:ln>
        </p:spPr>
        <p:txBody>
          <a:bodyPr/>
          <a:lstStyle/>
          <a:p>
            <a:endParaRPr lang="en-US"/>
          </a:p>
        </p:txBody>
      </p:sp>
      <p:sp>
        <p:nvSpPr>
          <p:cNvPr id="401" name="Google Shape;401;p17"/>
          <p:cNvSpPr/>
          <p:nvPr/>
        </p:nvSpPr>
        <p:spPr>
          <a:xfrm>
            <a:off x="9164998" y="4971490"/>
            <a:ext cx="1329781" cy="1495663"/>
          </a:xfrm>
          <a:custGeom>
            <a:avLst/>
            <a:gdLst/>
            <a:ahLst/>
            <a:cxnLst/>
            <a:rect l="l" t="t" r="r" b="b"/>
            <a:pathLst>
              <a:path w="1329781" h="1495663" extrusionOk="0">
                <a:moveTo>
                  <a:pt x="0" y="0"/>
                </a:moveTo>
                <a:lnTo>
                  <a:pt x="1329781" y="0"/>
                </a:lnTo>
                <a:lnTo>
                  <a:pt x="1329781" y="1495664"/>
                </a:lnTo>
                <a:lnTo>
                  <a:pt x="0" y="1495664"/>
                </a:lnTo>
                <a:lnTo>
                  <a:pt x="0" y="0"/>
                </a:lnTo>
                <a:close/>
              </a:path>
            </a:pathLst>
          </a:custGeom>
          <a:blipFill rotWithShape="1">
            <a:blip r:embed="rId4">
              <a:alphaModFix/>
            </a:blip>
            <a:stretch>
              <a:fillRect/>
            </a:stretch>
          </a:blipFill>
          <a:ln>
            <a:noFill/>
          </a:ln>
        </p:spPr>
        <p:txBody>
          <a:bodyPr/>
          <a:lstStyle/>
          <a:p>
            <a:endParaRPr lang="en-US"/>
          </a:p>
        </p:txBody>
      </p:sp>
      <p:sp>
        <p:nvSpPr>
          <p:cNvPr id="403" name="Google Shape;403;p17"/>
          <p:cNvSpPr/>
          <p:nvPr/>
        </p:nvSpPr>
        <p:spPr>
          <a:xfrm>
            <a:off x="13115509" y="4971490"/>
            <a:ext cx="1448378" cy="1329874"/>
          </a:xfrm>
          <a:custGeom>
            <a:avLst/>
            <a:gdLst/>
            <a:ahLst/>
            <a:cxnLst/>
            <a:rect l="l" t="t" r="r" b="b"/>
            <a:pathLst>
              <a:path w="1448378" h="1329874" extrusionOk="0">
                <a:moveTo>
                  <a:pt x="0" y="0"/>
                </a:moveTo>
                <a:lnTo>
                  <a:pt x="1448378" y="0"/>
                </a:lnTo>
                <a:lnTo>
                  <a:pt x="1448378" y="1329875"/>
                </a:lnTo>
                <a:lnTo>
                  <a:pt x="0" y="1329875"/>
                </a:lnTo>
                <a:lnTo>
                  <a:pt x="0" y="0"/>
                </a:lnTo>
                <a:close/>
              </a:path>
            </a:pathLst>
          </a:custGeom>
          <a:blipFill rotWithShape="1">
            <a:blip r:embed="rId5">
              <a:alphaModFix/>
            </a:blip>
            <a:stretch>
              <a:fillRect/>
            </a:stretch>
          </a:blipFill>
          <a:ln>
            <a:noFill/>
          </a:ln>
        </p:spPr>
        <p:txBody>
          <a:bodyPr/>
          <a:lstStyle/>
          <a:p>
            <a:endParaRPr lang="en-US"/>
          </a:p>
        </p:txBody>
      </p:sp>
      <p:sp>
        <p:nvSpPr>
          <p:cNvPr id="404" name="Google Shape;404;p17"/>
          <p:cNvSpPr txBox="1"/>
          <p:nvPr/>
        </p:nvSpPr>
        <p:spPr>
          <a:xfrm>
            <a:off x="3244301" y="7210379"/>
            <a:ext cx="3781975" cy="914096"/>
          </a:xfrm>
          <a:prstGeom prst="rect">
            <a:avLst/>
          </a:prstGeom>
          <a:noFill/>
          <a:ln>
            <a:noFill/>
          </a:ln>
        </p:spPr>
        <p:txBody>
          <a:bodyPr spcFirstLastPara="1" wrap="square" lIns="0" tIns="0" rIns="0" bIns="0" anchor="t" anchorCtr="0">
            <a:spAutoFit/>
          </a:bodyPr>
          <a:lstStyle/>
          <a:p>
            <a:pPr marL="0" marR="0" lvl="0" indent="0" algn="ctr" rtl="0">
              <a:lnSpc>
                <a:spcPct val="165025"/>
              </a:lnSpc>
              <a:spcBef>
                <a:spcPts val="0"/>
              </a:spcBef>
              <a:spcAft>
                <a:spcPts val="0"/>
              </a:spcAft>
              <a:buNone/>
            </a:pPr>
            <a:r>
              <a:rPr lang="en-US" sz="3600" b="1" i="0" u="none" strike="noStrike" cap="none" dirty="0">
                <a:solidFill>
                  <a:srgbClr val="000000"/>
                </a:solidFill>
                <a:latin typeface="Blinker"/>
                <a:ea typeface="Blinker"/>
                <a:cs typeface="Blinker"/>
                <a:sym typeface="Blinker"/>
              </a:rPr>
              <a:t>Team Dynamics</a:t>
            </a:r>
            <a:endParaRPr sz="2000" dirty="0"/>
          </a:p>
        </p:txBody>
      </p:sp>
      <p:sp>
        <p:nvSpPr>
          <p:cNvPr id="405" name="Google Shape;405;p17"/>
          <p:cNvSpPr txBox="1"/>
          <p:nvPr/>
        </p:nvSpPr>
        <p:spPr>
          <a:xfrm>
            <a:off x="7444732" y="2041859"/>
            <a:ext cx="3731111" cy="914096"/>
          </a:xfrm>
          <a:prstGeom prst="rect">
            <a:avLst/>
          </a:prstGeom>
          <a:noFill/>
          <a:ln>
            <a:noFill/>
          </a:ln>
        </p:spPr>
        <p:txBody>
          <a:bodyPr spcFirstLastPara="1" wrap="square" lIns="0" tIns="0" rIns="0" bIns="0" anchor="t" anchorCtr="0">
            <a:spAutoFit/>
          </a:bodyPr>
          <a:lstStyle/>
          <a:p>
            <a:pPr marL="0" marR="0" lvl="0" indent="0" algn="ctr" rtl="0">
              <a:lnSpc>
                <a:spcPct val="165025"/>
              </a:lnSpc>
              <a:spcBef>
                <a:spcPts val="0"/>
              </a:spcBef>
              <a:spcAft>
                <a:spcPts val="0"/>
              </a:spcAft>
              <a:buNone/>
            </a:pPr>
            <a:r>
              <a:rPr lang="en-US" sz="3600" b="1" i="0" u="none" strike="noStrike" cap="none" dirty="0">
                <a:solidFill>
                  <a:srgbClr val="000000"/>
                </a:solidFill>
                <a:latin typeface="Blinker"/>
                <a:ea typeface="Blinker"/>
                <a:cs typeface="Blinker"/>
                <a:sym typeface="Blinker"/>
              </a:rPr>
              <a:t>Role Clarity</a:t>
            </a:r>
            <a:endParaRPr sz="2000" dirty="0"/>
          </a:p>
        </p:txBody>
      </p:sp>
      <p:sp>
        <p:nvSpPr>
          <p:cNvPr id="407" name="Google Shape;407;p17"/>
          <p:cNvSpPr txBox="1"/>
          <p:nvPr/>
        </p:nvSpPr>
        <p:spPr>
          <a:xfrm>
            <a:off x="11446613" y="7210379"/>
            <a:ext cx="3731111" cy="914096"/>
          </a:xfrm>
          <a:prstGeom prst="rect">
            <a:avLst/>
          </a:prstGeom>
          <a:noFill/>
          <a:ln>
            <a:noFill/>
          </a:ln>
        </p:spPr>
        <p:txBody>
          <a:bodyPr spcFirstLastPara="1" wrap="square" lIns="0" tIns="0" rIns="0" bIns="0" anchor="t" anchorCtr="0">
            <a:spAutoFit/>
          </a:bodyPr>
          <a:lstStyle/>
          <a:p>
            <a:pPr marL="0" marR="0" lvl="0" indent="0" algn="ctr" rtl="0">
              <a:lnSpc>
                <a:spcPct val="165025"/>
              </a:lnSpc>
              <a:spcBef>
                <a:spcPts val="0"/>
              </a:spcBef>
              <a:spcAft>
                <a:spcPts val="0"/>
              </a:spcAft>
              <a:buNone/>
            </a:pPr>
            <a:r>
              <a:rPr lang="en-US" sz="3600" b="1" i="0" u="none" strike="noStrike" cap="none" dirty="0">
                <a:solidFill>
                  <a:srgbClr val="000000"/>
                </a:solidFill>
                <a:latin typeface="Blinker"/>
                <a:ea typeface="Blinker"/>
                <a:cs typeface="Blinker"/>
                <a:sym typeface="Blinker"/>
              </a:rPr>
              <a:t>Commitment</a:t>
            </a:r>
            <a:endParaRPr sz="2000" dirty="0"/>
          </a:p>
        </p:txBody>
      </p:sp>
      <p:sp>
        <p:nvSpPr>
          <p:cNvPr id="408" name="Google Shape;408;p17"/>
          <p:cNvSpPr txBox="1"/>
          <p:nvPr/>
        </p:nvSpPr>
        <p:spPr>
          <a:xfrm>
            <a:off x="3193435" y="8038846"/>
            <a:ext cx="3832841" cy="103412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Requires strong collaboration and communication skills.</a:t>
            </a:r>
            <a:endParaRPr sz="1600" dirty="0"/>
          </a:p>
        </p:txBody>
      </p:sp>
      <p:sp>
        <p:nvSpPr>
          <p:cNvPr id="409" name="Google Shape;409;p17"/>
          <p:cNvSpPr txBox="1"/>
          <p:nvPr/>
        </p:nvSpPr>
        <p:spPr>
          <a:xfrm>
            <a:off x="7393868" y="2843246"/>
            <a:ext cx="3832841" cy="155119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Misunderstanding roles can lead to confusion and inefficiencies.</a:t>
            </a:r>
            <a:endParaRPr sz="1600" dirty="0"/>
          </a:p>
        </p:txBody>
      </p:sp>
      <p:sp>
        <p:nvSpPr>
          <p:cNvPr id="411" name="Google Shape;411;p17"/>
          <p:cNvSpPr txBox="1"/>
          <p:nvPr/>
        </p:nvSpPr>
        <p:spPr>
          <a:xfrm>
            <a:off x="11417836" y="8038846"/>
            <a:ext cx="3832841" cy="155119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Requires full commitment from all team members to be effective.</a:t>
            </a:r>
            <a:endParaRPr sz="1600" dirty="0"/>
          </a:p>
        </p:txBody>
      </p:sp>
      <p:sp>
        <p:nvSpPr>
          <p:cNvPr id="412" name="Google Shape;412;p17"/>
          <p:cNvSpPr/>
          <p:nvPr/>
        </p:nvSpPr>
        <p:spPr>
          <a:xfrm>
            <a:off x="7182465" y="1285100"/>
            <a:ext cx="11106798" cy="423137"/>
          </a:xfrm>
          <a:custGeom>
            <a:avLst/>
            <a:gdLst/>
            <a:ahLst/>
            <a:cxnLst/>
            <a:rect l="l" t="t" r="r" b="b"/>
            <a:pathLst>
              <a:path w="2305168" h="106931" extrusionOk="0">
                <a:moveTo>
                  <a:pt x="0" y="0"/>
                </a:moveTo>
                <a:lnTo>
                  <a:pt x="2305168" y="0"/>
                </a:lnTo>
                <a:lnTo>
                  <a:pt x="2305168" y="106931"/>
                </a:lnTo>
                <a:lnTo>
                  <a:pt x="0" y="106931"/>
                </a:lnTo>
                <a:close/>
              </a:path>
            </a:pathLst>
          </a:custGeom>
          <a:solidFill>
            <a:srgbClr val="EBD24C"/>
          </a:solidFill>
          <a:ln>
            <a:noFill/>
          </a:ln>
        </p:spPr>
        <p:txBody>
          <a:bodyPr/>
          <a:lstStyle/>
          <a:p>
            <a:endParaRPr lang="en-US"/>
          </a:p>
        </p:txBody>
      </p:sp>
      <p:sp>
        <p:nvSpPr>
          <p:cNvPr id="413" name="Google Shape;413;p17"/>
          <p:cNvSpPr txBox="1"/>
          <p:nvPr/>
        </p:nvSpPr>
        <p:spPr>
          <a:xfrm>
            <a:off x="7009539" y="150091"/>
            <a:ext cx="10913807"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Challenges of Scrum</a:t>
            </a:r>
            <a:endParaRPr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2141E73-930C-26E5-6BA4-0F9CD47CC42E}"/>
              </a:ext>
            </a:extLst>
          </p:cNvPr>
          <p:cNvSpPr/>
          <p:nvPr/>
        </p:nvSpPr>
        <p:spPr>
          <a:xfrm>
            <a:off x="11901948" y="2826259"/>
            <a:ext cx="4247536" cy="5265175"/>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Google Shape;620;p23"/>
          <p:cNvSpPr/>
          <p:nvPr/>
        </p:nvSpPr>
        <p:spPr>
          <a:xfrm>
            <a:off x="10382739" y="1326481"/>
            <a:ext cx="7905261" cy="337223"/>
          </a:xfrm>
          <a:custGeom>
            <a:avLst/>
            <a:gdLst/>
            <a:ahLst/>
            <a:cxnLst/>
            <a:rect l="l" t="t" r="r" b="b"/>
            <a:pathLst>
              <a:path w="3011608" h="106931" extrusionOk="0">
                <a:moveTo>
                  <a:pt x="0" y="0"/>
                </a:moveTo>
                <a:lnTo>
                  <a:pt x="3011608" y="0"/>
                </a:lnTo>
                <a:lnTo>
                  <a:pt x="3011608" y="106931"/>
                </a:lnTo>
                <a:lnTo>
                  <a:pt x="0" y="106931"/>
                </a:lnTo>
                <a:close/>
              </a:path>
            </a:pathLst>
          </a:custGeom>
          <a:solidFill>
            <a:srgbClr val="EBD24C"/>
          </a:solidFill>
          <a:ln>
            <a:noFill/>
          </a:ln>
        </p:spPr>
        <p:txBody>
          <a:bodyPr/>
          <a:lstStyle/>
          <a:p>
            <a:endParaRPr lang="en-US"/>
          </a:p>
        </p:txBody>
      </p:sp>
      <p:sp>
        <p:nvSpPr>
          <p:cNvPr id="628" name="Google Shape;628;p23"/>
          <p:cNvSpPr txBox="1"/>
          <p:nvPr/>
        </p:nvSpPr>
        <p:spPr>
          <a:xfrm>
            <a:off x="7419789" y="163926"/>
            <a:ext cx="98394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Conclusion</a:t>
            </a:r>
            <a:endParaRPr dirty="0"/>
          </a:p>
        </p:txBody>
      </p:sp>
      <p:sp>
        <p:nvSpPr>
          <p:cNvPr id="634" name="Google Shape;634;p23"/>
          <p:cNvSpPr txBox="1"/>
          <p:nvPr/>
        </p:nvSpPr>
        <p:spPr>
          <a:xfrm>
            <a:off x="12219038" y="4058462"/>
            <a:ext cx="3613355" cy="2240613"/>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Embracing Scrum can lead to improved project outcomes and a more engaged team.</a:t>
            </a:r>
            <a:endParaRPr sz="1800" dirty="0"/>
          </a:p>
        </p:txBody>
      </p:sp>
      <p:sp>
        <p:nvSpPr>
          <p:cNvPr id="3" name="Rectangle: Rounded Corners 2">
            <a:extLst>
              <a:ext uri="{FF2B5EF4-FFF2-40B4-BE49-F238E27FC236}">
                <a16:creationId xmlns:a16="http://schemas.microsoft.com/office/drawing/2014/main" id="{CF61C791-A730-30B0-F980-A4F1271169C3}"/>
              </a:ext>
            </a:extLst>
          </p:cNvPr>
          <p:cNvSpPr/>
          <p:nvPr/>
        </p:nvSpPr>
        <p:spPr>
          <a:xfrm>
            <a:off x="6951406" y="2826259"/>
            <a:ext cx="4247536" cy="526517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634;p23">
            <a:extLst>
              <a:ext uri="{FF2B5EF4-FFF2-40B4-BE49-F238E27FC236}">
                <a16:creationId xmlns:a16="http://schemas.microsoft.com/office/drawing/2014/main" id="{3617AB3E-B393-A5CB-E51D-8BC1D0989BF2}"/>
              </a:ext>
            </a:extLst>
          </p:cNvPr>
          <p:cNvSpPr txBox="1"/>
          <p:nvPr/>
        </p:nvSpPr>
        <p:spPr>
          <a:xfrm>
            <a:off x="7268496" y="4058462"/>
            <a:ext cx="3613355" cy="2240613"/>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Key roles, artifacts, and events are essential for effective implementation</a:t>
            </a:r>
            <a:endParaRPr sz="1800" dirty="0"/>
          </a:p>
        </p:txBody>
      </p:sp>
      <p:sp>
        <p:nvSpPr>
          <p:cNvPr id="5" name="Rectangle: Rounded Corners 4">
            <a:extLst>
              <a:ext uri="{FF2B5EF4-FFF2-40B4-BE49-F238E27FC236}">
                <a16:creationId xmlns:a16="http://schemas.microsoft.com/office/drawing/2014/main" id="{0E14DC30-0BDD-EE17-1661-CAC1CAF39620}"/>
              </a:ext>
            </a:extLst>
          </p:cNvPr>
          <p:cNvSpPr/>
          <p:nvPr/>
        </p:nvSpPr>
        <p:spPr>
          <a:xfrm>
            <a:off x="2000864" y="2918436"/>
            <a:ext cx="4247536" cy="526517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634;p23">
            <a:extLst>
              <a:ext uri="{FF2B5EF4-FFF2-40B4-BE49-F238E27FC236}">
                <a16:creationId xmlns:a16="http://schemas.microsoft.com/office/drawing/2014/main" id="{3949BE96-FF49-470B-E003-DBB382A7A321}"/>
              </a:ext>
            </a:extLst>
          </p:cNvPr>
          <p:cNvSpPr txBox="1"/>
          <p:nvPr/>
        </p:nvSpPr>
        <p:spPr>
          <a:xfrm>
            <a:off x="2317954" y="4150639"/>
            <a:ext cx="3613355" cy="2800767"/>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Scrum is an agile framework that promotes iterative development and collaboration.</a:t>
            </a:r>
            <a:endParaRPr sz="1800" dirty="0"/>
          </a:p>
        </p:txBody>
      </p:sp>
      <p:sp>
        <p:nvSpPr>
          <p:cNvPr id="8" name="Minus Sign 7">
            <a:extLst>
              <a:ext uri="{FF2B5EF4-FFF2-40B4-BE49-F238E27FC236}">
                <a16:creationId xmlns:a16="http://schemas.microsoft.com/office/drawing/2014/main" id="{2A32EB6B-1A55-E5C0-C599-D551C6F7EEC0}"/>
              </a:ext>
            </a:extLst>
          </p:cNvPr>
          <p:cNvSpPr/>
          <p:nvPr/>
        </p:nvSpPr>
        <p:spPr>
          <a:xfrm>
            <a:off x="10881851" y="4816105"/>
            <a:ext cx="1489587" cy="1135626"/>
          </a:xfrm>
          <a:prstGeom prst="mathMinus">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inus Sign 6">
            <a:extLst>
              <a:ext uri="{FF2B5EF4-FFF2-40B4-BE49-F238E27FC236}">
                <a16:creationId xmlns:a16="http://schemas.microsoft.com/office/drawing/2014/main" id="{FFB7AC2E-5DA4-B112-1476-0CC71DEF8A15}"/>
              </a:ext>
            </a:extLst>
          </p:cNvPr>
          <p:cNvSpPr/>
          <p:nvPr/>
        </p:nvSpPr>
        <p:spPr>
          <a:xfrm>
            <a:off x="5907956" y="4816105"/>
            <a:ext cx="1489587" cy="1135626"/>
          </a:xfrm>
          <a:prstGeom prst="mathMinus">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grpSp>
        <p:nvGrpSpPr>
          <p:cNvPr id="2" name="Google Shape;307;p14">
            <a:extLst>
              <a:ext uri="{FF2B5EF4-FFF2-40B4-BE49-F238E27FC236}">
                <a16:creationId xmlns:a16="http://schemas.microsoft.com/office/drawing/2014/main" id="{AE0C78D0-BE0D-3270-299A-D918A8DB9FBB}"/>
              </a:ext>
            </a:extLst>
          </p:cNvPr>
          <p:cNvGrpSpPr/>
          <p:nvPr/>
        </p:nvGrpSpPr>
        <p:grpSpPr>
          <a:xfrm rot="-5400000">
            <a:off x="8528362" y="-202089"/>
            <a:ext cx="380745" cy="10040421"/>
            <a:chOff x="0" y="-47625"/>
            <a:chExt cx="95846" cy="1840663"/>
          </a:xfrm>
        </p:grpSpPr>
        <p:sp>
          <p:nvSpPr>
            <p:cNvPr id="3" name="Google Shape;308;p14">
              <a:extLst>
                <a:ext uri="{FF2B5EF4-FFF2-40B4-BE49-F238E27FC236}">
                  <a16:creationId xmlns:a16="http://schemas.microsoft.com/office/drawing/2014/main" id="{BF1AE3A4-A330-44C4-2988-3ED9FCC75A7F}"/>
                </a:ext>
              </a:extLst>
            </p:cNvPr>
            <p:cNvSpPr/>
            <p:nvPr/>
          </p:nvSpPr>
          <p:spPr>
            <a:xfrm>
              <a:off x="0" y="0"/>
              <a:ext cx="95846" cy="1793038"/>
            </a:xfrm>
            <a:custGeom>
              <a:avLst/>
              <a:gdLst/>
              <a:ahLst/>
              <a:cxnLst/>
              <a:rect l="l" t="t" r="r" b="b"/>
              <a:pathLst>
                <a:path w="95846" h="1793038" extrusionOk="0">
                  <a:moveTo>
                    <a:pt x="0" y="0"/>
                  </a:moveTo>
                  <a:lnTo>
                    <a:pt x="95846" y="0"/>
                  </a:lnTo>
                  <a:lnTo>
                    <a:pt x="95846" y="1793038"/>
                  </a:lnTo>
                  <a:lnTo>
                    <a:pt x="0" y="1793038"/>
                  </a:lnTo>
                  <a:close/>
                </a:path>
              </a:pathLst>
            </a:custGeom>
            <a:solidFill>
              <a:srgbClr val="B6DCEB"/>
            </a:solidFill>
            <a:ln>
              <a:noFill/>
            </a:ln>
          </p:spPr>
          <p:txBody>
            <a:bodyPr/>
            <a:lstStyle/>
            <a:p>
              <a:endParaRPr lang="en-US"/>
            </a:p>
          </p:txBody>
        </p:sp>
        <p:sp>
          <p:nvSpPr>
            <p:cNvPr id="4" name="Google Shape;309;p14">
              <a:extLst>
                <a:ext uri="{FF2B5EF4-FFF2-40B4-BE49-F238E27FC236}">
                  <a16:creationId xmlns:a16="http://schemas.microsoft.com/office/drawing/2014/main" id="{B22ADCA2-2143-B94F-096D-B5ADE7AB85B1}"/>
                </a:ext>
              </a:extLst>
            </p:cNvPr>
            <p:cNvSpPr txBox="1"/>
            <p:nvPr/>
          </p:nvSpPr>
          <p:spPr>
            <a:xfrm>
              <a:off x="0" y="-47625"/>
              <a:ext cx="95846" cy="1840663"/>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305" name="Google Shape;305;p14"/>
          <p:cNvPicPr preferRelativeResize="0"/>
          <p:nvPr/>
        </p:nvPicPr>
        <p:blipFill rotWithShape="1">
          <a:blip r:embed="rId3">
            <a:alphaModFix/>
          </a:blip>
          <a:srcRect l="43917" t="30439"/>
          <a:stretch/>
        </p:blipFill>
        <p:spPr>
          <a:xfrm>
            <a:off x="0" y="0"/>
            <a:ext cx="3698524" cy="6485824"/>
          </a:xfrm>
          <a:prstGeom prst="rect">
            <a:avLst/>
          </a:prstGeom>
          <a:noFill/>
          <a:ln>
            <a:noFill/>
          </a:ln>
        </p:spPr>
      </p:pic>
      <p:pic>
        <p:nvPicPr>
          <p:cNvPr id="306" name="Google Shape;306;p14"/>
          <p:cNvPicPr preferRelativeResize="0"/>
          <p:nvPr/>
        </p:nvPicPr>
        <p:blipFill rotWithShape="1">
          <a:blip r:embed="rId4">
            <a:alphaModFix/>
          </a:blip>
          <a:srcRect r="38852" b="33137"/>
          <a:stretch/>
        </p:blipFill>
        <p:spPr>
          <a:xfrm>
            <a:off x="12395725" y="2316300"/>
            <a:ext cx="5892276" cy="7970702"/>
          </a:xfrm>
          <a:prstGeom prst="rect">
            <a:avLst/>
          </a:prstGeom>
          <a:noFill/>
          <a:ln>
            <a:noFill/>
          </a:ln>
        </p:spPr>
      </p:pic>
      <p:grpSp>
        <p:nvGrpSpPr>
          <p:cNvPr id="307" name="Google Shape;307;p14"/>
          <p:cNvGrpSpPr/>
          <p:nvPr/>
        </p:nvGrpSpPr>
        <p:grpSpPr>
          <a:xfrm rot="-5400000">
            <a:off x="8099838" y="3020212"/>
            <a:ext cx="380744" cy="7311967"/>
            <a:chOff x="0" y="-47625"/>
            <a:chExt cx="95846" cy="1840663"/>
          </a:xfrm>
        </p:grpSpPr>
        <p:sp>
          <p:nvSpPr>
            <p:cNvPr id="308" name="Google Shape;308;p14"/>
            <p:cNvSpPr/>
            <p:nvPr/>
          </p:nvSpPr>
          <p:spPr>
            <a:xfrm>
              <a:off x="0" y="0"/>
              <a:ext cx="95846" cy="1793038"/>
            </a:xfrm>
            <a:custGeom>
              <a:avLst/>
              <a:gdLst/>
              <a:ahLst/>
              <a:cxnLst/>
              <a:rect l="l" t="t" r="r" b="b"/>
              <a:pathLst>
                <a:path w="95846" h="1793038" extrusionOk="0">
                  <a:moveTo>
                    <a:pt x="0" y="0"/>
                  </a:moveTo>
                  <a:lnTo>
                    <a:pt x="95846" y="0"/>
                  </a:lnTo>
                  <a:lnTo>
                    <a:pt x="95846" y="1793038"/>
                  </a:lnTo>
                  <a:lnTo>
                    <a:pt x="0" y="1793038"/>
                  </a:lnTo>
                  <a:close/>
                </a:path>
              </a:pathLst>
            </a:custGeom>
            <a:solidFill>
              <a:srgbClr val="B6DCEB"/>
            </a:solidFill>
            <a:ln>
              <a:noFill/>
            </a:ln>
          </p:spPr>
          <p:txBody>
            <a:bodyPr/>
            <a:lstStyle/>
            <a:p>
              <a:endParaRPr lang="en-US"/>
            </a:p>
          </p:txBody>
        </p:sp>
        <p:sp>
          <p:nvSpPr>
            <p:cNvPr id="309" name="Google Shape;309;p14"/>
            <p:cNvSpPr txBox="1"/>
            <p:nvPr/>
          </p:nvSpPr>
          <p:spPr>
            <a:xfrm>
              <a:off x="0" y="-47625"/>
              <a:ext cx="95846" cy="1840663"/>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3" name="Google Shape;313;p14"/>
          <p:cNvSpPr txBox="1"/>
          <p:nvPr/>
        </p:nvSpPr>
        <p:spPr>
          <a:xfrm>
            <a:off x="2189276" y="3335401"/>
            <a:ext cx="13041000" cy="393954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8000" b="0" i="0" u="none" strike="noStrike" cap="none" dirty="0">
                <a:solidFill>
                  <a:srgbClr val="000000"/>
                </a:solidFill>
                <a:latin typeface="Alef"/>
                <a:ea typeface="Alef"/>
                <a:cs typeface="Alef"/>
                <a:sym typeface="Alef"/>
              </a:rPr>
              <a:t>"Thank you for your attention!.”</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1364</Words>
  <Application>Microsoft Office PowerPoint</Application>
  <PresentationFormat>Custom</PresentationFormat>
  <Paragraphs>150</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Blinker</vt:lpstr>
      <vt:lpstr>Alef</vt:lpstr>
      <vt:lpstr>var(--font-fk-grotesk)</vt:lpstr>
      <vt:lpstr>__fkGroteskNeue_598ab8</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Mohammed Naseer Sihanas</cp:lastModifiedBy>
  <cp:revision>1</cp:revision>
  <dcterms:modified xsi:type="dcterms:W3CDTF">2024-08-28T17:37:57Z</dcterms:modified>
</cp:coreProperties>
</file>