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12"/>
  </p:notesMasterIdLst>
  <p:sldIdLst>
    <p:sldId id="256" r:id="rId2"/>
    <p:sldId id="258" r:id="rId3"/>
    <p:sldId id="259" r:id="rId4"/>
    <p:sldId id="257" r:id="rId5"/>
    <p:sldId id="266" r:id="rId6"/>
    <p:sldId id="269" r:id="rId7"/>
    <p:sldId id="261" r:id="rId8"/>
    <p:sldId id="265" r:id="rId9"/>
    <p:sldId id="271" r:id="rId10"/>
    <p:sldId id="262" r:id="rId11"/>
  </p:sldIdLst>
  <p:sldSz cx="18288000" cy="10287000"/>
  <p:notesSz cx="6858000" cy="9144000"/>
  <p:embeddedFontLst>
    <p:embeddedFont>
      <p:font typeface="Alef" panose="00000500000000000000" pitchFamily="2" charset="-79"/>
      <p:regular r:id="rId13"/>
      <p:bold r:id="rId14"/>
    </p:embeddedFont>
    <p:embeddedFont>
      <p:font typeface="Blinker"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19DE7-5237-4721-A300-2E94DB201547}" v="2" dt="2024-09-04T05:11:32.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47843" autoAdjust="0"/>
  </p:normalViewPr>
  <p:slideViewPr>
    <p:cSldViewPr snapToGrid="0">
      <p:cViewPr varScale="1">
        <p:scale>
          <a:sx n="55" d="100"/>
          <a:sy n="55" d="100"/>
        </p:scale>
        <p:origin x="658"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B1419DE7-5237-4721-A300-2E94DB201547}"/>
    <pc:docChg chg="modSld">
      <pc:chgData name="Mohammed Naseer Sihanas" userId="baf10d46-ca0e-4f93-8b9a-bd1fa4bc7e8f" providerId="ADAL" clId="{B1419DE7-5237-4721-A300-2E94DB201547}" dt="2024-09-04T05:11:45.564" v="5" actId="1076"/>
      <pc:docMkLst>
        <pc:docMk/>
      </pc:docMkLst>
      <pc:sldChg chg="modNotesTx">
        <pc:chgData name="Mohammed Naseer Sihanas" userId="baf10d46-ca0e-4f93-8b9a-bd1fa4bc7e8f" providerId="ADAL" clId="{B1419DE7-5237-4721-A300-2E94DB201547}" dt="2024-09-02T16:43:48.768" v="2"/>
        <pc:sldMkLst>
          <pc:docMk/>
          <pc:sldMk cId="0" sldId="257"/>
        </pc:sldMkLst>
      </pc:sldChg>
      <pc:sldChg chg="modNotesTx">
        <pc:chgData name="Mohammed Naseer Sihanas" userId="baf10d46-ca0e-4f93-8b9a-bd1fa4bc7e8f" providerId="ADAL" clId="{B1419DE7-5237-4721-A300-2E94DB201547}" dt="2024-09-02T16:43:22.828" v="1"/>
        <pc:sldMkLst>
          <pc:docMk/>
          <pc:sldMk cId="0" sldId="259"/>
        </pc:sldMkLst>
      </pc:sldChg>
      <pc:sldChg chg="modNotesTx">
        <pc:chgData name="Mohammed Naseer Sihanas" userId="baf10d46-ca0e-4f93-8b9a-bd1fa4bc7e8f" providerId="ADAL" clId="{B1419DE7-5237-4721-A300-2E94DB201547}" dt="2024-09-02T16:44:48.981" v="3"/>
        <pc:sldMkLst>
          <pc:docMk/>
          <pc:sldMk cId="0" sldId="266"/>
        </pc:sldMkLst>
      </pc:sldChg>
      <pc:sldChg chg="addSp modSp mod">
        <pc:chgData name="Mohammed Naseer Sihanas" userId="baf10d46-ca0e-4f93-8b9a-bd1fa4bc7e8f" providerId="ADAL" clId="{B1419DE7-5237-4721-A300-2E94DB201547}" dt="2024-09-04T05:11:45.564" v="5" actId="1076"/>
        <pc:sldMkLst>
          <pc:docMk/>
          <pc:sldMk cId="0" sldId="271"/>
        </pc:sldMkLst>
        <pc:spChg chg="mod">
          <ac:chgData name="Mohammed Naseer Sihanas" userId="baf10d46-ca0e-4f93-8b9a-bd1fa4bc7e8f" providerId="ADAL" clId="{B1419DE7-5237-4721-A300-2E94DB201547}" dt="2024-09-04T05:11:45.564" v="5" actId="1076"/>
          <ac:spMkLst>
            <pc:docMk/>
            <pc:sldMk cId="0" sldId="271"/>
            <ac:spMk id="2" creationId="{42141E73-930C-26E5-6BA4-0F9CD47CC42E}"/>
          </ac:spMkLst>
        </pc:spChg>
        <pc:spChg chg="mod">
          <ac:chgData name="Mohammed Naseer Sihanas" userId="baf10d46-ca0e-4f93-8b9a-bd1fa4bc7e8f" providerId="ADAL" clId="{B1419DE7-5237-4721-A300-2E94DB201547}" dt="2024-09-04T05:11:45.564" v="5" actId="1076"/>
          <ac:spMkLst>
            <pc:docMk/>
            <pc:sldMk cId="0" sldId="271"/>
            <ac:spMk id="3" creationId="{CF61C791-A730-30B0-F980-A4F1271169C3}"/>
          </ac:spMkLst>
        </pc:spChg>
        <pc:spChg chg="mod">
          <ac:chgData name="Mohammed Naseer Sihanas" userId="baf10d46-ca0e-4f93-8b9a-bd1fa4bc7e8f" providerId="ADAL" clId="{B1419DE7-5237-4721-A300-2E94DB201547}" dt="2024-09-04T05:11:45.564" v="5" actId="1076"/>
          <ac:spMkLst>
            <pc:docMk/>
            <pc:sldMk cId="0" sldId="271"/>
            <ac:spMk id="4" creationId="{3617AB3E-B393-A5CB-E51D-8BC1D0989BF2}"/>
          </ac:spMkLst>
        </pc:spChg>
        <pc:spChg chg="mod">
          <ac:chgData name="Mohammed Naseer Sihanas" userId="baf10d46-ca0e-4f93-8b9a-bd1fa4bc7e8f" providerId="ADAL" clId="{B1419DE7-5237-4721-A300-2E94DB201547}" dt="2024-09-04T05:11:45.564" v="5" actId="1076"/>
          <ac:spMkLst>
            <pc:docMk/>
            <pc:sldMk cId="0" sldId="271"/>
            <ac:spMk id="5" creationId="{0E14DC30-0BDD-EE17-1661-CAC1CAF39620}"/>
          </ac:spMkLst>
        </pc:spChg>
        <pc:spChg chg="mod">
          <ac:chgData name="Mohammed Naseer Sihanas" userId="baf10d46-ca0e-4f93-8b9a-bd1fa4bc7e8f" providerId="ADAL" clId="{B1419DE7-5237-4721-A300-2E94DB201547}" dt="2024-09-04T05:11:45.564" v="5" actId="1076"/>
          <ac:spMkLst>
            <pc:docMk/>
            <pc:sldMk cId="0" sldId="271"/>
            <ac:spMk id="6" creationId="{3949BE96-FF49-470B-E003-DBB382A7A321}"/>
          </ac:spMkLst>
        </pc:spChg>
        <pc:spChg chg="mod">
          <ac:chgData name="Mohammed Naseer Sihanas" userId="baf10d46-ca0e-4f93-8b9a-bd1fa4bc7e8f" providerId="ADAL" clId="{B1419DE7-5237-4721-A300-2E94DB201547}" dt="2024-09-04T05:11:45.564" v="5" actId="1076"/>
          <ac:spMkLst>
            <pc:docMk/>
            <pc:sldMk cId="0" sldId="271"/>
            <ac:spMk id="7" creationId="{FFB7AC2E-5DA4-B112-1476-0CC71DEF8A15}"/>
          </ac:spMkLst>
        </pc:spChg>
        <pc:spChg chg="mod">
          <ac:chgData name="Mohammed Naseer Sihanas" userId="baf10d46-ca0e-4f93-8b9a-bd1fa4bc7e8f" providerId="ADAL" clId="{B1419DE7-5237-4721-A300-2E94DB201547}" dt="2024-09-04T05:11:45.564" v="5" actId="1076"/>
          <ac:spMkLst>
            <pc:docMk/>
            <pc:sldMk cId="0" sldId="271"/>
            <ac:spMk id="8" creationId="{2A32EB6B-1A55-E5C0-C599-D551C6F7EEC0}"/>
          </ac:spMkLst>
        </pc:spChg>
        <pc:spChg chg="add mod">
          <ac:chgData name="Mohammed Naseer Sihanas" userId="baf10d46-ca0e-4f93-8b9a-bd1fa4bc7e8f" providerId="ADAL" clId="{B1419DE7-5237-4721-A300-2E94DB201547}" dt="2024-09-04T05:11:32.682" v="4"/>
          <ac:spMkLst>
            <pc:docMk/>
            <pc:sldMk cId="0" sldId="271"/>
            <ac:spMk id="9" creationId="{9C3B73CD-DA58-4872-393A-9C60AB57CC8E}"/>
          </ac:spMkLst>
        </pc:spChg>
        <pc:spChg chg="add mod">
          <ac:chgData name="Mohammed Naseer Sihanas" userId="baf10d46-ca0e-4f93-8b9a-bd1fa4bc7e8f" providerId="ADAL" clId="{B1419DE7-5237-4721-A300-2E94DB201547}" dt="2024-09-04T05:11:32.682" v="4"/>
          <ac:spMkLst>
            <pc:docMk/>
            <pc:sldMk cId="0" sldId="271"/>
            <ac:spMk id="10" creationId="{E5F39402-3585-0F43-66D9-BB988F2CD444}"/>
          </ac:spMkLst>
        </pc:spChg>
        <pc:spChg chg="mod">
          <ac:chgData name="Mohammed Naseer Sihanas" userId="baf10d46-ca0e-4f93-8b9a-bd1fa4bc7e8f" providerId="ADAL" clId="{B1419DE7-5237-4721-A300-2E94DB201547}" dt="2024-09-04T05:11:45.564" v="5" actId="1076"/>
          <ac:spMkLst>
            <pc:docMk/>
            <pc:sldMk cId="0" sldId="271"/>
            <ac:spMk id="634" creationId="{00000000-0000-0000-0000-000000000000}"/>
          </ac:spMkLst>
        </pc:spChg>
      </pc:sldChg>
    </pc:docChg>
  </pc:docChgLst>
  <pc:docChgLst>
    <pc:chgData name="Mohammed Naseer Sihanas" userId="baf10d46-ca0e-4f93-8b9a-bd1fa4bc7e8f" providerId="ADAL" clId="{560261B9-4736-442E-92C2-F81B41E64081}"/>
    <pc:docChg chg="custSel modSld">
      <pc:chgData name="Mohammed Naseer Sihanas" userId="baf10d46-ca0e-4f93-8b9a-bd1fa4bc7e8f" providerId="ADAL" clId="{560261B9-4736-442E-92C2-F81B41E64081}" dt="2024-09-02T16:40:57.840" v="0" actId="478"/>
      <pc:docMkLst>
        <pc:docMk/>
      </pc:docMkLst>
      <pc:sldChg chg="delSp mod">
        <pc:chgData name="Mohammed Naseer Sihanas" userId="baf10d46-ca0e-4f93-8b9a-bd1fa4bc7e8f" providerId="ADAL" clId="{560261B9-4736-442E-92C2-F81B41E64081}" dt="2024-09-02T16:40:57.840" v="0" actId="478"/>
        <pc:sldMkLst>
          <pc:docMk/>
          <pc:sldMk cId="0" sldId="266"/>
        </pc:sldMkLst>
        <pc:spChg chg="del">
          <ac:chgData name="Mohammed Naseer Sihanas" userId="baf10d46-ca0e-4f93-8b9a-bd1fa4bc7e8f" providerId="ADAL" clId="{560261B9-4736-442E-92C2-F81B41E64081}" dt="2024-09-02T16:40:57.840" v="0" actId="478"/>
          <ac:spMkLst>
            <pc:docMk/>
            <pc:sldMk cId="0" sldId="266"/>
            <ac:spMk id="46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Scrum?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"Scrum is an Agile framework that helps teams work together to develop and deliver high-quality products. It promotes iterative progress through short cycles called sprints, allowing teams to adapt to changing requirements and feedback.“</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Why Scrum?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Scrum framework enhances collaboration and accountability among team members. It allows teams to deliver value quickly, respond to changes, and continuously improve their processes and products."</a:t>
            </a:r>
          </a:p>
        </p:txBody>
      </p:sp>
      <p:sp>
        <p:nvSpPr>
          <p:cNvPr id="176" name="Google Shape;17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Scrum has three main roles: the Product Owner, Scrum Master, and Development Team. The Product Owner sets the vision and prioritizes tasks. The Scrum Master guides the team in following Scrum practices. The Development Team, a self-organizing group, is responsible for delivering the product.</a:t>
            </a:r>
          </a:p>
        </p:txBody>
      </p:sp>
      <p:sp>
        <p:nvSpPr>
          <p:cNvPr id="206" name="Google Shape;2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Scrum uses three key tools: the Product Backlog, Sprint Backlog, and Increment. The Product Backlog lists all tasks for the project, while the Sprint Backlog focuses on tasks for the current sprint. The Increment is the sum of completed tasks at the end of a sprint.</a:t>
            </a:r>
            <a:endParaRPr dirty="0"/>
          </a:p>
        </p:txBody>
      </p:sp>
      <p:sp>
        <p:nvSpPr>
          <p:cNvPr id="152" name="Google Shape;15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Scrum includes events like Sprint Planning, the Sprint itself, Daily Scrums, Sprint Reviews, and Sprint Retrospectives. These events help the team stay aligned, adapt to changes, and continuously improve their work.</a:t>
            </a:r>
            <a:endParaRPr dirty="0"/>
          </a:p>
        </p:txBody>
      </p:sp>
      <p:sp>
        <p:nvSpPr>
          <p:cNvPr id="417" name="Google Shape;4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Visual Diagram:</a:t>
            </a:r>
          </a:p>
          <a:p>
            <a:pPr marL="0" lvl="0" indent="0" algn="l" rtl="0">
              <a:spcBef>
                <a:spcPts val="0"/>
              </a:spcBef>
              <a:spcAft>
                <a:spcPts val="0"/>
              </a:spcAft>
              <a:buNone/>
            </a:pPr>
            <a:r>
              <a:rPr lang="en-US" dirty="0"/>
              <a:t>"In this diagram, we can see how the Scrum roles, artifacts, and events interact with each other. The iterative nature of Scrum allows teams to continuously refine their work based on feedback and learning from each sprint.“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Key Points:</a:t>
            </a:r>
          </a:p>
          <a:p>
            <a:pPr marL="0" lvl="0" indent="0" algn="l" rtl="0">
              <a:spcBef>
                <a:spcPts val="0"/>
              </a:spcBef>
              <a:spcAft>
                <a:spcPts val="0"/>
              </a:spcAft>
              <a:buNone/>
            </a:pPr>
            <a:r>
              <a:rPr lang="en-US" dirty="0"/>
              <a:t>"The workflow emphasizes collaboration among team members and stakeholders, ensuring that everyone is aligned and working towards the same goals."</a:t>
            </a:r>
            <a:endParaRPr dirty="0"/>
          </a:p>
        </p:txBody>
      </p:sp>
      <p:sp>
        <p:nvSpPr>
          <p:cNvPr id="518" name="Google Shape;51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Increased Transparency:</a:t>
            </a:r>
          </a:p>
          <a:p>
            <a:pPr marL="0" lvl="0" indent="0" algn="l" rtl="0">
              <a:spcBef>
                <a:spcPts val="0"/>
              </a:spcBef>
              <a:spcAft>
                <a:spcPts val="0"/>
              </a:spcAft>
              <a:buNone/>
            </a:pPr>
            <a:r>
              <a:rPr lang="en-US" dirty="0"/>
              <a:t>"Scrum promotes transparency through regular meetings and updates, allowing everyone involved to see progress and understand challenges.“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Higher Product Quality:</a:t>
            </a:r>
          </a:p>
          <a:p>
            <a:pPr marL="0" lvl="0" indent="0" algn="l" rtl="0">
              <a:spcBef>
                <a:spcPts val="0"/>
              </a:spcBef>
              <a:spcAft>
                <a:spcPts val="0"/>
              </a:spcAft>
              <a:buNone/>
            </a:pPr>
            <a:r>
              <a:rPr lang="en-US" dirty="0"/>
              <a:t>"With continuous testing and feedback, Scrum helps teams identify and resolve issues early, leading to higher quality products.“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Enhanced Flexibility:</a:t>
            </a:r>
          </a:p>
          <a:p>
            <a:pPr marL="0" lvl="0" indent="0" algn="l" rtl="0">
              <a:spcBef>
                <a:spcPts val="0"/>
              </a:spcBef>
              <a:spcAft>
                <a:spcPts val="0"/>
              </a:spcAft>
              <a:buNone/>
            </a:pPr>
            <a:r>
              <a:rPr lang="en-US" dirty="0"/>
              <a:t>"Scrum allows teams to adapt to changing requirements quickly, ensuring that the product remains relevant and valuable to users.“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Improved Team Collaboration:</a:t>
            </a:r>
          </a:p>
          <a:p>
            <a:pPr marL="0" lvl="0" indent="0" algn="l" rtl="0">
              <a:spcBef>
                <a:spcPts val="0"/>
              </a:spcBef>
              <a:spcAft>
                <a:spcPts val="0"/>
              </a:spcAft>
              <a:buNone/>
            </a:pPr>
            <a:r>
              <a:rPr lang="en-US" dirty="0"/>
              <a:t>"The emphasis on teamwork and communication fosters a collaborative environment, which can lead to innovative solutions and a more engaged team."</a:t>
            </a:r>
            <a:endParaRPr dirty="0"/>
          </a:p>
        </p:txBody>
      </p:sp>
      <p:sp>
        <p:nvSpPr>
          <p:cNvPr id="259" name="Google Shape;25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Team Dynamics:</a:t>
            </a:r>
          </a:p>
          <a:p>
            <a:pPr marL="0" lvl="0" indent="0" algn="l" rtl="0">
              <a:spcBef>
                <a:spcPts val="0"/>
              </a:spcBef>
              <a:spcAft>
                <a:spcPts val="0"/>
              </a:spcAft>
              <a:buNone/>
            </a:pPr>
            <a:r>
              <a:rPr lang="en-US" dirty="0"/>
              <a:t>"Effective Scrum implementation requires strong collaboration and communication skills. Teams may face challenges if members are not fully engaged or if there are conflicts.“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Role Clarity:</a:t>
            </a:r>
          </a:p>
          <a:p>
            <a:pPr marL="0" lvl="0" indent="0" algn="l" rtl="0">
              <a:spcBef>
                <a:spcPts val="0"/>
              </a:spcBef>
              <a:spcAft>
                <a:spcPts val="0"/>
              </a:spcAft>
              <a:buNone/>
            </a:pPr>
            <a:r>
              <a:rPr lang="en-US" dirty="0"/>
              <a:t>"Misunderstanding the roles of Product Owner, Scrum Master, and Development Team can lead to confusion and inefficiencies. Clear definitions and responsibilities are essential.“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Commitment:</a:t>
            </a:r>
          </a:p>
          <a:p>
            <a:pPr marL="0" lvl="0" indent="0" algn="l" rtl="0">
              <a:spcBef>
                <a:spcPts val="0"/>
              </a:spcBef>
              <a:spcAft>
                <a:spcPts val="0"/>
              </a:spcAft>
              <a:buNone/>
            </a:pPr>
            <a:r>
              <a:rPr lang="en-US" dirty="0"/>
              <a:t>"Scrum requires full commitment from all team members. If some members are not dedicated to the process, it can hinder the team's success."</a:t>
            </a:r>
            <a:endParaRPr dirty="0"/>
          </a:p>
        </p:txBody>
      </p:sp>
      <p:sp>
        <p:nvSpPr>
          <p:cNvPr id="386" name="Google Shape;3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Recap Key Points:</a:t>
            </a:r>
          </a:p>
          <a:p>
            <a:pPr marL="0" lvl="0" indent="0" algn="l" rtl="0">
              <a:spcBef>
                <a:spcPts val="0"/>
              </a:spcBef>
              <a:spcAft>
                <a:spcPts val="0"/>
              </a:spcAft>
              <a:buNone/>
            </a:pPr>
            <a:r>
              <a:rPr lang="en-US" dirty="0"/>
              <a:t>"In summary, Scrum is an Agile framework that promotes iterative development and collaboration among teams. Understanding the key roles, artifacts, and events is essential for effective implementation.“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 Thought:</a:t>
            </a:r>
          </a:p>
          <a:p>
            <a:pPr marL="0" lvl="0" indent="0" algn="l" rtl="0">
              <a:spcBef>
                <a:spcPts val="0"/>
              </a:spcBef>
              <a:spcAft>
                <a:spcPts val="0"/>
              </a:spcAft>
              <a:buNone/>
            </a:pPr>
            <a:r>
              <a:rPr lang="en-US" dirty="0"/>
              <a:t>"By embracing Scrum, organizations can achieve better project outcomes and foster a more engaged and productive team."</a:t>
            </a:r>
            <a:endParaRPr dirty="0"/>
          </a:p>
        </p:txBody>
      </p:sp>
      <p:sp>
        <p:nvSpPr>
          <p:cNvPr id="618" name="Google Shape;61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9"/>
        <p:cNvGrpSpPr/>
        <p:nvPr/>
      </p:nvGrpSpPr>
      <p:grpSpPr>
        <a:xfrm>
          <a:off x="0" y="0"/>
          <a:ext cx="0" cy="0"/>
          <a:chOff x="0" y="0"/>
          <a:chExt cx="0" cy="0"/>
        </a:xfrm>
      </p:grpSpPr>
      <p:pic>
        <p:nvPicPr>
          <p:cNvPr id="10" name="Google Shape;10;p3"/>
          <p:cNvPicPr preferRelativeResize="0"/>
          <p:nvPr/>
        </p:nvPicPr>
        <p:blipFill rotWithShape="1">
          <a:blip r:embed="rId2">
            <a:alphaModFix/>
          </a:blip>
          <a:srcRect r="18844"/>
          <a:stretch/>
        </p:blipFill>
        <p:spPr>
          <a:xfrm>
            <a:off x="10200249" y="380775"/>
            <a:ext cx="8087749" cy="9978474"/>
          </a:xfrm>
          <a:prstGeom prst="rect">
            <a:avLst/>
          </a:prstGeom>
          <a:noFill/>
          <a:ln>
            <a:noFill/>
          </a:ln>
        </p:spPr>
      </p:pic>
      <p:grpSp>
        <p:nvGrpSpPr>
          <p:cNvPr id="11" name="Google Shape;11;p3"/>
          <p:cNvGrpSpPr/>
          <p:nvPr/>
        </p:nvGrpSpPr>
        <p:grpSpPr>
          <a:xfrm>
            <a:off x="1" y="2250625"/>
            <a:ext cx="7598745" cy="712699"/>
            <a:chOff x="0" y="-47625"/>
            <a:chExt cx="2292300" cy="175897"/>
          </a:xfrm>
        </p:grpSpPr>
        <p:sp>
          <p:nvSpPr>
            <p:cNvPr id="12" name="Google Shape;12;p3"/>
            <p:cNvSpPr/>
            <p:nvPr/>
          </p:nvSpPr>
          <p:spPr>
            <a:xfrm>
              <a:off x="0" y="0"/>
              <a:ext cx="2292279" cy="128272"/>
            </a:xfrm>
            <a:custGeom>
              <a:avLst/>
              <a:gdLst/>
              <a:ahLst/>
              <a:cxnLst/>
              <a:rect l="l" t="t" r="r" b="b"/>
              <a:pathLst>
                <a:path w="2292279" h="128272" extrusionOk="0">
                  <a:moveTo>
                    <a:pt x="0" y="0"/>
                  </a:moveTo>
                  <a:lnTo>
                    <a:pt x="2292279" y="0"/>
                  </a:lnTo>
                  <a:lnTo>
                    <a:pt x="2292279" y="128272"/>
                  </a:lnTo>
                  <a:lnTo>
                    <a:pt x="0" y="128272"/>
                  </a:lnTo>
                  <a:close/>
                </a:path>
              </a:pathLst>
            </a:custGeom>
            <a:solidFill>
              <a:srgbClr val="EBD24C"/>
            </a:solidFill>
            <a:ln>
              <a:noFill/>
            </a:ln>
          </p:spPr>
        </p:sp>
        <p:sp>
          <p:nvSpPr>
            <p:cNvPr id="13" name="Google Shape;13;p3"/>
            <p:cNvSpPr txBox="1"/>
            <p:nvPr/>
          </p:nvSpPr>
          <p:spPr>
            <a:xfrm>
              <a:off x="0" y="-47625"/>
              <a:ext cx="22923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 name="Google Shape;14;p3"/>
          <p:cNvGrpSpPr/>
          <p:nvPr/>
        </p:nvGrpSpPr>
        <p:grpSpPr>
          <a:xfrm>
            <a:off x="-1" y="4682251"/>
            <a:ext cx="9057949" cy="712717"/>
            <a:chOff x="0" y="-47625"/>
            <a:chExt cx="2606754" cy="175897"/>
          </a:xfrm>
        </p:grpSpPr>
        <p:sp>
          <p:nvSpPr>
            <p:cNvPr id="15" name="Google Shape;15;p3"/>
            <p:cNvSpPr/>
            <p:nvPr/>
          </p:nvSpPr>
          <p:spPr>
            <a:xfrm>
              <a:off x="0" y="0"/>
              <a:ext cx="2606754" cy="128272"/>
            </a:xfrm>
            <a:custGeom>
              <a:avLst/>
              <a:gdLst/>
              <a:ahLst/>
              <a:cxnLst/>
              <a:rect l="l" t="t" r="r" b="b"/>
              <a:pathLst>
                <a:path w="2606754" h="128272" extrusionOk="0">
                  <a:moveTo>
                    <a:pt x="0" y="0"/>
                  </a:moveTo>
                  <a:lnTo>
                    <a:pt x="2606754" y="0"/>
                  </a:lnTo>
                  <a:lnTo>
                    <a:pt x="2606754" y="128272"/>
                  </a:lnTo>
                  <a:lnTo>
                    <a:pt x="0" y="128272"/>
                  </a:lnTo>
                  <a:close/>
                </a:path>
              </a:pathLst>
            </a:custGeom>
            <a:solidFill>
              <a:srgbClr val="B6DCEB"/>
            </a:solidFill>
            <a:ln>
              <a:noFill/>
            </a:ln>
          </p:spPr>
        </p:sp>
        <p:sp>
          <p:nvSpPr>
            <p:cNvPr id="16" name="Google Shape;16;p3"/>
            <p:cNvSpPr txBox="1"/>
            <p:nvPr/>
          </p:nvSpPr>
          <p:spPr>
            <a:xfrm>
              <a:off x="0" y="-47625"/>
              <a:ext cx="26067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 name="Google Shape;17;p3"/>
          <p:cNvGrpSpPr/>
          <p:nvPr/>
        </p:nvGrpSpPr>
        <p:grpSpPr>
          <a:xfrm>
            <a:off x="-1" y="6947456"/>
            <a:ext cx="10172130" cy="712717"/>
            <a:chOff x="0" y="-47625"/>
            <a:chExt cx="2927400" cy="175897"/>
          </a:xfrm>
        </p:grpSpPr>
        <p:sp>
          <p:nvSpPr>
            <p:cNvPr id="18" name="Google Shape;18;p3"/>
            <p:cNvSpPr/>
            <p:nvPr/>
          </p:nvSpPr>
          <p:spPr>
            <a:xfrm>
              <a:off x="0" y="0"/>
              <a:ext cx="2927336" cy="128272"/>
            </a:xfrm>
            <a:custGeom>
              <a:avLst/>
              <a:gdLst/>
              <a:ahLst/>
              <a:cxnLst/>
              <a:rect l="l" t="t" r="r" b="b"/>
              <a:pathLst>
                <a:path w="2927336" h="128272" extrusionOk="0">
                  <a:moveTo>
                    <a:pt x="0" y="0"/>
                  </a:moveTo>
                  <a:lnTo>
                    <a:pt x="2927336" y="0"/>
                  </a:lnTo>
                  <a:lnTo>
                    <a:pt x="2927336" y="128272"/>
                  </a:lnTo>
                  <a:lnTo>
                    <a:pt x="0" y="128272"/>
                  </a:lnTo>
                  <a:close/>
                </a:path>
              </a:pathLst>
            </a:custGeom>
            <a:solidFill>
              <a:srgbClr val="BFBFBF"/>
            </a:solidFill>
            <a:ln>
              <a:noFill/>
            </a:ln>
          </p:spPr>
        </p:sp>
        <p:sp>
          <p:nvSpPr>
            <p:cNvPr id="19" name="Google Shape;19;p3"/>
            <p:cNvSpPr txBox="1"/>
            <p:nvPr/>
          </p:nvSpPr>
          <p:spPr>
            <a:xfrm>
              <a:off x="0" y="-47625"/>
              <a:ext cx="29274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 name="Google Shape;20;p3"/>
          <p:cNvSpPr txBox="1">
            <a:spLocks noGrp="1"/>
          </p:cNvSpPr>
          <p:nvPr>
            <p:ph type="title"/>
          </p:nvPr>
        </p:nvSpPr>
        <p:spPr>
          <a:xfrm>
            <a:off x="675975" y="1044700"/>
            <a:ext cx="10172100" cy="7312200"/>
          </a:xfrm>
          <a:prstGeom prst="rect">
            <a:avLst/>
          </a:prstGeom>
          <a:noFill/>
          <a:ln>
            <a:noFill/>
          </a:ln>
        </p:spPr>
        <p:txBody>
          <a:bodyPr spcFirstLastPara="1" wrap="square" lIns="91425" tIns="45700" rIns="91425" bIns="45700" anchor="t" anchorCtr="0">
            <a:noAutofit/>
          </a:bodyPr>
          <a:lstStyle>
            <a:lvl1pPr marR="0" lvl="0" algn="l" rtl="0">
              <a:lnSpc>
                <a:spcPct val="120000"/>
              </a:lnSpc>
              <a:spcBef>
                <a:spcPts val="0"/>
              </a:spcBef>
              <a:spcAft>
                <a:spcPts val="0"/>
              </a:spcAft>
              <a:buClr>
                <a:schemeClr val="dk1"/>
              </a:buClr>
              <a:buSzPts val="13100"/>
              <a:buFont typeface="Alef"/>
              <a:buNone/>
              <a:defRPr sz="13100" i="0" u="none" strike="noStrike" cap="none">
                <a:solidFill>
                  <a:schemeClr val="dk1"/>
                </a:solidFill>
                <a:latin typeface="Alef"/>
                <a:ea typeface="Alef"/>
                <a:cs typeface="Alef"/>
                <a:sym typeface="Alef"/>
              </a:defRPr>
            </a:lvl1pPr>
            <a:lvl2pPr lvl="1" rtl="0">
              <a:lnSpc>
                <a:spcPct val="120000"/>
              </a:lnSpc>
              <a:spcBef>
                <a:spcPts val="0"/>
              </a:spcBef>
              <a:spcAft>
                <a:spcPts val="0"/>
              </a:spcAft>
              <a:buSzPts val="13100"/>
              <a:buFont typeface="Alef"/>
              <a:buNone/>
              <a:defRPr sz="13100">
                <a:latin typeface="Alef"/>
                <a:ea typeface="Alef"/>
                <a:cs typeface="Alef"/>
                <a:sym typeface="Alef"/>
              </a:defRPr>
            </a:lvl2pPr>
            <a:lvl3pPr lvl="2" rtl="0">
              <a:lnSpc>
                <a:spcPct val="120000"/>
              </a:lnSpc>
              <a:spcBef>
                <a:spcPts val="0"/>
              </a:spcBef>
              <a:spcAft>
                <a:spcPts val="0"/>
              </a:spcAft>
              <a:buSzPts val="13100"/>
              <a:buFont typeface="Alef"/>
              <a:buNone/>
              <a:defRPr sz="13100">
                <a:latin typeface="Alef"/>
                <a:ea typeface="Alef"/>
                <a:cs typeface="Alef"/>
                <a:sym typeface="Alef"/>
              </a:defRPr>
            </a:lvl3pPr>
            <a:lvl4pPr lvl="3" rtl="0">
              <a:lnSpc>
                <a:spcPct val="120000"/>
              </a:lnSpc>
              <a:spcBef>
                <a:spcPts val="0"/>
              </a:spcBef>
              <a:spcAft>
                <a:spcPts val="0"/>
              </a:spcAft>
              <a:buSzPts val="13100"/>
              <a:buFont typeface="Alef"/>
              <a:buNone/>
              <a:defRPr sz="13100">
                <a:latin typeface="Alef"/>
                <a:ea typeface="Alef"/>
                <a:cs typeface="Alef"/>
                <a:sym typeface="Alef"/>
              </a:defRPr>
            </a:lvl4pPr>
            <a:lvl5pPr lvl="4" rtl="0">
              <a:lnSpc>
                <a:spcPct val="120000"/>
              </a:lnSpc>
              <a:spcBef>
                <a:spcPts val="0"/>
              </a:spcBef>
              <a:spcAft>
                <a:spcPts val="0"/>
              </a:spcAft>
              <a:buSzPts val="13100"/>
              <a:buFont typeface="Alef"/>
              <a:buNone/>
              <a:defRPr sz="13100">
                <a:latin typeface="Alef"/>
                <a:ea typeface="Alef"/>
                <a:cs typeface="Alef"/>
                <a:sym typeface="Alef"/>
              </a:defRPr>
            </a:lvl5pPr>
            <a:lvl6pPr lvl="5" rtl="0">
              <a:lnSpc>
                <a:spcPct val="120000"/>
              </a:lnSpc>
              <a:spcBef>
                <a:spcPts val="0"/>
              </a:spcBef>
              <a:spcAft>
                <a:spcPts val="0"/>
              </a:spcAft>
              <a:buSzPts val="13100"/>
              <a:buFont typeface="Alef"/>
              <a:buNone/>
              <a:defRPr sz="13100">
                <a:latin typeface="Alef"/>
                <a:ea typeface="Alef"/>
                <a:cs typeface="Alef"/>
                <a:sym typeface="Alef"/>
              </a:defRPr>
            </a:lvl6pPr>
            <a:lvl7pPr lvl="6" rtl="0">
              <a:lnSpc>
                <a:spcPct val="120000"/>
              </a:lnSpc>
              <a:spcBef>
                <a:spcPts val="0"/>
              </a:spcBef>
              <a:spcAft>
                <a:spcPts val="0"/>
              </a:spcAft>
              <a:buSzPts val="13100"/>
              <a:buFont typeface="Alef"/>
              <a:buNone/>
              <a:defRPr sz="13100">
                <a:latin typeface="Alef"/>
                <a:ea typeface="Alef"/>
                <a:cs typeface="Alef"/>
                <a:sym typeface="Alef"/>
              </a:defRPr>
            </a:lvl7pPr>
            <a:lvl8pPr lvl="7" rtl="0">
              <a:lnSpc>
                <a:spcPct val="120000"/>
              </a:lnSpc>
              <a:spcBef>
                <a:spcPts val="0"/>
              </a:spcBef>
              <a:spcAft>
                <a:spcPts val="0"/>
              </a:spcAft>
              <a:buSzPts val="13100"/>
              <a:buFont typeface="Alef"/>
              <a:buNone/>
              <a:defRPr sz="13100">
                <a:latin typeface="Alef"/>
                <a:ea typeface="Alef"/>
                <a:cs typeface="Alef"/>
                <a:sym typeface="Alef"/>
              </a:defRPr>
            </a:lvl8pPr>
            <a:lvl9pPr lvl="8" rtl="0">
              <a:lnSpc>
                <a:spcPct val="120000"/>
              </a:lnSpc>
              <a:spcBef>
                <a:spcPts val="0"/>
              </a:spcBef>
              <a:spcAft>
                <a:spcPts val="0"/>
              </a:spcAft>
              <a:buSzPts val="13100"/>
              <a:buFont typeface="Alef"/>
              <a:buNone/>
              <a:defRPr sz="13100">
                <a:latin typeface="Alef"/>
                <a:ea typeface="Alef"/>
                <a:cs typeface="Alef"/>
                <a:sym typeface="Alef"/>
              </a:defRPr>
            </a:lvl9pPr>
          </a:lstStyle>
          <a:p>
            <a:endParaRPr/>
          </a:p>
        </p:txBody>
      </p:sp>
      <p:sp>
        <p:nvSpPr>
          <p:cNvPr id="21" name="Google Shape;21;p3"/>
          <p:cNvSpPr txBox="1">
            <a:spLocks noGrp="1"/>
          </p:cNvSpPr>
          <p:nvPr>
            <p:ph type="subTitle" idx="1"/>
          </p:nvPr>
        </p:nvSpPr>
        <p:spPr>
          <a:xfrm>
            <a:off x="675975" y="8644375"/>
            <a:ext cx="7404300" cy="437100"/>
          </a:xfrm>
          <a:prstGeom prst="rect">
            <a:avLst/>
          </a:prstGeom>
        </p:spPr>
        <p:txBody>
          <a:bodyPr spcFirstLastPara="1" wrap="square" lIns="91425" tIns="45700" rIns="91425" bIns="45700" anchor="t" anchorCtr="0">
            <a:noAutofit/>
          </a:bodyPr>
          <a:lstStyle>
            <a:lvl1pPr lvl="0">
              <a:spcBef>
                <a:spcPts val="640"/>
              </a:spcBef>
              <a:spcAft>
                <a:spcPts val="0"/>
              </a:spcAft>
              <a:buSzPts val="2800"/>
              <a:buNone/>
              <a:defRPr sz="2800"/>
            </a:lvl1pPr>
            <a:lvl2pPr lvl="1">
              <a:spcBef>
                <a:spcPts val="560"/>
              </a:spcBef>
              <a:spcAft>
                <a:spcPts val="0"/>
              </a:spcAft>
              <a:buSzPts val="2800"/>
              <a:buNone/>
              <a:defRPr sz="2800"/>
            </a:lvl2pPr>
            <a:lvl3pPr lvl="2">
              <a:spcBef>
                <a:spcPts val="480"/>
              </a:spcBef>
              <a:spcAft>
                <a:spcPts val="0"/>
              </a:spcAft>
              <a:buSzPts val="2800"/>
              <a:buNone/>
              <a:defRPr sz="2800"/>
            </a:lvl3pPr>
            <a:lvl4pPr lvl="3">
              <a:spcBef>
                <a:spcPts val="400"/>
              </a:spcBef>
              <a:spcAft>
                <a:spcPts val="0"/>
              </a:spcAft>
              <a:buSzPts val="2800"/>
              <a:buNone/>
              <a:defRPr sz="2800"/>
            </a:lvl4pPr>
            <a:lvl5pPr lvl="4">
              <a:spcBef>
                <a:spcPts val="400"/>
              </a:spcBef>
              <a:spcAft>
                <a:spcPts val="0"/>
              </a:spcAft>
              <a:buSzPts val="2800"/>
              <a:buNone/>
              <a:defRPr sz="2800"/>
            </a:lvl5pPr>
            <a:lvl6pPr lvl="5">
              <a:spcBef>
                <a:spcPts val="400"/>
              </a:spcBef>
              <a:spcAft>
                <a:spcPts val="0"/>
              </a:spcAft>
              <a:buSzPts val="2800"/>
              <a:buNone/>
              <a:defRPr sz="2800"/>
            </a:lvl6pPr>
            <a:lvl7pPr lvl="6">
              <a:spcBef>
                <a:spcPts val="400"/>
              </a:spcBef>
              <a:spcAft>
                <a:spcPts val="0"/>
              </a:spcAft>
              <a:buSzPts val="2800"/>
              <a:buNone/>
              <a:defRPr sz="2800"/>
            </a:lvl7pPr>
            <a:lvl8pPr lvl="7">
              <a:spcBef>
                <a:spcPts val="400"/>
              </a:spcBef>
              <a:spcAft>
                <a:spcPts val="0"/>
              </a:spcAft>
              <a:buSzPts val="2800"/>
              <a:buNone/>
              <a:defRPr sz="2800"/>
            </a:lvl8pPr>
            <a:lvl9pPr lvl="8">
              <a:spcBef>
                <a:spcPts val="40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22"/>
        <p:cNvGrpSpPr/>
        <p:nvPr/>
      </p:nvGrpSpPr>
      <p:grpSpPr>
        <a:xfrm>
          <a:off x="0" y="0"/>
          <a:ext cx="0" cy="0"/>
          <a:chOff x="0" y="0"/>
          <a:chExt cx="0" cy="0"/>
        </a:xfrm>
      </p:grpSpPr>
      <p:sp>
        <p:nvSpPr>
          <p:cNvPr id="23" name="Google Shape;23;p4"/>
          <p:cNvSpPr>
            <a:spLocks noGrp="1"/>
          </p:cNvSpPr>
          <p:nvPr>
            <p:ph type="pic" idx="2"/>
          </p:nvPr>
        </p:nvSpPr>
        <p:spPr>
          <a:xfrm>
            <a:off x="0" y="-100"/>
            <a:ext cx="10207800" cy="10287000"/>
          </a:xfrm>
          <a:prstGeom prst="rect">
            <a:avLst/>
          </a:prstGeom>
          <a:noFill/>
          <a:ln>
            <a:noFill/>
          </a:ln>
        </p:spPr>
      </p:sp>
      <p:grpSp>
        <p:nvGrpSpPr>
          <p:cNvPr id="24" name="Google Shape;24;p4"/>
          <p:cNvGrpSpPr/>
          <p:nvPr/>
        </p:nvGrpSpPr>
        <p:grpSpPr>
          <a:xfrm>
            <a:off x="11589050" y="1012200"/>
            <a:ext cx="6699006" cy="696024"/>
            <a:chOff x="0" y="-47625"/>
            <a:chExt cx="1911435" cy="175897"/>
          </a:xfrm>
        </p:grpSpPr>
        <p:sp>
          <p:nvSpPr>
            <p:cNvPr id="25" name="Google Shape;25;p4"/>
            <p:cNvSpPr/>
            <p:nvPr/>
          </p:nvSpPr>
          <p:spPr>
            <a:xfrm>
              <a:off x="0" y="0"/>
              <a:ext cx="1911435" cy="128272"/>
            </a:xfrm>
            <a:custGeom>
              <a:avLst/>
              <a:gdLst/>
              <a:ahLst/>
              <a:cxnLst/>
              <a:rect l="l" t="t" r="r" b="b"/>
              <a:pathLst>
                <a:path w="1911435" h="128272" extrusionOk="0">
                  <a:moveTo>
                    <a:pt x="0" y="0"/>
                  </a:moveTo>
                  <a:lnTo>
                    <a:pt x="1911435" y="0"/>
                  </a:lnTo>
                  <a:lnTo>
                    <a:pt x="1911435" y="128272"/>
                  </a:lnTo>
                  <a:lnTo>
                    <a:pt x="0" y="128272"/>
                  </a:lnTo>
                  <a:close/>
                </a:path>
              </a:pathLst>
            </a:custGeom>
            <a:solidFill>
              <a:srgbClr val="EBD24C"/>
            </a:solidFill>
            <a:ln>
              <a:noFill/>
            </a:ln>
          </p:spPr>
        </p:sp>
        <p:sp>
          <p:nvSpPr>
            <p:cNvPr id="26" name="Google Shape;26;p4"/>
            <p:cNvSpPr txBox="1"/>
            <p:nvPr/>
          </p:nvSpPr>
          <p:spPr>
            <a:xfrm>
              <a:off x="0" y="-47625"/>
              <a:ext cx="1911300" cy="175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 name="Google Shape;27;p4"/>
          <p:cNvGrpSpPr/>
          <p:nvPr/>
        </p:nvGrpSpPr>
        <p:grpSpPr>
          <a:xfrm>
            <a:off x="12680356" y="5092773"/>
            <a:ext cx="668634" cy="849139"/>
            <a:chOff x="0" y="-47625"/>
            <a:chExt cx="176100" cy="223640"/>
          </a:xfrm>
        </p:grpSpPr>
        <p:sp>
          <p:nvSpPr>
            <p:cNvPr id="28" name="Google Shape;28;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EBD24C"/>
            </a:solidFill>
            <a:ln>
              <a:noFill/>
            </a:ln>
          </p:spPr>
        </p:sp>
        <p:sp>
          <p:nvSpPr>
            <p:cNvPr id="29" name="Google Shape;29;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 name="Google Shape;30;p4"/>
          <p:cNvGrpSpPr/>
          <p:nvPr/>
        </p:nvGrpSpPr>
        <p:grpSpPr>
          <a:xfrm>
            <a:off x="12680356" y="2600693"/>
            <a:ext cx="668634" cy="849139"/>
            <a:chOff x="0" y="-47625"/>
            <a:chExt cx="176100" cy="223640"/>
          </a:xfrm>
        </p:grpSpPr>
        <p:sp>
          <p:nvSpPr>
            <p:cNvPr id="31" name="Google Shape;31;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5A8CBF"/>
            </a:solidFill>
            <a:ln>
              <a:noFill/>
            </a:ln>
          </p:spPr>
        </p:sp>
        <p:sp>
          <p:nvSpPr>
            <p:cNvPr id="32" name="Google Shape;32;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 name="Google Shape;33;p4"/>
          <p:cNvGrpSpPr/>
          <p:nvPr/>
        </p:nvGrpSpPr>
        <p:grpSpPr>
          <a:xfrm>
            <a:off x="12680356" y="7718403"/>
            <a:ext cx="668634" cy="849139"/>
            <a:chOff x="0" y="-47625"/>
            <a:chExt cx="176100" cy="223640"/>
          </a:xfrm>
        </p:grpSpPr>
        <p:sp>
          <p:nvSpPr>
            <p:cNvPr id="34" name="Google Shape;34;p4"/>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B6DCEB"/>
            </a:solidFill>
            <a:ln>
              <a:noFill/>
            </a:ln>
          </p:spPr>
        </p:sp>
        <p:sp>
          <p:nvSpPr>
            <p:cNvPr id="35" name="Google Shape;35;p4"/>
            <p:cNvSpPr txBox="1"/>
            <p:nvPr/>
          </p:nvSpPr>
          <p:spPr>
            <a:xfrm>
              <a:off x="0" y="-47625"/>
              <a:ext cx="176100" cy="2235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 name="Google Shape;36;p4"/>
          <p:cNvSpPr txBox="1"/>
          <p:nvPr/>
        </p:nvSpPr>
        <p:spPr>
          <a:xfrm>
            <a:off x="11589038" y="2497958"/>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01</a:t>
            </a:r>
            <a:endParaRPr/>
          </a:p>
        </p:txBody>
      </p:sp>
      <p:sp>
        <p:nvSpPr>
          <p:cNvPr id="37" name="Google Shape;37;p4"/>
          <p:cNvSpPr txBox="1"/>
          <p:nvPr/>
        </p:nvSpPr>
        <p:spPr>
          <a:xfrm>
            <a:off x="11589038" y="5049666"/>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02</a:t>
            </a:r>
            <a:endParaRPr/>
          </a:p>
        </p:txBody>
      </p:sp>
      <p:sp>
        <p:nvSpPr>
          <p:cNvPr id="38" name="Google Shape;38;p4"/>
          <p:cNvSpPr txBox="1"/>
          <p:nvPr/>
        </p:nvSpPr>
        <p:spPr>
          <a:xfrm>
            <a:off x="11589038" y="7605988"/>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03</a:t>
            </a:r>
            <a:endParaRPr/>
          </a:p>
        </p:txBody>
      </p:sp>
      <p:sp>
        <p:nvSpPr>
          <p:cNvPr id="39" name="Google Shape;39;p4"/>
          <p:cNvSpPr txBox="1">
            <a:spLocks noGrp="1"/>
          </p:cNvSpPr>
          <p:nvPr>
            <p:ph type="title"/>
          </p:nvPr>
        </p:nvSpPr>
        <p:spPr>
          <a:xfrm>
            <a:off x="10560400" y="411375"/>
            <a:ext cx="6699000" cy="1143000"/>
          </a:xfrm>
          <a:prstGeom prst="rect">
            <a:avLst/>
          </a:prstGeom>
        </p:spPr>
        <p:txBody>
          <a:bodyPr spcFirstLastPara="1" wrap="square" lIns="91425" tIns="45700" rIns="91425" bIns="45700" anchor="t" anchorCtr="0">
            <a:noAutofit/>
          </a:bodyPr>
          <a:lstStyle>
            <a:lvl1pPr lvl="0">
              <a:spcBef>
                <a:spcPts val="0"/>
              </a:spcBef>
              <a:spcAft>
                <a:spcPts val="0"/>
              </a:spcAft>
              <a:buSzPts val="875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
          <p:cNvSpPr txBox="1">
            <a:spLocks noGrp="1"/>
          </p:cNvSpPr>
          <p:nvPr>
            <p:ph type="subTitle" idx="1"/>
          </p:nvPr>
        </p:nvSpPr>
        <p:spPr>
          <a:xfrm>
            <a:off x="13910100" y="5521617"/>
            <a:ext cx="3252900" cy="849300"/>
          </a:xfrm>
          <a:prstGeom prst="rect">
            <a:avLst/>
          </a:prstGeom>
        </p:spPr>
        <p:txBody>
          <a:bodyPr spcFirstLastPara="1" wrap="square" lIns="91425" tIns="45700" rIns="91425" bIns="45700" anchor="t" anchorCtr="0">
            <a:noAutofit/>
          </a:bodyPr>
          <a:lstStyle>
            <a:lvl1pPr lvl="0">
              <a:spcBef>
                <a:spcPts val="640"/>
              </a:spcBef>
              <a:spcAft>
                <a:spcPts val="0"/>
              </a:spcAft>
              <a:buSzPts val="4500"/>
              <a:buNone/>
              <a:defRPr sz="4500"/>
            </a:lvl1pPr>
            <a:lvl2pPr lvl="1">
              <a:spcBef>
                <a:spcPts val="560"/>
              </a:spcBef>
              <a:spcAft>
                <a:spcPts val="0"/>
              </a:spcAft>
              <a:buSzPts val="2000"/>
              <a:buNone/>
              <a:defRPr/>
            </a:lvl2pPr>
            <a:lvl3pPr lvl="2">
              <a:spcBef>
                <a:spcPts val="480"/>
              </a:spcBef>
              <a:spcAft>
                <a:spcPts val="0"/>
              </a:spcAft>
              <a:buSzPts val="2000"/>
              <a:buNone/>
              <a:defRPr/>
            </a:lvl3pPr>
            <a:lvl4pPr lvl="3">
              <a:spcBef>
                <a:spcPts val="400"/>
              </a:spcBef>
              <a:spcAft>
                <a:spcPts val="0"/>
              </a:spcAft>
              <a:buSzPts val="2000"/>
              <a:buNone/>
              <a:defRPr/>
            </a:lvl4pPr>
            <a:lvl5pPr lvl="4">
              <a:spcBef>
                <a:spcPts val="400"/>
              </a:spcBef>
              <a:spcAft>
                <a:spcPts val="0"/>
              </a:spcAft>
              <a:buSzPts val="2000"/>
              <a:buNone/>
              <a:defRPr/>
            </a:lvl5pPr>
            <a:lvl6pPr lvl="5">
              <a:spcBef>
                <a:spcPts val="400"/>
              </a:spcBef>
              <a:spcAft>
                <a:spcPts val="0"/>
              </a:spcAft>
              <a:buSzPts val="2000"/>
              <a:buNone/>
              <a:defRPr/>
            </a:lvl6pPr>
            <a:lvl7pPr lvl="6">
              <a:spcBef>
                <a:spcPts val="400"/>
              </a:spcBef>
              <a:spcAft>
                <a:spcPts val="0"/>
              </a:spcAft>
              <a:buSzPts val="2000"/>
              <a:buNone/>
              <a:defRPr/>
            </a:lvl7pPr>
            <a:lvl8pPr lvl="7">
              <a:spcBef>
                <a:spcPts val="400"/>
              </a:spcBef>
              <a:spcAft>
                <a:spcPts val="0"/>
              </a:spcAft>
              <a:buSzPts val="2000"/>
              <a:buNone/>
              <a:defRPr/>
            </a:lvl8pPr>
            <a:lvl9pPr lvl="8">
              <a:spcBef>
                <a:spcPts val="400"/>
              </a:spcBef>
              <a:spcAft>
                <a:spcPts val="0"/>
              </a:spcAft>
              <a:buSzPts val="2000"/>
              <a:buNone/>
              <a:defRPr/>
            </a:lvl9pPr>
          </a:lstStyle>
          <a:p>
            <a:endParaRPr/>
          </a:p>
        </p:txBody>
      </p:sp>
      <p:sp>
        <p:nvSpPr>
          <p:cNvPr id="41" name="Google Shape;41;p4"/>
          <p:cNvSpPr txBox="1">
            <a:spLocks noGrp="1"/>
          </p:cNvSpPr>
          <p:nvPr>
            <p:ph type="subTitle" idx="3"/>
          </p:nvPr>
        </p:nvSpPr>
        <p:spPr>
          <a:xfrm>
            <a:off x="13910100" y="7988342"/>
            <a:ext cx="3252900" cy="849300"/>
          </a:xfrm>
          <a:prstGeom prst="rect">
            <a:avLst/>
          </a:prstGeom>
        </p:spPr>
        <p:txBody>
          <a:bodyPr spcFirstLastPara="1" wrap="square" lIns="91425" tIns="45700" rIns="91425" bIns="45700" anchor="t" anchorCtr="0">
            <a:noAutofit/>
          </a:bodyPr>
          <a:lstStyle>
            <a:lvl1pPr lvl="0" rtl="0">
              <a:spcBef>
                <a:spcPts val="640"/>
              </a:spcBef>
              <a:spcAft>
                <a:spcPts val="0"/>
              </a:spcAft>
              <a:buSzPts val="4500"/>
              <a:buNone/>
              <a:defRPr sz="4500"/>
            </a:lvl1pPr>
            <a:lvl2pPr lvl="1" rtl="0">
              <a:spcBef>
                <a:spcPts val="560"/>
              </a:spcBef>
              <a:spcAft>
                <a:spcPts val="0"/>
              </a:spcAft>
              <a:buSzPts val="2000"/>
              <a:buNone/>
              <a:defRPr/>
            </a:lvl2pPr>
            <a:lvl3pPr lvl="2" rtl="0">
              <a:spcBef>
                <a:spcPts val="480"/>
              </a:spcBef>
              <a:spcAft>
                <a:spcPts val="0"/>
              </a:spcAft>
              <a:buSzPts val="20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
        <p:nvSpPr>
          <p:cNvPr id="42" name="Google Shape;42;p4"/>
          <p:cNvSpPr txBox="1">
            <a:spLocks noGrp="1"/>
          </p:cNvSpPr>
          <p:nvPr>
            <p:ph type="subTitle" idx="4"/>
          </p:nvPr>
        </p:nvSpPr>
        <p:spPr>
          <a:xfrm>
            <a:off x="13910100" y="3054892"/>
            <a:ext cx="3252900" cy="849300"/>
          </a:xfrm>
          <a:prstGeom prst="rect">
            <a:avLst/>
          </a:prstGeom>
        </p:spPr>
        <p:txBody>
          <a:bodyPr spcFirstLastPara="1" wrap="square" lIns="91425" tIns="45700" rIns="91425" bIns="45700" anchor="t" anchorCtr="0">
            <a:noAutofit/>
          </a:bodyPr>
          <a:lstStyle>
            <a:lvl1pPr lvl="0" rtl="0">
              <a:spcBef>
                <a:spcPts val="640"/>
              </a:spcBef>
              <a:spcAft>
                <a:spcPts val="0"/>
              </a:spcAft>
              <a:buSzPts val="4500"/>
              <a:buNone/>
              <a:defRPr sz="4500"/>
            </a:lvl1pPr>
            <a:lvl2pPr lvl="1" rtl="0">
              <a:spcBef>
                <a:spcPts val="560"/>
              </a:spcBef>
              <a:spcAft>
                <a:spcPts val="0"/>
              </a:spcAft>
              <a:buSzPts val="2000"/>
              <a:buNone/>
              <a:defRPr/>
            </a:lvl2pPr>
            <a:lvl3pPr lvl="2" rtl="0">
              <a:spcBef>
                <a:spcPts val="480"/>
              </a:spcBef>
              <a:spcAft>
                <a:spcPts val="0"/>
              </a:spcAft>
              <a:buSzPts val="2000"/>
              <a:buNone/>
              <a:defRPr/>
            </a:lvl3pPr>
            <a:lvl4pPr lvl="3" rtl="0">
              <a:spcBef>
                <a:spcPts val="400"/>
              </a:spcBef>
              <a:spcAft>
                <a:spcPts val="0"/>
              </a:spcAft>
              <a:buSzPts val="2000"/>
              <a:buNone/>
              <a:defRPr/>
            </a:lvl4pPr>
            <a:lvl5pPr lvl="4" rtl="0">
              <a:spcBef>
                <a:spcPts val="400"/>
              </a:spcBef>
              <a:spcAft>
                <a:spcPts val="0"/>
              </a:spcAft>
              <a:buSzPts val="2000"/>
              <a:buNone/>
              <a:defRPr/>
            </a:lvl5pPr>
            <a:lvl6pPr lvl="5" rtl="0">
              <a:spcBef>
                <a:spcPts val="400"/>
              </a:spcBef>
              <a:spcAft>
                <a:spcPts val="0"/>
              </a:spcAft>
              <a:buSzPts val="2000"/>
              <a:buNone/>
              <a:defRPr/>
            </a:lvl6pPr>
            <a:lvl7pPr lvl="6" rtl="0">
              <a:spcBef>
                <a:spcPts val="400"/>
              </a:spcBef>
              <a:spcAft>
                <a:spcPts val="0"/>
              </a:spcAft>
              <a:buSzPts val="2000"/>
              <a:buNone/>
              <a:defRPr/>
            </a:lvl7pPr>
            <a:lvl8pPr lvl="7" rtl="0">
              <a:spcBef>
                <a:spcPts val="400"/>
              </a:spcBef>
              <a:spcAft>
                <a:spcPts val="0"/>
              </a:spcAft>
              <a:buSzPts val="2000"/>
              <a:buNone/>
              <a:defRPr/>
            </a:lvl8pPr>
            <a:lvl9pPr lvl="8" rtl="0">
              <a:spcBef>
                <a:spcPts val="400"/>
              </a:spcBef>
              <a:spcAft>
                <a:spcPts val="0"/>
              </a:spcAft>
              <a:buSzPts val="2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45" name="Google Shape;45;p5"/>
          <p:cNvSpPr/>
          <p:nvPr/>
        </p:nvSpPr>
        <p:spPr>
          <a:xfrm>
            <a:off x="1844241"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EBD24C"/>
          </a:solidFill>
          <a:ln>
            <a:noFill/>
          </a:ln>
        </p:spPr>
      </p:sp>
      <p:sp>
        <p:nvSpPr>
          <p:cNvPr id="46" name="Google Shape;46;p5"/>
          <p:cNvSpPr/>
          <p:nvPr/>
        </p:nvSpPr>
        <p:spPr>
          <a:xfrm>
            <a:off x="7031834"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6DCEB"/>
          </a:solidFill>
          <a:ln>
            <a:noFill/>
          </a:ln>
        </p:spPr>
      </p:sp>
      <p:sp>
        <p:nvSpPr>
          <p:cNvPr id="47" name="Google Shape;47;p5"/>
          <p:cNvSpPr/>
          <p:nvPr/>
        </p:nvSpPr>
        <p:spPr>
          <a:xfrm>
            <a:off x="12218705" y="2560588"/>
            <a:ext cx="4225543" cy="5166673"/>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FBFBF"/>
          </a:solidFill>
          <a:ln>
            <a:noFill/>
          </a:ln>
        </p:spPr>
      </p:sp>
      <p:pic>
        <p:nvPicPr>
          <p:cNvPr id="48" name="Google Shape;48;p5"/>
          <p:cNvPicPr preferRelativeResize="0"/>
          <p:nvPr/>
        </p:nvPicPr>
        <p:blipFill>
          <a:blip r:embed="rId2">
            <a:alphaModFix/>
          </a:blip>
          <a:stretch>
            <a:fillRect/>
          </a:stretch>
        </p:blipFill>
        <p:spPr>
          <a:xfrm>
            <a:off x="12857807" y="3884125"/>
            <a:ext cx="2845797" cy="2596625"/>
          </a:xfrm>
          <a:prstGeom prst="rect">
            <a:avLst/>
          </a:prstGeom>
          <a:noFill/>
          <a:ln>
            <a:noFill/>
          </a:ln>
        </p:spPr>
      </p:pic>
      <p:pic>
        <p:nvPicPr>
          <p:cNvPr id="49" name="Google Shape;49;p5"/>
          <p:cNvPicPr preferRelativeResize="0"/>
          <p:nvPr/>
        </p:nvPicPr>
        <p:blipFill>
          <a:blip r:embed="rId3">
            <a:alphaModFix/>
          </a:blip>
          <a:stretch>
            <a:fillRect/>
          </a:stretch>
        </p:blipFill>
        <p:spPr>
          <a:xfrm>
            <a:off x="8210050" y="3767817"/>
            <a:ext cx="1867900" cy="2751366"/>
          </a:xfrm>
          <a:prstGeom prst="rect">
            <a:avLst/>
          </a:prstGeom>
          <a:noFill/>
          <a:ln>
            <a:noFill/>
          </a:ln>
        </p:spPr>
      </p:pic>
      <p:pic>
        <p:nvPicPr>
          <p:cNvPr id="50" name="Google Shape;50;p5"/>
          <p:cNvPicPr preferRelativeResize="0"/>
          <p:nvPr/>
        </p:nvPicPr>
        <p:blipFill>
          <a:blip r:embed="rId4">
            <a:alphaModFix/>
          </a:blip>
          <a:stretch>
            <a:fillRect/>
          </a:stretch>
        </p:blipFill>
        <p:spPr>
          <a:xfrm>
            <a:off x="2721975" y="3714168"/>
            <a:ext cx="2462000" cy="2766593"/>
          </a:xfrm>
          <a:prstGeom prst="rect">
            <a:avLst/>
          </a:prstGeom>
          <a:noFill/>
          <a:ln>
            <a:noFill/>
          </a:ln>
        </p:spPr>
      </p:pic>
      <p:grpSp>
        <p:nvGrpSpPr>
          <p:cNvPr id="51" name="Google Shape;51;p5"/>
          <p:cNvGrpSpPr/>
          <p:nvPr/>
        </p:nvGrpSpPr>
        <p:grpSpPr>
          <a:xfrm>
            <a:off x="11060675" y="1096649"/>
            <a:ext cx="7227792" cy="611578"/>
            <a:chOff x="0" y="-47625"/>
            <a:chExt cx="2045100" cy="154556"/>
          </a:xfrm>
        </p:grpSpPr>
        <p:sp>
          <p:nvSpPr>
            <p:cNvPr id="52" name="Google Shape;52;p5"/>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53" name="Google Shape;53;p5"/>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 name="Google Shape;54;p5"/>
          <p:cNvSpPr txBox="1">
            <a:spLocks noGrp="1"/>
          </p:cNvSpPr>
          <p:nvPr>
            <p:ph type="title"/>
          </p:nvPr>
        </p:nvSpPr>
        <p:spPr>
          <a:xfrm>
            <a:off x="10560400" y="411375"/>
            <a:ext cx="6699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5"/>
          <p:cNvSpPr txBox="1">
            <a:spLocks noGrp="1"/>
          </p:cNvSpPr>
          <p:nvPr>
            <p:ph type="subTitle" idx="2"/>
          </p:nvPr>
        </p:nvSpPr>
        <p:spPr>
          <a:xfrm>
            <a:off x="2281675" y="7973900"/>
            <a:ext cx="3342600" cy="521100"/>
          </a:xfrm>
          <a:prstGeom prst="rect">
            <a:avLst/>
          </a:prstGeom>
        </p:spPr>
        <p:txBody>
          <a:bodyPr spcFirstLastPara="1" wrap="square" lIns="91425" tIns="45700" rIns="91425" bIns="45700" anchor="t" anchorCtr="0">
            <a:noAutofit/>
          </a:bodyPr>
          <a:lstStyle>
            <a:lvl1pPr lvl="0" algn="ctr">
              <a:spcBef>
                <a:spcPts val="640"/>
              </a:spcBef>
              <a:spcAft>
                <a:spcPts val="0"/>
              </a:spcAft>
              <a:buSzPts val="2450"/>
              <a:buNone/>
              <a:defRPr sz="2450" b="1"/>
            </a:lvl1pPr>
            <a:lvl2pPr lvl="1">
              <a:spcBef>
                <a:spcPts val="560"/>
              </a:spcBef>
              <a:spcAft>
                <a:spcPts val="0"/>
              </a:spcAft>
              <a:buSzPts val="2450"/>
              <a:buNone/>
              <a:defRPr sz="2450"/>
            </a:lvl2pPr>
            <a:lvl3pPr lvl="2">
              <a:spcBef>
                <a:spcPts val="480"/>
              </a:spcBef>
              <a:spcAft>
                <a:spcPts val="0"/>
              </a:spcAft>
              <a:buSzPts val="2450"/>
              <a:buNone/>
              <a:defRPr sz="2450"/>
            </a:lvl3pPr>
            <a:lvl4pPr lvl="3">
              <a:spcBef>
                <a:spcPts val="400"/>
              </a:spcBef>
              <a:spcAft>
                <a:spcPts val="0"/>
              </a:spcAft>
              <a:buSzPts val="2450"/>
              <a:buNone/>
              <a:defRPr sz="2450"/>
            </a:lvl4pPr>
            <a:lvl5pPr lvl="4">
              <a:spcBef>
                <a:spcPts val="400"/>
              </a:spcBef>
              <a:spcAft>
                <a:spcPts val="0"/>
              </a:spcAft>
              <a:buSzPts val="2450"/>
              <a:buNone/>
              <a:defRPr sz="2450"/>
            </a:lvl5pPr>
            <a:lvl6pPr lvl="5">
              <a:spcBef>
                <a:spcPts val="400"/>
              </a:spcBef>
              <a:spcAft>
                <a:spcPts val="0"/>
              </a:spcAft>
              <a:buSzPts val="2450"/>
              <a:buNone/>
              <a:defRPr sz="2450"/>
            </a:lvl6pPr>
            <a:lvl7pPr lvl="6">
              <a:spcBef>
                <a:spcPts val="400"/>
              </a:spcBef>
              <a:spcAft>
                <a:spcPts val="0"/>
              </a:spcAft>
              <a:buSzPts val="2450"/>
              <a:buNone/>
              <a:defRPr sz="2450"/>
            </a:lvl7pPr>
            <a:lvl8pPr lvl="7">
              <a:spcBef>
                <a:spcPts val="400"/>
              </a:spcBef>
              <a:spcAft>
                <a:spcPts val="0"/>
              </a:spcAft>
              <a:buSzPts val="2450"/>
              <a:buNone/>
              <a:defRPr sz="2450"/>
            </a:lvl8pPr>
            <a:lvl9pPr lvl="8">
              <a:spcBef>
                <a:spcPts val="400"/>
              </a:spcBef>
              <a:spcAft>
                <a:spcPts val="0"/>
              </a:spcAft>
              <a:buSzPts val="2450"/>
              <a:buNone/>
              <a:defRPr sz="2450"/>
            </a:lvl9pPr>
          </a:lstStyle>
          <a:p>
            <a:endParaRPr/>
          </a:p>
        </p:txBody>
      </p:sp>
      <p:sp>
        <p:nvSpPr>
          <p:cNvPr id="56" name="Google Shape;56;p5"/>
          <p:cNvSpPr txBox="1">
            <a:spLocks noGrp="1"/>
          </p:cNvSpPr>
          <p:nvPr>
            <p:ph type="body" idx="3"/>
          </p:nvPr>
        </p:nvSpPr>
        <p:spPr>
          <a:xfrm>
            <a:off x="2285713" y="8583075"/>
            <a:ext cx="3342600" cy="970500"/>
          </a:xfrm>
          <a:prstGeom prst="rect">
            <a:avLst/>
          </a:prstGeom>
        </p:spPr>
        <p:txBody>
          <a:bodyPr spcFirstLastPara="1" wrap="square" lIns="91425" tIns="45700" rIns="91425" bIns="45700" anchor="t" anchorCtr="0">
            <a:noAutofit/>
          </a:bodyPr>
          <a:lstStyle>
            <a:lvl1pPr marL="457200" lvl="0" indent="-355600" algn="ctr">
              <a:spcBef>
                <a:spcPts val="640"/>
              </a:spcBef>
              <a:spcAft>
                <a:spcPts val="0"/>
              </a:spcAft>
              <a:buSzPts val="2000"/>
              <a:buChar char="•"/>
              <a:defRPr/>
            </a:lvl1pPr>
            <a:lvl2pPr marL="914400" lvl="1" indent="-355600" algn="ctr">
              <a:spcBef>
                <a:spcPts val="560"/>
              </a:spcBef>
              <a:spcAft>
                <a:spcPts val="0"/>
              </a:spcAft>
              <a:buSzPts val="2000"/>
              <a:buChar char="–"/>
              <a:defRPr/>
            </a:lvl2pPr>
            <a:lvl3pPr marL="1371600" lvl="2" indent="-355600" algn="ctr">
              <a:spcBef>
                <a:spcPts val="480"/>
              </a:spcBef>
              <a:spcAft>
                <a:spcPts val="0"/>
              </a:spcAft>
              <a:buSzPts val="2000"/>
              <a:buChar char="•"/>
              <a:defRPr/>
            </a:lvl3pPr>
            <a:lvl4pPr marL="1828800" lvl="3" indent="-355600" algn="ctr">
              <a:spcBef>
                <a:spcPts val="400"/>
              </a:spcBef>
              <a:spcAft>
                <a:spcPts val="0"/>
              </a:spcAft>
              <a:buSzPts val="2000"/>
              <a:buChar char="–"/>
              <a:defRPr/>
            </a:lvl4pPr>
            <a:lvl5pPr marL="2286000" lvl="4" indent="-355600" algn="ctr">
              <a:spcBef>
                <a:spcPts val="400"/>
              </a:spcBef>
              <a:spcAft>
                <a:spcPts val="0"/>
              </a:spcAft>
              <a:buSzPts val="2000"/>
              <a:buChar char="»"/>
              <a:defRPr/>
            </a:lvl5pPr>
            <a:lvl6pPr marL="2743200" lvl="5" indent="-355600" algn="ctr">
              <a:spcBef>
                <a:spcPts val="400"/>
              </a:spcBef>
              <a:spcAft>
                <a:spcPts val="0"/>
              </a:spcAft>
              <a:buSzPts val="2000"/>
              <a:buChar char="•"/>
              <a:defRPr/>
            </a:lvl6pPr>
            <a:lvl7pPr marL="3200400" lvl="6" indent="-355600" algn="ctr">
              <a:spcBef>
                <a:spcPts val="400"/>
              </a:spcBef>
              <a:spcAft>
                <a:spcPts val="0"/>
              </a:spcAft>
              <a:buSzPts val="2000"/>
              <a:buChar char="•"/>
              <a:defRPr/>
            </a:lvl7pPr>
            <a:lvl8pPr marL="3657600" lvl="7" indent="-355600" algn="ctr">
              <a:spcBef>
                <a:spcPts val="400"/>
              </a:spcBef>
              <a:spcAft>
                <a:spcPts val="0"/>
              </a:spcAft>
              <a:buSzPts val="2000"/>
              <a:buChar char="•"/>
              <a:defRPr/>
            </a:lvl8pPr>
            <a:lvl9pPr marL="4114800" lvl="8" indent="-355600" algn="ctr">
              <a:spcBef>
                <a:spcPts val="400"/>
              </a:spcBef>
              <a:spcAft>
                <a:spcPts val="0"/>
              </a:spcAft>
              <a:buSzPts val="2000"/>
              <a:buChar char="•"/>
              <a:defRPr/>
            </a:lvl9pPr>
          </a:lstStyle>
          <a:p>
            <a:endParaRPr/>
          </a:p>
        </p:txBody>
      </p:sp>
      <p:sp>
        <p:nvSpPr>
          <p:cNvPr id="57" name="Google Shape;57;p5"/>
          <p:cNvSpPr txBox="1">
            <a:spLocks noGrp="1"/>
          </p:cNvSpPr>
          <p:nvPr>
            <p:ph type="subTitle" idx="4"/>
          </p:nvPr>
        </p:nvSpPr>
        <p:spPr>
          <a:xfrm>
            <a:off x="7471275" y="7973900"/>
            <a:ext cx="3342600" cy="521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58" name="Google Shape;58;p5"/>
          <p:cNvSpPr txBox="1">
            <a:spLocks noGrp="1"/>
          </p:cNvSpPr>
          <p:nvPr>
            <p:ph type="body" idx="5"/>
          </p:nvPr>
        </p:nvSpPr>
        <p:spPr>
          <a:xfrm>
            <a:off x="7475313" y="8583075"/>
            <a:ext cx="3342600" cy="970500"/>
          </a:xfrm>
          <a:prstGeom prst="rect">
            <a:avLst/>
          </a:prstGeom>
        </p:spPr>
        <p:txBody>
          <a:bodyPr spcFirstLastPara="1" wrap="square" lIns="91425" tIns="45700" rIns="91425" bIns="45700" anchor="t" anchorCtr="0">
            <a:noAutofit/>
          </a:bodyPr>
          <a:lstStyle>
            <a:lvl1pPr marL="457200" lvl="0" indent="-355600" algn="ctr" rtl="0">
              <a:spcBef>
                <a:spcPts val="640"/>
              </a:spcBef>
              <a:spcAft>
                <a:spcPts val="0"/>
              </a:spcAft>
              <a:buSzPts val="2000"/>
              <a:buChar char="•"/>
              <a:defRPr/>
            </a:lvl1pPr>
            <a:lvl2pPr marL="914400" lvl="1" indent="-355600" algn="ctr" rtl="0">
              <a:spcBef>
                <a:spcPts val="560"/>
              </a:spcBef>
              <a:spcAft>
                <a:spcPts val="0"/>
              </a:spcAft>
              <a:buSzPts val="2000"/>
              <a:buChar char="–"/>
              <a:defRPr/>
            </a:lvl2pPr>
            <a:lvl3pPr marL="1371600" lvl="2" indent="-355600" algn="ctr" rtl="0">
              <a:spcBef>
                <a:spcPts val="480"/>
              </a:spcBef>
              <a:spcAft>
                <a:spcPts val="0"/>
              </a:spcAft>
              <a:buSzPts val="2000"/>
              <a:buChar char="•"/>
              <a:defRPr/>
            </a:lvl3pPr>
            <a:lvl4pPr marL="1828800" lvl="3" indent="-355600" algn="ctr" rtl="0">
              <a:spcBef>
                <a:spcPts val="400"/>
              </a:spcBef>
              <a:spcAft>
                <a:spcPts val="0"/>
              </a:spcAft>
              <a:buSzPts val="2000"/>
              <a:buChar char="–"/>
              <a:defRPr/>
            </a:lvl4pPr>
            <a:lvl5pPr marL="2286000" lvl="4" indent="-355600" algn="ctr" rtl="0">
              <a:spcBef>
                <a:spcPts val="400"/>
              </a:spcBef>
              <a:spcAft>
                <a:spcPts val="0"/>
              </a:spcAft>
              <a:buSzPts val="2000"/>
              <a:buChar char="»"/>
              <a:defRPr/>
            </a:lvl5pPr>
            <a:lvl6pPr marL="2743200" lvl="5" indent="-355600" algn="ctr" rtl="0">
              <a:spcBef>
                <a:spcPts val="400"/>
              </a:spcBef>
              <a:spcAft>
                <a:spcPts val="0"/>
              </a:spcAft>
              <a:buSzPts val="2000"/>
              <a:buChar char="•"/>
              <a:defRPr/>
            </a:lvl6pPr>
            <a:lvl7pPr marL="3200400" lvl="6" indent="-355600" algn="ctr" rtl="0">
              <a:spcBef>
                <a:spcPts val="400"/>
              </a:spcBef>
              <a:spcAft>
                <a:spcPts val="0"/>
              </a:spcAft>
              <a:buSzPts val="2000"/>
              <a:buChar char="•"/>
              <a:defRPr/>
            </a:lvl7pPr>
            <a:lvl8pPr marL="3657600" lvl="7" indent="-355600" algn="ctr" rtl="0">
              <a:spcBef>
                <a:spcPts val="400"/>
              </a:spcBef>
              <a:spcAft>
                <a:spcPts val="0"/>
              </a:spcAft>
              <a:buSzPts val="2000"/>
              <a:buChar char="•"/>
              <a:defRPr/>
            </a:lvl8pPr>
            <a:lvl9pPr marL="4114800" lvl="8" indent="-355600" algn="ctr" rtl="0">
              <a:spcBef>
                <a:spcPts val="400"/>
              </a:spcBef>
              <a:spcAft>
                <a:spcPts val="0"/>
              </a:spcAft>
              <a:buSzPts val="2000"/>
              <a:buChar char="•"/>
              <a:defRPr/>
            </a:lvl9pPr>
          </a:lstStyle>
          <a:p>
            <a:endParaRPr/>
          </a:p>
        </p:txBody>
      </p:sp>
      <p:sp>
        <p:nvSpPr>
          <p:cNvPr id="59" name="Google Shape;59;p5"/>
          <p:cNvSpPr txBox="1">
            <a:spLocks noGrp="1"/>
          </p:cNvSpPr>
          <p:nvPr>
            <p:ph type="subTitle" idx="6"/>
          </p:nvPr>
        </p:nvSpPr>
        <p:spPr>
          <a:xfrm>
            <a:off x="12607375" y="7973900"/>
            <a:ext cx="3342600" cy="521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60" name="Google Shape;60;p5"/>
          <p:cNvSpPr txBox="1">
            <a:spLocks noGrp="1"/>
          </p:cNvSpPr>
          <p:nvPr>
            <p:ph type="body" idx="7"/>
          </p:nvPr>
        </p:nvSpPr>
        <p:spPr>
          <a:xfrm>
            <a:off x="12611413" y="8583075"/>
            <a:ext cx="3342600" cy="970500"/>
          </a:xfrm>
          <a:prstGeom prst="rect">
            <a:avLst/>
          </a:prstGeom>
        </p:spPr>
        <p:txBody>
          <a:bodyPr spcFirstLastPara="1" wrap="square" lIns="91425" tIns="45700" rIns="91425" bIns="45700" anchor="t" anchorCtr="0">
            <a:noAutofit/>
          </a:bodyPr>
          <a:lstStyle>
            <a:lvl1pPr marL="457200" lvl="0" indent="-355600" algn="ctr" rtl="0">
              <a:spcBef>
                <a:spcPts val="640"/>
              </a:spcBef>
              <a:spcAft>
                <a:spcPts val="0"/>
              </a:spcAft>
              <a:buSzPts val="2000"/>
              <a:buChar char="•"/>
              <a:defRPr/>
            </a:lvl1pPr>
            <a:lvl2pPr marL="914400" lvl="1" indent="-355600" algn="ctr" rtl="0">
              <a:spcBef>
                <a:spcPts val="560"/>
              </a:spcBef>
              <a:spcAft>
                <a:spcPts val="0"/>
              </a:spcAft>
              <a:buSzPts val="2000"/>
              <a:buChar char="–"/>
              <a:defRPr/>
            </a:lvl2pPr>
            <a:lvl3pPr marL="1371600" lvl="2" indent="-355600" algn="ctr" rtl="0">
              <a:spcBef>
                <a:spcPts val="480"/>
              </a:spcBef>
              <a:spcAft>
                <a:spcPts val="0"/>
              </a:spcAft>
              <a:buSzPts val="2000"/>
              <a:buChar char="•"/>
              <a:defRPr/>
            </a:lvl3pPr>
            <a:lvl4pPr marL="1828800" lvl="3" indent="-355600" algn="ctr" rtl="0">
              <a:spcBef>
                <a:spcPts val="400"/>
              </a:spcBef>
              <a:spcAft>
                <a:spcPts val="0"/>
              </a:spcAft>
              <a:buSzPts val="2000"/>
              <a:buChar char="–"/>
              <a:defRPr/>
            </a:lvl4pPr>
            <a:lvl5pPr marL="2286000" lvl="4" indent="-355600" algn="ctr" rtl="0">
              <a:spcBef>
                <a:spcPts val="400"/>
              </a:spcBef>
              <a:spcAft>
                <a:spcPts val="0"/>
              </a:spcAft>
              <a:buSzPts val="2000"/>
              <a:buChar char="»"/>
              <a:defRPr/>
            </a:lvl5pPr>
            <a:lvl6pPr marL="2743200" lvl="5" indent="-355600" algn="ctr" rtl="0">
              <a:spcBef>
                <a:spcPts val="400"/>
              </a:spcBef>
              <a:spcAft>
                <a:spcPts val="0"/>
              </a:spcAft>
              <a:buSzPts val="2000"/>
              <a:buChar char="•"/>
              <a:defRPr/>
            </a:lvl6pPr>
            <a:lvl7pPr marL="3200400" lvl="6" indent="-355600" algn="ctr" rtl="0">
              <a:spcBef>
                <a:spcPts val="400"/>
              </a:spcBef>
              <a:spcAft>
                <a:spcPts val="0"/>
              </a:spcAft>
              <a:buSzPts val="2000"/>
              <a:buChar char="•"/>
              <a:defRPr/>
            </a:lvl7pPr>
            <a:lvl8pPr marL="3657600" lvl="7" indent="-355600" algn="ctr" rtl="0">
              <a:spcBef>
                <a:spcPts val="400"/>
              </a:spcBef>
              <a:spcAft>
                <a:spcPts val="0"/>
              </a:spcAft>
              <a:buSzPts val="2000"/>
              <a:buChar char="•"/>
              <a:defRPr/>
            </a:lvl8pPr>
            <a:lvl9pPr marL="4114800" lvl="8" indent="-355600" algn="ctr" rtl="0">
              <a:spcBef>
                <a:spcPts val="400"/>
              </a:spcBef>
              <a:spcAft>
                <a:spcPts val="0"/>
              </a:spcAft>
              <a:buSzPts val="20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61"/>
        <p:cNvGrpSpPr/>
        <p:nvPr/>
      </p:nvGrpSpPr>
      <p:grpSpPr>
        <a:xfrm>
          <a:off x="0" y="0"/>
          <a:ext cx="0" cy="0"/>
          <a:chOff x="0" y="0"/>
          <a:chExt cx="0" cy="0"/>
        </a:xfrm>
      </p:grpSpPr>
      <p:grpSp>
        <p:nvGrpSpPr>
          <p:cNvPr id="62" name="Google Shape;62;p6"/>
          <p:cNvGrpSpPr/>
          <p:nvPr/>
        </p:nvGrpSpPr>
        <p:grpSpPr>
          <a:xfrm>
            <a:off x="779170" y="2657825"/>
            <a:ext cx="4642849" cy="1317262"/>
            <a:chOff x="0" y="-47625"/>
            <a:chExt cx="1222800" cy="346931"/>
          </a:xfrm>
        </p:grpSpPr>
        <p:sp>
          <p:nvSpPr>
            <p:cNvPr id="63" name="Google Shape;63;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EBD24C"/>
            </a:solidFill>
            <a:ln>
              <a:noFill/>
            </a:ln>
          </p:spPr>
        </p:sp>
        <p:sp>
          <p:nvSpPr>
            <p:cNvPr id="64" name="Google Shape;64;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5" name="Google Shape;65;p6"/>
          <p:cNvCxnSpPr/>
          <p:nvPr/>
        </p:nvCxnSpPr>
        <p:spPr>
          <a:xfrm>
            <a:off x="9144000" y="3387815"/>
            <a:ext cx="9144000" cy="0"/>
          </a:xfrm>
          <a:prstGeom prst="straightConnector1">
            <a:avLst/>
          </a:prstGeom>
          <a:noFill/>
          <a:ln w="152400" cap="flat" cmpd="sng">
            <a:solidFill>
              <a:srgbClr val="EBD24C"/>
            </a:solidFill>
            <a:prstDash val="dot"/>
            <a:round/>
            <a:headEnd type="none" w="sm" len="sm"/>
            <a:tailEnd type="none" w="sm" len="sm"/>
          </a:ln>
        </p:spPr>
      </p:cxnSp>
      <p:grpSp>
        <p:nvGrpSpPr>
          <p:cNvPr id="66" name="Google Shape;66;p6"/>
          <p:cNvGrpSpPr/>
          <p:nvPr/>
        </p:nvGrpSpPr>
        <p:grpSpPr>
          <a:xfrm>
            <a:off x="779170" y="6373460"/>
            <a:ext cx="4642849" cy="1317262"/>
            <a:chOff x="0" y="-47625"/>
            <a:chExt cx="1222800" cy="346931"/>
          </a:xfrm>
        </p:grpSpPr>
        <p:sp>
          <p:nvSpPr>
            <p:cNvPr id="67" name="Google Shape;67;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FBFBF"/>
            </a:solidFill>
            <a:ln>
              <a:noFill/>
            </a:ln>
          </p:spPr>
        </p:sp>
        <p:sp>
          <p:nvSpPr>
            <p:cNvPr id="68" name="Google Shape;68;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9" name="Google Shape;69;p6"/>
          <p:cNvCxnSpPr/>
          <p:nvPr/>
        </p:nvCxnSpPr>
        <p:spPr>
          <a:xfrm>
            <a:off x="9144000" y="7122500"/>
            <a:ext cx="9144000" cy="0"/>
          </a:xfrm>
          <a:prstGeom prst="straightConnector1">
            <a:avLst/>
          </a:prstGeom>
          <a:noFill/>
          <a:ln w="152400" cap="flat" cmpd="sng">
            <a:solidFill>
              <a:srgbClr val="BFBFBF"/>
            </a:solidFill>
            <a:prstDash val="dot"/>
            <a:round/>
            <a:headEnd type="none" w="sm" len="sm"/>
            <a:tailEnd type="none" w="sm" len="sm"/>
          </a:ln>
        </p:spPr>
      </p:cxnSp>
      <p:grpSp>
        <p:nvGrpSpPr>
          <p:cNvPr id="70" name="Google Shape;70;p6"/>
          <p:cNvGrpSpPr/>
          <p:nvPr/>
        </p:nvGrpSpPr>
        <p:grpSpPr>
          <a:xfrm>
            <a:off x="9144000" y="4515642"/>
            <a:ext cx="4642849" cy="1317262"/>
            <a:chOff x="0" y="-47625"/>
            <a:chExt cx="1222800" cy="346931"/>
          </a:xfrm>
        </p:grpSpPr>
        <p:sp>
          <p:nvSpPr>
            <p:cNvPr id="71" name="Google Shape;71;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6DCEB"/>
            </a:solidFill>
            <a:ln>
              <a:noFill/>
            </a:ln>
          </p:spPr>
        </p:sp>
        <p:sp>
          <p:nvSpPr>
            <p:cNvPr id="72" name="Google Shape;72;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3" name="Google Shape;73;p6"/>
          <p:cNvCxnSpPr/>
          <p:nvPr/>
        </p:nvCxnSpPr>
        <p:spPr>
          <a:xfrm>
            <a:off x="-359591" y="5340883"/>
            <a:ext cx="9144000" cy="0"/>
          </a:xfrm>
          <a:prstGeom prst="straightConnector1">
            <a:avLst/>
          </a:prstGeom>
          <a:noFill/>
          <a:ln w="152400" cap="flat" cmpd="sng">
            <a:solidFill>
              <a:srgbClr val="B6DCEB"/>
            </a:solidFill>
            <a:prstDash val="dot"/>
            <a:round/>
            <a:headEnd type="none" w="sm" len="sm"/>
            <a:tailEnd type="none" w="sm" len="sm"/>
          </a:ln>
        </p:spPr>
      </p:cxnSp>
      <p:grpSp>
        <p:nvGrpSpPr>
          <p:cNvPr id="74" name="Google Shape;74;p6"/>
          <p:cNvGrpSpPr/>
          <p:nvPr/>
        </p:nvGrpSpPr>
        <p:grpSpPr>
          <a:xfrm>
            <a:off x="9144000" y="8231277"/>
            <a:ext cx="4642849" cy="1317262"/>
            <a:chOff x="0" y="-47625"/>
            <a:chExt cx="1222800" cy="346931"/>
          </a:xfrm>
        </p:grpSpPr>
        <p:sp>
          <p:nvSpPr>
            <p:cNvPr id="75" name="Google Shape;75;p6"/>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5A8CBF"/>
            </a:solidFill>
            <a:ln>
              <a:noFill/>
            </a:ln>
          </p:spPr>
        </p:sp>
        <p:sp>
          <p:nvSpPr>
            <p:cNvPr id="76" name="Google Shape;76;p6"/>
            <p:cNvSpPr txBox="1"/>
            <p:nvPr/>
          </p:nvSpPr>
          <p:spPr>
            <a:xfrm>
              <a:off x="0" y="-47625"/>
              <a:ext cx="1222800" cy="3468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7" name="Google Shape;77;p6"/>
          <p:cNvCxnSpPr/>
          <p:nvPr/>
        </p:nvCxnSpPr>
        <p:spPr>
          <a:xfrm>
            <a:off x="-359591" y="9056518"/>
            <a:ext cx="9144000" cy="0"/>
          </a:xfrm>
          <a:prstGeom prst="straightConnector1">
            <a:avLst/>
          </a:prstGeom>
          <a:noFill/>
          <a:ln w="152400" cap="flat" cmpd="sng">
            <a:solidFill>
              <a:srgbClr val="5A8CBF"/>
            </a:solidFill>
            <a:prstDash val="dot"/>
            <a:round/>
            <a:headEnd type="none" w="sm" len="sm"/>
            <a:tailEnd type="none" w="sm" len="sm"/>
          </a:ln>
        </p:spPr>
      </p:cxnSp>
      <p:grpSp>
        <p:nvGrpSpPr>
          <p:cNvPr id="78" name="Google Shape;78;p6"/>
          <p:cNvGrpSpPr/>
          <p:nvPr/>
        </p:nvGrpSpPr>
        <p:grpSpPr>
          <a:xfrm>
            <a:off x="9525002" y="1096649"/>
            <a:ext cx="8763458" cy="611578"/>
            <a:chOff x="0" y="-47625"/>
            <a:chExt cx="2045100" cy="154556"/>
          </a:xfrm>
        </p:grpSpPr>
        <p:sp>
          <p:nvSpPr>
            <p:cNvPr id="79" name="Google Shape;79;p6"/>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80" name="Google Shape;80;p6"/>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1" name="Google Shape;81;p6"/>
          <p:cNvSpPr txBox="1">
            <a:spLocks noGrp="1"/>
          </p:cNvSpPr>
          <p:nvPr>
            <p:ph type="title"/>
          </p:nvPr>
        </p:nvSpPr>
        <p:spPr>
          <a:xfrm>
            <a:off x="9255425" y="411375"/>
            <a:ext cx="8004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6"/>
          <p:cNvSpPr txBox="1">
            <a:spLocks noGrp="1"/>
          </p:cNvSpPr>
          <p:nvPr>
            <p:ph type="subTitle" idx="1"/>
          </p:nvPr>
        </p:nvSpPr>
        <p:spPr>
          <a:xfrm>
            <a:off x="1429175" y="3132100"/>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3" name="Google Shape;83;p6"/>
          <p:cNvSpPr txBox="1">
            <a:spLocks noGrp="1"/>
          </p:cNvSpPr>
          <p:nvPr>
            <p:ph type="body" idx="2"/>
          </p:nvPr>
        </p:nvSpPr>
        <p:spPr>
          <a:xfrm>
            <a:off x="5566826" y="2917475"/>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4" name="Google Shape;84;p6"/>
          <p:cNvSpPr txBox="1">
            <a:spLocks noGrp="1"/>
          </p:cNvSpPr>
          <p:nvPr>
            <p:ph type="subTitle" idx="3"/>
          </p:nvPr>
        </p:nvSpPr>
        <p:spPr>
          <a:xfrm>
            <a:off x="1429175" y="6856188"/>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5" name="Google Shape;85;p6"/>
          <p:cNvSpPr txBox="1">
            <a:spLocks noGrp="1"/>
          </p:cNvSpPr>
          <p:nvPr>
            <p:ph type="body" idx="4"/>
          </p:nvPr>
        </p:nvSpPr>
        <p:spPr>
          <a:xfrm>
            <a:off x="5566826" y="6641563"/>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6" name="Google Shape;86;p6"/>
          <p:cNvSpPr txBox="1">
            <a:spLocks noGrp="1"/>
          </p:cNvSpPr>
          <p:nvPr>
            <p:ph type="subTitle" idx="5"/>
          </p:nvPr>
        </p:nvSpPr>
        <p:spPr>
          <a:xfrm>
            <a:off x="9794125" y="5070250"/>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7" name="Google Shape;87;p6"/>
          <p:cNvSpPr txBox="1">
            <a:spLocks noGrp="1"/>
          </p:cNvSpPr>
          <p:nvPr>
            <p:ph type="body" idx="6"/>
          </p:nvPr>
        </p:nvSpPr>
        <p:spPr>
          <a:xfrm>
            <a:off x="13905701" y="4855625"/>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88" name="Google Shape;88;p6"/>
          <p:cNvSpPr txBox="1">
            <a:spLocks noGrp="1"/>
          </p:cNvSpPr>
          <p:nvPr>
            <p:ph type="subTitle" idx="7"/>
          </p:nvPr>
        </p:nvSpPr>
        <p:spPr>
          <a:xfrm>
            <a:off x="9794125" y="8702925"/>
            <a:ext cx="3342600" cy="521100"/>
          </a:xfrm>
          <a:prstGeom prst="rect">
            <a:avLst/>
          </a:prstGeom>
        </p:spPr>
        <p:txBody>
          <a:bodyPr spcFirstLastPara="1" wrap="square" lIns="91425" tIns="45700" rIns="91425" bIns="45700" anchor="ctr" anchorCtr="0">
            <a:noAutofit/>
          </a:bodyPr>
          <a:lstStyle>
            <a:lvl1pPr lvl="0" algn="ctr" rtl="0">
              <a:spcBef>
                <a:spcPts val="640"/>
              </a:spcBef>
              <a:spcAft>
                <a:spcPts val="0"/>
              </a:spcAft>
              <a:buSzPts val="2450"/>
              <a:buNone/>
              <a:defRPr sz="2450" b="1"/>
            </a:lvl1pPr>
            <a:lvl2pPr lvl="1" rtl="0">
              <a:spcBef>
                <a:spcPts val="560"/>
              </a:spcBef>
              <a:spcAft>
                <a:spcPts val="0"/>
              </a:spcAft>
              <a:buSzPts val="2450"/>
              <a:buNone/>
              <a:defRPr sz="2450"/>
            </a:lvl2pPr>
            <a:lvl3pPr lvl="2" rtl="0">
              <a:spcBef>
                <a:spcPts val="480"/>
              </a:spcBef>
              <a:spcAft>
                <a:spcPts val="0"/>
              </a:spcAft>
              <a:buSzPts val="2450"/>
              <a:buNone/>
              <a:defRPr sz="2450"/>
            </a:lvl3pPr>
            <a:lvl4pPr lvl="3" rtl="0">
              <a:spcBef>
                <a:spcPts val="400"/>
              </a:spcBef>
              <a:spcAft>
                <a:spcPts val="0"/>
              </a:spcAft>
              <a:buSzPts val="2450"/>
              <a:buNone/>
              <a:defRPr sz="2450"/>
            </a:lvl4pPr>
            <a:lvl5pPr lvl="4" rtl="0">
              <a:spcBef>
                <a:spcPts val="400"/>
              </a:spcBef>
              <a:spcAft>
                <a:spcPts val="0"/>
              </a:spcAft>
              <a:buSzPts val="2450"/>
              <a:buNone/>
              <a:defRPr sz="2450"/>
            </a:lvl5pPr>
            <a:lvl6pPr lvl="5" rtl="0">
              <a:spcBef>
                <a:spcPts val="400"/>
              </a:spcBef>
              <a:spcAft>
                <a:spcPts val="0"/>
              </a:spcAft>
              <a:buSzPts val="2450"/>
              <a:buNone/>
              <a:defRPr sz="2450"/>
            </a:lvl6pPr>
            <a:lvl7pPr lvl="6" rtl="0">
              <a:spcBef>
                <a:spcPts val="400"/>
              </a:spcBef>
              <a:spcAft>
                <a:spcPts val="0"/>
              </a:spcAft>
              <a:buSzPts val="2450"/>
              <a:buNone/>
              <a:defRPr sz="2450"/>
            </a:lvl7pPr>
            <a:lvl8pPr lvl="7" rtl="0">
              <a:spcBef>
                <a:spcPts val="400"/>
              </a:spcBef>
              <a:spcAft>
                <a:spcPts val="0"/>
              </a:spcAft>
              <a:buSzPts val="2450"/>
              <a:buNone/>
              <a:defRPr sz="2450"/>
            </a:lvl8pPr>
            <a:lvl9pPr lvl="8" rtl="0">
              <a:spcBef>
                <a:spcPts val="400"/>
              </a:spcBef>
              <a:spcAft>
                <a:spcPts val="0"/>
              </a:spcAft>
              <a:buSzPts val="2450"/>
              <a:buNone/>
              <a:defRPr sz="2450"/>
            </a:lvl9pPr>
          </a:lstStyle>
          <a:p>
            <a:endParaRPr/>
          </a:p>
        </p:txBody>
      </p:sp>
      <p:sp>
        <p:nvSpPr>
          <p:cNvPr id="89" name="Google Shape;89;p6"/>
          <p:cNvSpPr txBox="1">
            <a:spLocks noGrp="1"/>
          </p:cNvSpPr>
          <p:nvPr>
            <p:ph type="body" idx="8"/>
          </p:nvPr>
        </p:nvSpPr>
        <p:spPr>
          <a:xfrm>
            <a:off x="13905701" y="8488300"/>
            <a:ext cx="3217500" cy="970500"/>
          </a:xfrm>
          <a:prstGeom prst="rect">
            <a:avLst/>
          </a:prstGeom>
        </p:spPr>
        <p:txBody>
          <a:bodyPr spcFirstLastPara="1" wrap="square" lIns="91425" tIns="45700" rIns="91425" bIns="45700" anchor="ctr"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90" name="Google Shape;90;p6"/>
          <p:cNvSpPr txBox="1">
            <a:spLocks noGrp="1"/>
          </p:cNvSpPr>
          <p:nvPr>
            <p:ph type="body" idx="9"/>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91"/>
        <p:cNvGrpSpPr/>
        <p:nvPr/>
      </p:nvGrpSpPr>
      <p:grpSpPr>
        <a:xfrm>
          <a:off x="0" y="0"/>
          <a:ext cx="0" cy="0"/>
          <a:chOff x="0" y="0"/>
          <a:chExt cx="0" cy="0"/>
        </a:xfrm>
      </p:grpSpPr>
      <p:sp>
        <p:nvSpPr>
          <p:cNvPr id="92" name="Google Shape;92;p7"/>
          <p:cNvSpPr/>
          <p:nvPr/>
        </p:nvSpPr>
        <p:spPr>
          <a:xfrm>
            <a:off x="5702057"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2">
              <a:alphaModFix/>
            </a:blip>
            <a:stretch>
              <a:fillRect r="-97519" b="-101527"/>
            </a:stretch>
          </a:blipFill>
          <a:ln>
            <a:noFill/>
          </a:ln>
        </p:spPr>
      </p:sp>
      <p:sp>
        <p:nvSpPr>
          <p:cNvPr id="93" name="Google Shape;93;p7"/>
          <p:cNvSpPr/>
          <p:nvPr/>
        </p:nvSpPr>
        <p:spPr>
          <a:xfrm rot="10800000">
            <a:off x="9103900"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3">
              <a:alphaModFix/>
            </a:blip>
            <a:stretch>
              <a:fillRect r="-97519" b="-101527"/>
            </a:stretch>
          </a:blipFill>
          <a:ln>
            <a:noFill/>
          </a:ln>
        </p:spPr>
      </p:sp>
      <p:sp>
        <p:nvSpPr>
          <p:cNvPr id="94" name="Google Shape;94;p7"/>
          <p:cNvSpPr/>
          <p:nvPr/>
        </p:nvSpPr>
        <p:spPr>
          <a:xfrm>
            <a:off x="9103900"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4">
              <a:alphaModFix/>
            </a:blip>
            <a:stretch>
              <a:fillRect l="-97519" b="-101527"/>
            </a:stretch>
          </a:blipFill>
          <a:ln>
            <a:noFill/>
          </a:ln>
        </p:spPr>
      </p:sp>
      <p:sp>
        <p:nvSpPr>
          <p:cNvPr id="95" name="Google Shape;95;p7"/>
          <p:cNvSpPr/>
          <p:nvPr/>
        </p:nvSpPr>
        <p:spPr>
          <a:xfrm rot="10800000">
            <a:off x="5702057"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5">
              <a:alphaModFix/>
            </a:blip>
            <a:stretch>
              <a:fillRect l="-97519" b="-101527"/>
            </a:stretch>
          </a:blipFill>
          <a:ln>
            <a:noFill/>
          </a:ln>
        </p:spPr>
      </p:sp>
      <p:grpSp>
        <p:nvGrpSpPr>
          <p:cNvPr id="96" name="Google Shape;96;p7"/>
          <p:cNvGrpSpPr/>
          <p:nvPr/>
        </p:nvGrpSpPr>
        <p:grpSpPr>
          <a:xfrm>
            <a:off x="6514768" y="3250298"/>
            <a:ext cx="5178268" cy="5178268"/>
            <a:chOff x="0" y="0"/>
            <a:chExt cx="812800" cy="812800"/>
          </a:xfrm>
        </p:grpSpPr>
        <p:sp>
          <p:nvSpPr>
            <p:cNvPr id="97" name="Google Shape;97;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txBox="1"/>
            <p:nvPr/>
          </p:nvSpPr>
          <p:spPr>
            <a:xfrm>
              <a:off x="76200" y="28575"/>
              <a:ext cx="660300" cy="7080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9" name="Google Shape;99;p7"/>
          <p:cNvGrpSpPr/>
          <p:nvPr/>
        </p:nvGrpSpPr>
        <p:grpSpPr>
          <a:xfrm>
            <a:off x="8937280" y="1478271"/>
            <a:ext cx="413482" cy="8541886"/>
            <a:chOff x="0" y="-47625"/>
            <a:chExt cx="108900" cy="2249700"/>
          </a:xfrm>
        </p:grpSpPr>
        <p:sp>
          <p:nvSpPr>
            <p:cNvPr id="100" name="Google Shape;100;p7"/>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sp>
        <p:sp>
          <p:nvSpPr>
            <p:cNvPr id="101" name="Google Shape;101;p7"/>
            <p:cNvSpPr txBox="1"/>
            <p:nvPr/>
          </p:nvSpPr>
          <p:spPr>
            <a:xfrm>
              <a:off x="0" y="-47625"/>
              <a:ext cx="108900" cy="22497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7"/>
          <p:cNvGrpSpPr/>
          <p:nvPr/>
        </p:nvGrpSpPr>
        <p:grpSpPr>
          <a:xfrm rot="-5400000">
            <a:off x="8887141" y="1568467"/>
            <a:ext cx="413482" cy="8541886"/>
            <a:chOff x="0" y="-47625"/>
            <a:chExt cx="108900" cy="2249700"/>
          </a:xfrm>
        </p:grpSpPr>
        <p:sp>
          <p:nvSpPr>
            <p:cNvPr id="103" name="Google Shape;103;p7"/>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sp>
        <p:sp>
          <p:nvSpPr>
            <p:cNvPr id="104" name="Google Shape;104;p7"/>
            <p:cNvSpPr txBox="1"/>
            <p:nvPr/>
          </p:nvSpPr>
          <p:spPr>
            <a:xfrm>
              <a:off x="0" y="-47625"/>
              <a:ext cx="108900" cy="22497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5" name="Google Shape;105;p7"/>
          <p:cNvGrpSpPr/>
          <p:nvPr/>
        </p:nvGrpSpPr>
        <p:grpSpPr>
          <a:xfrm>
            <a:off x="982493" y="3069471"/>
            <a:ext cx="236927" cy="1569638"/>
            <a:chOff x="0" y="-47625"/>
            <a:chExt cx="62400" cy="413400"/>
          </a:xfrm>
        </p:grpSpPr>
        <p:sp>
          <p:nvSpPr>
            <p:cNvPr id="106" name="Google Shape;106;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EBD24C"/>
            </a:solidFill>
            <a:ln>
              <a:noFill/>
            </a:ln>
          </p:spPr>
        </p:sp>
        <p:sp>
          <p:nvSpPr>
            <p:cNvPr id="107" name="Google Shape;107;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8" name="Google Shape;108;p7"/>
          <p:cNvGrpSpPr/>
          <p:nvPr/>
        </p:nvGrpSpPr>
        <p:grpSpPr>
          <a:xfrm>
            <a:off x="982493" y="6755152"/>
            <a:ext cx="236927" cy="1569638"/>
            <a:chOff x="0" y="-47625"/>
            <a:chExt cx="62400" cy="413400"/>
          </a:xfrm>
        </p:grpSpPr>
        <p:sp>
          <p:nvSpPr>
            <p:cNvPr id="109" name="Google Shape;109;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5A8CBF"/>
            </a:solidFill>
            <a:ln>
              <a:noFill/>
            </a:ln>
          </p:spPr>
        </p:sp>
        <p:sp>
          <p:nvSpPr>
            <p:cNvPr id="110" name="Google Shape;110;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1" name="Google Shape;111;p7"/>
          <p:cNvGrpSpPr/>
          <p:nvPr/>
        </p:nvGrpSpPr>
        <p:grpSpPr>
          <a:xfrm>
            <a:off x="17116487" y="3069471"/>
            <a:ext cx="236927" cy="1569638"/>
            <a:chOff x="0" y="-47625"/>
            <a:chExt cx="62400" cy="413400"/>
          </a:xfrm>
        </p:grpSpPr>
        <p:sp>
          <p:nvSpPr>
            <p:cNvPr id="112" name="Google Shape;112;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FBFBF"/>
            </a:solidFill>
            <a:ln>
              <a:noFill/>
            </a:ln>
          </p:spPr>
        </p:sp>
        <p:sp>
          <p:nvSpPr>
            <p:cNvPr id="113" name="Google Shape;113;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4" name="Google Shape;114;p7"/>
          <p:cNvGrpSpPr/>
          <p:nvPr/>
        </p:nvGrpSpPr>
        <p:grpSpPr>
          <a:xfrm>
            <a:off x="17116487" y="6755152"/>
            <a:ext cx="236927" cy="1569638"/>
            <a:chOff x="0" y="-47625"/>
            <a:chExt cx="62400" cy="413400"/>
          </a:xfrm>
        </p:grpSpPr>
        <p:sp>
          <p:nvSpPr>
            <p:cNvPr id="115" name="Google Shape;115;p7"/>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6DCEB"/>
            </a:solidFill>
            <a:ln>
              <a:noFill/>
            </a:ln>
          </p:spPr>
        </p:sp>
        <p:sp>
          <p:nvSpPr>
            <p:cNvPr id="116" name="Google Shape;116;p7"/>
            <p:cNvSpPr txBox="1"/>
            <p:nvPr/>
          </p:nvSpPr>
          <p:spPr>
            <a:xfrm>
              <a:off x="0" y="-47625"/>
              <a:ext cx="62400" cy="41340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7"/>
          <p:cNvSpPr txBox="1"/>
          <p:nvPr/>
        </p:nvSpPr>
        <p:spPr>
          <a:xfrm>
            <a:off x="7256063" y="3716555"/>
            <a:ext cx="1506000" cy="1349400"/>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EBD24C"/>
                </a:solidFill>
                <a:latin typeface="Alef"/>
                <a:ea typeface="Alef"/>
                <a:cs typeface="Alef"/>
                <a:sym typeface="Alef"/>
              </a:rPr>
              <a:t>01</a:t>
            </a:r>
            <a:endParaRPr/>
          </a:p>
        </p:txBody>
      </p:sp>
      <p:sp>
        <p:nvSpPr>
          <p:cNvPr id="118" name="Google Shape;118;p7"/>
          <p:cNvSpPr txBox="1"/>
          <p:nvPr/>
        </p:nvSpPr>
        <p:spPr>
          <a:xfrm>
            <a:off x="7256063" y="5963255"/>
            <a:ext cx="1506000" cy="1349400"/>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5A8CBF"/>
                </a:solidFill>
                <a:latin typeface="Alef"/>
                <a:ea typeface="Alef"/>
                <a:cs typeface="Alef"/>
                <a:sym typeface="Alef"/>
              </a:rPr>
              <a:t>03</a:t>
            </a:r>
            <a:endParaRPr/>
          </a:p>
        </p:txBody>
      </p:sp>
      <p:sp>
        <p:nvSpPr>
          <p:cNvPr id="119" name="Google Shape;119;p7"/>
          <p:cNvSpPr txBox="1"/>
          <p:nvPr/>
        </p:nvSpPr>
        <p:spPr>
          <a:xfrm>
            <a:off x="9445774" y="3716555"/>
            <a:ext cx="1506000" cy="1349400"/>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FBFBF"/>
                </a:solidFill>
                <a:latin typeface="Alef"/>
                <a:ea typeface="Alef"/>
                <a:cs typeface="Alef"/>
                <a:sym typeface="Alef"/>
              </a:rPr>
              <a:t>02</a:t>
            </a:r>
            <a:endParaRPr/>
          </a:p>
        </p:txBody>
      </p:sp>
      <p:sp>
        <p:nvSpPr>
          <p:cNvPr id="120" name="Google Shape;120;p7"/>
          <p:cNvSpPr txBox="1"/>
          <p:nvPr/>
        </p:nvSpPr>
        <p:spPr>
          <a:xfrm>
            <a:off x="9445774" y="5963255"/>
            <a:ext cx="1506000" cy="1349400"/>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6DCEB"/>
                </a:solidFill>
                <a:latin typeface="Alef"/>
                <a:ea typeface="Alef"/>
                <a:cs typeface="Alef"/>
                <a:sym typeface="Alef"/>
              </a:rPr>
              <a:t>04</a:t>
            </a:r>
            <a:endParaRPr/>
          </a:p>
        </p:txBody>
      </p:sp>
      <p:grpSp>
        <p:nvGrpSpPr>
          <p:cNvPr id="121" name="Google Shape;121;p7"/>
          <p:cNvGrpSpPr/>
          <p:nvPr/>
        </p:nvGrpSpPr>
        <p:grpSpPr>
          <a:xfrm>
            <a:off x="9525002" y="1096649"/>
            <a:ext cx="8763458" cy="611578"/>
            <a:chOff x="0" y="-47625"/>
            <a:chExt cx="2045100" cy="154556"/>
          </a:xfrm>
        </p:grpSpPr>
        <p:sp>
          <p:nvSpPr>
            <p:cNvPr id="122" name="Google Shape;122;p7"/>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sp>
        <p:sp>
          <p:nvSpPr>
            <p:cNvPr id="123" name="Google Shape;123;p7"/>
            <p:cNvSpPr txBox="1"/>
            <p:nvPr/>
          </p:nvSpPr>
          <p:spPr>
            <a:xfrm>
              <a:off x="0" y="-47625"/>
              <a:ext cx="2045100" cy="154500"/>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 name="Google Shape;124;p7"/>
          <p:cNvSpPr txBox="1">
            <a:spLocks noGrp="1"/>
          </p:cNvSpPr>
          <p:nvPr>
            <p:ph type="title"/>
          </p:nvPr>
        </p:nvSpPr>
        <p:spPr>
          <a:xfrm>
            <a:off x="9255425" y="411375"/>
            <a:ext cx="8004000" cy="1143000"/>
          </a:xfrm>
          <a:prstGeom prst="rect">
            <a:avLst/>
          </a:prstGeom>
        </p:spPr>
        <p:txBody>
          <a:bodyPr spcFirstLastPara="1" wrap="square" lIns="91425" tIns="45700" rIns="91425" bIns="45700" anchor="t" anchorCtr="0">
            <a:noAutofit/>
          </a:bodyPr>
          <a:lstStyle>
            <a:lvl1pPr lvl="0" rtl="0">
              <a:spcBef>
                <a:spcPts val="0"/>
              </a:spcBef>
              <a:spcAft>
                <a:spcPts val="0"/>
              </a:spcAft>
              <a:buSzPts val="875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5" name="Google Shape;125;p7"/>
          <p:cNvSpPr txBox="1">
            <a:spLocks noGrp="1"/>
          </p:cNvSpPr>
          <p:nvPr>
            <p:ph type="body" idx="1"/>
          </p:nvPr>
        </p:nvSpPr>
        <p:spPr>
          <a:xfrm>
            <a:off x="756690" y="840988"/>
            <a:ext cx="7453500" cy="9705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126" name="Google Shape;126;p7"/>
          <p:cNvSpPr txBox="1">
            <a:spLocks noGrp="1"/>
          </p:cNvSpPr>
          <p:nvPr>
            <p:ph type="subTitle" idx="2"/>
          </p:nvPr>
        </p:nvSpPr>
        <p:spPr>
          <a:xfrm>
            <a:off x="1476325" y="6984900"/>
            <a:ext cx="3832800" cy="447600"/>
          </a:xfrm>
          <a:prstGeom prst="rect">
            <a:avLst/>
          </a:prstGeom>
        </p:spPr>
        <p:txBody>
          <a:bodyPr spcFirstLastPara="1" wrap="square" lIns="91425" tIns="45700" rIns="91425" bIns="45700" anchor="t" anchorCtr="0">
            <a:noAutofit/>
          </a:bodyPr>
          <a:lstStyle>
            <a:lvl1pPr lvl="0">
              <a:spcBef>
                <a:spcPts val="640"/>
              </a:spcBef>
              <a:spcAft>
                <a:spcPts val="0"/>
              </a:spcAft>
              <a:buSzPts val="2550"/>
              <a:buNone/>
              <a:defRPr sz="2550" b="1"/>
            </a:lvl1pPr>
            <a:lvl2pPr lvl="1">
              <a:spcBef>
                <a:spcPts val="560"/>
              </a:spcBef>
              <a:spcAft>
                <a:spcPts val="0"/>
              </a:spcAft>
              <a:buSzPts val="2550"/>
              <a:buNone/>
              <a:defRPr sz="2550"/>
            </a:lvl2pPr>
            <a:lvl3pPr lvl="2">
              <a:spcBef>
                <a:spcPts val="480"/>
              </a:spcBef>
              <a:spcAft>
                <a:spcPts val="0"/>
              </a:spcAft>
              <a:buSzPts val="2550"/>
              <a:buNone/>
              <a:defRPr sz="2550"/>
            </a:lvl3pPr>
            <a:lvl4pPr lvl="3">
              <a:spcBef>
                <a:spcPts val="400"/>
              </a:spcBef>
              <a:spcAft>
                <a:spcPts val="0"/>
              </a:spcAft>
              <a:buSzPts val="2550"/>
              <a:buNone/>
              <a:defRPr sz="2550"/>
            </a:lvl4pPr>
            <a:lvl5pPr lvl="4">
              <a:spcBef>
                <a:spcPts val="400"/>
              </a:spcBef>
              <a:spcAft>
                <a:spcPts val="0"/>
              </a:spcAft>
              <a:buSzPts val="2550"/>
              <a:buNone/>
              <a:defRPr sz="2550"/>
            </a:lvl5pPr>
            <a:lvl6pPr lvl="5">
              <a:spcBef>
                <a:spcPts val="400"/>
              </a:spcBef>
              <a:spcAft>
                <a:spcPts val="0"/>
              </a:spcAft>
              <a:buSzPts val="2550"/>
              <a:buNone/>
              <a:defRPr sz="2550"/>
            </a:lvl6pPr>
            <a:lvl7pPr lvl="6">
              <a:spcBef>
                <a:spcPts val="400"/>
              </a:spcBef>
              <a:spcAft>
                <a:spcPts val="0"/>
              </a:spcAft>
              <a:buSzPts val="2550"/>
              <a:buNone/>
              <a:defRPr sz="2550"/>
            </a:lvl7pPr>
            <a:lvl8pPr lvl="7">
              <a:spcBef>
                <a:spcPts val="400"/>
              </a:spcBef>
              <a:spcAft>
                <a:spcPts val="0"/>
              </a:spcAft>
              <a:buSzPts val="2550"/>
              <a:buNone/>
              <a:defRPr sz="2550"/>
            </a:lvl8pPr>
            <a:lvl9pPr lvl="8">
              <a:spcBef>
                <a:spcPts val="400"/>
              </a:spcBef>
              <a:spcAft>
                <a:spcPts val="0"/>
              </a:spcAft>
              <a:buSzPts val="2550"/>
              <a:buNone/>
              <a:defRPr sz="2550"/>
            </a:lvl9pPr>
          </a:lstStyle>
          <a:p>
            <a:endParaRPr/>
          </a:p>
        </p:txBody>
      </p:sp>
      <p:sp>
        <p:nvSpPr>
          <p:cNvPr id="127" name="Google Shape;127;p7"/>
          <p:cNvSpPr txBox="1">
            <a:spLocks noGrp="1"/>
          </p:cNvSpPr>
          <p:nvPr>
            <p:ph type="body" idx="3"/>
          </p:nvPr>
        </p:nvSpPr>
        <p:spPr>
          <a:xfrm>
            <a:off x="1527175" y="7498000"/>
            <a:ext cx="4008000" cy="826800"/>
          </a:xfrm>
          <a:prstGeom prst="rect">
            <a:avLst/>
          </a:prstGeom>
        </p:spPr>
        <p:txBody>
          <a:bodyPr spcFirstLastPara="1" wrap="square" lIns="91425" tIns="45700" rIns="91425" bIns="45700" anchor="t" anchorCtr="0">
            <a:noAutofit/>
          </a:bodyPr>
          <a:lstStyle>
            <a:lvl1pPr marL="457200" lvl="0" indent="-355600">
              <a:spcBef>
                <a:spcPts val="640"/>
              </a:spcBef>
              <a:spcAft>
                <a:spcPts val="0"/>
              </a:spcAft>
              <a:buSzPts val="2000"/>
              <a:buChar char="•"/>
              <a:defRPr/>
            </a:lvl1pPr>
            <a:lvl2pPr marL="914400" lvl="1" indent="-355600">
              <a:spcBef>
                <a:spcPts val="560"/>
              </a:spcBef>
              <a:spcAft>
                <a:spcPts val="0"/>
              </a:spcAft>
              <a:buSzPts val="2000"/>
              <a:buChar char="–"/>
              <a:defRPr/>
            </a:lvl2pPr>
            <a:lvl3pPr marL="1371600" lvl="2" indent="-355600">
              <a:spcBef>
                <a:spcPts val="480"/>
              </a:spcBef>
              <a:spcAft>
                <a:spcPts val="0"/>
              </a:spcAft>
              <a:buSzPts val="20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a:p>
        </p:txBody>
      </p:sp>
      <p:sp>
        <p:nvSpPr>
          <p:cNvPr id="128" name="Google Shape;128;p7"/>
          <p:cNvSpPr txBox="1">
            <a:spLocks noGrp="1"/>
          </p:cNvSpPr>
          <p:nvPr>
            <p:ph type="subTitle" idx="4"/>
          </p:nvPr>
        </p:nvSpPr>
        <p:spPr>
          <a:xfrm>
            <a:off x="1476325" y="3278509"/>
            <a:ext cx="3832800" cy="447600"/>
          </a:xfrm>
          <a:prstGeom prst="rect">
            <a:avLst/>
          </a:prstGeom>
        </p:spPr>
        <p:txBody>
          <a:bodyPr spcFirstLastPara="1" wrap="square" lIns="91425" tIns="45700" rIns="91425" bIns="45700" anchor="t" anchorCtr="0">
            <a:noAutofit/>
          </a:bodyPr>
          <a:lstStyle>
            <a:lvl1pPr lvl="0" rtl="0">
              <a:spcBef>
                <a:spcPts val="640"/>
              </a:spcBef>
              <a:spcAft>
                <a:spcPts val="0"/>
              </a:spcAft>
              <a:buSzPts val="2550"/>
              <a:buNone/>
              <a:defRPr sz="2550" b="1"/>
            </a:lvl1pPr>
            <a:lvl2pPr lvl="1" rtl="0">
              <a:spcBef>
                <a:spcPts val="560"/>
              </a:spcBef>
              <a:spcAft>
                <a:spcPts val="0"/>
              </a:spcAft>
              <a:buSzPts val="2550"/>
              <a:buNone/>
              <a:defRPr sz="2550"/>
            </a:lvl2pPr>
            <a:lvl3pPr lvl="2" rtl="0">
              <a:spcBef>
                <a:spcPts val="480"/>
              </a:spcBef>
              <a:spcAft>
                <a:spcPts val="0"/>
              </a:spcAft>
              <a:buSzPts val="2550"/>
              <a:buNone/>
              <a:defRPr sz="2550"/>
            </a:lvl3pPr>
            <a:lvl4pPr lvl="3" rtl="0">
              <a:spcBef>
                <a:spcPts val="400"/>
              </a:spcBef>
              <a:spcAft>
                <a:spcPts val="0"/>
              </a:spcAft>
              <a:buSzPts val="2550"/>
              <a:buNone/>
              <a:defRPr sz="2550"/>
            </a:lvl4pPr>
            <a:lvl5pPr lvl="4" rtl="0">
              <a:spcBef>
                <a:spcPts val="400"/>
              </a:spcBef>
              <a:spcAft>
                <a:spcPts val="0"/>
              </a:spcAft>
              <a:buSzPts val="2550"/>
              <a:buNone/>
              <a:defRPr sz="2550"/>
            </a:lvl5pPr>
            <a:lvl6pPr lvl="5" rtl="0">
              <a:spcBef>
                <a:spcPts val="400"/>
              </a:spcBef>
              <a:spcAft>
                <a:spcPts val="0"/>
              </a:spcAft>
              <a:buSzPts val="2550"/>
              <a:buNone/>
              <a:defRPr sz="2550"/>
            </a:lvl6pPr>
            <a:lvl7pPr lvl="6" rtl="0">
              <a:spcBef>
                <a:spcPts val="400"/>
              </a:spcBef>
              <a:spcAft>
                <a:spcPts val="0"/>
              </a:spcAft>
              <a:buSzPts val="2550"/>
              <a:buNone/>
              <a:defRPr sz="2550"/>
            </a:lvl7pPr>
            <a:lvl8pPr lvl="7" rtl="0">
              <a:spcBef>
                <a:spcPts val="400"/>
              </a:spcBef>
              <a:spcAft>
                <a:spcPts val="0"/>
              </a:spcAft>
              <a:buSzPts val="2550"/>
              <a:buNone/>
              <a:defRPr sz="2550"/>
            </a:lvl8pPr>
            <a:lvl9pPr lvl="8" rtl="0">
              <a:spcBef>
                <a:spcPts val="400"/>
              </a:spcBef>
              <a:spcAft>
                <a:spcPts val="0"/>
              </a:spcAft>
              <a:buSzPts val="2550"/>
              <a:buNone/>
              <a:defRPr sz="2550"/>
            </a:lvl9pPr>
          </a:lstStyle>
          <a:p>
            <a:endParaRPr/>
          </a:p>
        </p:txBody>
      </p:sp>
      <p:sp>
        <p:nvSpPr>
          <p:cNvPr id="129" name="Google Shape;129;p7"/>
          <p:cNvSpPr txBox="1">
            <a:spLocks noGrp="1"/>
          </p:cNvSpPr>
          <p:nvPr>
            <p:ph type="body" idx="5"/>
          </p:nvPr>
        </p:nvSpPr>
        <p:spPr>
          <a:xfrm>
            <a:off x="1527175" y="3791609"/>
            <a:ext cx="4008000" cy="826800"/>
          </a:xfrm>
          <a:prstGeom prst="rect">
            <a:avLst/>
          </a:prstGeom>
        </p:spPr>
        <p:txBody>
          <a:bodyPr spcFirstLastPara="1" wrap="square" lIns="91425" tIns="45700" rIns="91425" bIns="45700" anchor="t" anchorCtr="0">
            <a:noAutofit/>
          </a:bodyPr>
          <a:lstStyle>
            <a:lvl1pPr marL="457200" lvl="0" indent="-355600" rtl="0">
              <a:spcBef>
                <a:spcPts val="640"/>
              </a:spcBef>
              <a:spcAft>
                <a:spcPts val="0"/>
              </a:spcAft>
              <a:buSzPts val="2000"/>
              <a:buChar char="•"/>
              <a:defRPr/>
            </a:lvl1pPr>
            <a:lvl2pPr marL="914400" lvl="1" indent="-355600" rtl="0">
              <a:spcBef>
                <a:spcPts val="560"/>
              </a:spcBef>
              <a:spcAft>
                <a:spcPts val="0"/>
              </a:spcAft>
              <a:buSzPts val="2000"/>
              <a:buChar char="–"/>
              <a:defRPr/>
            </a:lvl2pPr>
            <a:lvl3pPr marL="1371600" lvl="2" indent="-355600" rtl="0">
              <a:spcBef>
                <a:spcPts val="480"/>
              </a:spcBef>
              <a:spcAft>
                <a:spcPts val="0"/>
              </a:spcAft>
              <a:buSzPts val="2000"/>
              <a:buChar char="•"/>
              <a:defRPr/>
            </a:lvl3pPr>
            <a:lvl4pPr marL="1828800" lvl="3" indent="-355600" rtl="0">
              <a:spcBef>
                <a:spcPts val="400"/>
              </a:spcBef>
              <a:spcAft>
                <a:spcPts val="0"/>
              </a:spcAft>
              <a:buSzPts val="2000"/>
              <a:buChar char="–"/>
              <a:defRPr/>
            </a:lvl4pPr>
            <a:lvl5pPr marL="2286000" lvl="4" indent="-355600" rtl="0">
              <a:spcBef>
                <a:spcPts val="400"/>
              </a:spcBef>
              <a:spcAft>
                <a:spcPts val="0"/>
              </a:spcAft>
              <a:buSzPts val="2000"/>
              <a:buChar char="»"/>
              <a:defRPr/>
            </a:lvl5pPr>
            <a:lvl6pPr marL="2743200" lvl="5" indent="-355600" rtl="0">
              <a:spcBef>
                <a:spcPts val="400"/>
              </a:spcBef>
              <a:spcAft>
                <a:spcPts val="0"/>
              </a:spcAft>
              <a:buSzPts val="2000"/>
              <a:buChar char="•"/>
              <a:defRPr/>
            </a:lvl6pPr>
            <a:lvl7pPr marL="3200400" lvl="6" indent="-355600" rtl="0">
              <a:spcBef>
                <a:spcPts val="400"/>
              </a:spcBef>
              <a:spcAft>
                <a:spcPts val="0"/>
              </a:spcAft>
              <a:buSzPts val="2000"/>
              <a:buChar char="•"/>
              <a:defRPr/>
            </a:lvl7pPr>
            <a:lvl8pPr marL="3657600" lvl="7" indent="-355600" rtl="0">
              <a:spcBef>
                <a:spcPts val="400"/>
              </a:spcBef>
              <a:spcAft>
                <a:spcPts val="0"/>
              </a:spcAft>
              <a:buSzPts val="2000"/>
              <a:buChar char="•"/>
              <a:defRPr/>
            </a:lvl8pPr>
            <a:lvl9pPr marL="4114800" lvl="8" indent="-355600" rtl="0">
              <a:spcBef>
                <a:spcPts val="400"/>
              </a:spcBef>
              <a:spcAft>
                <a:spcPts val="0"/>
              </a:spcAft>
              <a:buSzPts val="2000"/>
              <a:buChar char="•"/>
              <a:defRPr/>
            </a:lvl9pPr>
          </a:lstStyle>
          <a:p>
            <a:endParaRPr/>
          </a:p>
        </p:txBody>
      </p:sp>
      <p:sp>
        <p:nvSpPr>
          <p:cNvPr id="130" name="Google Shape;130;p7"/>
          <p:cNvSpPr txBox="1">
            <a:spLocks noGrp="1"/>
          </p:cNvSpPr>
          <p:nvPr>
            <p:ph type="subTitle" idx="6"/>
          </p:nvPr>
        </p:nvSpPr>
        <p:spPr>
          <a:xfrm>
            <a:off x="12821788" y="3278509"/>
            <a:ext cx="3832800" cy="447600"/>
          </a:xfrm>
          <a:prstGeom prst="rect">
            <a:avLst/>
          </a:prstGeom>
        </p:spPr>
        <p:txBody>
          <a:bodyPr spcFirstLastPara="1" wrap="square" lIns="91425" tIns="45700" rIns="91425" bIns="45700" anchor="t" anchorCtr="0">
            <a:noAutofit/>
          </a:bodyPr>
          <a:lstStyle>
            <a:lvl1pPr lvl="0" algn="r" rtl="0">
              <a:spcBef>
                <a:spcPts val="640"/>
              </a:spcBef>
              <a:spcAft>
                <a:spcPts val="0"/>
              </a:spcAft>
              <a:buSzPts val="2550"/>
              <a:buNone/>
              <a:defRPr sz="2550" b="1"/>
            </a:lvl1pPr>
            <a:lvl2pPr lvl="1" algn="r" rtl="0">
              <a:spcBef>
                <a:spcPts val="560"/>
              </a:spcBef>
              <a:spcAft>
                <a:spcPts val="0"/>
              </a:spcAft>
              <a:buSzPts val="2550"/>
              <a:buNone/>
              <a:defRPr sz="2550"/>
            </a:lvl2pPr>
            <a:lvl3pPr lvl="2" algn="r" rtl="0">
              <a:spcBef>
                <a:spcPts val="480"/>
              </a:spcBef>
              <a:spcAft>
                <a:spcPts val="0"/>
              </a:spcAft>
              <a:buSzPts val="2550"/>
              <a:buNone/>
              <a:defRPr sz="2550"/>
            </a:lvl3pPr>
            <a:lvl4pPr lvl="3" algn="r" rtl="0">
              <a:spcBef>
                <a:spcPts val="400"/>
              </a:spcBef>
              <a:spcAft>
                <a:spcPts val="0"/>
              </a:spcAft>
              <a:buSzPts val="2550"/>
              <a:buNone/>
              <a:defRPr sz="2550"/>
            </a:lvl4pPr>
            <a:lvl5pPr lvl="4" algn="r" rtl="0">
              <a:spcBef>
                <a:spcPts val="400"/>
              </a:spcBef>
              <a:spcAft>
                <a:spcPts val="0"/>
              </a:spcAft>
              <a:buSzPts val="2550"/>
              <a:buNone/>
              <a:defRPr sz="2550"/>
            </a:lvl5pPr>
            <a:lvl6pPr lvl="5" algn="r" rtl="0">
              <a:spcBef>
                <a:spcPts val="400"/>
              </a:spcBef>
              <a:spcAft>
                <a:spcPts val="0"/>
              </a:spcAft>
              <a:buSzPts val="2550"/>
              <a:buNone/>
              <a:defRPr sz="2550"/>
            </a:lvl6pPr>
            <a:lvl7pPr lvl="6" algn="r" rtl="0">
              <a:spcBef>
                <a:spcPts val="400"/>
              </a:spcBef>
              <a:spcAft>
                <a:spcPts val="0"/>
              </a:spcAft>
              <a:buSzPts val="2550"/>
              <a:buNone/>
              <a:defRPr sz="2550"/>
            </a:lvl7pPr>
            <a:lvl8pPr lvl="7" algn="r" rtl="0">
              <a:spcBef>
                <a:spcPts val="400"/>
              </a:spcBef>
              <a:spcAft>
                <a:spcPts val="0"/>
              </a:spcAft>
              <a:buSzPts val="2550"/>
              <a:buNone/>
              <a:defRPr sz="2550"/>
            </a:lvl8pPr>
            <a:lvl9pPr lvl="8" algn="r" rtl="0">
              <a:spcBef>
                <a:spcPts val="400"/>
              </a:spcBef>
              <a:spcAft>
                <a:spcPts val="0"/>
              </a:spcAft>
              <a:buSzPts val="2550"/>
              <a:buNone/>
              <a:defRPr sz="2550"/>
            </a:lvl9pPr>
          </a:lstStyle>
          <a:p>
            <a:endParaRPr/>
          </a:p>
        </p:txBody>
      </p:sp>
      <p:sp>
        <p:nvSpPr>
          <p:cNvPr id="131" name="Google Shape;131;p7"/>
          <p:cNvSpPr txBox="1">
            <a:spLocks noGrp="1"/>
          </p:cNvSpPr>
          <p:nvPr>
            <p:ph type="body" idx="7"/>
          </p:nvPr>
        </p:nvSpPr>
        <p:spPr>
          <a:xfrm>
            <a:off x="12872638" y="3791609"/>
            <a:ext cx="4008000" cy="826800"/>
          </a:xfrm>
          <a:prstGeom prst="rect">
            <a:avLst/>
          </a:prstGeom>
        </p:spPr>
        <p:txBody>
          <a:bodyPr spcFirstLastPara="1" wrap="square" lIns="91425" tIns="45700" rIns="91425" bIns="45700" anchor="t" anchorCtr="0">
            <a:noAutofit/>
          </a:bodyPr>
          <a:lstStyle>
            <a:lvl1pPr marL="457200" lvl="0" indent="-355600" algn="r" rtl="0">
              <a:spcBef>
                <a:spcPts val="640"/>
              </a:spcBef>
              <a:spcAft>
                <a:spcPts val="0"/>
              </a:spcAft>
              <a:buSzPts val="2000"/>
              <a:buChar char="•"/>
              <a:defRPr/>
            </a:lvl1pPr>
            <a:lvl2pPr marL="914400" lvl="1" indent="-355600" algn="r" rtl="0">
              <a:spcBef>
                <a:spcPts val="560"/>
              </a:spcBef>
              <a:spcAft>
                <a:spcPts val="0"/>
              </a:spcAft>
              <a:buSzPts val="2000"/>
              <a:buChar char="–"/>
              <a:defRPr/>
            </a:lvl2pPr>
            <a:lvl3pPr marL="1371600" lvl="2" indent="-355600" algn="r" rtl="0">
              <a:spcBef>
                <a:spcPts val="480"/>
              </a:spcBef>
              <a:spcAft>
                <a:spcPts val="0"/>
              </a:spcAft>
              <a:buSzPts val="2000"/>
              <a:buChar char="•"/>
              <a:defRPr/>
            </a:lvl3pPr>
            <a:lvl4pPr marL="1828800" lvl="3" indent="-355600" algn="r" rtl="0">
              <a:spcBef>
                <a:spcPts val="400"/>
              </a:spcBef>
              <a:spcAft>
                <a:spcPts val="0"/>
              </a:spcAft>
              <a:buSzPts val="2000"/>
              <a:buChar char="–"/>
              <a:defRPr/>
            </a:lvl4pPr>
            <a:lvl5pPr marL="2286000" lvl="4" indent="-355600" algn="r" rtl="0">
              <a:spcBef>
                <a:spcPts val="400"/>
              </a:spcBef>
              <a:spcAft>
                <a:spcPts val="0"/>
              </a:spcAft>
              <a:buSzPts val="2000"/>
              <a:buChar char="»"/>
              <a:defRPr/>
            </a:lvl5pPr>
            <a:lvl6pPr marL="2743200" lvl="5" indent="-355600" algn="r" rtl="0">
              <a:spcBef>
                <a:spcPts val="400"/>
              </a:spcBef>
              <a:spcAft>
                <a:spcPts val="0"/>
              </a:spcAft>
              <a:buSzPts val="2000"/>
              <a:buChar char="•"/>
              <a:defRPr/>
            </a:lvl6pPr>
            <a:lvl7pPr marL="3200400" lvl="6" indent="-355600" algn="r" rtl="0">
              <a:spcBef>
                <a:spcPts val="400"/>
              </a:spcBef>
              <a:spcAft>
                <a:spcPts val="0"/>
              </a:spcAft>
              <a:buSzPts val="2000"/>
              <a:buChar char="•"/>
              <a:defRPr/>
            </a:lvl7pPr>
            <a:lvl8pPr marL="3657600" lvl="7" indent="-355600" algn="r" rtl="0">
              <a:spcBef>
                <a:spcPts val="400"/>
              </a:spcBef>
              <a:spcAft>
                <a:spcPts val="0"/>
              </a:spcAft>
              <a:buSzPts val="2000"/>
              <a:buChar char="•"/>
              <a:defRPr/>
            </a:lvl8pPr>
            <a:lvl9pPr marL="4114800" lvl="8" indent="-355600" algn="r" rtl="0">
              <a:spcBef>
                <a:spcPts val="400"/>
              </a:spcBef>
              <a:spcAft>
                <a:spcPts val="0"/>
              </a:spcAft>
              <a:buSzPts val="2000"/>
              <a:buChar char="•"/>
              <a:defRPr/>
            </a:lvl9pPr>
          </a:lstStyle>
          <a:p>
            <a:endParaRPr/>
          </a:p>
        </p:txBody>
      </p:sp>
      <p:sp>
        <p:nvSpPr>
          <p:cNvPr id="132" name="Google Shape;132;p7"/>
          <p:cNvSpPr txBox="1">
            <a:spLocks noGrp="1"/>
          </p:cNvSpPr>
          <p:nvPr>
            <p:ph type="subTitle" idx="8"/>
          </p:nvPr>
        </p:nvSpPr>
        <p:spPr>
          <a:xfrm>
            <a:off x="12821788" y="6984909"/>
            <a:ext cx="3832800" cy="447600"/>
          </a:xfrm>
          <a:prstGeom prst="rect">
            <a:avLst/>
          </a:prstGeom>
        </p:spPr>
        <p:txBody>
          <a:bodyPr spcFirstLastPara="1" wrap="square" lIns="91425" tIns="45700" rIns="91425" bIns="45700" anchor="t" anchorCtr="0">
            <a:noAutofit/>
          </a:bodyPr>
          <a:lstStyle>
            <a:lvl1pPr lvl="0" algn="r" rtl="0">
              <a:spcBef>
                <a:spcPts val="640"/>
              </a:spcBef>
              <a:spcAft>
                <a:spcPts val="0"/>
              </a:spcAft>
              <a:buSzPts val="2550"/>
              <a:buNone/>
              <a:defRPr sz="2550" b="1"/>
            </a:lvl1pPr>
            <a:lvl2pPr lvl="1" algn="r" rtl="0">
              <a:spcBef>
                <a:spcPts val="560"/>
              </a:spcBef>
              <a:spcAft>
                <a:spcPts val="0"/>
              </a:spcAft>
              <a:buSzPts val="2550"/>
              <a:buNone/>
              <a:defRPr sz="2550"/>
            </a:lvl2pPr>
            <a:lvl3pPr lvl="2" algn="r" rtl="0">
              <a:spcBef>
                <a:spcPts val="480"/>
              </a:spcBef>
              <a:spcAft>
                <a:spcPts val="0"/>
              </a:spcAft>
              <a:buSzPts val="2550"/>
              <a:buNone/>
              <a:defRPr sz="2550"/>
            </a:lvl3pPr>
            <a:lvl4pPr lvl="3" algn="r" rtl="0">
              <a:spcBef>
                <a:spcPts val="400"/>
              </a:spcBef>
              <a:spcAft>
                <a:spcPts val="0"/>
              </a:spcAft>
              <a:buSzPts val="2550"/>
              <a:buNone/>
              <a:defRPr sz="2550"/>
            </a:lvl4pPr>
            <a:lvl5pPr lvl="4" algn="r" rtl="0">
              <a:spcBef>
                <a:spcPts val="400"/>
              </a:spcBef>
              <a:spcAft>
                <a:spcPts val="0"/>
              </a:spcAft>
              <a:buSzPts val="2550"/>
              <a:buNone/>
              <a:defRPr sz="2550"/>
            </a:lvl5pPr>
            <a:lvl6pPr lvl="5" algn="r" rtl="0">
              <a:spcBef>
                <a:spcPts val="400"/>
              </a:spcBef>
              <a:spcAft>
                <a:spcPts val="0"/>
              </a:spcAft>
              <a:buSzPts val="2550"/>
              <a:buNone/>
              <a:defRPr sz="2550"/>
            </a:lvl6pPr>
            <a:lvl7pPr lvl="6" algn="r" rtl="0">
              <a:spcBef>
                <a:spcPts val="400"/>
              </a:spcBef>
              <a:spcAft>
                <a:spcPts val="0"/>
              </a:spcAft>
              <a:buSzPts val="2550"/>
              <a:buNone/>
              <a:defRPr sz="2550"/>
            </a:lvl7pPr>
            <a:lvl8pPr lvl="7" algn="r" rtl="0">
              <a:spcBef>
                <a:spcPts val="400"/>
              </a:spcBef>
              <a:spcAft>
                <a:spcPts val="0"/>
              </a:spcAft>
              <a:buSzPts val="2550"/>
              <a:buNone/>
              <a:defRPr sz="2550"/>
            </a:lvl8pPr>
            <a:lvl9pPr lvl="8" algn="r" rtl="0">
              <a:spcBef>
                <a:spcPts val="400"/>
              </a:spcBef>
              <a:spcAft>
                <a:spcPts val="0"/>
              </a:spcAft>
              <a:buSzPts val="2550"/>
              <a:buNone/>
              <a:defRPr sz="2550"/>
            </a:lvl9pPr>
          </a:lstStyle>
          <a:p>
            <a:endParaRPr/>
          </a:p>
        </p:txBody>
      </p:sp>
      <p:sp>
        <p:nvSpPr>
          <p:cNvPr id="133" name="Google Shape;133;p7"/>
          <p:cNvSpPr txBox="1">
            <a:spLocks noGrp="1"/>
          </p:cNvSpPr>
          <p:nvPr>
            <p:ph type="body" idx="9"/>
          </p:nvPr>
        </p:nvSpPr>
        <p:spPr>
          <a:xfrm>
            <a:off x="12872638" y="7498009"/>
            <a:ext cx="4008000" cy="826800"/>
          </a:xfrm>
          <a:prstGeom prst="rect">
            <a:avLst/>
          </a:prstGeom>
        </p:spPr>
        <p:txBody>
          <a:bodyPr spcFirstLastPara="1" wrap="square" lIns="91425" tIns="45700" rIns="91425" bIns="45700" anchor="t" anchorCtr="0">
            <a:noAutofit/>
          </a:bodyPr>
          <a:lstStyle>
            <a:lvl1pPr marL="457200" lvl="0" indent="-355600" algn="r" rtl="0">
              <a:spcBef>
                <a:spcPts val="640"/>
              </a:spcBef>
              <a:spcAft>
                <a:spcPts val="0"/>
              </a:spcAft>
              <a:buSzPts val="2000"/>
              <a:buChar char="•"/>
              <a:defRPr/>
            </a:lvl1pPr>
            <a:lvl2pPr marL="914400" lvl="1" indent="-355600" algn="r" rtl="0">
              <a:spcBef>
                <a:spcPts val="560"/>
              </a:spcBef>
              <a:spcAft>
                <a:spcPts val="0"/>
              </a:spcAft>
              <a:buSzPts val="2000"/>
              <a:buChar char="–"/>
              <a:defRPr/>
            </a:lvl2pPr>
            <a:lvl3pPr marL="1371600" lvl="2" indent="-355600" algn="r" rtl="0">
              <a:spcBef>
                <a:spcPts val="480"/>
              </a:spcBef>
              <a:spcAft>
                <a:spcPts val="0"/>
              </a:spcAft>
              <a:buSzPts val="2000"/>
              <a:buChar char="•"/>
              <a:defRPr/>
            </a:lvl3pPr>
            <a:lvl4pPr marL="1828800" lvl="3" indent="-355600" algn="r" rtl="0">
              <a:spcBef>
                <a:spcPts val="400"/>
              </a:spcBef>
              <a:spcAft>
                <a:spcPts val="0"/>
              </a:spcAft>
              <a:buSzPts val="2000"/>
              <a:buChar char="–"/>
              <a:defRPr/>
            </a:lvl4pPr>
            <a:lvl5pPr marL="2286000" lvl="4" indent="-355600" algn="r" rtl="0">
              <a:spcBef>
                <a:spcPts val="400"/>
              </a:spcBef>
              <a:spcAft>
                <a:spcPts val="0"/>
              </a:spcAft>
              <a:buSzPts val="2000"/>
              <a:buChar char="»"/>
              <a:defRPr/>
            </a:lvl5pPr>
            <a:lvl6pPr marL="2743200" lvl="5" indent="-355600" algn="r" rtl="0">
              <a:spcBef>
                <a:spcPts val="400"/>
              </a:spcBef>
              <a:spcAft>
                <a:spcPts val="0"/>
              </a:spcAft>
              <a:buSzPts val="2000"/>
              <a:buChar char="•"/>
              <a:defRPr/>
            </a:lvl6pPr>
            <a:lvl7pPr marL="3200400" lvl="6" indent="-355600" algn="r" rtl="0">
              <a:spcBef>
                <a:spcPts val="400"/>
              </a:spcBef>
              <a:spcAft>
                <a:spcPts val="0"/>
              </a:spcAft>
              <a:buSzPts val="2000"/>
              <a:buChar char="•"/>
              <a:defRPr/>
            </a:lvl7pPr>
            <a:lvl8pPr marL="3657600" lvl="7" indent="-355600" algn="r" rtl="0">
              <a:spcBef>
                <a:spcPts val="400"/>
              </a:spcBef>
              <a:spcAft>
                <a:spcPts val="0"/>
              </a:spcAft>
              <a:buSzPts val="2000"/>
              <a:buChar char="•"/>
              <a:defRPr/>
            </a:lvl8pPr>
            <a:lvl9pPr marL="4114800" lvl="8" indent="-355600" algn="r" rtl="0">
              <a:spcBef>
                <a:spcPts val="400"/>
              </a:spcBef>
              <a:spcAft>
                <a:spcPts val="0"/>
              </a:spcAft>
              <a:buSzPts val="20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53400" y="580150"/>
            <a:ext cx="15606000" cy="11430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8750"/>
              <a:buFont typeface="Alef"/>
              <a:buNone/>
              <a:defRPr sz="8750" i="0" u="none" strike="noStrike" cap="none">
                <a:solidFill>
                  <a:schemeClr val="dk1"/>
                </a:solidFill>
                <a:latin typeface="Alef"/>
                <a:ea typeface="Alef"/>
                <a:cs typeface="Alef"/>
                <a:sym typeface="Alef"/>
              </a:defRPr>
            </a:lvl1pPr>
            <a:lvl2pPr lvl="1">
              <a:spcBef>
                <a:spcPts val="0"/>
              </a:spcBef>
              <a:spcAft>
                <a:spcPts val="0"/>
              </a:spcAft>
              <a:buSzPts val="1400"/>
              <a:buFont typeface="Alef"/>
              <a:buNone/>
              <a:defRPr sz="1800">
                <a:latin typeface="Alef"/>
                <a:ea typeface="Alef"/>
                <a:cs typeface="Alef"/>
                <a:sym typeface="Alef"/>
              </a:defRPr>
            </a:lvl2pPr>
            <a:lvl3pPr lvl="2">
              <a:spcBef>
                <a:spcPts val="0"/>
              </a:spcBef>
              <a:spcAft>
                <a:spcPts val="0"/>
              </a:spcAft>
              <a:buSzPts val="1400"/>
              <a:buFont typeface="Alef"/>
              <a:buNone/>
              <a:defRPr sz="1800">
                <a:latin typeface="Alef"/>
                <a:ea typeface="Alef"/>
                <a:cs typeface="Alef"/>
                <a:sym typeface="Alef"/>
              </a:defRPr>
            </a:lvl3pPr>
            <a:lvl4pPr lvl="3">
              <a:spcBef>
                <a:spcPts val="0"/>
              </a:spcBef>
              <a:spcAft>
                <a:spcPts val="0"/>
              </a:spcAft>
              <a:buSzPts val="1400"/>
              <a:buFont typeface="Alef"/>
              <a:buNone/>
              <a:defRPr sz="1800">
                <a:latin typeface="Alef"/>
                <a:ea typeface="Alef"/>
                <a:cs typeface="Alef"/>
                <a:sym typeface="Alef"/>
              </a:defRPr>
            </a:lvl4pPr>
            <a:lvl5pPr lvl="4">
              <a:spcBef>
                <a:spcPts val="0"/>
              </a:spcBef>
              <a:spcAft>
                <a:spcPts val="0"/>
              </a:spcAft>
              <a:buSzPts val="1400"/>
              <a:buFont typeface="Alef"/>
              <a:buNone/>
              <a:defRPr sz="1800">
                <a:latin typeface="Alef"/>
                <a:ea typeface="Alef"/>
                <a:cs typeface="Alef"/>
                <a:sym typeface="Alef"/>
              </a:defRPr>
            </a:lvl5pPr>
            <a:lvl6pPr lvl="5">
              <a:spcBef>
                <a:spcPts val="0"/>
              </a:spcBef>
              <a:spcAft>
                <a:spcPts val="0"/>
              </a:spcAft>
              <a:buSzPts val="1400"/>
              <a:buFont typeface="Alef"/>
              <a:buNone/>
              <a:defRPr sz="1800">
                <a:latin typeface="Alef"/>
                <a:ea typeface="Alef"/>
                <a:cs typeface="Alef"/>
                <a:sym typeface="Alef"/>
              </a:defRPr>
            </a:lvl6pPr>
            <a:lvl7pPr lvl="6">
              <a:spcBef>
                <a:spcPts val="0"/>
              </a:spcBef>
              <a:spcAft>
                <a:spcPts val="0"/>
              </a:spcAft>
              <a:buSzPts val="1400"/>
              <a:buFont typeface="Alef"/>
              <a:buNone/>
              <a:defRPr sz="1800">
                <a:latin typeface="Alef"/>
                <a:ea typeface="Alef"/>
                <a:cs typeface="Alef"/>
                <a:sym typeface="Alef"/>
              </a:defRPr>
            </a:lvl7pPr>
            <a:lvl8pPr lvl="7">
              <a:spcBef>
                <a:spcPts val="0"/>
              </a:spcBef>
              <a:spcAft>
                <a:spcPts val="0"/>
              </a:spcAft>
              <a:buSzPts val="1400"/>
              <a:buFont typeface="Alef"/>
              <a:buNone/>
              <a:defRPr sz="1800">
                <a:latin typeface="Alef"/>
                <a:ea typeface="Alef"/>
                <a:cs typeface="Alef"/>
                <a:sym typeface="Alef"/>
              </a:defRPr>
            </a:lvl8pPr>
            <a:lvl9pPr lvl="8">
              <a:spcBef>
                <a:spcPts val="0"/>
              </a:spcBef>
              <a:spcAft>
                <a:spcPts val="0"/>
              </a:spcAft>
              <a:buSzPts val="1400"/>
              <a:buFont typeface="Alef"/>
              <a:buNone/>
              <a:defRPr sz="1800">
                <a:latin typeface="Alef"/>
                <a:ea typeface="Alef"/>
                <a:cs typeface="Alef"/>
                <a:sym typeface="Alef"/>
              </a:defRPr>
            </a:lvl9pPr>
          </a:lstStyle>
          <a:p>
            <a:endParaRPr/>
          </a:p>
        </p:txBody>
      </p:sp>
      <p:sp>
        <p:nvSpPr>
          <p:cNvPr id="7" name="Google Shape;7;p1"/>
          <p:cNvSpPr txBox="1">
            <a:spLocks noGrp="1"/>
          </p:cNvSpPr>
          <p:nvPr>
            <p:ph type="body" idx="1"/>
          </p:nvPr>
        </p:nvSpPr>
        <p:spPr>
          <a:xfrm>
            <a:off x="1653400" y="2880450"/>
            <a:ext cx="8229600" cy="4526100"/>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64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1pPr>
            <a:lvl2pPr marL="914400" marR="0" lvl="1" indent="-355600" algn="l" rtl="0">
              <a:spcBef>
                <a:spcPts val="56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2pPr>
            <a:lvl3pPr marL="1371600" marR="0" lvl="2" indent="-355600" algn="l" rtl="0">
              <a:spcBef>
                <a:spcPts val="48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3pPr>
            <a:lvl4pPr marL="1828800" marR="0" lvl="3"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4pPr>
            <a:lvl5pPr marL="2286000" marR="0" lvl="4"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5pPr>
            <a:lvl6pPr marL="2743200" marR="0" lvl="5"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6pPr>
            <a:lvl7pPr marL="3200400" marR="0" lvl="6"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7pPr>
            <a:lvl8pPr marL="3657600" marR="0" lvl="7"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8pPr>
            <a:lvl9pPr marL="4114800" marR="0" lvl="8" indent="-355600" algn="l" rtl="0">
              <a:spcBef>
                <a:spcPts val="400"/>
              </a:spcBef>
              <a:spcAft>
                <a:spcPts val="0"/>
              </a:spcAft>
              <a:buClr>
                <a:schemeClr val="dk1"/>
              </a:buClr>
              <a:buSzPts val="2000"/>
              <a:buFont typeface="Blinker"/>
              <a:buChar char="•"/>
              <a:defRPr sz="2000" i="0" u="none" strike="noStrike" cap="none">
                <a:solidFill>
                  <a:schemeClr val="dk1"/>
                </a:solidFill>
                <a:latin typeface="Blinker"/>
                <a:ea typeface="Blinker"/>
                <a:cs typeface="Blinker"/>
                <a:sym typeface="Blink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pSp>
        <p:nvGrpSpPr>
          <p:cNvPr id="139" name="Google Shape;139;p8"/>
          <p:cNvGrpSpPr/>
          <p:nvPr/>
        </p:nvGrpSpPr>
        <p:grpSpPr>
          <a:xfrm>
            <a:off x="1" y="2250625"/>
            <a:ext cx="7598676" cy="712699"/>
            <a:chOff x="0" y="-47625"/>
            <a:chExt cx="2292279" cy="175897"/>
          </a:xfrm>
        </p:grpSpPr>
        <p:sp>
          <p:nvSpPr>
            <p:cNvPr id="140" name="Google Shape;140;p8"/>
            <p:cNvSpPr/>
            <p:nvPr/>
          </p:nvSpPr>
          <p:spPr>
            <a:xfrm>
              <a:off x="0" y="0"/>
              <a:ext cx="2292279" cy="128272"/>
            </a:xfrm>
            <a:custGeom>
              <a:avLst/>
              <a:gdLst/>
              <a:ahLst/>
              <a:cxnLst/>
              <a:rect l="l" t="t" r="r" b="b"/>
              <a:pathLst>
                <a:path w="2292279" h="128272" extrusionOk="0">
                  <a:moveTo>
                    <a:pt x="0" y="0"/>
                  </a:moveTo>
                  <a:lnTo>
                    <a:pt x="2292279" y="0"/>
                  </a:lnTo>
                  <a:lnTo>
                    <a:pt x="2292279" y="128272"/>
                  </a:lnTo>
                  <a:lnTo>
                    <a:pt x="0" y="128272"/>
                  </a:lnTo>
                  <a:close/>
                </a:path>
              </a:pathLst>
            </a:custGeom>
            <a:solidFill>
              <a:srgbClr val="EBD24C"/>
            </a:solidFill>
            <a:ln>
              <a:noFill/>
            </a:ln>
          </p:spPr>
          <p:txBody>
            <a:bodyPr/>
            <a:lstStyle/>
            <a:p>
              <a:endParaRPr lang="en-US"/>
            </a:p>
          </p:txBody>
        </p:sp>
        <p:sp>
          <p:nvSpPr>
            <p:cNvPr id="141" name="Google Shape;141;p8"/>
            <p:cNvSpPr txBox="1"/>
            <p:nvPr/>
          </p:nvSpPr>
          <p:spPr>
            <a:xfrm>
              <a:off x="0" y="-47625"/>
              <a:ext cx="2292279"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2" name="Google Shape;142;p8"/>
          <p:cNvGrpSpPr/>
          <p:nvPr/>
        </p:nvGrpSpPr>
        <p:grpSpPr>
          <a:xfrm>
            <a:off x="-1" y="4682251"/>
            <a:ext cx="9057949" cy="712717"/>
            <a:chOff x="0" y="-47625"/>
            <a:chExt cx="2606754" cy="175897"/>
          </a:xfrm>
        </p:grpSpPr>
        <p:sp>
          <p:nvSpPr>
            <p:cNvPr id="143" name="Google Shape;143;p8"/>
            <p:cNvSpPr/>
            <p:nvPr/>
          </p:nvSpPr>
          <p:spPr>
            <a:xfrm>
              <a:off x="0" y="0"/>
              <a:ext cx="2606754" cy="128272"/>
            </a:xfrm>
            <a:custGeom>
              <a:avLst/>
              <a:gdLst/>
              <a:ahLst/>
              <a:cxnLst/>
              <a:rect l="l" t="t" r="r" b="b"/>
              <a:pathLst>
                <a:path w="2606754" h="128272" extrusionOk="0">
                  <a:moveTo>
                    <a:pt x="0" y="0"/>
                  </a:moveTo>
                  <a:lnTo>
                    <a:pt x="2606754" y="0"/>
                  </a:lnTo>
                  <a:lnTo>
                    <a:pt x="2606754" y="128272"/>
                  </a:lnTo>
                  <a:lnTo>
                    <a:pt x="0" y="128272"/>
                  </a:lnTo>
                  <a:close/>
                </a:path>
              </a:pathLst>
            </a:custGeom>
            <a:solidFill>
              <a:srgbClr val="B6DCEB"/>
            </a:solidFill>
            <a:ln>
              <a:noFill/>
            </a:ln>
          </p:spPr>
          <p:txBody>
            <a:bodyPr/>
            <a:lstStyle/>
            <a:p>
              <a:endParaRPr lang="en-US"/>
            </a:p>
          </p:txBody>
        </p:sp>
        <p:sp>
          <p:nvSpPr>
            <p:cNvPr id="144" name="Google Shape;144;p8"/>
            <p:cNvSpPr txBox="1"/>
            <p:nvPr/>
          </p:nvSpPr>
          <p:spPr>
            <a:xfrm>
              <a:off x="0" y="-47625"/>
              <a:ext cx="2606754"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5" name="Google Shape;145;p8"/>
          <p:cNvGrpSpPr/>
          <p:nvPr/>
        </p:nvGrpSpPr>
        <p:grpSpPr>
          <a:xfrm>
            <a:off x="-1" y="6947456"/>
            <a:ext cx="10171907" cy="712717"/>
            <a:chOff x="0" y="-47625"/>
            <a:chExt cx="2927336" cy="175897"/>
          </a:xfrm>
        </p:grpSpPr>
        <p:sp>
          <p:nvSpPr>
            <p:cNvPr id="146" name="Google Shape;146;p8"/>
            <p:cNvSpPr/>
            <p:nvPr/>
          </p:nvSpPr>
          <p:spPr>
            <a:xfrm>
              <a:off x="0" y="0"/>
              <a:ext cx="2927336" cy="128272"/>
            </a:xfrm>
            <a:custGeom>
              <a:avLst/>
              <a:gdLst/>
              <a:ahLst/>
              <a:cxnLst/>
              <a:rect l="l" t="t" r="r" b="b"/>
              <a:pathLst>
                <a:path w="2927336" h="128272" extrusionOk="0">
                  <a:moveTo>
                    <a:pt x="0" y="0"/>
                  </a:moveTo>
                  <a:lnTo>
                    <a:pt x="2927336" y="0"/>
                  </a:lnTo>
                  <a:lnTo>
                    <a:pt x="2927336" y="128272"/>
                  </a:lnTo>
                  <a:lnTo>
                    <a:pt x="0" y="128272"/>
                  </a:lnTo>
                  <a:close/>
                </a:path>
              </a:pathLst>
            </a:custGeom>
            <a:solidFill>
              <a:srgbClr val="BFBFBF"/>
            </a:solidFill>
            <a:ln>
              <a:noFill/>
            </a:ln>
          </p:spPr>
          <p:txBody>
            <a:bodyPr/>
            <a:lstStyle/>
            <a:p>
              <a:endParaRPr lang="en-US"/>
            </a:p>
          </p:txBody>
        </p:sp>
        <p:sp>
          <p:nvSpPr>
            <p:cNvPr id="147" name="Google Shape;147;p8"/>
            <p:cNvSpPr txBox="1"/>
            <p:nvPr/>
          </p:nvSpPr>
          <p:spPr>
            <a:xfrm>
              <a:off x="0" y="-47625"/>
              <a:ext cx="2927336"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 name="Google Shape;148;p8"/>
          <p:cNvSpPr txBox="1"/>
          <p:nvPr/>
        </p:nvSpPr>
        <p:spPr>
          <a:xfrm>
            <a:off x="675985" y="1040679"/>
            <a:ext cx="9105900" cy="48445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117" b="0" i="0" u="none" strike="noStrike" cap="none" dirty="0">
                <a:solidFill>
                  <a:srgbClr val="000000"/>
                </a:solidFill>
                <a:latin typeface="Alef"/>
                <a:ea typeface="Alef"/>
                <a:cs typeface="Alef"/>
                <a:sym typeface="Alef"/>
              </a:rPr>
              <a:t>Scrum</a:t>
            </a:r>
            <a:endParaRPr dirty="0"/>
          </a:p>
          <a:p>
            <a:pPr marL="0" marR="0" lvl="0" indent="0" algn="l" rtl="0">
              <a:lnSpc>
                <a:spcPct val="120000"/>
              </a:lnSpc>
              <a:spcBef>
                <a:spcPts val="0"/>
              </a:spcBef>
              <a:spcAft>
                <a:spcPts val="0"/>
              </a:spcAft>
              <a:buNone/>
            </a:pPr>
            <a:r>
              <a:rPr lang="en-US" sz="13117" b="0" i="0" u="none" strike="noStrike" cap="none" dirty="0">
                <a:solidFill>
                  <a:srgbClr val="000000"/>
                </a:solidFill>
                <a:latin typeface="Alef"/>
                <a:ea typeface="Alef"/>
                <a:cs typeface="Alef"/>
                <a:sym typeface="Alef"/>
              </a:rPr>
              <a:t>Framework  </a:t>
            </a:r>
            <a:endParaRPr dirty="0"/>
          </a:p>
        </p:txBody>
      </p:sp>
      <p:pic>
        <p:nvPicPr>
          <p:cNvPr id="138" name="Google Shape;138;p8"/>
          <p:cNvPicPr preferRelativeResize="0"/>
          <p:nvPr/>
        </p:nvPicPr>
        <p:blipFill rotWithShape="1">
          <a:blip r:embed="rId3">
            <a:alphaModFix/>
          </a:blip>
          <a:srcRect r="18844"/>
          <a:stretch/>
        </p:blipFill>
        <p:spPr>
          <a:xfrm>
            <a:off x="10200249" y="380775"/>
            <a:ext cx="8087749" cy="9978474"/>
          </a:xfrm>
          <a:prstGeom prst="rect">
            <a:avLst/>
          </a:prstGeom>
          <a:noFill/>
          <a:ln>
            <a:noFill/>
          </a:ln>
        </p:spPr>
      </p:pic>
      <p:sp>
        <p:nvSpPr>
          <p:cNvPr id="149" name="Google Shape;149;p8"/>
          <p:cNvSpPr txBox="1"/>
          <p:nvPr/>
        </p:nvSpPr>
        <p:spPr>
          <a:xfrm>
            <a:off x="675985" y="8438013"/>
            <a:ext cx="6121772" cy="1378839"/>
          </a:xfrm>
          <a:prstGeom prst="rect">
            <a:avLst/>
          </a:prstGeom>
          <a:noFill/>
          <a:ln>
            <a:noFill/>
          </a:ln>
        </p:spPr>
        <p:txBody>
          <a:bodyPr spcFirstLastPara="1" wrap="square" lIns="0" tIns="0" rIns="0" bIns="0" anchor="t" anchorCtr="0">
            <a:spAutoFit/>
          </a:bodyPr>
          <a:lstStyle/>
          <a:p>
            <a:pPr marL="0" marR="0" lvl="0" indent="0" algn="l" rtl="0">
              <a:lnSpc>
                <a:spcPct val="140035"/>
              </a:lnSpc>
              <a:spcBef>
                <a:spcPts val="0"/>
              </a:spcBef>
              <a:spcAft>
                <a:spcPts val="0"/>
              </a:spcAft>
              <a:buNone/>
            </a:pPr>
            <a:r>
              <a:rPr lang="en-US" sz="3200" dirty="0">
                <a:latin typeface="Blinker"/>
                <a:sym typeface="Blinker"/>
              </a:rPr>
              <a:t>BCAS Campus Kalmunai,</a:t>
            </a:r>
          </a:p>
          <a:p>
            <a:pPr marL="0" marR="0" lvl="0" indent="0" algn="l" rtl="0">
              <a:lnSpc>
                <a:spcPct val="140035"/>
              </a:lnSpc>
              <a:spcBef>
                <a:spcPts val="0"/>
              </a:spcBef>
              <a:spcAft>
                <a:spcPts val="0"/>
              </a:spcAft>
              <a:buNone/>
            </a:pPr>
            <a:r>
              <a:rPr lang="en-US" sz="3200" dirty="0">
                <a:latin typeface="Blinker"/>
                <a:sym typeface="Blinker"/>
              </a:rPr>
              <a:t>School of Computing. Batch 22.</a:t>
            </a:r>
          </a:p>
        </p:txBody>
      </p:sp>
      <p:sp>
        <p:nvSpPr>
          <p:cNvPr id="4" name="Google Shape;148;p8">
            <a:extLst>
              <a:ext uri="{FF2B5EF4-FFF2-40B4-BE49-F238E27FC236}">
                <a16:creationId xmlns:a16="http://schemas.microsoft.com/office/drawing/2014/main" id="{5E7AF378-E454-72DB-2CB1-9CA281681E8B}"/>
              </a:ext>
            </a:extLst>
          </p:cNvPr>
          <p:cNvSpPr txBox="1"/>
          <p:nvPr/>
        </p:nvSpPr>
        <p:spPr>
          <a:xfrm>
            <a:off x="675985" y="6101685"/>
            <a:ext cx="9781884" cy="177279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9600" dirty="0">
                <a:latin typeface="Alef"/>
                <a:ea typeface="Alef"/>
                <a:cs typeface="Alef"/>
                <a:sym typeface="Alef"/>
              </a:rPr>
              <a:t>MN. Sihanas</a:t>
            </a:r>
            <a:r>
              <a:rPr lang="en-US" sz="9600" b="0" i="0" u="none" strike="noStrike" cap="none" dirty="0">
                <a:solidFill>
                  <a:srgbClr val="000000"/>
                </a:solidFill>
                <a:latin typeface="Alef"/>
                <a:ea typeface="Alef"/>
                <a:cs typeface="Alef"/>
                <a:sym typeface="Alef"/>
              </a:rPr>
              <a:t> </a:t>
            </a:r>
            <a:endParaRPr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97" name="Google Shape;197;p10"/>
          <p:cNvCxnSpPr>
            <a:cxnSpLocks/>
          </p:cNvCxnSpPr>
          <p:nvPr/>
        </p:nvCxnSpPr>
        <p:spPr>
          <a:xfrm>
            <a:off x="8846991" y="-72077"/>
            <a:ext cx="1" cy="10301749"/>
          </a:xfrm>
          <a:prstGeom prst="straightConnector1">
            <a:avLst/>
          </a:prstGeom>
          <a:noFill/>
          <a:ln w="152400" cap="flat" cmpd="sng">
            <a:solidFill>
              <a:srgbClr val="B6DCEB"/>
            </a:solidFill>
            <a:prstDash val="dot"/>
            <a:round/>
            <a:headEnd type="none" w="sm" len="sm"/>
            <a:tailEnd type="none" w="sm" len="sm"/>
          </a:ln>
        </p:spPr>
      </p:cxnSp>
      <p:cxnSp>
        <p:nvCxnSpPr>
          <p:cNvPr id="185" name="Google Shape;185;p10"/>
          <p:cNvCxnSpPr>
            <a:cxnSpLocks/>
          </p:cNvCxnSpPr>
          <p:nvPr/>
        </p:nvCxnSpPr>
        <p:spPr>
          <a:xfrm flipV="1">
            <a:off x="2947457" y="0"/>
            <a:ext cx="0" cy="10176387"/>
          </a:xfrm>
          <a:prstGeom prst="straightConnector1">
            <a:avLst/>
          </a:prstGeom>
          <a:noFill/>
          <a:ln w="152400" cap="flat" cmpd="sng">
            <a:solidFill>
              <a:srgbClr val="EBD24C"/>
            </a:solidFill>
            <a:prstDash val="dot"/>
            <a:round/>
            <a:headEnd type="none" w="sm" len="sm"/>
            <a:tailEnd type="none" w="sm" len="sm"/>
          </a:ln>
        </p:spPr>
      </p:cxnSp>
      <p:sp>
        <p:nvSpPr>
          <p:cNvPr id="178" name="Google Shape;178;p10"/>
          <p:cNvSpPr/>
          <p:nvPr/>
        </p:nvSpPr>
        <p:spPr>
          <a:xfrm>
            <a:off x="6680325" y="1285100"/>
            <a:ext cx="11606916" cy="423179"/>
          </a:xfrm>
          <a:custGeom>
            <a:avLst/>
            <a:gdLst/>
            <a:ahLst/>
            <a:cxnLst/>
            <a:rect l="l" t="t" r="r" b="b"/>
            <a:pathLst>
              <a:path w="3151912" h="106931" extrusionOk="0">
                <a:moveTo>
                  <a:pt x="0" y="0"/>
                </a:moveTo>
                <a:lnTo>
                  <a:pt x="3151912" y="0"/>
                </a:lnTo>
                <a:lnTo>
                  <a:pt x="3151912" y="106931"/>
                </a:lnTo>
                <a:lnTo>
                  <a:pt x="0" y="106931"/>
                </a:lnTo>
                <a:close/>
              </a:path>
            </a:pathLst>
          </a:custGeom>
          <a:solidFill>
            <a:srgbClr val="EBD24C"/>
          </a:solidFill>
          <a:ln>
            <a:noFill/>
          </a:ln>
        </p:spPr>
        <p:txBody>
          <a:bodyPr/>
          <a:lstStyle/>
          <a:p>
            <a:endParaRPr lang="en-US"/>
          </a:p>
        </p:txBody>
      </p:sp>
      <p:sp>
        <p:nvSpPr>
          <p:cNvPr id="179" name="Google Shape;179;p10"/>
          <p:cNvSpPr txBox="1"/>
          <p:nvPr/>
        </p:nvSpPr>
        <p:spPr>
          <a:xfrm>
            <a:off x="6796786" y="406427"/>
            <a:ext cx="11018506" cy="1477328"/>
          </a:xfrm>
          <a:prstGeom prst="rect">
            <a:avLst/>
          </a:prstGeom>
          <a:noFill/>
          <a:ln>
            <a:noFill/>
          </a:ln>
        </p:spPr>
        <p:txBody>
          <a:bodyPr spcFirstLastPara="1" wrap="square" lIns="0" tIns="0" rIns="0" bIns="0" anchor="t" anchorCtr="0">
            <a:spAutoFit/>
          </a:bodyPr>
          <a:lstStyle/>
          <a:p>
            <a:pPr algn="l"/>
            <a:r>
              <a:rPr lang="en-US" sz="9600" b="0" i="0" dirty="0">
                <a:effectLst/>
                <a:latin typeface="var(--font-fk-grotesk)"/>
              </a:rPr>
              <a:t>Introduction to Scrum</a:t>
            </a:r>
          </a:p>
        </p:txBody>
      </p:sp>
      <p:grpSp>
        <p:nvGrpSpPr>
          <p:cNvPr id="180" name="Google Shape;180;p10"/>
          <p:cNvGrpSpPr/>
          <p:nvPr/>
        </p:nvGrpSpPr>
        <p:grpSpPr>
          <a:xfrm>
            <a:off x="779164" y="2726271"/>
            <a:ext cx="4642637" cy="1317253"/>
            <a:chOff x="0" y="-47625"/>
            <a:chExt cx="1222752" cy="346931"/>
          </a:xfrm>
        </p:grpSpPr>
        <p:sp>
          <p:nvSpPr>
            <p:cNvPr id="181" name="Google Shape;181;p10"/>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EBD24C"/>
            </a:solidFill>
            <a:ln>
              <a:noFill/>
            </a:ln>
          </p:spPr>
          <p:txBody>
            <a:bodyPr/>
            <a:lstStyle/>
            <a:p>
              <a:endParaRPr lang="en-US"/>
            </a:p>
          </p:txBody>
        </p:sp>
        <p:sp>
          <p:nvSpPr>
            <p:cNvPr id="182" name="Google Shape;182;p10"/>
            <p:cNvSpPr txBox="1"/>
            <p:nvPr/>
          </p:nvSpPr>
          <p:spPr>
            <a:xfrm>
              <a:off x="0" y="-47625"/>
              <a:ext cx="1222752" cy="34693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3" name="Google Shape;183;p10"/>
          <p:cNvSpPr txBox="1"/>
          <p:nvPr/>
        </p:nvSpPr>
        <p:spPr>
          <a:xfrm>
            <a:off x="1234933" y="2870474"/>
            <a:ext cx="3832841" cy="1015663"/>
          </a:xfrm>
          <a:prstGeom prst="rect">
            <a:avLst/>
          </a:prstGeom>
          <a:noFill/>
          <a:ln>
            <a:noFill/>
          </a:ln>
        </p:spPr>
        <p:txBody>
          <a:bodyPr spcFirstLastPara="1" wrap="square" lIns="0" tIns="0" rIns="0" bIns="0" anchor="t" anchorCtr="0">
            <a:spAutoFit/>
          </a:bodyPr>
          <a:lstStyle/>
          <a:p>
            <a:pPr marL="0" marR="0" lvl="0" indent="0" algn="ctr" rtl="0">
              <a:lnSpc>
                <a:spcPct val="165029"/>
              </a:lnSpc>
              <a:spcBef>
                <a:spcPts val="0"/>
              </a:spcBef>
              <a:spcAft>
                <a:spcPts val="0"/>
              </a:spcAft>
              <a:buNone/>
            </a:pPr>
            <a:r>
              <a:rPr lang="en-US" sz="4000" b="1" i="0" u="none" strike="noStrike" cap="none" dirty="0">
                <a:solidFill>
                  <a:srgbClr val="000000"/>
                </a:solidFill>
                <a:latin typeface="Blinker"/>
                <a:ea typeface="Blinker"/>
                <a:cs typeface="Blinker"/>
                <a:sym typeface="Blinker"/>
              </a:rPr>
              <a:t>What is Scrum?</a:t>
            </a:r>
            <a:endParaRPr lang="en-US" sz="2800" dirty="0"/>
          </a:p>
        </p:txBody>
      </p:sp>
      <p:sp>
        <p:nvSpPr>
          <p:cNvPr id="184" name="Google Shape;184;p10"/>
          <p:cNvSpPr txBox="1"/>
          <p:nvPr/>
        </p:nvSpPr>
        <p:spPr>
          <a:xfrm>
            <a:off x="1234933" y="4334721"/>
            <a:ext cx="3832841" cy="861774"/>
          </a:xfrm>
          <a:prstGeom prst="rect">
            <a:avLst/>
          </a:prstGeom>
          <a:solidFill>
            <a:schemeClr val="bg1"/>
          </a:solid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US" sz="2800" b="0" i="0" dirty="0">
                <a:effectLst/>
                <a:latin typeface="__fkGroteskNeue_598ab8"/>
              </a:rPr>
              <a:t>A framework for agile project management.</a:t>
            </a:r>
          </a:p>
        </p:txBody>
      </p:sp>
      <p:grpSp>
        <p:nvGrpSpPr>
          <p:cNvPr id="192" name="Google Shape;192;p10"/>
          <p:cNvGrpSpPr/>
          <p:nvPr/>
        </p:nvGrpSpPr>
        <p:grpSpPr>
          <a:xfrm>
            <a:off x="7366482" y="2718674"/>
            <a:ext cx="4642637" cy="1317253"/>
            <a:chOff x="0" y="-47625"/>
            <a:chExt cx="1222752" cy="346931"/>
          </a:xfrm>
        </p:grpSpPr>
        <p:sp>
          <p:nvSpPr>
            <p:cNvPr id="193" name="Google Shape;193;p10"/>
            <p:cNvSpPr/>
            <p:nvPr/>
          </p:nvSpPr>
          <p:spPr>
            <a:xfrm>
              <a:off x="0" y="0"/>
              <a:ext cx="1222752" cy="299306"/>
            </a:xfrm>
            <a:custGeom>
              <a:avLst/>
              <a:gdLst/>
              <a:ahLst/>
              <a:cxnLst/>
              <a:rect l="l" t="t" r="r" b="b"/>
              <a:pathLst>
                <a:path w="1222752" h="299306" extrusionOk="0">
                  <a:moveTo>
                    <a:pt x="0" y="0"/>
                  </a:moveTo>
                  <a:lnTo>
                    <a:pt x="1222752" y="0"/>
                  </a:lnTo>
                  <a:lnTo>
                    <a:pt x="1222752" y="299306"/>
                  </a:lnTo>
                  <a:lnTo>
                    <a:pt x="0" y="299306"/>
                  </a:lnTo>
                  <a:close/>
                </a:path>
              </a:pathLst>
            </a:custGeom>
            <a:solidFill>
              <a:srgbClr val="B6DCEB"/>
            </a:solidFill>
            <a:ln>
              <a:noFill/>
            </a:ln>
          </p:spPr>
          <p:txBody>
            <a:bodyPr/>
            <a:lstStyle/>
            <a:p>
              <a:endParaRPr lang="en-US"/>
            </a:p>
          </p:txBody>
        </p:sp>
        <p:sp>
          <p:nvSpPr>
            <p:cNvPr id="194" name="Google Shape;194;p10"/>
            <p:cNvSpPr txBox="1"/>
            <p:nvPr/>
          </p:nvSpPr>
          <p:spPr>
            <a:xfrm>
              <a:off x="0" y="-47625"/>
              <a:ext cx="1222752" cy="34693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5" name="Google Shape;195;p10"/>
          <p:cNvSpPr txBox="1"/>
          <p:nvPr/>
        </p:nvSpPr>
        <p:spPr>
          <a:xfrm>
            <a:off x="7822250" y="2936975"/>
            <a:ext cx="3731100" cy="1015663"/>
          </a:xfrm>
          <a:prstGeom prst="rect">
            <a:avLst/>
          </a:prstGeom>
          <a:noFill/>
          <a:ln>
            <a:noFill/>
          </a:ln>
        </p:spPr>
        <p:txBody>
          <a:bodyPr spcFirstLastPara="1" wrap="square" lIns="0" tIns="0" rIns="0" bIns="0" anchor="t" anchorCtr="0">
            <a:spAutoFit/>
          </a:bodyPr>
          <a:lstStyle/>
          <a:p>
            <a:pPr marL="0" marR="0" lvl="0" indent="0" algn="ctr" rtl="0">
              <a:lnSpc>
                <a:spcPct val="165029"/>
              </a:lnSpc>
              <a:spcBef>
                <a:spcPts val="0"/>
              </a:spcBef>
              <a:spcAft>
                <a:spcPts val="0"/>
              </a:spcAft>
              <a:buNone/>
            </a:pPr>
            <a:r>
              <a:rPr lang="en-US" sz="4000" b="1" i="0" u="none" strike="noStrike" cap="none" dirty="0">
                <a:solidFill>
                  <a:srgbClr val="000000"/>
                </a:solidFill>
                <a:latin typeface="Blinker"/>
                <a:ea typeface="Blinker"/>
                <a:cs typeface="Blinker"/>
                <a:sym typeface="Blinker"/>
              </a:rPr>
              <a:t>Why Scrum?</a:t>
            </a:r>
            <a:endParaRPr sz="4000" dirty="0"/>
          </a:p>
        </p:txBody>
      </p:sp>
      <p:sp>
        <p:nvSpPr>
          <p:cNvPr id="2" name="Google Shape;184;p10">
            <a:extLst>
              <a:ext uri="{FF2B5EF4-FFF2-40B4-BE49-F238E27FC236}">
                <a16:creationId xmlns:a16="http://schemas.microsoft.com/office/drawing/2014/main" id="{BDADAE57-447F-F45A-C184-DA693F8BA694}"/>
              </a:ext>
            </a:extLst>
          </p:cNvPr>
          <p:cNvSpPr txBox="1"/>
          <p:nvPr/>
        </p:nvSpPr>
        <p:spPr>
          <a:xfrm>
            <a:off x="1184062" y="5555909"/>
            <a:ext cx="5364222" cy="1292662"/>
          </a:xfrm>
          <a:prstGeom prst="rect">
            <a:avLst/>
          </a:prstGeom>
          <a:solidFill>
            <a:schemeClr val="bg1"/>
          </a:solidFill>
          <a:ln>
            <a:noFill/>
          </a:ln>
        </p:spPr>
        <p:txBody>
          <a:bodyPr spcFirstLastPara="1" wrap="square" lIns="0" tIns="0" rIns="0" bIns="0" anchor="t" anchorCtr="0">
            <a:spAutoFit/>
          </a:bodyPr>
          <a:lstStyle/>
          <a:p>
            <a:pPr marL="457200" indent="-457200" algn="l">
              <a:buFont typeface="Arial" panose="020B0604020202020204" pitchFamily="34" charset="0"/>
              <a:buChar char="•"/>
            </a:pPr>
            <a:r>
              <a:rPr lang="en-US" sz="2800" b="0" i="0" dirty="0">
                <a:effectLst/>
                <a:latin typeface="__fkGroteskNeue_598ab8"/>
              </a:rPr>
              <a:t>Focuses on delivering high-value products through iterative development.</a:t>
            </a:r>
          </a:p>
        </p:txBody>
      </p:sp>
      <p:sp>
        <p:nvSpPr>
          <p:cNvPr id="4" name="Google Shape;184;p10">
            <a:extLst>
              <a:ext uri="{FF2B5EF4-FFF2-40B4-BE49-F238E27FC236}">
                <a16:creationId xmlns:a16="http://schemas.microsoft.com/office/drawing/2014/main" id="{6DADEF1E-991C-759E-00E6-F864DDE419DB}"/>
              </a:ext>
            </a:extLst>
          </p:cNvPr>
          <p:cNvSpPr txBox="1"/>
          <p:nvPr/>
        </p:nvSpPr>
        <p:spPr>
          <a:xfrm>
            <a:off x="7366482" y="4365883"/>
            <a:ext cx="5228640" cy="861774"/>
          </a:xfrm>
          <a:prstGeom prst="rect">
            <a:avLst/>
          </a:prstGeom>
          <a:solidFill>
            <a:schemeClr val="bg1"/>
          </a:solidFill>
          <a:ln>
            <a:noFill/>
          </a:ln>
        </p:spPr>
        <p:txBody>
          <a:bodyPr spcFirstLastPara="1" wrap="square" lIns="0" tIns="0" rIns="0" bIns="0" anchor="t" anchorCtr="0">
            <a:spAutoFit/>
          </a:bodyPr>
          <a:lstStyle/>
          <a:p>
            <a:pPr marL="457200" indent="-457200">
              <a:buFont typeface="Arial" panose="020B0604020202020204" pitchFamily="34" charset="0"/>
              <a:buChar char="•"/>
            </a:pPr>
            <a:r>
              <a:rPr lang="en-US" sz="2800" b="0" i="0" dirty="0">
                <a:effectLst/>
                <a:latin typeface="__fkGroteskNeue_598ab8"/>
              </a:rPr>
              <a:t>Enhances collaboration, flexibility and accountability.</a:t>
            </a:r>
          </a:p>
        </p:txBody>
      </p:sp>
      <p:pic>
        <p:nvPicPr>
          <p:cNvPr id="23" name="Graphic 22" descr="Help with solid fill">
            <a:extLst>
              <a:ext uri="{FF2B5EF4-FFF2-40B4-BE49-F238E27FC236}">
                <a16:creationId xmlns:a16="http://schemas.microsoft.com/office/drawing/2014/main" id="{DC4EBCEB-43F8-B6EA-88BC-623466D147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976405">
            <a:off x="15707982" y="2993510"/>
            <a:ext cx="1920516" cy="1920516"/>
          </a:xfrm>
          <a:prstGeom prst="rect">
            <a:avLst/>
          </a:prstGeom>
        </p:spPr>
      </p:pic>
      <p:pic>
        <p:nvPicPr>
          <p:cNvPr id="25" name="Graphic 24" descr="Help outline">
            <a:extLst>
              <a:ext uri="{FF2B5EF4-FFF2-40B4-BE49-F238E27FC236}">
                <a16:creationId xmlns:a16="http://schemas.microsoft.com/office/drawing/2014/main" id="{7AE68465-CAF0-B769-87E7-F84F403E42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1442">
            <a:off x="14677145" y="2161626"/>
            <a:ext cx="1415517" cy="1415517"/>
          </a:xfrm>
          <a:prstGeom prst="rect">
            <a:avLst/>
          </a:prstGeom>
        </p:spPr>
      </p:pic>
      <p:pic>
        <p:nvPicPr>
          <p:cNvPr id="26" name="Graphic 25" descr="Help outline">
            <a:extLst>
              <a:ext uri="{FF2B5EF4-FFF2-40B4-BE49-F238E27FC236}">
                <a16:creationId xmlns:a16="http://schemas.microsoft.com/office/drawing/2014/main" id="{2F5BA5F7-E528-3BD0-AF1A-4138FBF5A4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31442">
            <a:off x="13695661" y="4560695"/>
            <a:ext cx="3051730" cy="3051730"/>
          </a:xfrm>
          <a:prstGeom prst="rect">
            <a:avLst/>
          </a:prstGeom>
        </p:spPr>
      </p:pic>
      <p:pic>
        <p:nvPicPr>
          <p:cNvPr id="27" name="Graphic 26" descr="Help with solid fill">
            <a:extLst>
              <a:ext uri="{FF2B5EF4-FFF2-40B4-BE49-F238E27FC236}">
                <a16:creationId xmlns:a16="http://schemas.microsoft.com/office/drawing/2014/main" id="{F1BCC164-FA74-EB55-D6AB-B55928491E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976405">
            <a:off x="14486426" y="7231571"/>
            <a:ext cx="3634355" cy="36343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1"/>
          <p:cNvSpPr/>
          <p:nvPr/>
        </p:nvSpPr>
        <p:spPr>
          <a:xfrm>
            <a:off x="1843984" y="2329858"/>
            <a:ext cx="4224846" cy="3920162"/>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EBD24C"/>
          </a:solidFill>
          <a:ln>
            <a:noFill/>
          </a:ln>
        </p:spPr>
        <p:txBody>
          <a:bodyPr/>
          <a:lstStyle/>
          <a:p>
            <a:endParaRPr lang="en-US"/>
          </a:p>
        </p:txBody>
      </p:sp>
      <p:sp>
        <p:nvSpPr>
          <p:cNvPr id="209" name="Google Shape;209;p11"/>
          <p:cNvSpPr/>
          <p:nvPr/>
        </p:nvSpPr>
        <p:spPr>
          <a:xfrm>
            <a:off x="7031577" y="2329857"/>
            <a:ext cx="4224846" cy="3958595"/>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6DCEB"/>
          </a:solidFill>
          <a:ln>
            <a:noFill/>
          </a:ln>
        </p:spPr>
        <p:txBody>
          <a:bodyPr/>
          <a:lstStyle/>
          <a:p>
            <a:endParaRPr lang="en-US"/>
          </a:p>
        </p:txBody>
      </p:sp>
      <p:sp>
        <p:nvSpPr>
          <p:cNvPr id="210" name="Google Shape;210;p11"/>
          <p:cNvSpPr/>
          <p:nvPr/>
        </p:nvSpPr>
        <p:spPr>
          <a:xfrm>
            <a:off x="12218448" y="2329858"/>
            <a:ext cx="4224846" cy="3958594"/>
          </a:xfrm>
          <a:custGeom>
            <a:avLst/>
            <a:gdLst/>
            <a:ahLst/>
            <a:cxnLst/>
            <a:rect l="l" t="t" r="r" b="b"/>
            <a:pathLst>
              <a:path w="1112717" h="1360546" extrusionOk="0">
                <a:moveTo>
                  <a:pt x="0" y="0"/>
                </a:moveTo>
                <a:lnTo>
                  <a:pt x="1112717" y="0"/>
                </a:lnTo>
                <a:lnTo>
                  <a:pt x="1112717" y="1360546"/>
                </a:lnTo>
                <a:lnTo>
                  <a:pt x="0" y="1360546"/>
                </a:lnTo>
                <a:close/>
              </a:path>
            </a:pathLst>
          </a:custGeom>
          <a:solidFill>
            <a:srgbClr val="BFBFBF"/>
          </a:solidFill>
          <a:ln>
            <a:noFill/>
          </a:ln>
        </p:spPr>
        <p:txBody>
          <a:bodyPr/>
          <a:lstStyle/>
          <a:p>
            <a:endParaRPr lang="en-US"/>
          </a:p>
        </p:txBody>
      </p:sp>
      <p:grpSp>
        <p:nvGrpSpPr>
          <p:cNvPr id="214" name="Google Shape;214;p11"/>
          <p:cNvGrpSpPr/>
          <p:nvPr/>
        </p:nvGrpSpPr>
        <p:grpSpPr>
          <a:xfrm>
            <a:off x="8052619" y="1096649"/>
            <a:ext cx="10235339" cy="611578"/>
            <a:chOff x="0" y="-47625"/>
            <a:chExt cx="2044956" cy="154556"/>
          </a:xfrm>
        </p:grpSpPr>
        <p:sp>
          <p:nvSpPr>
            <p:cNvPr id="215" name="Google Shape;215;p11"/>
            <p:cNvSpPr/>
            <p:nvPr/>
          </p:nvSpPr>
          <p:spPr>
            <a:xfrm>
              <a:off x="0" y="0"/>
              <a:ext cx="2044956" cy="106931"/>
            </a:xfrm>
            <a:custGeom>
              <a:avLst/>
              <a:gdLst/>
              <a:ahLst/>
              <a:cxnLst/>
              <a:rect l="l" t="t" r="r" b="b"/>
              <a:pathLst>
                <a:path w="2044956" h="106931" extrusionOk="0">
                  <a:moveTo>
                    <a:pt x="0" y="0"/>
                  </a:moveTo>
                  <a:lnTo>
                    <a:pt x="2044956" y="0"/>
                  </a:lnTo>
                  <a:lnTo>
                    <a:pt x="2044956" y="106931"/>
                  </a:lnTo>
                  <a:lnTo>
                    <a:pt x="0" y="106931"/>
                  </a:lnTo>
                  <a:close/>
                </a:path>
              </a:pathLst>
            </a:custGeom>
            <a:solidFill>
              <a:srgbClr val="EBD24C"/>
            </a:solidFill>
            <a:ln>
              <a:noFill/>
            </a:ln>
          </p:spPr>
          <p:txBody>
            <a:bodyPr/>
            <a:lstStyle/>
            <a:p>
              <a:endParaRPr lang="en-US"/>
            </a:p>
          </p:txBody>
        </p:sp>
        <p:sp>
          <p:nvSpPr>
            <p:cNvPr id="216" name="Google Shape;216;p11"/>
            <p:cNvSpPr txBox="1"/>
            <p:nvPr/>
          </p:nvSpPr>
          <p:spPr>
            <a:xfrm>
              <a:off x="0" y="-47625"/>
              <a:ext cx="2044956" cy="154556"/>
            </a:xfrm>
            <a:prstGeom prst="rect">
              <a:avLst/>
            </a:prstGeom>
            <a:noFill/>
            <a:ln>
              <a:noFill/>
            </a:ln>
          </p:spPr>
          <p:txBody>
            <a:bodyPr spcFirstLastPara="1" wrap="square" lIns="50800" tIns="50800" rIns="50800" bIns="50800" anchor="ctr" anchorCtr="0">
              <a:noAutofit/>
            </a:bodyPr>
            <a:lstStyle/>
            <a:p>
              <a:pPr marL="0" marR="0" lvl="0" indent="0" algn="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7" name="Google Shape;217;p11"/>
          <p:cNvSpPr txBox="1"/>
          <p:nvPr/>
        </p:nvSpPr>
        <p:spPr>
          <a:xfrm>
            <a:off x="5949729" y="152255"/>
            <a:ext cx="120066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Key Roles in Scrum</a:t>
            </a:r>
            <a:endParaRPr dirty="0"/>
          </a:p>
        </p:txBody>
      </p:sp>
      <p:sp>
        <p:nvSpPr>
          <p:cNvPr id="218" name="Google Shape;218;p11"/>
          <p:cNvSpPr txBox="1"/>
          <p:nvPr/>
        </p:nvSpPr>
        <p:spPr>
          <a:xfrm>
            <a:off x="2080857" y="6349429"/>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1. Product Owner</a:t>
            </a:r>
            <a:endParaRPr sz="1600" dirty="0"/>
          </a:p>
        </p:txBody>
      </p:sp>
      <p:sp>
        <p:nvSpPr>
          <p:cNvPr id="221" name="Google Shape;221;p11"/>
          <p:cNvSpPr txBox="1"/>
          <p:nvPr/>
        </p:nvSpPr>
        <p:spPr>
          <a:xfrm>
            <a:off x="1833780" y="7107629"/>
            <a:ext cx="4224846"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Represents stakeholders.</a:t>
            </a:r>
          </a:p>
        </p:txBody>
      </p:sp>
      <p:sp>
        <p:nvSpPr>
          <p:cNvPr id="224" name="Google Shape;224;p11"/>
          <p:cNvSpPr txBox="1"/>
          <p:nvPr/>
        </p:nvSpPr>
        <p:spPr>
          <a:xfrm>
            <a:off x="756671" y="889087"/>
            <a:ext cx="6850838" cy="710964"/>
          </a:xfrm>
          <a:prstGeom prst="rect">
            <a:avLst/>
          </a:prstGeom>
          <a:noFill/>
          <a:ln>
            <a:noFill/>
          </a:ln>
        </p:spPr>
        <p:txBody>
          <a:bodyPr spcFirstLastPara="1" wrap="square" lIns="0" tIns="0" rIns="0" bIns="0" anchor="t" anchorCtr="0">
            <a:spAutoFit/>
          </a:bodyPr>
          <a:lstStyle/>
          <a:p>
            <a:pPr marL="0" marR="0" lvl="0" indent="0" algn="l" rtl="0">
              <a:lnSpc>
                <a:spcPct val="165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Composed of three main roles</a:t>
            </a:r>
            <a:endParaRPr sz="1800" dirty="0"/>
          </a:p>
        </p:txBody>
      </p:sp>
      <p:sp>
        <p:nvSpPr>
          <p:cNvPr id="2" name="Google Shape;221;p11">
            <a:extLst>
              <a:ext uri="{FF2B5EF4-FFF2-40B4-BE49-F238E27FC236}">
                <a16:creationId xmlns:a16="http://schemas.microsoft.com/office/drawing/2014/main" id="{4C0D7F45-BEEC-A441-DEE2-BDD2AC1982EC}"/>
              </a:ext>
            </a:extLst>
          </p:cNvPr>
          <p:cNvSpPr txBox="1"/>
          <p:nvPr/>
        </p:nvSpPr>
        <p:spPr>
          <a:xfrm>
            <a:off x="1833780" y="7581886"/>
            <a:ext cx="4224846" cy="1329595"/>
          </a:xfrm>
          <a:prstGeom prst="rect">
            <a:avLst/>
          </a:prstGeom>
          <a:noFill/>
          <a:ln>
            <a:noFill/>
          </a:ln>
        </p:spPr>
        <p:txBody>
          <a:bodyPr spcFirstLastPara="1" wrap="square" lIns="0" tIns="0" rIns="0" bIns="0" anchor="t" anchorCtr="0">
            <a:spAutoFit/>
          </a:bodyPr>
          <a:lstStyle/>
          <a:p>
            <a:pPr marL="342900" marR="0" indent="-342900" rtl="0">
              <a:lnSpc>
                <a:spcPct val="120000"/>
              </a:lnSpc>
              <a:spcBef>
                <a:spcPts val="0"/>
              </a:spcBef>
              <a:spcAft>
                <a:spcPts val="0"/>
              </a:spcAft>
              <a:buClr>
                <a:srgbClr val="000000"/>
              </a:buClr>
              <a:buSzPts val="2000"/>
              <a:buFont typeface="Arial" panose="020B0604020202020204" pitchFamily="34" charset="0"/>
              <a:buChar char="•"/>
            </a:pPr>
            <a:r>
              <a:rPr lang="en-US" sz="2400" b="0" i="0" dirty="0">
                <a:solidFill>
                  <a:srgbClr val="000000"/>
                </a:solidFill>
                <a:effectLst/>
                <a:latin typeface="Blinker" panose="020B0604020202020204" charset="0"/>
                <a:ea typeface="Blinker" panose="020B0604020202020204" charset="0"/>
                <a:cs typeface="Blinker" panose="020B0604020202020204" charset="0"/>
              </a:rPr>
              <a:t>Responsible for defining and prioritizing the product backlog.</a:t>
            </a:r>
            <a:endParaRPr lang="en-US" sz="2400" dirty="0">
              <a:effectLst/>
            </a:endParaRPr>
          </a:p>
        </p:txBody>
      </p:sp>
      <p:sp>
        <p:nvSpPr>
          <p:cNvPr id="3" name="Google Shape;218;p11">
            <a:extLst>
              <a:ext uri="{FF2B5EF4-FFF2-40B4-BE49-F238E27FC236}">
                <a16:creationId xmlns:a16="http://schemas.microsoft.com/office/drawing/2014/main" id="{D92E9393-8D95-5D63-F579-0AD6A9468D00}"/>
              </a:ext>
            </a:extLst>
          </p:cNvPr>
          <p:cNvSpPr txBox="1"/>
          <p:nvPr/>
        </p:nvSpPr>
        <p:spPr>
          <a:xfrm>
            <a:off x="7391219" y="6349429"/>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2. Scrum Master</a:t>
            </a:r>
            <a:endParaRPr sz="1600" dirty="0"/>
          </a:p>
        </p:txBody>
      </p:sp>
      <p:sp>
        <p:nvSpPr>
          <p:cNvPr id="4" name="Google Shape;221;p11">
            <a:extLst>
              <a:ext uri="{FF2B5EF4-FFF2-40B4-BE49-F238E27FC236}">
                <a16:creationId xmlns:a16="http://schemas.microsoft.com/office/drawing/2014/main" id="{B5AE57CD-A7CA-E043-E1AE-DA9D834F8AC2}"/>
              </a:ext>
            </a:extLst>
          </p:cNvPr>
          <p:cNvSpPr txBox="1"/>
          <p:nvPr/>
        </p:nvSpPr>
        <p:spPr>
          <a:xfrm>
            <a:off x="7021373" y="7107629"/>
            <a:ext cx="4224846"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Facilitates the Scrum process.</a:t>
            </a:r>
          </a:p>
        </p:txBody>
      </p:sp>
      <p:sp>
        <p:nvSpPr>
          <p:cNvPr id="5" name="Google Shape;218;p11">
            <a:extLst>
              <a:ext uri="{FF2B5EF4-FFF2-40B4-BE49-F238E27FC236}">
                <a16:creationId xmlns:a16="http://schemas.microsoft.com/office/drawing/2014/main" id="{29A7F315-8910-348A-C72A-19475EF0850A}"/>
              </a:ext>
            </a:extLst>
          </p:cNvPr>
          <p:cNvSpPr txBox="1"/>
          <p:nvPr/>
        </p:nvSpPr>
        <p:spPr>
          <a:xfrm>
            <a:off x="12455121" y="6350508"/>
            <a:ext cx="3731100" cy="710964"/>
          </a:xfrm>
          <a:prstGeom prst="rect">
            <a:avLst/>
          </a:prstGeom>
          <a:noFill/>
          <a:ln>
            <a:noFill/>
          </a:ln>
        </p:spPr>
        <p:txBody>
          <a:bodyPr spcFirstLastPara="1" wrap="square" lIns="0" tIns="0" rIns="0" bIns="0" anchor="t" anchorCtr="0">
            <a:spAutoFit/>
          </a:bodyPr>
          <a:lstStyle/>
          <a:p>
            <a:pPr marL="0" marR="0" lvl="0" indent="0" algn="ctr" rtl="0">
              <a:lnSpc>
                <a:spcPct val="165026"/>
              </a:lnSpc>
              <a:spcBef>
                <a:spcPts val="0"/>
              </a:spcBef>
              <a:spcAft>
                <a:spcPts val="0"/>
              </a:spcAft>
              <a:buNone/>
            </a:pPr>
            <a:r>
              <a:rPr lang="en-US" sz="2800" b="1" i="0" u="none" strike="noStrike" cap="none" dirty="0">
                <a:solidFill>
                  <a:srgbClr val="000000"/>
                </a:solidFill>
                <a:latin typeface="Blinker"/>
                <a:ea typeface="Blinker"/>
                <a:cs typeface="Blinker"/>
                <a:sym typeface="Blinker"/>
              </a:rPr>
              <a:t>3. Development Team</a:t>
            </a:r>
            <a:endParaRPr sz="1600" dirty="0"/>
          </a:p>
        </p:txBody>
      </p:sp>
      <p:sp>
        <p:nvSpPr>
          <p:cNvPr id="6" name="Google Shape;221;p11">
            <a:extLst>
              <a:ext uri="{FF2B5EF4-FFF2-40B4-BE49-F238E27FC236}">
                <a16:creationId xmlns:a16="http://schemas.microsoft.com/office/drawing/2014/main" id="{25C88EBB-63A9-A263-1E33-9C59A3E05B69}"/>
              </a:ext>
            </a:extLst>
          </p:cNvPr>
          <p:cNvSpPr txBox="1"/>
          <p:nvPr/>
        </p:nvSpPr>
        <p:spPr>
          <a:xfrm>
            <a:off x="12208244" y="7107628"/>
            <a:ext cx="4224846" cy="886397"/>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Cross-functional group that does the work.</a:t>
            </a:r>
          </a:p>
        </p:txBody>
      </p:sp>
      <p:sp>
        <p:nvSpPr>
          <p:cNvPr id="7" name="Google Shape;221;p11">
            <a:extLst>
              <a:ext uri="{FF2B5EF4-FFF2-40B4-BE49-F238E27FC236}">
                <a16:creationId xmlns:a16="http://schemas.microsoft.com/office/drawing/2014/main" id="{7822556F-7F5F-8236-1B7E-2F819E6F885A}"/>
              </a:ext>
            </a:extLst>
          </p:cNvPr>
          <p:cNvSpPr txBox="1"/>
          <p:nvPr/>
        </p:nvSpPr>
        <p:spPr>
          <a:xfrm>
            <a:off x="7021373" y="7581886"/>
            <a:ext cx="4224846" cy="1329595"/>
          </a:xfrm>
          <a:prstGeom prst="rect">
            <a:avLst/>
          </a:prstGeom>
          <a:noFill/>
          <a:ln>
            <a:noFill/>
          </a:ln>
        </p:spPr>
        <p:txBody>
          <a:bodyPr spcFirstLastPara="1" wrap="square" lIns="0" tIns="0" rIns="0" bIns="0" anchor="t" anchorCtr="0">
            <a:spAutoFit/>
          </a:bodyPr>
          <a:lstStyle/>
          <a:p>
            <a:pPr marL="342900" indent="-342900">
              <a:lnSpc>
                <a:spcPct val="120000"/>
              </a:lnSpc>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Removes obstacles and ensures adherence to Scrum principles.</a:t>
            </a:r>
          </a:p>
        </p:txBody>
      </p:sp>
      <p:sp>
        <p:nvSpPr>
          <p:cNvPr id="8" name="Google Shape;221;p11">
            <a:extLst>
              <a:ext uri="{FF2B5EF4-FFF2-40B4-BE49-F238E27FC236}">
                <a16:creationId xmlns:a16="http://schemas.microsoft.com/office/drawing/2014/main" id="{DC93C3B1-9F95-A369-91BF-BA6B191E4D34}"/>
              </a:ext>
            </a:extLst>
          </p:cNvPr>
          <p:cNvSpPr txBox="1"/>
          <p:nvPr/>
        </p:nvSpPr>
        <p:spPr>
          <a:xfrm>
            <a:off x="12208244" y="7984839"/>
            <a:ext cx="4224846" cy="1329595"/>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Self-organizing and responsible for delivering increments of the product.</a:t>
            </a:r>
          </a:p>
        </p:txBody>
      </p:sp>
      <p:pic>
        <p:nvPicPr>
          <p:cNvPr id="10" name="Graphic 9" descr="Crown with solid fill">
            <a:extLst>
              <a:ext uri="{FF2B5EF4-FFF2-40B4-BE49-F238E27FC236}">
                <a16:creationId xmlns:a16="http://schemas.microsoft.com/office/drawing/2014/main" id="{FDE3AACA-ED40-92CA-F268-030A91CAA6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3265" y="2947018"/>
            <a:ext cx="2685841" cy="2685841"/>
          </a:xfrm>
          <a:prstGeom prst="rect">
            <a:avLst/>
          </a:prstGeom>
        </p:spPr>
      </p:pic>
      <p:pic>
        <p:nvPicPr>
          <p:cNvPr id="12" name="Graphic 11" descr="Artificial Intelligence with solid fill">
            <a:extLst>
              <a:ext uri="{FF2B5EF4-FFF2-40B4-BE49-F238E27FC236}">
                <a16:creationId xmlns:a16="http://schemas.microsoft.com/office/drawing/2014/main" id="{4E3D9ED6-E705-6009-FA5B-A5C11A3702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6528" y="2985436"/>
            <a:ext cx="2747059" cy="2740481"/>
          </a:xfrm>
          <a:prstGeom prst="rect">
            <a:avLst/>
          </a:prstGeom>
        </p:spPr>
      </p:pic>
      <p:pic>
        <p:nvPicPr>
          <p:cNvPr id="14" name="Graphic 13" descr="Users with solid fill">
            <a:extLst>
              <a:ext uri="{FF2B5EF4-FFF2-40B4-BE49-F238E27FC236}">
                <a16:creationId xmlns:a16="http://schemas.microsoft.com/office/drawing/2014/main" id="{59F1727A-B48D-DF8A-1EEF-C0AC97D5BC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051161" y="3109528"/>
            <a:ext cx="2559419" cy="255941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9"/>
          <p:cNvPicPr preferRelativeResize="0"/>
          <p:nvPr/>
        </p:nvPicPr>
        <p:blipFill rotWithShape="1">
          <a:blip r:embed="rId3"/>
          <a:srcRect l="8070" r="44398"/>
          <a:stretch/>
        </p:blipFill>
        <p:spPr>
          <a:xfrm>
            <a:off x="-1356852" y="0"/>
            <a:ext cx="7292390" cy="10287000"/>
          </a:xfrm>
          <a:prstGeom prst="rect">
            <a:avLst/>
          </a:prstGeom>
          <a:noFill/>
          <a:ln>
            <a:noFill/>
          </a:ln>
        </p:spPr>
      </p:pic>
      <p:grpSp>
        <p:nvGrpSpPr>
          <p:cNvPr id="155" name="Google Shape;155;p9"/>
          <p:cNvGrpSpPr/>
          <p:nvPr/>
        </p:nvGrpSpPr>
        <p:grpSpPr>
          <a:xfrm>
            <a:off x="8691273" y="1251632"/>
            <a:ext cx="9596727" cy="696024"/>
            <a:chOff x="0" y="-47625"/>
            <a:chExt cx="1911435" cy="175897"/>
          </a:xfrm>
        </p:grpSpPr>
        <p:sp>
          <p:nvSpPr>
            <p:cNvPr id="156" name="Google Shape;156;p9"/>
            <p:cNvSpPr/>
            <p:nvPr/>
          </p:nvSpPr>
          <p:spPr>
            <a:xfrm>
              <a:off x="0" y="0"/>
              <a:ext cx="1911435" cy="128272"/>
            </a:xfrm>
            <a:custGeom>
              <a:avLst/>
              <a:gdLst/>
              <a:ahLst/>
              <a:cxnLst/>
              <a:rect l="l" t="t" r="r" b="b"/>
              <a:pathLst>
                <a:path w="1911435" h="128272" extrusionOk="0">
                  <a:moveTo>
                    <a:pt x="0" y="0"/>
                  </a:moveTo>
                  <a:lnTo>
                    <a:pt x="1911435" y="0"/>
                  </a:lnTo>
                  <a:lnTo>
                    <a:pt x="1911435" y="128272"/>
                  </a:lnTo>
                  <a:lnTo>
                    <a:pt x="0" y="128272"/>
                  </a:lnTo>
                  <a:close/>
                </a:path>
              </a:pathLst>
            </a:custGeom>
            <a:solidFill>
              <a:srgbClr val="EBD24C"/>
            </a:solidFill>
            <a:ln>
              <a:noFill/>
            </a:ln>
          </p:spPr>
          <p:txBody>
            <a:bodyPr/>
            <a:lstStyle/>
            <a:p>
              <a:endParaRPr lang="en-US"/>
            </a:p>
          </p:txBody>
        </p:sp>
        <p:sp>
          <p:nvSpPr>
            <p:cNvPr id="157" name="Google Shape;157;p9"/>
            <p:cNvSpPr txBox="1"/>
            <p:nvPr/>
          </p:nvSpPr>
          <p:spPr>
            <a:xfrm>
              <a:off x="0" y="-47625"/>
              <a:ext cx="1911435" cy="17589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8" name="Google Shape;158;p9"/>
          <p:cNvGrpSpPr/>
          <p:nvPr/>
        </p:nvGrpSpPr>
        <p:grpSpPr>
          <a:xfrm>
            <a:off x="7326459" y="4468233"/>
            <a:ext cx="668306" cy="849132"/>
            <a:chOff x="0" y="-47625"/>
            <a:chExt cx="176015" cy="223640"/>
          </a:xfrm>
        </p:grpSpPr>
        <p:sp>
          <p:nvSpPr>
            <p:cNvPr id="159" name="Google Shape;159;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EBD24C"/>
            </a:solidFill>
            <a:ln>
              <a:noFill/>
            </a:ln>
          </p:spPr>
          <p:txBody>
            <a:bodyPr/>
            <a:lstStyle/>
            <a:p>
              <a:endParaRPr lang="en-US"/>
            </a:p>
          </p:txBody>
        </p:sp>
        <p:sp>
          <p:nvSpPr>
            <p:cNvPr id="160" name="Google Shape;160;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9"/>
          <p:cNvGrpSpPr/>
          <p:nvPr/>
        </p:nvGrpSpPr>
        <p:grpSpPr>
          <a:xfrm>
            <a:off x="7326459" y="1976153"/>
            <a:ext cx="668306" cy="849132"/>
            <a:chOff x="0" y="-47625"/>
            <a:chExt cx="176015" cy="223640"/>
          </a:xfrm>
        </p:grpSpPr>
        <p:sp>
          <p:nvSpPr>
            <p:cNvPr id="162" name="Google Shape;162;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5A8CBF"/>
            </a:solidFill>
            <a:ln>
              <a:noFill/>
            </a:ln>
          </p:spPr>
          <p:txBody>
            <a:bodyPr/>
            <a:lstStyle/>
            <a:p>
              <a:endParaRPr lang="en-US"/>
            </a:p>
          </p:txBody>
        </p:sp>
        <p:sp>
          <p:nvSpPr>
            <p:cNvPr id="163" name="Google Shape;163;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4" name="Google Shape;164;p9"/>
          <p:cNvGrpSpPr/>
          <p:nvPr/>
        </p:nvGrpSpPr>
        <p:grpSpPr>
          <a:xfrm>
            <a:off x="7326459" y="7093863"/>
            <a:ext cx="668306" cy="849132"/>
            <a:chOff x="0" y="-47625"/>
            <a:chExt cx="176015" cy="223640"/>
          </a:xfrm>
        </p:grpSpPr>
        <p:sp>
          <p:nvSpPr>
            <p:cNvPr id="165" name="Google Shape;165;p9"/>
            <p:cNvSpPr/>
            <p:nvPr/>
          </p:nvSpPr>
          <p:spPr>
            <a:xfrm>
              <a:off x="0" y="0"/>
              <a:ext cx="176015" cy="176015"/>
            </a:xfrm>
            <a:custGeom>
              <a:avLst/>
              <a:gdLst/>
              <a:ahLst/>
              <a:cxnLst/>
              <a:rect l="l" t="t" r="r" b="b"/>
              <a:pathLst>
                <a:path w="176015" h="176015" extrusionOk="0">
                  <a:moveTo>
                    <a:pt x="0" y="0"/>
                  </a:moveTo>
                  <a:lnTo>
                    <a:pt x="176015" y="0"/>
                  </a:lnTo>
                  <a:lnTo>
                    <a:pt x="176015" y="176015"/>
                  </a:lnTo>
                  <a:lnTo>
                    <a:pt x="0" y="176015"/>
                  </a:lnTo>
                  <a:close/>
                </a:path>
              </a:pathLst>
            </a:custGeom>
            <a:solidFill>
              <a:srgbClr val="B6DCEB"/>
            </a:solidFill>
            <a:ln>
              <a:noFill/>
            </a:ln>
          </p:spPr>
          <p:txBody>
            <a:bodyPr/>
            <a:lstStyle/>
            <a:p>
              <a:endParaRPr lang="en-US"/>
            </a:p>
          </p:txBody>
        </p:sp>
        <p:sp>
          <p:nvSpPr>
            <p:cNvPr id="166" name="Google Shape;166;p9"/>
            <p:cNvSpPr txBox="1"/>
            <p:nvPr/>
          </p:nvSpPr>
          <p:spPr>
            <a:xfrm>
              <a:off x="0" y="-47625"/>
              <a:ext cx="176015" cy="223640"/>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7" name="Google Shape;167;p9"/>
          <p:cNvSpPr txBox="1"/>
          <p:nvPr/>
        </p:nvSpPr>
        <p:spPr>
          <a:xfrm>
            <a:off x="6235141" y="1873417"/>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01</a:t>
            </a:r>
            <a:endParaRPr/>
          </a:p>
        </p:txBody>
      </p:sp>
      <p:sp>
        <p:nvSpPr>
          <p:cNvPr id="168" name="Google Shape;168;p9"/>
          <p:cNvSpPr txBox="1"/>
          <p:nvPr/>
        </p:nvSpPr>
        <p:spPr>
          <a:xfrm>
            <a:off x="6235141" y="4425125"/>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02</a:t>
            </a:r>
            <a:endParaRPr/>
          </a:p>
        </p:txBody>
      </p:sp>
      <p:sp>
        <p:nvSpPr>
          <p:cNvPr id="169" name="Google Shape;169;p9"/>
          <p:cNvSpPr txBox="1"/>
          <p:nvPr/>
        </p:nvSpPr>
        <p:spPr>
          <a:xfrm>
            <a:off x="6235141" y="6981447"/>
            <a:ext cx="1701000" cy="1614000"/>
          </a:xfrm>
          <a:prstGeom prst="rect">
            <a:avLst/>
          </a:prstGeom>
          <a:noFill/>
          <a:ln>
            <a:noFill/>
          </a:ln>
        </p:spPr>
        <p:txBody>
          <a:bodyPr spcFirstLastPara="1" wrap="square" lIns="0" tIns="0" rIns="0" bIns="0" anchor="t" anchorCtr="0">
            <a:spAutoFit/>
          </a:bodyPr>
          <a:lstStyle/>
          <a:p>
            <a:pPr marL="0" marR="0" lvl="0" indent="0" algn="ctr" rtl="0">
              <a:lnSpc>
                <a:spcPct val="109002"/>
              </a:lnSpc>
              <a:spcBef>
                <a:spcPts val="0"/>
              </a:spcBef>
              <a:spcAft>
                <a:spcPts val="0"/>
              </a:spcAft>
              <a:buNone/>
            </a:pPr>
            <a:r>
              <a:rPr lang="en-US" sz="10486" b="0" i="0" u="none" strike="noStrike" cap="none">
                <a:solidFill>
                  <a:srgbClr val="000000"/>
                </a:solidFill>
                <a:latin typeface="Alef"/>
                <a:ea typeface="Alef"/>
                <a:cs typeface="Alef"/>
                <a:sym typeface="Alef"/>
              </a:rPr>
              <a:t>03</a:t>
            </a:r>
            <a:endParaRPr/>
          </a:p>
        </p:txBody>
      </p:sp>
      <p:sp>
        <p:nvSpPr>
          <p:cNvPr id="170" name="Google Shape;170;p9"/>
          <p:cNvSpPr txBox="1"/>
          <p:nvPr/>
        </p:nvSpPr>
        <p:spPr>
          <a:xfrm>
            <a:off x="8304942" y="2395882"/>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Product Backlog</a:t>
            </a:r>
            <a:endParaRPr dirty="0"/>
          </a:p>
        </p:txBody>
      </p:sp>
      <p:sp>
        <p:nvSpPr>
          <p:cNvPr id="171" name="Google Shape;171;p9"/>
          <p:cNvSpPr txBox="1"/>
          <p:nvPr/>
        </p:nvSpPr>
        <p:spPr>
          <a:xfrm>
            <a:off x="8304942" y="4947590"/>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Sprint Backlog</a:t>
            </a:r>
            <a:endParaRPr dirty="0"/>
          </a:p>
        </p:txBody>
      </p:sp>
      <p:sp>
        <p:nvSpPr>
          <p:cNvPr id="172" name="Google Shape;172;p9"/>
          <p:cNvSpPr txBox="1"/>
          <p:nvPr/>
        </p:nvSpPr>
        <p:spPr>
          <a:xfrm>
            <a:off x="8304942" y="7503912"/>
            <a:ext cx="4047522" cy="973152"/>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517" b="0" i="0" u="none" strike="noStrike" cap="none" dirty="0">
                <a:solidFill>
                  <a:srgbClr val="000000"/>
                </a:solidFill>
                <a:latin typeface="Blinker"/>
                <a:ea typeface="Blinker"/>
                <a:cs typeface="Blinker"/>
                <a:sym typeface="Blinker"/>
              </a:rPr>
              <a:t>Increment</a:t>
            </a:r>
            <a:endParaRPr dirty="0"/>
          </a:p>
        </p:txBody>
      </p:sp>
      <p:sp>
        <p:nvSpPr>
          <p:cNvPr id="173" name="Google Shape;173;p9"/>
          <p:cNvSpPr txBox="1"/>
          <p:nvPr/>
        </p:nvSpPr>
        <p:spPr>
          <a:xfrm>
            <a:off x="8691329" y="411947"/>
            <a:ext cx="8646359"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 Scrum Artifacts</a:t>
            </a:r>
            <a:endParaRPr dirty="0"/>
          </a:p>
        </p:txBody>
      </p:sp>
      <p:sp>
        <p:nvSpPr>
          <p:cNvPr id="2" name="Google Shape;221;p11">
            <a:extLst>
              <a:ext uri="{FF2B5EF4-FFF2-40B4-BE49-F238E27FC236}">
                <a16:creationId xmlns:a16="http://schemas.microsoft.com/office/drawing/2014/main" id="{6E167F3C-9718-21B8-F1C9-2A3484703B10}"/>
              </a:ext>
            </a:extLst>
          </p:cNvPr>
          <p:cNvSpPr txBox="1"/>
          <p:nvPr/>
        </p:nvSpPr>
        <p:spPr>
          <a:xfrm>
            <a:off x="7936140" y="3387703"/>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prioritized list of features, enhancements, and bug fixes.</a:t>
            </a:r>
          </a:p>
        </p:txBody>
      </p:sp>
      <p:sp>
        <p:nvSpPr>
          <p:cNvPr id="3" name="Google Shape;221;p11">
            <a:extLst>
              <a:ext uri="{FF2B5EF4-FFF2-40B4-BE49-F238E27FC236}">
                <a16:creationId xmlns:a16="http://schemas.microsoft.com/office/drawing/2014/main" id="{85AF0F01-B764-9D4A-BE88-88FB7C4245F4}"/>
              </a:ext>
            </a:extLst>
          </p:cNvPr>
          <p:cNvSpPr txBox="1"/>
          <p:nvPr/>
        </p:nvSpPr>
        <p:spPr>
          <a:xfrm>
            <a:off x="7936139" y="3849570"/>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Continuously updated based on feedback and changing requirements.</a:t>
            </a:r>
          </a:p>
        </p:txBody>
      </p:sp>
      <p:sp>
        <p:nvSpPr>
          <p:cNvPr id="6" name="Google Shape;221;p11">
            <a:extLst>
              <a:ext uri="{FF2B5EF4-FFF2-40B4-BE49-F238E27FC236}">
                <a16:creationId xmlns:a16="http://schemas.microsoft.com/office/drawing/2014/main" id="{0BE0960F-D62B-8246-CDFB-BADFE9BD67F1}"/>
              </a:ext>
            </a:extLst>
          </p:cNvPr>
          <p:cNvSpPr txBox="1"/>
          <p:nvPr/>
        </p:nvSpPr>
        <p:spPr>
          <a:xfrm>
            <a:off x="7936139" y="5892363"/>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subset of the product backlog selected for a specific sprint.</a:t>
            </a:r>
          </a:p>
        </p:txBody>
      </p:sp>
      <p:sp>
        <p:nvSpPr>
          <p:cNvPr id="7" name="Google Shape;221;p11">
            <a:extLst>
              <a:ext uri="{FF2B5EF4-FFF2-40B4-BE49-F238E27FC236}">
                <a16:creationId xmlns:a16="http://schemas.microsoft.com/office/drawing/2014/main" id="{10770A2D-4220-347E-014E-F292AD01C46E}"/>
              </a:ext>
            </a:extLst>
          </p:cNvPr>
          <p:cNvSpPr txBox="1"/>
          <p:nvPr/>
        </p:nvSpPr>
        <p:spPr>
          <a:xfrm>
            <a:off x="7936138" y="6354230"/>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Contains tasks to be completed during the sprint.</a:t>
            </a:r>
          </a:p>
        </p:txBody>
      </p:sp>
      <p:sp>
        <p:nvSpPr>
          <p:cNvPr id="8" name="Google Shape;221;p11">
            <a:extLst>
              <a:ext uri="{FF2B5EF4-FFF2-40B4-BE49-F238E27FC236}">
                <a16:creationId xmlns:a16="http://schemas.microsoft.com/office/drawing/2014/main" id="{C3BAB411-55A0-B614-BEA6-CCCBE71A0F1D}"/>
              </a:ext>
            </a:extLst>
          </p:cNvPr>
          <p:cNvSpPr txBox="1"/>
          <p:nvPr/>
        </p:nvSpPr>
        <p:spPr>
          <a:xfrm>
            <a:off x="7936138" y="8469141"/>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The sum of all completed product backlog items at the end of a sprint.</a:t>
            </a:r>
          </a:p>
        </p:txBody>
      </p:sp>
      <p:sp>
        <p:nvSpPr>
          <p:cNvPr id="9" name="Google Shape;221;p11">
            <a:extLst>
              <a:ext uri="{FF2B5EF4-FFF2-40B4-BE49-F238E27FC236}">
                <a16:creationId xmlns:a16="http://schemas.microsoft.com/office/drawing/2014/main" id="{31A44C8B-8EDE-D647-BE11-7DB16356E1D2}"/>
              </a:ext>
            </a:extLst>
          </p:cNvPr>
          <p:cNvSpPr txBox="1"/>
          <p:nvPr/>
        </p:nvSpPr>
        <p:spPr>
          <a:xfrm>
            <a:off x="7936137" y="8931008"/>
            <a:ext cx="9401547" cy="44319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Must meet the definition of "done" to be considered complete.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grpSp>
        <p:nvGrpSpPr>
          <p:cNvPr id="419" name="Google Shape;419;p18"/>
          <p:cNvGrpSpPr/>
          <p:nvPr/>
        </p:nvGrpSpPr>
        <p:grpSpPr>
          <a:xfrm>
            <a:off x="476452" y="1832954"/>
            <a:ext cx="3146723" cy="8454046"/>
            <a:chOff x="0" y="-47625"/>
            <a:chExt cx="481659" cy="1294035"/>
          </a:xfrm>
        </p:grpSpPr>
        <p:sp>
          <p:nvSpPr>
            <p:cNvPr id="420" name="Google Shape;420;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B6DCEB">
                <a:alpha val="40392"/>
              </a:srgbClr>
            </a:solidFill>
            <a:ln>
              <a:noFill/>
            </a:ln>
          </p:spPr>
          <p:txBody>
            <a:bodyPr/>
            <a:lstStyle/>
            <a:p>
              <a:endParaRPr lang="en-US"/>
            </a:p>
          </p:txBody>
        </p:sp>
        <p:sp>
          <p:nvSpPr>
            <p:cNvPr id="421" name="Google Shape;421;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2" name="Google Shape;422;p18"/>
          <p:cNvGrpSpPr/>
          <p:nvPr/>
        </p:nvGrpSpPr>
        <p:grpSpPr>
          <a:xfrm>
            <a:off x="4028024" y="1832954"/>
            <a:ext cx="3146723" cy="8454046"/>
            <a:chOff x="0" y="-47625"/>
            <a:chExt cx="481659" cy="1294035"/>
          </a:xfrm>
        </p:grpSpPr>
        <p:sp>
          <p:nvSpPr>
            <p:cNvPr id="423" name="Google Shape;423;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BFBFBF">
                <a:alpha val="25490"/>
              </a:srgbClr>
            </a:solidFill>
            <a:ln>
              <a:noFill/>
            </a:ln>
          </p:spPr>
          <p:txBody>
            <a:bodyPr/>
            <a:lstStyle/>
            <a:p>
              <a:endParaRPr lang="en-US"/>
            </a:p>
          </p:txBody>
        </p:sp>
        <p:sp>
          <p:nvSpPr>
            <p:cNvPr id="424" name="Google Shape;424;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5" name="Google Shape;425;p18"/>
          <p:cNvGrpSpPr/>
          <p:nvPr/>
        </p:nvGrpSpPr>
        <p:grpSpPr>
          <a:xfrm>
            <a:off x="7601945" y="1832954"/>
            <a:ext cx="3146723" cy="8454046"/>
            <a:chOff x="0" y="-47625"/>
            <a:chExt cx="481659" cy="1294035"/>
          </a:xfrm>
        </p:grpSpPr>
        <p:sp>
          <p:nvSpPr>
            <p:cNvPr id="426" name="Google Shape;426;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5A8CBF">
                <a:alpha val="41960"/>
              </a:srgbClr>
            </a:solidFill>
            <a:ln>
              <a:noFill/>
            </a:ln>
          </p:spPr>
          <p:txBody>
            <a:bodyPr/>
            <a:lstStyle/>
            <a:p>
              <a:endParaRPr lang="en-US"/>
            </a:p>
          </p:txBody>
        </p:sp>
        <p:sp>
          <p:nvSpPr>
            <p:cNvPr id="427" name="Google Shape;427;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8" name="Google Shape;428;p18"/>
          <p:cNvGrpSpPr/>
          <p:nvPr/>
        </p:nvGrpSpPr>
        <p:grpSpPr>
          <a:xfrm>
            <a:off x="11155513" y="1832954"/>
            <a:ext cx="3146723" cy="8454046"/>
            <a:chOff x="0" y="-47625"/>
            <a:chExt cx="481659" cy="1294035"/>
          </a:xfrm>
        </p:grpSpPr>
        <p:sp>
          <p:nvSpPr>
            <p:cNvPr id="429" name="Google Shape;429;p18"/>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solidFill>
              <a:srgbClr val="EBD24C">
                <a:alpha val="28235"/>
              </a:srgbClr>
            </a:solidFill>
            <a:ln>
              <a:noFill/>
            </a:ln>
          </p:spPr>
          <p:txBody>
            <a:bodyPr/>
            <a:lstStyle/>
            <a:p>
              <a:endParaRPr lang="en-US"/>
            </a:p>
          </p:txBody>
        </p:sp>
        <p:sp>
          <p:nvSpPr>
            <p:cNvPr id="430" name="Google Shape;430;p18"/>
            <p:cNvSpPr txBox="1"/>
            <p:nvPr/>
          </p:nvSpPr>
          <p:spPr>
            <a:xfrm>
              <a:off x="0" y="-47625"/>
              <a:ext cx="481659" cy="129403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5" name="Google Shape;435;p18"/>
          <p:cNvSpPr/>
          <p:nvPr/>
        </p:nvSpPr>
        <p:spPr>
          <a:xfrm>
            <a:off x="7235525" y="1285100"/>
            <a:ext cx="11052601" cy="423179"/>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436" name="Google Shape;436;p18"/>
          <p:cNvSpPr txBox="1"/>
          <p:nvPr/>
        </p:nvSpPr>
        <p:spPr>
          <a:xfrm>
            <a:off x="7419891" y="411383"/>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Scrum Events</a:t>
            </a:r>
            <a:endParaRPr dirty="0"/>
          </a:p>
        </p:txBody>
      </p:sp>
      <p:grpSp>
        <p:nvGrpSpPr>
          <p:cNvPr id="437" name="Google Shape;437;p18"/>
          <p:cNvGrpSpPr/>
          <p:nvPr/>
        </p:nvGrpSpPr>
        <p:grpSpPr>
          <a:xfrm>
            <a:off x="1558497" y="2233247"/>
            <a:ext cx="991530" cy="980355"/>
            <a:chOff x="-14900" y="0"/>
            <a:chExt cx="1322039" cy="1307139"/>
          </a:xfrm>
        </p:grpSpPr>
        <p:grpSp>
          <p:nvGrpSpPr>
            <p:cNvPr id="438" name="Google Shape;438;p18"/>
            <p:cNvGrpSpPr/>
            <p:nvPr/>
          </p:nvGrpSpPr>
          <p:grpSpPr>
            <a:xfrm>
              <a:off x="0" y="0"/>
              <a:ext cx="1307139" cy="1307139"/>
              <a:chOff x="0" y="0"/>
              <a:chExt cx="812800" cy="812800"/>
            </a:xfrm>
          </p:grpSpPr>
          <p:sp>
            <p:nvSpPr>
              <p:cNvPr id="439" name="Google Shape;439;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6D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1" name="Google Shape;441;p18"/>
            <p:cNvSpPr txBox="1"/>
            <p:nvPr/>
          </p:nvSpPr>
          <p:spPr>
            <a:xfrm>
              <a:off x="-14900" y="89231"/>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01</a:t>
              </a:r>
              <a:endParaRPr dirty="0"/>
            </a:p>
          </p:txBody>
        </p:sp>
      </p:grpSp>
      <p:grpSp>
        <p:nvGrpSpPr>
          <p:cNvPr id="442" name="Google Shape;442;p18"/>
          <p:cNvGrpSpPr/>
          <p:nvPr/>
        </p:nvGrpSpPr>
        <p:grpSpPr>
          <a:xfrm>
            <a:off x="5203523" y="2233247"/>
            <a:ext cx="1004916" cy="980355"/>
            <a:chOff x="-32748" y="0"/>
            <a:chExt cx="1339887" cy="1307139"/>
          </a:xfrm>
        </p:grpSpPr>
        <p:grpSp>
          <p:nvGrpSpPr>
            <p:cNvPr id="443" name="Google Shape;443;p18"/>
            <p:cNvGrpSpPr/>
            <p:nvPr/>
          </p:nvGrpSpPr>
          <p:grpSpPr>
            <a:xfrm>
              <a:off x="0" y="0"/>
              <a:ext cx="1307139" cy="1307139"/>
              <a:chOff x="0" y="0"/>
              <a:chExt cx="812800" cy="812800"/>
            </a:xfrm>
          </p:grpSpPr>
          <p:sp>
            <p:nvSpPr>
              <p:cNvPr id="444" name="Google Shape;444;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6" name="Google Shape;446;p18"/>
            <p:cNvSpPr txBox="1"/>
            <p:nvPr/>
          </p:nvSpPr>
          <p:spPr>
            <a:xfrm>
              <a:off x="-32748" y="65541"/>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02</a:t>
              </a:r>
              <a:endParaRPr dirty="0"/>
            </a:p>
          </p:txBody>
        </p:sp>
      </p:grpSp>
      <p:grpSp>
        <p:nvGrpSpPr>
          <p:cNvPr id="447" name="Google Shape;447;p18"/>
          <p:cNvGrpSpPr/>
          <p:nvPr/>
        </p:nvGrpSpPr>
        <p:grpSpPr>
          <a:xfrm>
            <a:off x="8744581" y="2217115"/>
            <a:ext cx="980355" cy="980355"/>
            <a:chOff x="0" y="0"/>
            <a:chExt cx="812800" cy="812800"/>
          </a:xfrm>
        </p:grpSpPr>
        <p:sp>
          <p:nvSpPr>
            <p:cNvPr id="448" name="Google Shape;448;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A8C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0" name="Google Shape;450;p18"/>
          <p:cNvSpPr txBox="1"/>
          <p:nvPr/>
        </p:nvSpPr>
        <p:spPr>
          <a:xfrm>
            <a:off x="8744580" y="2300170"/>
            <a:ext cx="980355" cy="583923"/>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03</a:t>
            </a:r>
            <a:endParaRPr dirty="0"/>
          </a:p>
        </p:txBody>
      </p:sp>
      <p:grpSp>
        <p:nvGrpSpPr>
          <p:cNvPr id="451" name="Google Shape;451;p18"/>
          <p:cNvGrpSpPr/>
          <p:nvPr/>
        </p:nvGrpSpPr>
        <p:grpSpPr>
          <a:xfrm>
            <a:off x="12286298" y="2233247"/>
            <a:ext cx="1004595" cy="980355"/>
            <a:chOff x="0" y="0"/>
            <a:chExt cx="1339459" cy="1307139"/>
          </a:xfrm>
        </p:grpSpPr>
        <p:grpSp>
          <p:nvGrpSpPr>
            <p:cNvPr id="452" name="Google Shape;452;p18"/>
            <p:cNvGrpSpPr/>
            <p:nvPr/>
          </p:nvGrpSpPr>
          <p:grpSpPr>
            <a:xfrm>
              <a:off x="0" y="0"/>
              <a:ext cx="1307139" cy="1307139"/>
              <a:chOff x="0" y="0"/>
              <a:chExt cx="812800" cy="812800"/>
            </a:xfrm>
          </p:grpSpPr>
          <p:sp>
            <p:nvSpPr>
              <p:cNvPr id="453" name="Google Shape;453;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D2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8"/>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5" name="Google Shape;455;p18"/>
            <p:cNvSpPr txBox="1"/>
            <p:nvPr/>
          </p:nvSpPr>
          <p:spPr>
            <a:xfrm>
              <a:off x="32320" y="47687"/>
              <a:ext cx="1307139" cy="734114"/>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04</a:t>
              </a:r>
              <a:endParaRPr dirty="0"/>
            </a:p>
          </p:txBody>
        </p:sp>
      </p:grpSp>
      <p:sp>
        <p:nvSpPr>
          <p:cNvPr id="456" name="Google Shape;456;p18"/>
          <p:cNvSpPr txBox="1"/>
          <p:nvPr/>
        </p:nvSpPr>
        <p:spPr>
          <a:xfrm>
            <a:off x="4389485" y="3206044"/>
            <a:ext cx="242380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Planning</a:t>
            </a:r>
            <a:endParaRPr dirty="0"/>
          </a:p>
        </p:txBody>
      </p:sp>
      <p:sp>
        <p:nvSpPr>
          <p:cNvPr id="457" name="Google Shape;457;p18"/>
          <p:cNvSpPr txBox="1"/>
          <p:nvPr/>
        </p:nvSpPr>
        <p:spPr>
          <a:xfrm>
            <a:off x="837914" y="3206044"/>
            <a:ext cx="242380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a:t>
            </a:r>
            <a:endParaRPr dirty="0"/>
          </a:p>
        </p:txBody>
      </p:sp>
      <p:sp>
        <p:nvSpPr>
          <p:cNvPr id="458" name="Google Shape;458;p18"/>
          <p:cNvSpPr txBox="1"/>
          <p:nvPr/>
        </p:nvSpPr>
        <p:spPr>
          <a:xfrm>
            <a:off x="7902563" y="3206044"/>
            <a:ext cx="2511482"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Daily Scrum</a:t>
            </a:r>
            <a:endParaRPr dirty="0"/>
          </a:p>
        </p:txBody>
      </p:sp>
      <p:sp>
        <p:nvSpPr>
          <p:cNvPr id="459" name="Google Shape;459;p18"/>
          <p:cNvSpPr txBox="1"/>
          <p:nvPr/>
        </p:nvSpPr>
        <p:spPr>
          <a:xfrm>
            <a:off x="11629056" y="3195924"/>
            <a:ext cx="2302840"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Review</a:t>
            </a:r>
            <a:endParaRPr dirty="0"/>
          </a:p>
        </p:txBody>
      </p:sp>
      <p:grpSp>
        <p:nvGrpSpPr>
          <p:cNvPr id="5" name="Google Shape;428;p18">
            <a:extLst>
              <a:ext uri="{FF2B5EF4-FFF2-40B4-BE49-F238E27FC236}">
                <a16:creationId xmlns:a16="http://schemas.microsoft.com/office/drawing/2014/main" id="{2BE6A20E-7857-5B52-C4F5-ECFB644891DD}"/>
              </a:ext>
            </a:extLst>
          </p:cNvPr>
          <p:cNvGrpSpPr/>
          <p:nvPr/>
        </p:nvGrpSpPr>
        <p:grpSpPr>
          <a:xfrm>
            <a:off x="14707761" y="2142587"/>
            <a:ext cx="3146723" cy="8144413"/>
            <a:chOff x="0" y="-47625"/>
            <a:chExt cx="481659" cy="1294035"/>
          </a:xfrm>
          <a:solidFill>
            <a:schemeClr val="accent6">
              <a:lumMod val="40000"/>
              <a:lumOff val="60000"/>
            </a:schemeClr>
          </a:solidFill>
        </p:grpSpPr>
        <p:sp>
          <p:nvSpPr>
            <p:cNvPr id="6" name="Google Shape;429;p18">
              <a:extLst>
                <a:ext uri="{FF2B5EF4-FFF2-40B4-BE49-F238E27FC236}">
                  <a16:creationId xmlns:a16="http://schemas.microsoft.com/office/drawing/2014/main" id="{003FCD84-A200-1891-148A-DB1A5A4E2A71}"/>
                </a:ext>
              </a:extLst>
            </p:cNvPr>
            <p:cNvSpPr/>
            <p:nvPr/>
          </p:nvSpPr>
          <p:spPr>
            <a:xfrm>
              <a:off x="0" y="0"/>
              <a:ext cx="481659" cy="1246410"/>
            </a:xfrm>
            <a:custGeom>
              <a:avLst/>
              <a:gdLst/>
              <a:ahLst/>
              <a:cxnLst/>
              <a:rect l="l" t="t" r="r" b="b"/>
              <a:pathLst>
                <a:path w="481659" h="1246410" extrusionOk="0">
                  <a:moveTo>
                    <a:pt x="0" y="0"/>
                  </a:moveTo>
                  <a:lnTo>
                    <a:pt x="481659" y="0"/>
                  </a:lnTo>
                  <a:lnTo>
                    <a:pt x="481659" y="1246410"/>
                  </a:lnTo>
                  <a:lnTo>
                    <a:pt x="0" y="1246410"/>
                  </a:lnTo>
                  <a:close/>
                </a:path>
              </a:pathLst>
            </a:custGeom>
            <a:grpFill/>
            <a:ln>
              <a:noFill/>
            </a:ln>
          </p:spPr>
          <p:txBody>
            <a:bodyPr/>
            <a:lstStyle/>
            <a:p>
              <a:endParaRPr lang="en-US"/>
            </a:p>
          </p:txBody>
        </p:sp>
        <p:sp>
          <p:nvSpPr>
            <p:cNvPr id="7" name="Google Shape;430;p18">
              <a:extLst>
                <a:ext uri="{FF2B5EF4-FFF2-40B4-BE49-F238E27FC236}">
                  <a16:creationId xmlns:a16="http://schemas.microsoft.com/office/drawing/2014/main" id="{BF017F0F-5E42-0A8C-BE97-C5FCA99C0063}"/>
                </a:ext>
              </a:extLst>
            </p:cNvPr>
            <p:cNvSpPr txBox="1"/>
            <p:nvPr/>
          </p:nvSpPr>
          <p:spPr>
            <a:xfrm>
              <a:off x="0" y="-47625"/>
              <a:ext cx="481659" cy="1294035"/>
            </a:xfrm>
            <a:prstGeom prst="rect">
              <a:avLst/>
            </a:prstGeom>
            <a:grp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 name="Google Shape;451;p18">
            <a:extLst>
              <a:ext uri="{FF2B5EF4-FFF2-40B4-BE49-F238E27FC236}">
                <a16:creationId xmlns:a16="http://schemas.microsoft.com/office/drawing/2014/main" id="{C30CA6FC-4477-0615-AD9A-5F6CF0716EAC}"/>
              </a:ext>
            </a:extLst>
          </p:cNvPr>
          <p:cNvGrpSpPr/>
          <p:nvPr/>
        </p:nvGrpSpPr>
        <p:grpSpPr>
          <a:xfrm>
            <a:off x="15771330" y="2267713"/>
            <a:ext cx="980356" cy="980355"/>
            <a:chOff x="-1" y="0"/>
            <a:chExt cx="1307140" cy="1307139"/>
          </a:xfrm>
        </p:grpSpPr>
        <p:grpSp>
          <p:nvGrpSpPr>
            <p:cNvPr id="9" name="Google Shape;452;p18">
              <a:extLst>
                <a:ext uri="{FF2B5EF4-FFF2-40B4-BE49-F238E27FC236}">
                  <a16:creationId xmlns:a16="http://schemas.microsoft.com/office/drawing/2014/main" id="{1F51E830-E4C0-FF87-4995-DCEB35B00F15}"/>
                </a:ext>
              </a:extLst>
            </p:cNvPr>
            <p:cNvGrpSpPr/>
            <p:nvPr/>
          </p:nvGrpSpPr>
          <p:grpSpPr>
            <a:xfrm>
              <a:off x="0" y="0"/>
              <a:ext cx="1307139" cy="1307139"/>
              <a:chOff x="0" y="0"/>
              <a:chExt cx="812800" cy="812800"/>
            </a:xfrm>
          </p:grpSpPr>
          <p:sp>
            <p:nvSpPr>
              <p:cNvPr id="11" name="Google Shape;453;p18">
                <a:extLst>
                  <a:ext uri="{FF2B5EF4-FFF2-40B4-BE49-F238E27FC236}">
                    <a16:creationId xmlns:a16="http://schemas.microsoft.com/office/drawing/2014/main" id="{1647C668-AE23-84E4-054D-D7A766C649C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lumMod val="75000"/>
                </a:schemeClr>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4;p18">
                <a:extLst>
                  <a:ext uri="{FF2B5EF4-FFF2-40B4-BE49-F238E27FC236}">
                    <a16:creationId xmlns:a16="http://schemas.microsoft.com/office/drawing/2014/main" id="{8D15518E-4AE8-7240-7C35-C7F2C070DF33}"/>
                  </a:ext>
                </a:extLst>
              </p:cNvPr>
              <p:cNvSpPr txBox="1"/>
              <p:nvPr/>
            </p:nvSpPr>
            <p:spPr>
              <a:xfrm>
                <a:off x="76200" y="6282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 name="Google Shape;455;p18">
              <a:extLst>
                <a:ext uri="{FF2B5EF4-FFF2-40B4-BE49-F238E27FC236}">
                  <a16:creationId xmlns:a16="http://schemas.microsoft.com/office/drawing/2014/main" id="{CD30DA69-1750-3BDA-1983-AF52D1581D88}"/>
                </a:ext>
              </a:extLst>
            </p:cNvPr>
            <p:cNvSpPr txBox="1"/>
            <p:nvPr/>
          </p:nvSpPr>
          <p:spPr>
            <a:xfrm>
              <a:off x="-1" y="33571"/>
              <a:ext cx="1307139" cy="1018313"/>
            </a:xfrm>
            <a:prstGeom prst="rect">
              <a:avLst/>
            </a:prstGeom>
            <a:noFill/>
            <a:ln>
              <a:noFill/>
            </a:ln>
          </p:spPr>
          <p:txBody>
            <a:bodyPr spcFirstLastPara="1" wrap="square" lIns="0" tIns="0" rIns="0" bIns="0" anchor="t" anchorCtr="0">
              <a:spAutoFit/>
            </a:bodyPr>
            <a:lstStyle/>
            <a:p>
              <a:pPr marL="0" marR="0" lvl="0" indent="0" algn="ctr" rtl="0">
                <a:lnSpc>
                  <a:spcPct val="164993"/>
                </a:lnSpc>
                <a:spcBef>
                  <a:spcPts val="0"/>
                </a:spcBef>
                <a:spcAft>
                  <a:spcPts val="0"/>
                </a:spcAft>
                <a:buNone/>
              </a:pPr>
              <a:r>
                <a:rPr lang="en-US" sz="3008" b="1" i="0" u="none" strike="noStrike" cap="none" dirty="0">
                  <a:solidFill>
                    <a:srgbClr val="FFFFFF"/>
                  </a:solidFill>
                  <a:latin typeface="Blinker"/>
                  <a:ea typeface="Blinker"/>
                  <a:cs typeface="Blinker"/>
                  <a:sym typeface="Blinker"/>
                </a:rPr>
                <a:t>05</a:t>
              </a:r>
              <a:endParaRPr dirty="0"/>
            </a:p>
          </p:txBody>
        </p:sp>
      </p:grpSp>
      <p:sp>
        <p:nvSpPr>
          <p:cNvPr id="13" name="Google Shape;459;p18">
            <a:extLst>
              <a:ext uri="{FF2B5EF4-FFF2-40B4-BE49-F238E27FC236}">
                <a16:creationId xmlns:a16="http://schemas.microsoft.com/office/drawing/2014/main" id="{2EF61FC6-3A4F-83F2-9FE6-D27E4A222044}"/>
              </a:ext>
            </a:extLst>
          </p:cNvPr>
          <p:cNvSpPr txBox="1"/>
          <p:nvPr/>
        </p:nvSpPr>
        <p:spPr>
          <a:xfrm>
            <a:off x="14775779" y="3207015"/>
            <a:ext cx="3035769" cy="684803"/>
          </a:xfrm>
          <a:prstGeom prst="rect">
            <a:avLst/>
          </a:prstGeom>
          <a:noFill/>
          <a:ln>
            <a:noFill/>
          </a:ln>
        </p:spPr>
        <p:txBody>
          <a:bodyPr spcFirstLastPara="1" wrap="square" lIns="0" tIns="0" rIns="0" bIns="0" anchor="t" anchorCtr="0">
            <a:spAutoFit/>
          </a:bodyPr>
          <a:lstStyle/>
          <a:p>
            <a:pPr marL="0" marR="0" lvl="0" indent="0" algn="ctr" rtl="0">
              <a:lnSpc>
                <a:spcPct val="164998"/>
              </a:lnSpc>
              <a:spcBef>
                <a:spcPts val="0"/>
              </a:spcBef>
              <a:spcAft>
                <a:spcPts val="0"/>
              </a:spcAft>
              <a:buNone/>
            </a:pPr>
            <a:r>
              <a:rPr lang="en-US" sz="2697" b="1" i="0" u="none" strike="noStrike" cap="none" dirty="0">
                <a:solidFill>
                  <a:srgbClr val="000000"/>
                </a:solidFill>
                <a:latin typeface="Blinker"/>
                <a:ea typeface="Blinker"/>
                <a:cs typeface="Blinker"/>
                <a:sym typeface="Blinker"/>
              </a:rPr>
              <a:t>Sprint Retrospective</a:t>
            </a:r>
            <a:endParaRPr dirty="0"/>
          </a:p>
        </p:txBody>
      </p:sp>
      <p:sp>
        <p:nvSpPr>
          <p:cNvPr id="15" name="Google Shape;221;p11">
            <a:extLst>
              <a:ext uri="{FF2B5EF4-FFF2-40B4-BE49-F238E27FC236}">
                <a16:creationId xmlns:a16="http://schemas.microsoft.com/office/drawing/2014/main" id="{F148CEA0-9237-19AF-0AAD-9825D63A65B3}"/>
              </a:ext>
            </a:extLst>
          </p:cNvPr>
          <p:cNvSpPr txBox="1"/>
          <p:nvPr/>
        </p:nvSpPr>
        <p:spPr>
          <a:xfrm>
            <a:off x="682999" y="4053955"/>
            <a:ext cx="2753376" cy="1329595"/>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time-boxed iteration (usually 1-4 weeks).</a:t>
            </a:r>
          </a:p>
        </p:txBody>
      </p:sp>
      <p:sp>
        <p:nvSpPr>
          <p:cNvPr id="16" name="Google Shape;221;p11">
            <a:extLst>
              <a:ext uri="{FF2B5EF4-FFF2-40B4-BE49-F238E27FC236}">
                <a16:creationId xmlns:a16="http://schemas.microsoft.com/office/drawing/2014/main" id="{49867858-B131-2935-4C62-3DB676DB2349}"/>
              </a:ext>
            </a:extLst>
          </p:cNvPr>
          <p:cNvSpPr txBox="1"/>
          <p:nvPr/>
        </p:nvSpPr>
        <p:spPr>
          <a:xfrm>
            <a:off x="682999" y="5694688"/>
            <a:ext cx="2753376" cy="1772793"/>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Goal is to produce a potentially shippable product increment.</a:t>
            </a:r>
          </a:p>
        </p:txBody>
      </p:sp>
      <p:sp>
        <p:nvSpPr>
          <p:cNvPr id="17" name="Google Shape;221;p11">
            <a:extLst>
              <a:ext uri="{FF2B5EF4-FFF2-40B4-BE49-F238E27FC236}">
                <a16:creationId xmlns:a16="http://schemas.microsoft.com/office/drawing/2014/main" id="{7684D92F-C626-21BF-45EE-2C9DF011426A}"/>
              </a:ext>
            </a:extLst>
          </p:cNvPr>
          <p:cNvSpPr txBox="1"/>
          <p:nvPr/>
        </p:nvSpPr>
        <p:spPr>
          <a:xfrm>
            <a:off x="4227354" y="4053955"/>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Meeting to define the sprint goal and select items from the product backlog.</a:t>
            </a:r>
          </a:p>
        </p:txBody>
      </p:sp>
      <p:sp>
        <p:nvSpPr>
          <p:cNvPr id="19" name="Google Shape;221;p11">
            <a:extLst>
              <a:ext uri="{FF2B5EF4-FFF2-40B4-BE49-F238E27FC236}">
                <a16:creationId xmlns:a16="http://schemas.microsoft.com/office/drawing/2014/main" id="{BAD40CEE-B872-24EE-A482-0E8D9185924B}"/>
              </a:ext>
            </a:extLst>
          </p:cNvPr>
          <p:cNvSpPr txBox="1"/>
          <p:nvPr/>
        </p:nvSpPr>
        <p:spPr>
          <a:xfrm>
            <a:off x="7767312" y="4053955"/>
            <a:ext cx="2753376" cy="3102388"/>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15-minute stand-up meeting for the team to synchronize activities and plan for the next 24 hours.</a:t>
            </a:r>
          </a:p>
        </p:txBody>
      </p:sp>
      <p:sp>
        <p:nvSpPr>
          <p:cNvPr id="21" name="Google Shape;221;p11">
            <a:extLst>
              <a:ext uri="{FF2B5EF4-FFF2-40B4-BE49-F238E27FC236}">
                <a16:creationId xmlns:a16="http://schemas.microsoft.com/office/drawing/2014/main" id="{FDCC2DC7-E551-A7CC-F2FB-099E93D47211}"/>
              </a:ext>
            </a:extLst>
          </p:cNvPr>
          <p:cNvSpPr txBox="1"/>
          <p:nvPr/>
        </p:nvSpPr>
        <p:spPr>
          <a:xfrm>
            <a:off x="11318283" y="4052104"/>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meeting at the end of the sprint to showcase the increment to stakeholders.</a:t>
            </a:r>
          </a:p>
        </p:txBody>
      </p:sp>
      <p:sp>
        <p:nvSpPr>
          <p:cNvPr id="22" name="Google Shape;221;p11">
            <a:extLst>
              <a:ext uri="{FF2B5EF4-FFF2-40B4-BE49-F238E27FC236}">
                <a16:creationId xmlns:a16="http://schemas.microsoft.com/office/drawing/2014/main" id="{BCEB1ACD-8922-51CB-6FAB-69E827FA4B1A}"/>
              </a:ext>
            </a:extLst>
          </p:cNvPr>
          <p:cNvSpPr txBox="1"/>
          <p:nvPr/>
        </p:nvSpPr>
        <p:spPr>
          <a:xfrm>
            <a:off x="11385137" y="6579233"/>
            <a:ext cx="2753376" cy="886397"/>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Gather feedback for future sprints.</a:t>
            </a:r>
          </a:p>
        </p:txBody>
      </p:sp>
      <p:sp>
        <p:nvSpPr>
          <p:cNvPr id="23" name="Google Shape;221;p11">
            <a:extLst>
              <a:ext uri="{FF2B5EF4-FFF2-40B4-BE49-F238E27FC236}">
                <a16:creationId xmlns:a16="http://schemas.microsoft.com/office/drawing/2014/main" id="{58B37BA8-4F3B-6B00-18FA-8516E7AB895C}"/>
              </a:ext>
            </a:extLst>
          </p:cNvPr>
          <p:cNvSpPr txBox="1"/>
          <p:nvPr/>
        </p:nvSpPr>
        <p:spPr>
          <a:xfrm>
            <a:off x="14862638" y="4053955"/>
            <a:ext cx="2753376" cy="2215991"/>
          </a:xfrm>
          <a:prstGeom prst="rect">
            <a:avLst/>
          </a:prstGeom>
          <a:noFill/>
          <a:ln>
            <a:noFill/>
          </a:ln>
        </p:spPr>
        <p:txBody>
          <a:bodyPr spcFirstLastPara="1" wrap="square" lIns="0" tIns="0" rIns="0" bIns="0" anchor="t" anchorCtr="0">
            <a:spAutoFit/>
          </a:bodyPr>
          <a:lstStyle/>
          <a:p>
            <a:pPr marL="342900" marR="0" lvl="0" indent="-342900" rtl="0">
              <a:lnSpc>
                <a:spcPct val="120000"/>
              </a:lnSpc>
              <a:spcBef>
                <a:spcPts val="0"/>
              </a:spcBef>
              <a:spcAft>
                <a:spcPts val="0"/>
              </a:spcAft>
              <a:buFont typeface="Arial" panose="020B0604020202020204" pitchFamily="34" charset="0"/>
              <a:buChar char="•"/>
            </a:pPr>
            <a:r>
              <a:rPr lang="en-US" sz="2400" b="0" i="0" u="none" strike="noStrike" cap="none" dirty="0">
                <a:solidFill>
                  <a:srgbClr val="000000"/>
                </a:solidFill>
                <a:latin typeface="Blinker"/>
                <a:ea typeface="Blinker"/>
                <a:cs typeface="Blinker"/>
                <a:sym typeface="Blinker"/>
              </a:rPr>
              <a:t>A meeting to reflect on the sprint and identify improvements for the next sprint.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21"/>
          <p:cNvSpPr/>
          <p:nvPr/>
        </p:nvSpPr>
        <p:spPr>
          <a:xfrm>
            <a:off x="7235525" y="1285100"/>
            <a:ext cx="11052601" cy="423179"/>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562" name="Google Shape;562;p21"/>
          <p:cNvSpPr txBox="1"/>
          <p:nvPr/>
        </p:nvSpPr>
        <p:spPr>
          <a:xfrm>
            <a:off x="7419890" y="226227"/>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Scrum Workflow</a:t>
            </a:r>
            <a:endParaRPr dirty="0"/>
          </a:p>
        </p:txBody>
      </p:sp>
      <p:pic>
        <p:nvPicPr>
          <p:cNvPr id="3" name="Picture 2">
            <a:extLst>
              <a:ext uri="{FF2B5EF4-FFF2-40B4-BE49-F238E27FC236}">
                <a16:creationId xmlns:a16="http://schemas.microsoft.com/office/drawing/2014/main" id="{40C75CF9-4AB5-3173-24F4-D9311EF56038}"/>
              </a:ext>
            </a:extLst>
          </p:cNvPr>
          <p:cNvPicPr>
            <a:picLocks noChangeAspect="1"/>
          </p:cNvPicPr>
          <p:nvPr/>
        </p:nvPicPr>
        <p:blipFill>
          <a:blip r:embed="rId3"/>
          <a:stretch>
            <a:fillRect/>
          </a:stretch>
        </p:blipFill>
        <p:spPr>
          <a:xfrm>
            <a:off x="772189" y="1977312"/>
            <a:ext cx="16487101" cy="74087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3"/>
          <p:cNvSpPr/>
          <p:nvPr/>
        </p:nvSpPr>
        <p:spPr>
          <a:xfrm>
            <a:off x="5702057"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3">
              <a:alphaModFix/>
            </a:blip>
            <a:stretch>
              <a:fillRect r="-97515" b="-101531"/>
            </a:stretch>
          </a:blipFill>
          <a:ln>
            <a:noFill/>
          </a:ln>
        </p:spPr>
        <p:txBody>
          <a:bodyPr/>
          <a:lstStyle/>
          <a:p>
            <a:endParaRPr lang="en-US"/>
          </a:p>
        </p:txBody>
      </p:sp>
      <p:sp>
        <p:nvSpPr>
          <p:cNvPr id="262" name="Google Shape;262;p13"/>
          <p:cNvSpPr/>
          <p:nvPr/>
        </p:nvSpPr>
        <p:spPr>
          <a:xfrm rot="10800000">
            <a:off x="9103900"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4">
              <a:alphaModFix/>
            </a:blip>
            <a:stretch>
              <a:fillRect r="-97515" b="-101531"/>
            </a:stretch>
          </a:blipFill>
          <a:ln>
            <a:noFill/>
          </a:ln>
        </p:spPr>
        <p:txBody>
          <a:bodyPr/>
          <a:lstStyle/>
          <a:p>
            <a:endParaRPr lang="en-US"/>
          </a:p>
        </p:txBody>
      </p:sp>
      <p:sp>
        <p:nvSpPr>
          <p:cNvPr id="263" name="Google Shape;263;p13"/>
          <p:cNvSpPr/>
          <p:nvPr/>
        </p:nvSpPr>
        <p:spPr>
          <a:xfrm>
            <a:off x="9103900" y="2420561"/>
            <a:ext cx="3482042" cy="3418870"/>
          </a:xfrm>
          <a:custGeom>
            <a:avLst/>
            <a:gdLst/>
            <a:ahLst/>
            <a:cxnLst/>
            <a:rect l="l" t="t" r="r" b="b"/>
            <a:pathLst>
              <a:path w="3482042" h="3418870" extrusionOk="0">
                <a:moveTo>
                  <a:pt x="0" y="0"/>
                </a:moveTo>
                <a:lnTo>
                  <a:pt x="3482043" y="0"/>
                </a:lnTo>
                <a:lnTo>
                  <a:pt x="3482043" y="3418869"/>
                </a:lnTo>
                <a:lnTo>
                  <a:pt x="0" y="3418869"/>
                </a:lnTo>
                <a:lnTo>
                  <a:pt x="0" y="0"/>
                </a:lnTo>
                <a:close/>
              </a:path>
            </a:pathLst>
          </a:custGeom>
          <a:blipFill rotWithShape="1">
            <a:blip r:embed="rId5">
              <a:alphaModFix/>
            </a:blip>
            <a:stretch>
              <a:fillRect l="-97515" b="-101531"/>
            </a:stretch>
          </a:blipFill>
          <a:ln>
            <a:noFill/>
          </a:ln>
        </p:spPr>
        <p:txBody>
          <a:bodyPr/>
          <a:lstStyle/>
          <a:p>
            <a:endParaRPr lang="en-US"/>
          </a:p>
        </p:txBody>
      </p:sp>
      <p:sp>
        <p:nvSpPr>
          <p:cNvPr id="264" name="Google Shape;264;p13"/>
          <p:cNvSpPr/>
          <p:nvPr/>
        </p:nvSpPr>
        <p:spPr>
          <a:xfrm rot="10800000">
            <a:off x="5702057" y="5839430"/>
            <a:ext cx="3482042" cy="3418870"/>
          </a:xfrm>
          <a:custGeom>
            <a:avLst/>
            <a:gdLst/>
            <a:ahLst/>
            <a:cxnLst/>
            <a:rect l="l" t="t" r="r" b="b"/>
            <a:pathLst>
              <a:path w="3482042" h="3418870" extrusionOk="0">
                <a:moveTo>
                  <a:pt x="0" y="0"/>
                </a:moveTo>
                <a:lnTo>
                  <a:pt x="3482043" y="0"/>
                </a:lnTo>
                <a:lnTo>
                  <a:pt x="3482043" y="3418870"/>
                </a:lnTo>
                <a:lnTo>
                  <a:pt x="0" y="3418870"/>
                </a:lnTo>
                <a:lnTo>
                  <a:pt x="0" y="0"/>
                </a:lnTo>
                <a:close/>
              </a:path>
            </a:pathLst>
          </a:custGeom>
          <a:blipFill rotWithShape="1">
            <a:blip r:embed="rId6">
              <a:alphaModFix/>
            </a:blip>
            <a:stretch>
              <a:fillRect l="-97515" b="-101531"/>
            </a:stretch>
          </a:blipFill>
          <a:ln>
            <a:noFill/>
          </a:ln>
        </p:spPr>
        <p:txBody>
          <a:bodyPr/>
          <a:lstStyle/>
          <a:p>
            <a:endParaRPr lang="en-US"/>
          </a:p>
        </p:txBody>
      </p:sp>
      <p:grpSp>
        <p:nvGrpSpPr>
          <p:cNvPr id="265" name="Google Shape;265;p13"/>
          <p:cNvGrpSpPr/>
          <p:nvPr/>
        </p:nvGrpSpPr>
        <p:grpSpPr>
          <a:xfrm>
            <a:off x="6514768" y="3250298"/>
            <a:ext cx="5178265" cy="5178265"/>
            <a:chOff x="0" y="0"/>
            <a:chExt cx="812800" cy="812800"/>
          </a:xfrm>
        </p:grpSpPr>
        <p:sp>
          <p:nvSpPr>
            <p:cNvPr id="266" name="Google Shape;26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8" name="Google Shape;268;p13"/>
          <p:cNvGrpSpPr/>
          <p:nvPr/>
        </p:nvGrpSpPr>
        <p:grpSpPr>
          <a:xfrm>
            <a:off x="8937280" y="1478272"/>
            <a:ext cx="413441" cy="8541491"/>
            <a:chOff x="0" y="-47625"/>
            <a:chExt cx="108890" cy="2249611"/>
          </a:xfrm>
        </p:grpSpPr>
        <p:sp>
          <p:nvSpPr>
            <p:cNvPr id="269" name="Google Shape;269;p13"/>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txBody>
            <a:bodyPr/>
            <a:lstStyle/>
            <a:p>
              <a:endParaRPr lang="en-US"/>
            </a:p>
          </p:txBody>
        </p:sp>
        <p:sp>
          <p:nvSpPr>
            <p:cNvPr id="270" name="Google Shape;270;p13"/>
            <p:cNvSpPr txBox="1"/>
            <p:nvPr/>
          </p:nvSpPr>
          <p:spPr>
            <a:xfrm>
              <a:off x="0" y="-47625"/>
              <a:ext cx="108890" cy="224961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1" name="Google Shape;271;p13"/>
          <p:cNvGrpSpPr/>
          <p:nvPr/>
        </p:nvGrpSpPr>
        <p:grpSpPr>
          <a:xfrm rot="-5400000">
            <a:off x="8886966" y="1568685"/>
            <a:ext cx="413441" cy="8541491"/>
            <a:chOff x="0" y="-47625"/>
            <a:chExt cx="108890" cy="2249611"/>
          </a:xfrm>
        </p:grpSpPr>
        <p:sp>
          <p:nvSpPr>
            <p:cNvPr id="272" name="Google Shape;272;p13"/>
            <p:cNvSpPr/>
            <p:nvPr/>
          </p:nvSpPr>
          <p:spPr>
            <a:xfrm>
              <a:off x="0" y="0"/>
              <a:ext cx="108890" cy="2201986"/>
            </a:xfrm>
            <a:custGeom>
              <a:avLst/>
              <a:gdLst/>
              <a:ahLst/>
              <a:cxnLst/>
              <a:rect l="l" t="t" r="r" b="b"/>
              <a:pathLst>
                <a:path w="108890" h="2201986" extrusionOk="0">
                  <a:moveTo>
                    <a:pt x="0" y="0"/>
                  </a:moveTo>
                  <a:lnTo>
                    <a:pt x="108890" y="0"/>
                  </a:lnTo>
                  <a:lnTo>
                    <a:pt x="108890" y="2201986"/>
                  </a:lnTo>
                  <a:lnTo>
                    <a:pt x="0" y="2201986"/>
                  </a:lnTo>
                  <a:close/>
                </a:path>
              </a:pathLst>
            </a:custGeom>
            <a:solidFill>
              <a:srgbClr val="FFFFFF"/>
            </a:solidFill>
            <a:ln>
              <a:noFill/>
            </a:ln>
          </p:spPr>
          <p:txBody>
            <a:bodyPr/>
            <a:lstStyle/>
            <a:p>
              <a:endParaRPr lang="en-US"/>
            </a:p>
          </p:txBody>
        </p:sp>
        <p:sp>
          <p:nvSpPr>
            <p:cNvPr id="273" name="Google Shape;273;p13"/>
            <p:cNvSpPr txBox="1"/>
            <p:nvPr/>
          </p:nvSpPr>
          <p:spPr>
            <a:xfrm>
              <a:off x="0" y="-47625"/>
              <a:ext cx="108890" cy="2249611"/>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13"/>
          <p:cNvSpPr/>
          <p:nvPr/>
        </p:nvSpPr>
        <p:spPr>
          <a:xfrm>
            <a:off x="8275061" y="1478272"/>
            <a:ext cx="10012939" cy="400416"/>
          </a:xfrm>
          <a:custGeom>
            <a:avLst/>
            <a:gdLst/>
            <a:ahLst/>
            <a:cxnLst/>
            <a:rect l="l" t="t" r="r" b="b"/>
            <a:pathLst>
              <a:path w="2477078" h="106931" extrusionOk="0">
                <a:moveTo>
                  <a:pt x="0" y="0"/>
                </a:moveTo>
                <a:lnTo>
                  <a:pt x="2477078" y="0"/>
                </a:lnTo>
                <a:lnTo>
                  <a:pt x="2477078" y="106931"/>
                </a:lnTo>
                <a:lnTo>
                  <a:pt x="0" y="106931"/>
                </a:lnTo>
                <a:close/>
              </a:path>
            </a:pathLst>
          </a:custGeom>
          <a:solidFill>
            <a:srgbClr val="EBD24C"/>
          </a:solidFill>
          <a:ln>
            <a:noFill/>
          </a:ln>
        </p:spPr>
        <p:txBody>
          <a:bodyPr/>
          <a:lstStyle/>
          <a:p>
            <a:endParaRPr lang="en-US"/>
          </a:p>
        </p:txBody>
      </p:sp>
      <p:grpSp>
        <p:nvGrpSpPr>
          <p:cNvPr id="275" name="Google Shape;275;p13"/>
          <p:cNvGrpSpPr/>
          <p:nvPr/>
        </p:nvGrpSpPr>
        <p:grpSpPr>
          <a:xfrm>
            <a:off x="982493" y="3069472"/>
            <a:ext cx="236645" cy="1569200"/>
            <a:chOff x="0" y="-47625"/>
            <a:chExt cx="62326" cy="413287"/>
          </a:xfrm>
        </p:grpSpPr>
        <p:sp>
          <p:nvSpPr>
            <p:cNvPr id="276" name="Google Shape;276;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EBD24C"/>
            </a:solidFill>
            <a:ln>
              <a:noFill/>
            </a:ln>
          </p:spPr>
          <p:txBody>
            <a:bodyPr/>
            <a:lstStyle/>
            <a:p>
              <a:endParaRPr lang="en-US"/>
            </a:p>
          </p:txBody>
        </p:sp>
        <p:sp>
          <p:nvSpPr>
            <p:cNvPr id="277" name="Google Shape;277;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8" name="Google Shape;278;p13"/>
          <p:cNvGrpSpPr/>
          <p:nvPr/>
        </p:nvGrpSpPr>
        <p:grpSpPr>
          <a:xfrm>
            <a:off x="982493" y="6755153"/>
            <a:ext cx="236645" cy="1569200"/>
            <a:chOff x="0" y="-47625"/>
            <a:chExt cx="62326" cy="413287"/>
          </a:xfrm>
        </p:grpSpPr>
        <p:sp>
          <p:nvSpPr>
            <p:cNvPr id="279" name="Google Shape;279;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5A8CBF"/>
            </a:solidFill>
            <a:ln>
              <a:noFill/>
            </a:ln>
          </p:spPr>
          <p:txBody>
            <a:bodyPr/>
            <a:lstStyle/>
            <a:p>
              <a:endParaRPr lang="en-US"/>
            </a:p>
          </p:txBody>
        </p:sp>
        <p:sp>
          <p:nvSpPr>
            <p:cNvPr id="280" name="Google Shape;280;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13"/>
          <p:cNvGrpSpPr/>
          <p:nvPr/>
        </p:nvGrpSpPr>
        <p:grpSpPr>
          <a:xfrm>
            <a:off x="17116487" y="3069472"/>
            <a:ext cx="236645" cy="1569200"/>
            <a:chOff x="0" y="-47625"/>
            <a:chExt cx="62326" cy="413287"/>
          </a:xfrm>
        </p:grpSpPr>
        <p:sp>
          <p:nvSpPr>
            <p:cNvPr id="282" name="Google Shape;282;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FBFBF"/>
            </a:solidFill>
            <a:ln>
              <a:noFill/>
            </a:ln>
          </p:spPr>
          <p:txBody>
            <a:bodyPr/>
            <a:lstStyle/>
            <a:p>
              <a:endParaRPr lang="en-US"/>
            </a:p>
          </p:txBody>
        </p:sp>
        <p:sp>
          <p:nvSpPr>
            <p:cNvPr id="283" name="Google Shape;283;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4" name="Google Shape;284;p13"/>
          <p:cNvGrpSpPr/>
          <p:nvPr/>
        </p:nvGrpSpPr>
        <p:grpSpPr>
          <a:xfrm>
            <a:off x="17116487" y="6755153"/>
            <a:ext cx="236645" cy="1569200"/>
            <a:chOff x="0" y="-47625"/>
            <a:chExt cx="62326" cy="413287"/>
          </a:xfrm>
        </p:grpSpPr>
        <p:sp>
          <p:nvSpPr>
            <p:cNvPr id="285" name="Google Shape;285;p13"/>
            <p:cNvSpPr/>
            <p:nvPr/>
          </p:nvSpPr>
          <p:spPr>
            <a:xfrm>
              <a:off x="0" y="0"/>
              <a:ext cx="62326" cy="365662"/>
            </a:xfrm>
            <a:custGeom>
              <a:avLst/>
              <a:gdLst/>
              <a:ahLst/>
              <a:cxnLst/>
              <a:rect l="l" t="t" r="r" b="b"/>
              <a:pathLst>
                <a:path w="62326" h="365662" extrusionOk="0">
                  <a:moveTo>
                    <a:pt x="0" y="0"/>
                  </a:moveTo>
                  <a:lnTo>
                    <a:pt x="62326" y="0"/>
                  </a:lnTo>
                  <a:lnTo>
                    <a:pt x="62326" y="365662"/>
                  </a:lnTo>
                  <a:lnTo>
                    <a:pt x="0" y="365662"/>
                  </a:lnTo>
                  <a:close/>
                </a:path>
              </a:pathLst>
            </a:custGeom>
            <a:solidFill>
              <a:srgbClr val="B6DCEB"/>
            </a:solidFill>
            <a:ln>
              <a:noFill/>
            </a:ln>
          </p:spPr>
          <p:txBody>
            <a:bodyPr/>
            <a:lstStyle/>
            <a:p>
              <a:endParaRPr lang="en-US"/>
            </a:p>
          </p:txBody>
        </p:sp>
        <p:sp>
          <p:nvSpPr>
            <p:cNvPr id="286" name="Google Shape;286;p13"/>
            <p:cNvSpPr txBox="1"/>
            <p:nvPr/>
          </p:nvSpPr>
          <p:spPr>
            <a:xfrm>
              <a:off x="0" y="-47625"/>
              <a:ext cx="62326" cy="413287"/>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7" name="Google Shape;287;p13"/>
          <p:cNvSpPr txBox="1"/>
          <p:nvPr/>
        </p:nvSpPr>
        <p:spPr>
          <a:xfrm>
            <a:off x="1527178" y="3135998"/>
            <a:ext cx="3731111" cy="710964"/>
          </a:xfrm>
          <a:prstGeom prst="rect">
            <a:avLst/>
          </a:prstGeom>
          <a:noFill/>
          <a:ln>
            <a:noFill/>
          </a:ln>
        </p:spPr>
        <p:txBody>
          <a:bodyPr spcFirstLastPara="1" wrap="square" lIns="0" tIns="0" rIns="0" bIns="0" anchor="t" anchorCtr="0">
            <a:spAutoFit/>
          </a:bodyPr>
          <a:lstStyle/>
          <a:p>
            <a:pPr marL="0" marR="0" lvl="0" indent="0" algn="l"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Increased Transparency</a:t>
            </a:r>
            <a:endParaRPr sz="1600" dirty="0"/>
          </a:p>
        </p:txBody>
      </p:sp>
      <p:sp>
        <p:nvSpPr>
          <p:cNvPr id="288" name="Google Shape;288;p13"/>
          <p:cNvSpPr txBox="1"/>
          <p:nvPr/>
        </p:nvSpPr>
        <p:spPr>
          <a:xfrm>
            <a:off x="1527178" y="6821679"/>
            <a:ext cx="3731111" cy="710964"/>
          </a:xfrm>
          <a:prstGeom prst="rect">
            <a:avLst/>
          </a:prstGeom>
          <a:noFill/>
          <a:ln>
            <a:noFill/>
          </a:ln>
        </p:spPr>
        <p:txBody>
          <a:bodyPr spcFirstLastPara="1" wrap="square" lIns="0" tIns="0" rIns="0" bIns="0" anchor="t" anchorCtr="0">
            <a:spAutoFit/>
          </a:bodyPr>
          <a:lstStyle/>
          <a:p>
            <a:pPr marL="0" marR="0" lvl="0" indent="0" algn="l"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Enhanced Flexibility</a:t>
            </a:r>
            <a:endParaRPr sz="1600" dirty="0"/>
          </a:p>
        </p:txBody>
      </p:sp>
      <p:sp>
        <p:nvSpPr>
          <p:cNvPr id="289" name="Google Shape;289;p13"/>
          <p:cNvSpPr txBox="1"/>
          <p:nvPr/>
        </p:nvSpPr>
        <p:spPr>
          <a:xfrm>
            <a:off x="1476313" y="3774395"/>
            <a:ext cx="4145546"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Regular meetings and updates keep everyone informed.</a:t>
            </a:r>
            <a:endParaRPr sz="1600" dirty="0"/>
          </a:p>
        </p:txBody>
      </p:sp>
      <p:sp>
        <p:nvSpPr>
          <p:cNvPr id="290" name="Google Shape;290;p13"/>
          <p:cNvSpPr txBox="1"/>
          <p:nvPr/>
        </p:nvSpPr>
        <p:spPr>
          <a:xfrm>
            <a:off x="1476313" y="7460076"/>
            <a:ext cx="3832841"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Ability to adapt to changing requirements and priorities.</a:t>
            </a:r>
            <a:endParaRPr sz="1600" dirty="0"/>
          </a:p>
        </p:txBody>
      </p:sp>
      <p:sp>
        <p:nvSpPr>
          <p:cNvPr id="291" name="Google Shape;291;p13"/>
          <p:cNvSpPr txBox="1"/>
          <p:nvPr/>
        </p:nvSpPr>
        <p:spPr>
          <a:xfrm>
            <a:off x="13080576" y="3135998"/>
            <a:ext cx="3731111" cy="710964"/>
          </a:xfrm>
          <a:prstGeom prst="rect">
            <a:avLst/>
          </a:prstGeom>
          <a:noFill/>
          <a:ln>
            <a:noFill/>
          </a:ln>
        </p:spPr>
        <p:txBody>
          <a:bodyPr spcFirstLastPara="1" wrap="square" lIns="0" tIns="0" rIns="0" bIns="0" anchor="t" anchorCtr="0">
            <a:spAutoFit/>
          </a:bodyPr>
          <a:lstStyle/>
          <a:p>
            <a:pPr marL="0" marR="0" lvl="0" indent="0" algn="r"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Higher Product Quality</a:t>
            </a:r>
            <a:endParaRPr sz="1600" dirty="0"/>
          </a:p>
        </p:txBody>
      </p:sp>
      <p:sp>
        <p:nvSpPr>
          <p:cNvPr id="292" name="Google Shape;292;p13"/>
          <p:cNvSpPr txBox="1"/>
          <p:nvPr/>
        </p:nvSpPr>
        <p:spPr>
          <a:xfrm>
            <a:off x="12419322" y="6821679"/>
            <a:ext cx="4392366" cy="710964"/>
          </a:xfrm>
          <a:prstGeom prst="rect">
            <a:avLst/>
          </a:prstGeom>
          <a:noFill/>
          <a:ln>
            <a:noFill/>
          </a:ln>
        </p:spPr>
        <p:txBody>
          <a:bodyPr spcFirstLastPara="1" wrap="square" lIns="0" tIns="0" rIns="0" bIns="0" anchor="t" anchorCtr="0">
            <a:spAutoFit/>
          </a:bodyPr>
          <a:lstStyle/>
          <a:p>
            <a:pPr marL="0" marR="0" lvl="0" indent="0" algn="r" rtl="0">
              <a:lnSpc>
                <a:spcPct val="165025"/>
              </a:lnSpc>
              <a:spcBef>
                <a:spcPts val="0"/>
              </a:spcBef>
              <a:spcAft>
                <a:spcPts val="0"/>
              </a:spcAft>
              <a:buNone/>
            </a:pPr>
            <a:r>
              <a:rPr lang="en-US" sz="2800" b="1" i="0" u="none" strike="noStrike" cap="none" dirty="0">
                <a:solidFill>
                  <a:srgbClr val="000000"/>
                </a:solidFill>
                <a:latin typeface="Blinker"/>
                <a:ea typeface="Blinker"/>
                <a:cs typeface="Blinker"/>
                <a:sym typeface="Blinker"/>
              </a:rPr>
              <a:t>Improved Team Collaboration</a:t>
            </a:r>
            <a:endParaRPr sz="1600" dirty="0"/>
          </a:p>
        </p:txBody>
      </p:sp>
      <p:sp>
        <p:nvSpPr>
          <p:cNvPr id="293" name="Google Shape;293;p13"/>
          <p:cNvSpPr txBox="1"/>
          <p:nvPr/>
        </p:nvSpPr>
        <p:spPr>
          <a:xfrm>
            <a:off x="12585942" y="3774395"/>
            <a:ext cx="4225745" cy="1034129"/>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Continuous testing and feedback lead to better outcomes.</a:t>
            </a:r>
            <a:endParaRPr sz="1600" dirty="0"/>
          </a:p>
        </p:txBody>
      </p:sp>
      <p:sp>
        <p:nvSpPr>
          <p:cNvPr id="294" name="Google Shape;294;p13"/>
          <p:cNvSpPr txBox="1"/>
          <p:nvPr/>
        </p:nvSpPr>
        <p:spPr>
          <a:xfrm>
            <a:off x="12978846" y="7460076"/>
            <a:ext cx="3832841" cy="1034129"/>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Promotes a culture of teamwork and accountability.</a:t>
            </a:r>
            <a:endParaRPr sz="1600" dirty="0"/>
          </a:p>
        </p:txBody>
      </p:sp>
      <p:sp>
        <p:nvSpPr>
          <p:cNvPr id="295" name="Google Shape;295;p13"/>
          <p:cNvSpPr txBox="1"/>
          <p:nvPr/>
        </p:nvSpPr>
        <p:spPr>
          <a:xfrm>
            <a:off x="8666443" y="352353"/>
            <a:ext cx="9395978"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Benefits of Scrum</a:t>
            </a:r>
            <a:endParaRPr dirty="0"/>
          </a:p>
        </p:txBody>
      </p:sp>
      <p:sp>
        <p:nvSpPr>
          <p:cNvPr id="296" name="Google Shape;296;p13"/>
          <p:cNvSpPr txBox="1"/>
          <p:nvPr/>
        </p:nvSpPr>
        <p:spPr>
          <a:xfrm>
            <a:off x="7256063" y="3716555"/>
            <a:ext cx="1505964" cy="1501334"/>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EBD24C"/>
                </a:solidFill>
                <a:latin typeface="Alef"/>
                <a:ea typeface="Alef"/>
                <a:cs typeface="Alef"/>
                <a:sym typeface="Alef"/>
              </a:rPr>
              <a:t>01</a:t>
            </a:r>
            <a:endParaRPr/>
          </a:p>
        </p:txBody>
      </p:sp>
      <p:sp>
        <p:nvSpPr>
          <p:cNvPr id="297" name="Google Shape;297;p13"/>
          <p:cNvSpPr txBox="1"/>
          <p:nvPr/>
        </p:nvSpPr>
        <p:spPr>
          <a:xfrm>
            <a:off x="7256063" y="5963255"/>
            <a:ext cx="1505964" cy="1501334"/>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a:solidFill>
                  <a:srgbClr val="5A8CBF"/>
                </a:solidFill>
                <a:latin typeface="Alef"/>
                <a:ea typeface="Alef"/>
                <a:cs typeface="Alef"/>
                <a:sym typeface="Alef"/>
              </a:rPr>
              <a:t>03</a:t>
            </a:r>
            <a:endParaRPr/>
          </a:p>
        </p:txBody>
      </p:sp>
      <p:sp>
        <p:nvSpPr>
          <p:cNvPr id="298" name="Google Shape;298;p13"/>
          <p:cNvSpPr txBox="1"/>
          <p:nvPr/>
        </p:nvSpPr>
        <p:spPr>
          <a:xfrm>
            <a:off x="9445774" y="3716555"/>
            <a:ext cx="1505964" cy="15013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FBFBF"/>
                </a:solidFill>
                <a:latin typeface="Alef"/>
                <a:ea typeface="Alef"/>
                <a:cs typeface="Alef"/>
                <a:sym typeface="Alef"/>
              </a:rPr>
              <a:t>02</a:t>
            </a:r>
            <a:endParaRPr/>
          </a:p>
        </p:txBody>
      </p:sp>
      <p:sp>
        <p:nvSpPr>
          <p:cNvPr id="299" name="Google Shape;299;p13"/>
          <p:cNvSpPr txBox="1"/>
          <p:nvPr/>
        </p:nvSpPr>
        <p:spPr>
          <a:xfrm>
            <a:off x="9445774" y="5963255"/>
            <a:ext cx="1505964" cy="15013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8767" b="0" i="0" u="none" strike="noStrike" cap="none">
                <a:solidFill>
                  <a:srgbClr val="B6DCEB"/>
                </a:solidFill>
                <a:latin typeface="Alef"/>
                <a:ea typeface="Alef"/>
                <a:cs typeface="Alef"/>
                <a:sym typeface="Alef"/>
              </a:rPr>
              <a:t>04</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p17"/>
          <p:cNvGrpSpPr/>
          <p:nvPr/>
        </p:nvGrpSpPr>
        <p:grpSpPr>
          <a:xfrm>
            <a:off x="3465463" y="4158441"/>
            <a:ext cx="4445386" cy="2825393"/>
            <a:chOff x="0" y="-47625"/>
            <a:chExt cx="714349" cy="454025"/>
          </a:xfrm>
        </p:grpSpPr>
        <p:sp>
          <p:nvSpPr>
            <p:cNvPr id="389" name="Google Shape;389;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EBD24C"/>
            </a:solidFill>
            <a:ln>
              <a:noFill/>
            </a:ln>
          </p:spPr>
          <p:txBody>
            <a:bodyPr/>
            <a:lstStyle/>
            <a:p>
              <a:endParaRPr lang="en-US"/>
            </a:p>
          </p:txBody>
        </p:sp>
        <p:sp>
          <p:nvSpPr>
            <p:cNvPr id="390" name="Google Shape;390;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1" name="Google Shape;391;p17"/>
          <p:cNvGrpSpPr/>
          <p:nvPr/>
        </p:nvGrpSpPr>
        <p:grpSpPr>
          <a:xfrm>
            <a:off x="7393868" y="4158441"/>
            <a:ext cx="4445386" cy="2825393"/>
            <a:chOff x="0" y="-47625"/>
            <a:chExt cx="714349" cy="454025"/>
          </a:xfrm>
        </p:grpSpPr>
        <p:sp>
          <p:nvSpPr>
            <p:cNvPr id="392" name="Google Shape;392;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B6DCEB"/>
            </a:solidFill>
            <a:ln>
              <a:noFill/>
            </a:ln>
          </p:spPr>
          <p:txBody>
            <a:bodyPr/>
            <a:lstStyle/>
            <a:p>
              <a:endParaRPr lang="en-US"/>
            </a:p>
          </p:txBody>
        </p:sp>
        <p:sp>
          <p:nvSpPr>
            <p:cNvPr id="393" name="Google Shape;393;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4" name="Google Shape;394;p17"/>
          <p:cNvGrpSpPr/>
          <p:nvPr/>
        </p:nvGrpSpPr>
        <p:grpSpPr>
          <a:xfrm>
            <a:off x="11322273" y="4158441"/>
            <a:ext cx="4445386" cy="2825393"/>
            <a:chOff x="0" y="-47625"/>
            <a:chExt cx="714349" cy="454025"/>
          </a:xfrm>
        </p:grpSpPr>
        <p:sp>
          <p:nvSpPr>
            <p:cNvPr id="395" name="Google Shape;395;p17"/>
            <p:cNvSpPr/>
            <p:nvPr/>
          </p:nvSpPr>
          <p:spPr>
            <a:xfrm>
              <a:off x="0" y="0"/>
              <a:ext cx="714349" cy="406400"/>
            </a:xfrm>
            <a:custGeom>
              <a:avLst/>
              <a:gdLst/>
              <a:ahLst/>
              <a:cxnLst/>
              <a:rect l="l" t="t" r="r" b="b"/>
              <a:pathLst>
                <a:path w="714349" h="406400" extrusionOk="0">
                  <a:moveTo>
                    <a:pt x="0" y="0"/>
                  </a:moveTo>
                  <a:lnTo>
                    <a:pt x="511149" y="0"/>
                  </a:lnTo>
                  <a:lnTo>
                    <a:pt x="714349" y="203200"/>
                  </a:lnTo>
                  <a:lnTo>
                    <a:pt x="511149" y="406400"/>
                  </a:lnTo>
                  <a:lnTo>
                    <a:pt x="0" y="406400"/>
                  </a:lnTo>
                  <a:lnTo>
                    <a:pt x="203200" y="203200"/>
                  </a:lnTo>
                  <a:lnTo>
                    <a:pt x="0" y="0"/>
                  </a:lnTo>
                  <a:close/>
                </a:path>
              </a:pathLst>
            </a:custGeom>
            <a:solidFill>
              <a:srgbClr val="BFBFBF"/>
            </a:solidFill>
            <a:ln>
              <a:noFill/>
            </a:ln>
          </p:spPr>
          <p:txBody>
            <a:bodyPr/>
            <a:lstStyle/>
            <a:p>
              <a:endParaRPr lang="en-US"/>
            </a:p>
          </p:txBody>
        </p:sp>
        <p:sp>
          <p:nvSpPr>
            <p:cNvPr id="396" name="Google Shape;396;p17"/>
            <p:cNvSpPr txBox="1"/>
            <p:nvPr/>
          </p:nvSpPr>
          <p:spPr>
            <a:xfrm>
              <a:off x="177800" y="-47625"/>
              <a:ext cx="460349" cy="454025"/>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0" name="Google Shape;400;p17"/>
          <p:cNvSpPr/>
          <p:nvPr/>
        </p:nvSpPr>
        <p:spPr>
          <a:xfrm>
            <a:off x="5230771" y="4971490"/>
            <a:ext cx="1476307" cy="1476307"/>
          </a:xfrm>
          <a:custGeom>
            <a:avLst/>
            <a:gdLst/>
            <a:ahLst/>
            <a:cxnLst/>
            <a:rect l="l" t="t" r="r" b="b"/>
            <a:pathLst>
              <a:path w="1476307" h="1476307" extrusionOk="0">
                <a:moveTo>
                  <a:pt x="0" y="0"/>
                </a:moveTo>
                <a:lnTo>
                  <a:pt x="1476306" y="0"/>
                </a:lnTo>
                <a:lnTo>
                  <a:pt x="1476306" y="1476307"/>
                </a:lnTo>
                <a:lnTo>
                  <a:pt x="0" y="1476307"/>
                </a:lnTo>
                <a:lnTo>
                  <a:pt x="0" y="0"/>
                </a:lnTo>
                <a:close/>
              </a:path>
            </a:pathLst>
          </a:custGeom>
          <a:blipFill rotWithShape="1">
            <a:blip r:embed="rId3">
              <a:alphaModFix/>
            </a:blip>
            <a:stretch>
              <a:fillRect/>
            </a:stretch>
          </a:blipFill>
          <a:ln>
            <a:noFill/>
          </a:ln>
        </p:spPr>
        <p:txBody>
          <a:bodyPr/>
          <a:lstStyle/>
          <a:p>
            <a:endParaRPr lang="en-US"/>
          </a:p>
        </p:txBody>
      </p:sp>
      <p:sp>
        <p:nvSpPr>
          <p:cNvPr id="401" name="Google Shape;401;p17"/>
          <p:cNvSpPr/>
          <p:nvPr/>
        </p:nvSpPr>
        <p:spPr>
          <a:xfrm>
            <a:off x="9164998" y="4971490"/>
            <a:ext cx="1329781" cy="1495663"/>
          </a:xfrm>
          <a:custGeom>
            <a:avLst/>
            <a:gdLst/>
            <a:ahLst/>
            <a:cxnLst/>
            <a:rect l="l" t="t" r="r" b="b"/>
            <a:pathLst>
              <a:path w="1329781" h="1495663" extrusionOk="0">
                <a:moveTo>
                  <a:pt x="0" y="0"/>
                </a:moveTo>
                <a:lnTo>
                  <a:pt x="1329781" y="0"/>
                </a:lnTo>
                <a:lnTo>
                  <a:pt x="1329781" y="1495664"/>
                </a:lnTo>
                <a:lnTo>
                  <a:pt x="0" y="1495664"/>
                </a:lnTo>
                <a:lnTo>
                  <a:pt x="0" y="0"/>
                </a:lnTo>
                <a:close/>
              </a:path>
            </a:pathLst>
          </a:custGeom>
          <a:blipFill rotWithShape="1">
            <a:blip r:embed="rId4">
              <a:alphaModFix/>
            </a:blip>
            <a:stretch>
              <a:fillRect/>
            </a:stretch>
          </a:blipFill>
          <a:ln>
            <a:noFill/>
          </a:ln>
        </p:spPr>
        <p:txBody>
          <a:bodyPr/>
          <a:lstStyle/>
          <a:p>
            <a:endParaRPr lang="en-US"/>
          </a:p>
        </p:txBody>
      </p:sp>
      <p:sp>
        <p:nvSpPr>
          <p:cNvPr id="403" name="Google Shape;403;p17"/>
          <p:cNvSpPr/>
          <p:nvPr/>
        </p:nvSpPr>
        <p:spPr>
          <a:xfrm>
            <a:off x="13115509" y="4971490"/>
            <a:ext cx="1448378" cy="1329874"/>
          </a:xfrm>
          <a:custGeom>
            <a:avLst/>
            <a:gdLst/>
            <a:ahLst/>
            <a:cxnLst/>
            <a:rect l="l" t="t" r="r" b="b"/>
            <a:pathLst>
              <a:path w="1448378" h="1329874" extrusionOk="0">
                <a:moveTo>
                  <a:pt x="0" y="0"/>
                </a:moveTo>
                <a:lnTo>
                  <a:pt x="1448378" y="0"/>
                </a:lnTo>
                <a:lnTo>
                  <a:pt x="1448378" y="1329875"/>
                </a:lnTo>
                <a:lnTo>
                  <a:pt x="0" y="1329875"/>
                </a:lnTo>
                <a:lnTo>
                  <a:pt x="0" y="0"/>
                </a:lnTo>
                <a:close/>
              </a:path>
            </a:pathLst>
          </a:custGeom>
          <a:blipFill rotWithShape="1">
            <a:blip r:embed="rId5">
              <a:alphaModFix/>
            </a:blip>
            <a:stretch>
              <a:fillRect/>
            </a:stretch>
          </a:blipFill>
          <a:ln>
            <a:noFill/>
          </a:ln>
        </p:spPr>
        <p:txBody>
          <a:bodyPr/>
          <a:lstStyle/>
          <a:p>
            <a:endParaRPr lang="en-US"/>
          </a:p>
        </p:txBody>
      </p:sp>
      <p:sp>
        <p:nvSpPr>
          <p:cNvPr id="404" name="Google Shape;404;p17"/>
          <p:cNvSpPr txBox="1"/>
          <p:nvPr/>
        </p:nvSpPr>
        <p:spPr>
          <a:xfrm>
            <a:off x="3244301" y="7210379"/>
            <a:ext cx="3781975"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Team Dynamics</a:t>
            </a:r>
            <a:endParaRPr sz="2000" dirty="0"/>
          </a:p>
        </p:txBody>
      </p:sp>
      <p:sp>
        <p:nvSpPr>
          <p:cNvPr id="405" name="Google Shape;405;p17"/>
          <p:cNvSpPr txBox="1"/>
          <p:nvPr/>
        </p:nvSpPr>
        <p:spPr>
          <a:xfrm>
            <a:off x="7444732" y="2041859"/>
            <a:ext cx="3731111"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Role Clarity</a:t>
            </a:r>
            <a:endParaRPr sz="2000" dirty="0"/>
          </a:p>
        </p:txBody>
      </p:sp>
      <p:sp>
        <p:nvSpPr>
          <p:cNvPr id="407" name="Google Shape;407;p17"/>
          <p:cNvSpPr txBox="1"/>
          <p:nvPr/>
        </p:nvSpPr>
        <p:spPr>
          <a:xfrm>
            <a:off x="11446613" y="7210379"/>
            <a:ext cx="3731111" cy="914096"/>
          </a:xfrm>
          <a:prstGeom prst="rect">
            <a:avLst/>
          </a:prstGeom>
          <a:noFill/>
          <a:ln>
            <a:noFill/>
          </a:ln>
        </p:spPr>
        <p:txBody>
          <a:bodyPr spcFirstLastPara="1" wrap="square" lIns="0" tIns="0" rIns="0" bIns="0" anchor="t" anchorCtr="0">
            <a:spAutoFit/>
          </a:bodyPr>
          <a:lstStyle/>
          <a:p>
            <a:pPr marL="0" marR="0" lvl="0" indent="0" algn="ctr" rtl="0">
              <a:lnSpc>
                <a:spcPct val="165025"/>
              </a:lnSpc>
              <a:spcBef>
                <a:spcPts val="0"/>
              </a:spcBef>
              <a:spcAft>
                <a:spcPts val="0"/>
              </a:spcAft>
              <a:buNone/>
            </a:pPr>
            <a:r>
              <a:rPr lang="en-US" sz="3600" b="1" i="0" u="none" strike="noStrike" cap="none" dirty="0">
                <a:solidFill>
                  <a:srgbClr val="000000"/>
                </a:solidFill>
                <a:latin typeface="Blinker"/>
                <a:ea typeface="Blinker"/>
                <a:cs typeface="Blinker"/>
                <a:sym typeface="Blinker"/>
              </a:rPr>
              <a:t>Commitment</a:t>
            </a:r>
            <a:endParaRPr sz="2000" dirty="0"/>
          </a:p>
        </p:txBody>
      </p:sp>
      <p:sp>
        <p:nvSpPr>
          <p:cNvPr id="408" name="Google Shape;408;p17"/>
          <p:cNvSpPr txBox="1"/>
          <p:nvPr/>
        </p:nvSpPr>
        <p:spPr>
          <a:xfrm>
            <a:off x="3193435" y="8038846"/>
            <a:ext cx="3832841" cy="103412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Requires strong collaboration and communication skills.</a:t>
            </a:r>
            <a:endParaRPr sz="1600" dirty="0"/>
          </a:p>
        </p:txBody>
      </p:sp>
      <p:sp>
        <p:nvSpPr>
          <p:cNvPr id="409" name="Google Shape;409;p17"/>
          <p:cNvSpPr txBox="1"/>
          <p:nvPr/>
        </p:nvSpPr>
        <p:spPr>
          <a:xfrm>
            <a:off x="7393868" y="2843246"/>
            <a:ext cx="3832841"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Misunderstanding roles can lead to confusion and inefficiencies.</a:t>
            </a:r>
            <a:endParaRPr sz="1600" dirty="0"/>
          </a:p>
        </p:txBody>
      </p:sp>
      <p:sp>
        <p:nvSpPr>
          <p:cNvPr id="411" name="Google Shape;411;p17"/>
          <p:cNvSpPr txBox="1"/>
          <p:nvPr/>
        </p:nvSpPr>
        <p:spPr>
          <a:xfrm>
            <a:off x="11417836" y="8038846"/>
            <a:ext cx="3832841"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0" i="0" u="none" strike="noStrike" cap="none" dirty="0">
                <a:solidFill>
                  <a:srgbClr val="000000"/>
                </a:solidFill>
                <a:latin typeface="Blinker"/>
                <a:ea typeface="Blinker"/>
                <a:cs typeface="Blinker"/>
                <a:sym typeface="Blinker"/>
              </a:rPr>
              <a:t>Requires full commitment from all team members to be effective.</a:t>
            </a:r>
            <a:endParaRPr sz="1600" dirty="0"/>
          </a:p>
        </p:txBody>
      </p:sp>
      <p:sp>
        <p:nvSpPr>
          <p:cNvPr id="412" name="Google Shape;412;p17"/>
          <p:cNvSpPr/>
          <p:nvPr/>
        </p:nvSpPr>
        <p:spPr>
          <a:xfrm>
            <a:off x="7182465" y="1285100"/>
            <a:ext cx="11106798" cy="423137"/>
          </a:xfrm>
          <a:custGeom>
            <a:avLst/>
            <a:gdLst/>
            <a:ahLst/>
            <a:cxnLst/>
            <a:rect l="l" t="t" r="r" b="b"/>
            <a:pathLst>
              <a:path w="2305168" h="106931" extrusionOk="0">
                <a:moveTo>
                  <a:pt x="0" y="0"/>
                </a:moveTo>
                <a:lnTo>
                  <a:pt x="2305168" y="0"/>
                </a:lnTo>
                <a:lnTo>
                  <a:pt x="2305168" y="106931"/>
                </a:lnTo>
                <a:lnTo>
                  <a:pt x="0" y="106931"/>
                </a:lnTo>
                <a:close/>
              </a:path>
            </a:pathLst>
          </a:custGeom>
          <a:solidFill>
            <a:srgbClr val="EBD24C"/>
          </a:solidFill>
          <a:ln>
            <a:noFill/>
          </a:ln>
        </p:spPr>
        <p:txBody>
          <a:bodyPr/>
          <a:lstStyle/>
          <a:p>
            <a:endParaRPr lang="en-US"/>
          </a:p>
        </p:txBody>
      </p:sp>
      <p:sp>
        <p:nvSpPr>
          <p:cNvPr id="413" name="Google Shape;413;p17"/>
          <p:cNvSpPr txBox="1"/>
          <p:nvPr/>
        </p:nvSpPr>
        <p:spPr>
          <a:xfrm>
            <a:off x="7009539" y="150091"/>
            <a:ext cx="10913807"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Challenges of Scrum</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2141E73-930C-26E5-6BA4-0F9CD47CC42E}"/>
              </a:ext>
            </a:extLst>
          </p:cNvPr>
          <p:cNvSpPr/>
          <p:nvPr/>
        </p:nvSpPr>
        <p:spPr>
          <a:xfrm>
            <a:off x="11846530" y="3881184"/>
            <a:ext cx="4247536" cy="526517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Google Shape;620;p23"/>
          <p:cNvSpPr/>
          <p:nvPr/>
        </p:nvSpPr>
        <p:spPr>
          <a:xfrm>
            <a:off x="10382739" y="1326481"/>
            <a:ext cx="7905261" cy="337223"/>
          </a:xfrm>
          <a:custGeom>
            <a:avLst/>
            <a:gdLst/>
            <a:ahLst/>
            <a:cxnLst/>
            <a:rect l="l" t="t" r="r" b="b"/>
            <a:pathLst>
              <a:path w="3011608" h="106931" extrusionOk="0">
                <a:moveTo>
                  <a:pt x="0" y="0"/>
                </a:moveTo>
                <a:lnTo>
                  <a:pt x="3011608" y="0"/>
                </a:lnTo>
                <a:lnTo>
                  <a:pt x="3011608" y="106931"/>
                </a:lnTo>
                <a:lnTo>
                  <a:pt x="0" y="106931"/>
                </a:lnTo>
                <a:close/>
              </a:path>
            </a:pathLst>
          </a:custGeom>
          <a:solidFill>
            <a:srgbClr val="EBD24C"/>
          </a:solidFill>
          <a:ln>
            <a:noFill/>
          </a:ln>
        </p:spPr>
        <p:txBody>
          <a:bodyPr/>
          <a:lstStyle/>
          <a:p>
            <a:endParaRPr lang="en-US"/>
          </a:p>
        </p:txBody>
      </p:sp>
      <p:sp>
        <p:nvSpPr>
          <p:cNvPr id="628" name="Google Shape;628;p23"/>
          <p:cNvSpPr txBox="1"/>
          <p:nvPr/>
        </p:nvSpPr>
        <p:spPr>
          <a:xfrm>
            <a:off x="7419789" y="163926"/>
            <a:ext cx="9839400" cy="1888787"/>
          </a:xfrm>
          <a:prstGeom prst="rect">
            <a:avLst/>
          </a:prstGeom>
          <a:noFill/>
          <a:ln>
            <a:noFill/>
          </a:ln>
        </p:spPr>
        <p:txBody>
          <a:bodyPr spcFirstLastPara="1" wrap="square" lIns="0" tIns="0" rIns="0" bIns="0" anchor="t" anchorCtr="0">
            <a:spAutoFit/>
          </a:bodyPr>
          <a:lstStyle/>
          <a:p>
            <a:pPr marL="0" marR="0" lvl="0" indent="0" algn="r" rtl="0">
              <a:lnSpc>
                <a:spcPct val="140002"/>
              </a:lnSpc>
              <a:spcBef>
                <a:spcPts val="0"/>
              </a:spcBef>
              <a:spcAft>
                <a:spcPts val="0"/>
              </a:spcAft>
              <a:buNone/>
            </a:pPr>
            <a:r>
              <a:rPr lang="en-US" sz="8767" b="0" i="0" u="none" strike="noStrike" cap="none" dirty="0">
                <a:solidFill>
                  <a:srgbClr val="000000"/>
                </a:solidFill>
                <a:latin typeface="Alef"/>
                <a:ea typeface="Alef"/>
                <a:cs typeface="Alef"/>
                <a:sym typeface="Alef"/>
              </a:rPr>
              <a:t>Conclusion</a:t>
            </a:r>
            <a:endParaRPr dirty="0"/>
          </a:p>
        </p:txBody>
      </p:sp>
      <p:sp>
        <p:nvSpPr>
          <p:cNvPr id="634" name="Google Shape;634;p23"/>
          <p:cNvSpPr txBox="1"/>
          <p:nvPr/>
        </p:nvSpPr>
        <p:spPr>
          <a:xfrm>
            <a:off x="12163620" y="5113387"/>
            <a:ext cx="3613355" cy="22406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Embracing Scrum can lead to improved project outcomes and a more engaged team.</a:t>
            </a:r>
            <a:endParaRPr sz="1800" dirty="0"/>
          </a:p>
        </p:txBody>
      </p:sp>
      <p:sp>
        <p:nvSpPr>
          <p:cNvPr id="3" name="Rectangle: Rounded Corners 2">
            <a:extLst>
              <a:ext uri="{FF2B5EF4-FFF2-40B4-BE49-F238E27FC236}">
                <a16:creationId xmlns:a16="http://schemas.microsoft.com/office/drawing/2014/main" id="{CF61C791-A730-30B0-F980-A4F1271169C3}"/>
              </a:ext>
            </a:extLst>
          </p:cNvPr>
          <p:cNvSpPr/>
          <p:nvPr/>
        </p:nvSpPr>
        <p:spPr>
          <a:xfrm>
            <a:off x="6895988" y="3881184"/>
            <a:ext cx="4247536" cy="526517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634;p23">
            <a:extLst>
              <a:ext uri="{FF2B5EF4-FFF2-40B4-BE49-F238E27FC236}">
                <a16:creationId xmlns:a16="http://schemas.microsoft.com/office/drawing/2014/main" id="{3617AB3E-B393-A5CB-E51D-8BC1D0989BF2}"/>
              </a:ext>
            </a:extLst>
          </p:cNvPr>
          <p:cNvSpPr txBox="1"/>
          <p:nvPr/>
        </p:nvSpPr>
        <p:spPr>
          <a:xfrm>
            <a:off x="7213078" y="5113387"/>
            <a:ext cx="3613355" cy="2240613"/>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Key roles, artifacts, and events are essential for effective implementation</a:t>
            </a:r>
            <a:endParaRPr sz="1800" dirty="0"/>
          </a:p>
        </p:txBody>
      </p:sp>
      <p:sp>
        <p:nvSpPr>
          <p:cNvPr id="5" name="Rectangle: Rounded Corners 4">
            <a:extLst>
              <a:ext uri="{FF2B5EF4-FFF2-40B4-BE49-F238E27FC236}">
                <a16:creationId xmlns:a16="http://schemas.microsoft.com/office/drawing/2014/main" id="{0E14DC30-0BDD-EE17-1661-CAC1CAF39620}"/>
              </a:ext>
            </a:extLst>
          </p:cNvPr>
          <p:cNvSpPr/>
          <p:nvPr/>
        </p:nvSpPr>
        <p:spPr>
          <a:xfrm>
            <a:off x="1945446" y="3973361"/>
            <a:ext cx="4247536" cy="526517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634;p23">
            <a:extLst>
              <a:ext uri="{FF2B5EF4-FFF2-40B4-BE49-F238E27FC236}">
                <a16:creationId xmlns:a16="http://schemas.microsoft.com/office/drawing/2014/main" id="{3949BE96-FF49-470B-E003-DBB382A7A321}"/>
              </a:ext>
            </a:extLst>
          </p:cNvPr>
          <p:cNvSpPr txBox="1"/>
          <p:nvPr/>
        </p:nvSpPr>
        <p:spPr>
          <a:xfrm>
            <a:off x="2262536" y="5205564"/>
            <a:ext cx="3613355" cy="2800767"/>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2800" b="0" i="0" u="none" strike="noStrike" cap="none" dirty="0">
                <a:solidFill>
                  <a:srgbClr val="000000"/>
                </a:solidFill>
                <a:latin typeface="Blinker"/>
                <a:ea typeface="Blinker"/>
                <a:cs typeface="Blinker"/>
                <a:sym typeface="Blinker"/>
              </a:rPr>
              <a:t>Scrum is an agile framework that promotes iterative development and collaboration.</a:t>
            </a:r>
            <a:endParaRPr sz="1800" dirty="0"/>
          </a:p>
        </p:txBody>
      </p:sp>
      <p:sp>
        <p:nvSpPr>
          <p:cNvPr id="8" name="Minus Sign 7">
            <a:extLst>
              <a:ext uri="{FF2B5EF4-FFF2-40B4-BE49-F238E27FC236}">
                <a16:creationId xmlns:a16="http://schemas.microsoft.com/office/drawing/2014/main" id="{2A32EB6B-1A55-E5C0-C599-D551C6F7EEC0}"/>
              </a:ext>
            </a:extLst>
          </p:cNvPr>
          <p:cNvSpPr/>
          <p:nvPr/>
        </p:nvSpPr>
        <p:spPr>
          <a:xfrm>
            <a:off x="10826433" y="5871030"/>
            <a:ext cx="1489587" cy="1135626"/>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inus Sign 6">
            <a:extLst>
              <a:ext uri="{FF2B5EF4-FFF2-40B4-BE49-F238E27FC236}">
                <a16:creationId xmlns:a16="http://schemas.microsoft.com/office/drawing/2014/main" id="{FFB7AC2E-5DA4-B112-1476-0CC71DEF8A15}"/>
              </a:ext>
            </a:extLst>
          </p:cNvPr>
          <p:cNvSpPr/>
          <p:nvPr/>
        </p:nvSpPr>
        <p:spPr>
          <a:xfrm>
            <a:off x="5852538" y="5871030"/>
            <a:ext cx="1489587" cy="1135626"/>
          </a:xfrm>
          <a:prstGeom prst="mathMinus">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634;p23">
            <a:extLst>
              <a:ext uri="{FF2B5EF4-FFF2-40B4-BE49-F238E27FC236}">
                <a16:creationId xmlns:a16="http://schemas.microsoft.com/office/drawing/2014/main" id="{9C3B73CD-DA58-4872-393A-9C60AB57CC8E}"/>
              </a:ext>
            </a:extLst>
          </p:cNvPr>
          <p:cNvSpPr txBox="1"/>
          <p:nvPr/>
        </p:nvSpPr>
        <p:spPr>
          <a:xfrm>
            <a:off x="872835" y="1992397"/>
            <a:ext cx="16542330" cy="560153"/>
          </a:xfrm>
          <a:prstGeom prst="rect">
            <a:avLst/>
          </a:prstGeom>
          <a:noFill/>
          <a:ln>
            <a:noFill/>
          </a:ln>
        </p:spPr>
        <p:txBody>
          <a:bodyPr spcFirstLastPara="1" wrap="square" lIns="0" tIns="0" rIns="0" bIns="0" anchor="t" anchorCtr="0">
            <a:spAutoFit/>
          </a:bodyPr>
          <a:lstStyle/>
          <a:p>
            <a:pPr marL="457200" marR="0" lvl="0" indent="-457200" rtl="0">
              <a:lnSpc>
                <a:spcPct val="130000"/>
              </a:lnSpc>
              <a:spcBef>
                <a:spcPts val="0"/>
              </a:spcBef>
              <a:spcAft>
                <a:spcPts val="0"/>
              </a:spcAft>
              <a:buFont typeface="Wingdings" panose="05000000000000000000" pitchFamily="2" charset="2"/>
              <a:buChar char="v"/>
            </a:pPr>
            <a:r>
              <a:rPr lang="en-US" sz="2800" b="0" i="0" u="none" strike="noStrike" cap="none" dirty="0">
                <a:solidFill>
                  <a:srgbClr val="000000"/>
                </a:solidFill>
                <a:latin typeface="Blinker"/>
                <a:ea typeface="Blinker"/>
                <a:cs typeface="Blinker"/>
                <a:sym typeface="Blinker"/>
              </a:rPr>
              <a:t>Companies like Google, Spotify and IBM using scum framework to enhance their project management process</a:t>
            </a:r>
            <a:endParaRPr sz="1800" dirty="0"/>
          </a:p>
        </p:txBody>
      </p:sp>
      <p:sp>
        <p:nvSpPr>
          <p:cNvPr id="10" name="Google Shape;634;p23">
            <a:extLst>
              <a:ext uri="{FF2B5EF4-FFF2-40B4-BE49-F238E27FC236}">
                <a16:creationId xmlns:a16="http://schemas.microsoft.com/office/drawing/2014/main" id="{E5F39402-3585-0F43-66D9-BB988F2CD444}"/>
              </a:ext>
            </a:extLst>
          </p:cNvPr>
          <p:cNvSpPr txBox="1"/>
          <p:nvPr/>
        </p:nvSpPr>
        <p:spPr>
          <a:xfrm>
            <a:off x="872835" y="2655115"/>
            <a:ext cx="16195964" cy="560153"/>
          </a:xfrm>
          <a:prstGeom prst="rect">
            <a:avLst/>
          </a:prstGeom>
          <a:noFill/>
          <a:ln>
            <a:noFill/>
          </a:ln>
        </p:spPr>
        <p:txBody>
          <a:bodyPr spcFirstLastPara="1" wrap="square" lIns="0" tIns="0" rIns="0" bIns="0" anchor="t" anchorCtr="0">
            <a:spAutoFit/>
          </a:bodyPr>
          <a:lstStyle/>
          <a:p>
            <a:pPr marL="457200" marR="0" lvl="0" indent="-457200" rtl="0">
              <a:lnSpc>
                <a:spcPct val="130000"/>
              </a:lnSpc>
              <a:spcBef>
                <a:spcPts val="0"/>
              </a:spcBef>
              <a:spcAft>
                <a:spcPts val="0"/>
              </a:spcAft>
              <a:buFont typeface="Wingdings" panose="05000000000000000000" pitchFamily="2" charset="2"/>
              <a:buChar char="v"/>
            </a:pPr>
            <a:r>
              <a:rPr lang="en-US" sz="2800" b="0" i="0" u="none" strike="noStrike" cap="none" dirty="0">
                <a:solidFill>
                  <a:srgbClr val="000000"/>
                </a:solidFill>
                <a:latin typeface="Blinker"/>
                <a:ea typeface="Blinker"/>
                <a:cs typeface="Blinker"/>
                <a:sym typeface="Blinker"/>
              </a:rPr>
              <a:t>Tools like Jira, Trello and Asana helps the companies to enhance their process</a:t>
            </a:r>
            <a:endParaRPr sz="1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grpSp>
        <p:nvGrpSpPr>
          <p:cNvPr id="2" name="Google Shape;307;p14">
            <a:extLst>
              <a:ext uri="{FF2B5EF4-FFF2-40B4-BE49-F238E27FC236}">
                <a16:creationId xmlns:a16="http://schemas.microsoft.com/office/drawing/2014/main" id="{AE0C78D0-BE0D-3270-299A-D918A8DB9FBB}"/>
              </a:ext>
            </a:extLst>
          </p:cNvPr>
          <p:cNvGrpSpPr/>
          <p:nvPr/>
        </p:nvGrpSpPr>
        <p:grpSpPr>
          <a:xfrm rot="-5400000">
            <a:off x="8528362" y="-202089"/>
            <a:ext cx="380745" cy="10040421"/>
            <a:chOff x="0" y="-47625"/>
            <a:chExt cx="95846" cy="1840663"/>
          </a:xfrm>
        </p:grpSpPr>
        <p:sp>
          <p:nvSpPr>
            <p:cNvPr id="3" name="Google Shape;308;p14">
              <a:extLst>
                <a:ext uri="{FF2B5EF4-FFF2-40B4-BE49-F238E27FC236}">
                  <a16:creationId xmlns:a16="http://schemas.microsoft.com/office/drawing/2014/main" id="{BF1AE3A4-A330-44C4-2988-3ED9FCC75A7F}"/>
                </a:ext>
              </a:extLst>
            </p:cNvPr>
            <p:cNvSpPr/>
            <p:nvPr/>
          </p:nvSpPr>
          <p:spPr>
            <a:xfrm>
              <a:off x="0" y="0"/>
              <a:ext cx="95846" cy="1793038"/>
            </a:xfrm>
            <a:custGeom>
              <a:avLst/>
              <a:gdLst/>
              <a:ahLst/>
              <a:cxnLst/>
              <a:rect l="l" t="t" r="r" b="b"/>
              <a:pathLst>
                <a:path w="95846" h="1793038" extrusionOk="0">
                  <a:moveTo>
                    <a:pt x="0" y="0"/>
                  </a:moveTo>
                  <a:lnTo>
                    <a:pt x="95846" y="0"/>
                  </a:lnTo>
                  <a:lnTo>
                    <a:pt x="95846" y="1793038"/>
                  </a:lnTo>
                  <a:lnTo>
                    <a:pt x="0" y="1793038"/>
                  </a:lnTo>
                  <a:close/>
                </a:path>
              </a:pathLst>
            </a:custGeom>
            <a:solidFill>
              <a:srgbClr val="B6DCEB"/>
            </a:solidFill>
            <a:ln>
              <a:noFill/>
            </a:ln>
          </p:spPr>
          <p:txBody>
            <a:bodyPr/>
            <a:lstStyle/>
            <a:p>
              <a:endParaRPr lang="en-US"/>
            </a:p>
          </p:txBody>
        </p:sp>
        <p:sp>
          <p:nvSpPr>
            <p:cNvPr id="4" name="Google Shape;309;p14">
              <a:extLst>
                <a:ext uri="{FF2B5EF4-FFF2-40B4-BE49-F238E27FC236}">
                  <a16:creationId xmlns:a16="http://schemas.microsoft.com/office/drawing/2014/main" id="{B22ADCA2-2143-B94F-096D-B5ADE7AB85B1}"/>
                </a:ext>
              </a:extLst>
            </p:cNvPr>
            <p:cNvSpPr txBox="1"/>
            <p:nvPr/>
          </p:nvSpPr>
          <p:spPr>
            <a:xfrm>
              <a:off x="0" y="-47625"/>
              <a:ext cx="95846" cy="1840663"/>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05" name="Google Shape;305;p14"/>
          <p:cNvPicPr preferRelativeResize="0"/>
          <p:nvPr/>
        </p:nvPicPr>
        <p:blipFill rotWithShape="1">
          <a:blip r:embed="rId3">
            <a:alphaModFix/>
          </a:blip>
          <a:srcRect l="43917" t="30439"/>
          <a:stretch/>
        </p:blipFill>
        <p:spPr>
          <a:xfrm>
            <a:off x="0" y="0"/>
            <a:ext cx="3698524" cy="6485824"/>
          </a:xfrm>
          <a:prstGeom prst="rect">
            <a:avLst/>
          </a:prstGeom>
          <a:noFill/>
          <a:ln>
            <a:noFill/>
          </a:ln>
        </p:spPr>
      </p:pic>
      <p:pic>
        <p:nvPicPr>
          <p:cNvPr id="306" name="Google Shape;306;p14"/>
          <p:cNvPicPr preferRelativeResize="0"/>
          <p:nvPr/>
        </p:nvPicPr>
        <p:blipFill rotWithShape="1">
          <a:blip r:embed="rId4">
            <a:alphaModFix/>
          </a:blip>
          <a:srcRect r="38852" b="33137"/>
          <a:stretch/>
        </p:blipFill>
        <p:spPr>
          <a:xfrm>
            <a:off x="12395725" y="2316300"/>
            <a:ext cx="5892276" cy="7970702"/>
          </a:xfrm>
          <a:prstGeom prst="rect">
            <a:avLst/>
          </a:prstGeom>
          <a:noFill/>
          <a:ln>
            <a:noFill/>
          </a:ln>
        </p:spPr>
      </p:pic>
      <p:grpSp>
        <p:nvGrpSpPr>
          <p:cNvPr id="307" name="Google Shape;307;p14"/>
          <p:cNvGrpSpPr/>
          <p:nvPr/>
        </p:nvGrpSpPr>
        <p:grpSpPr>
          <a:xfrm rot="-5400000">
            <a:off x="8099838" y="3020212"/>
            <a:ext cx="380744" cy="7311967"/>
            <a:chOff x="0" y="-47625"/>
            <a:chExt cx="95846" cy="1840663"/>
          </a:xfrm>
        </p:grpSpPr>
        <p:sp>
          <p:nvSpPr>
            <p:cNvPr id="308" name="Google Shape;308;p14"/>
            <p:cNvSpPr/>
            <p:nvPr/>
          </p:nvSpPr>
          <p:spPr>
            <a:xfrm>
              <a:off x="0" y="0"/>
              <a:ext cx="95846" cy="1793038"/>
            </a:xfrm>
            <a:custGeom>
              <a:avLst/>
              <a:gdLst/>
              <a:ahLst/>
              <a:cxnLst/>
              <a:rect l="l" t="t" r="r" b="b"/>
              <a:pathLst>
                <a:path w="95846" h="1793038" extrusionOk="0">
                  <a:moveTo>
                    <a:pt x="0" y="0"/>
                  </a:moveTo>
                  <a:lnTo>
                    <a:pt x="95846" y="0"/>
                  </a:lnTo>
                  <a:lnTo>
                    <a:pt x="95846" y="1793038"/>
                  </a:lnTo>
                  <a:lnTo>
                    <a:pt x="0" y="1793038"/>
                  </a:lnTo>
                  <a:close/>
                </a:path>
              </a:pathLst>
            </a:custGeom>
            <a:solidFill>
              <a:srgbClr val="B6DCEB"/>
            </a:solidFill>
            <a:ln>
              <a:noFill/>
            </a:ln>
          </p:spPr>
          <p:txBody>
            <a:bodyPr/>
            <a:lstStyle/>
            <a:p>
              <a:endParaRPr lang="en-US"/>
            </a:p>
          </p:txBody>
        </p:sp>
        <p:sp>
          <p:nvSpPr>
            <p:cNvPr id="309" name="Google Shape;309;p14"/>
            <p:cNvSpPr txBox="1"/>
            <p:nvPr/>
          </p:nvSpPr>
          <p:spPr>
            <a:xfrm>
              <a:off x="0" y="-47625"/>
              <a:ext cx="95846" cy="1840663"/>
            </a:xfrm>
            <a:prstGeom prst="rect">
              <a:avLst/>
            </a:prstGeom>
            <a:noFill/>
            <a:ln>
              <a:noFill/>
            </a:ln>
          </p:spPr>
          <p:txBody>
            <a:bodyPr spcFirstLastPara="1" wrap="square" lIns="50800" tIns="50800" rIns="50800" bIns="50800" anchor="ctr" anchorCtr="0">
              <a:noAutofit/>
            </a:bodyPr>
            <a:lstStyle/>
            <a:p>
              <a:pPr marL="0" marR="0" lvl="0" indent="0" algn="ctr" rtl="0">
                <a:lnSpc>
                  <a:spcPct val="1820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3" name="Google Shape;313;p14"/>
          <p:cNvSpPr txBox="1"/>
          <p:nvPr/>
        </p:nvSpPr>
        <p:spPr>
          <a:xfrm>
            <a:off x="2189276" y="3335401"/>
            <a:ext cx="13041000" cy="393954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8000" b="0" i="0" u="none" strike="noStrike" cap="none" dirty="0">
                <a:solidFill>
                  <a:srgbClr val="000000"/>
                </a:solidFill>
                <a:latin typeface="Alef"/>
                <a:ea typeface="Alef"/>
                <a:cs typeface="Alef"/>
                <a:sym typeface="Alef"/>
              </a:rPr>
              <a:t>"Thank you for your attention!.”</a:t>
            </a:r>
            <a:endParaRPr lang="en-US" sz="1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1006</Words>
  <Application>Microsoft Office PowerPoint</Application>
  <PresentationFormat>Custom</PresentationFormat>
  <Paragraphs>121</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Wingdings</vt:lpstr>
      <vt:lpstr>Blinker</vt:lpstr>
      <vt:lpstr>Arial</vt:lpstr>
      <vt:lpstr>Calibri</vt:lpstr>
      <vt:lpstr>var(--font-fk-grotesk)</vt:lpstr>
      <vt:lpstr>Alef</vt:lpstr>
      <vt:lpstr>__fkGroteskNeue_598ab8</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Mohammed Naseer Sihanas</cp:lastModifiedBy>
  <cp:revision>1</cp:revision>
  <dcterms:modified xsi:type="dcterms:W3CDTF">2024-09-04T05:11:54Z</dcterms:modified>
</cp:coreProperties>
</file>